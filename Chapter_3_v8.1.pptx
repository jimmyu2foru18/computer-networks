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Lst>
  <p:sldSz cy="6858000" cx="12192000"/>
  <p:notesSz cx="6858000" cy="9144000"/>
  <p:embeddedFontLst>
    <p:embeddedFont>
      <p:font typeface="Arial Narrow"/>
      <p:regular r:id="rId155"/>
      <p:bold r:id="rId156"/>
      <p:italic r:id="rId157"/>
      <p:boldItalic r:id="rId158"/>
    </p:embeddedFont>
    <p:embeddedFont>
      <p:font typeface="Tahoma"/>
      <p:regular r:id="rId159"/>
      <p:bold r:id="rId160"/>
    </p:embeddedFont>
    <p:embeddedFont>
      <p:font typeface="Noto Sans Symbols"/>
      <p:regular r:id="rId161"/>
      <p:bold r:id="rId162"/>
    </p:embeddedFont>
    <p:embeddedFont>
      <p:font typeface="Gill Sans"/>
      <p:regular r:id="rId163"/>
      <p:bold r:id="rId1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8A0797-C2EC-4D9F-95EF-4FBEB260B0BD}">
  <a:tblStyle styleId="{998A0797-C2EC-4D9F-95EF-4FBEB260B0B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4" Type="http://schemas.openxmlformats.org/officeDocument/2006/relationships/font" Target="fonts/GillSans-bold.fntdata"/><Relationship Id="rId163" Type="http://schemas.openxmlformats.org/officeDocument/2006/relationships/font" Target="fonts/GillSans-regular.fntdata"/><Relationship Id="rId162" Type="http://schemas.openxmlformats.org/officeDocument/2006/relationships/font" Target="fonts/NotoSansSymbols-bold.fntdata"/><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font" Target="fonts/NotoSansSymbols-regular.fntdata"/><Relationship Id="rId54" Type="http://schemas.openxmlformats.org/officeDocument/2006/relationships/slide" Target="slides/slide49.xml"/><Relationship Id="rId160" Type="http://schemas.openxmlformats.org/officeDocument/2006/relationships/font" Target="fonts/Tahoma-bold.fntdata"/><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font" Target="fonts/Tahoma-regular.fntdata"/><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font" Target="fonts/ArialNarrow-boldItalic.fntdata"/><Relationship Id="rId157" Type="http://schemas.openxmlformats.org/officeDocument/2006/relationships/font" Target="fonts/ArialNarrow-italic.fntdata"/><Relationship Id="rId156" Type="http://schemas.openxmlformats.org/officeDocument/2006/relationships/font" Target="fonts/ArialNarrow-bold.fntdata"/><Relationship Id="rId155" Type="http://schemas.openxmlformats.org/officeDocument/2006/relationships/font" Target="fonts/ArialNarr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QUIC, CUBIC, delay-based congestion control</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61" name="Google Shape;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3" name="Google Shape;15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9" name="Google Shape;16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8" name="Google Shape;17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9" name="Google Shape;17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7" name="Google Shape;18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8" name="Google Shape;18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8" name="Google Shape;19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9" name="Google Shape;19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2" name="Google Shape;19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3" name="Google Shape;19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5" name="Google Shape;20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6" name="Google Shape;200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6" name="Google Shape;21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7" name="Google Shape;21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6" name="Google Shape;214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7" name="Google Shape;214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4" name="Google Shape;22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5" name="Google Shape;22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2" name="Google Shape;230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3" name="Google Shape;230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1" name="Google Shape;23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2" name="Google Shape;231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5" name="Google Shape;23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2" name="Google Shape;233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RFC – it’s only 2.5 pages!</a:t>
            </a:r>
            <a:endParaRPr/>
          </a:p>
        </p:txBody>
      </p:sp>
      <p:sp>
        <p:nvSpPr>
          <p:cNvPr id="2333" name="Google Shape;233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0" name="Google Shape;23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1" name="Google Shape;234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9" name="Google Shape;24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0" name="Google Shape;243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7" name="Google Shape;26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8" name="Google Shape;264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7" name="Google Shape;267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8" name="Google Shape;267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2" name="Google Shape;27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3" name="Google Shape;27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2" name="Google Shape;271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3" name="Google Shape;271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4" name="Google Shape;273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5" name="Google Shape;273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6" name="Google Shape;276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7" name="Google Shape;276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3" name="Google Shape;277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4" name="Google Shape;277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2" name="Google Shape;278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2783" name="Google Shape;278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0" name="Shape 2850"/>
        <p:cNvGrpSpPr/>
        <p:nvPr/>
      </p:nvGrpSpPr>
      <p:grpSpPr>
        <a:xfrm>
          <a:off x="0" y="0"/>
          <a:ext cx="0" cy="0"/>
          <a:chOff x="0" y="0"/>
          <a:chExt cx="0" cy="0"/>
        </a:xfrm>
      </p:grpSpPr>
      <p:sp>
        <p:nvSpPr>
          <p:cNvPr id="2851" name="Google Shape;285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2" name="Google Shape;285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2853" name="Google Shape;285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2" name="Google Shape;300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3003" name="Google Shape;300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9" name="Shape 3089"/>
        <p:cNvGrpSpPr/>
        <p:nvPr/>
      </p:nvGrpSpPr>
      <p:grpSpPr>
        <a:xfrm>
          <a:off x="0" y="0"/>
          <a:ext cx="0" cy="0"/>
          <a:chOff x="0" y="0"/>
          <a:chExt cx="0" cy="0"/>
        </a:xfrm>
      </p:grpSpPr>
      <p:sp>
        <p:nvSpPr>
          <p:cNvPr id="3090" name="Google Shape;30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1" name="Google Shape;30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092" name="Google Shape;309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2" name="Google Shape;31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3" name="Google Shape;318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1" name="Shape 3311"/>
        <p:cNvGrpSpPr/>
        <p:nvPr/>
      </p:nvGrpSpPr>
      <p:grpSpPr>
        <a:xfrm>
          <a:off x="0" y="0"/>
          <a:ext cx="0" cy="0"/>
          <a:chOff x="0" y="0"/>
          <a:chExt cx="0" cy="0"/>
        </a:xfrm>
      </p:grpSpPr>
      <p:sp>
        <p:nvSpPr>
          <p:cNvPr id="3312" name="Google Shape;331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3" name="Google Shape;331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3314" name="Google Shape;331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9" name="Google Shape;333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3340" name="Google Shape;334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8" name="Shape 3368"/>
        <p:cNvGrpSpPr/>
        <p:nvPr/>
      </p:nvGrpSpPr>
      <p:grpSpPr>
        <a:xfrm>
          <a:off x="0" y="0"/>
          <a:ext cx="0" cy="0"/>
          <a:chOff x="0" y="0"/>
          <a:chExt cx="0" cy="0"/>
        </a:xfrm>
      </p:grpSpPr>
      <p:sp>
        <p:nvSpPr>
          <p:cNvPr id="3369" name="Google Shape;336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0" name="Google Shape;337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1" name="Google Shape;337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7" name="Shape 3377"/>
        <p:cNvGrpSpPr/>
        <p:nvPr/>
      </p:nvGrpSpPr>
      <p:grpSpPr>
        <a:xfrm>
          <a:off x="0" y="0"/>
          <a:ext cx="0" cy="0"/>
          <a:chOff x="0" y="0"/>
          <a:chExt cx="0" cy="0"/>
        </a:xfrm>
      </p:grpSpPr>
      <p:sp>
        <p:nvSpPr>
          <p:cNvPr id="3378" name="Google Shape;337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9" name="Google Shape;337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0" name="Google Shape;338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3" name="Google Shape;339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4" name="Google Shape;339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1" name="Google Shape;344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2" name="Google Shape;344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8" name="Shape 3488"/>
        <p:cNvGrpSpPr/>
        <p:nvPr/>
      </p:nvGrpSpPr>
      <p:grpSpPr>
        <a:xfrm>
          <a:off x="0" y="0"/>
          <a:ext cx="0" cy="0"/>
          <a:chOff x="0" y="0"/>
          <a:chExt cx="0" cy="0"/>
        </a:xfrm>
      </p:grpSpPr>
      <p:sp>
        <p:nvSpPr>
          <p:cNvPr id="3489" name="Google Shape;34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0" name="Google Shape;349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1" name="Google Shape;349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0" name="Google Shape;355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1" name="Google Shape;355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1" name="Shape 3611"/>
        <p:cNvGrpSpPr/>
        <p:nvPr/>
      </p:nvGrpSpPr>
      <p:grpSpPr>
        <a:xfrm>
          <a:off x="0" y="0"/>
          <a:ext cx="0" cy="0"/>
          <a:chOff x="0" y="0"/>
          <a:chExt cx="0" cy="0"/>
        </a:xfrm>
      </p:grpSpPr>
      <p:sp>
        <p:nvSpPr>
          <p:cNvPr id="3612" name="Google Shape;361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3" name="Google Shape;361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4" name="Google Shape;361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5" name="Shape 3625"/>
        <p:cNvGrpSpPr/>
        <p:nvPr/>
      </p:nvGrpSpPr>
      <p:grpSpPr>
        <a:xfrm>
          <a:off x="0" y="0"/>
          <a:ext cx="0" cy="0"/>
          <a:chOff x="0" y="0"/>
          <a:chExt cx="0" cy="0"/>
        </a:xfrm>
      </p:grpSpPr>
      <p:sp>
        <p:nvSpPr>
          <p:cNvPr id="3626" name="Google Shape;362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7" name="Google Shape;362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8" name="Google Shape;362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5" name="Shape 3675"/>
        <p:cNvGrpSpPr/>
        <p:nvPr/>
      </p:nvGrpSpPr>
      <p:grpSpPr>
        <a:xfrm>
          <a:off x="0" y="0"/>
          <a:ext cx="0" cy="0"/>
          <a:chOff x="0" y="0"/>
          <a:chExt cx="0" cy="0"/>
        </a:xfrm>
      </p:grpSpPr>
      <p:sp>
        <p:nvSpPr>
          <p:cNvPr id="3676" name="Google Shape;367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7" name="Google Shape;367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8" name="Google Shape;367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0" name="Shape 3720"/>
        <p:cNvGrpSpPr/>
        <p:nvPr/>
      </p:nvGrpSpPr>
      <p:grpSpPr>
        <a:xfrm>
          <a:off x="0" y="0"/>
          <a:ext cx="0" cy="0"/>
          <a:chOff x="0" y="0"/>
          <a:chExt cx="0" cy="0"/>
        </a:xfrm>
      </p:grpSpPr>
      <p:sp>
        <p:nvSpPr>
          <p:cNvPr id="3721" name="Google Shape;37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2" name="Google Shape;372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3" name="Google Shape;372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9" name="Shape 3729"/>
        <p:cNvGrpSpPr/>
        <p:nvPr/>
      </p:nvGrpSpPr>
      <p:grpSpPr>
        <a:xfrm>
          <a:off x="0" y="0"/>
          <a:ext cx="0" cy="0"/>
          <a:chOff x="0" y="0"/>
          <a:chExt cx="0" cy="0"/>
        </a:xfrm>
      </p:grpSpPr>
      <p:sp>
        <p:nvSpPr>
          <p:cNvPr id="3730" name="Google Shape;373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1" name="Google Shape;373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2" name="Google Shape;373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8" name="Shape 3738"/>
        <p:cNvGrpSpPr/>
        <p:nvPr/>
      </p:nvGrpSpPr>
      <p:grpSpPr>
        <a:xfrm>
          <a:off x="0" y="0"/>
          <a:ext cx="0" cy="0"/>
          <a:chOff x="0" y="0"/>
          <a:chExt cx="0" cy="0"/>
        </a:xfrm>
      </p:grpSpPr>
      <p:sp>
        <p:nvSpPr>
          <p:cNvPr id="3739" name="Google Shape;373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0" name="Google Shape;374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1" name="Google Shape;3741;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2" name="Shape 3782"/>
        <p:cNvGrpSpPr/>
        <p:nvPr/>
      </p:nvGrpSpPr>
      <p:grpSpPr>
        <a:xfrm>
          <a:off x="0" y="0"/>
          <a:ext cx="0" cy="0"/>
          <a:chOff x="0" y="0"/>
          <a:chExt cx="0" cy="0"/>
        </a:xfrm>
      </p:grpSpPr>
      <p:sp>
        <p:nvSpPr>
          <p:cNvPr id="3783" name="Google Shape;37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4" name="Google Shape;378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5" name="Google Shape;378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1" name="Shape 3791"/>
        <p:cNvGrpSpPr/>
        <p:nvPr/>
      </p:nvGrpSpPr>
      <p:grpSpPr>
        <a:xfrm>
          <a:off x="0" y="0"/>
          <a:ext cx="0" cy="0"/>
          <a:chOff x="0" y="0"/>
          <a:chExt cx="0" cy="0"/>
        </a:xfrm>
      </p:grpSpPr>
      <p:sp>
        <p:nvSpPr>
          <p:cNvPr id="3792" name="Google Shape;379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3" name="Google Shape;379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3" name="Shape 3803"/>
        <p:cNvGrpSpPr/>
        <p:nvPr/>
      </p:nvGrpSpPr>
      <p:grpSpPr>
        <a:xfrm>
          <a:off x="0" y="0"/>
          <a:ext cx="0" cy="0"/>
          <a:chOff x="0" y="0"/>
          <a:chExt cx="0" cy="0"/>
        </a:xfrm>
      </p:grpSpPr>
      <p:sp>
        <p:nvSpPr>
          <p:cNvPr id="3804" name="Google Shape;38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5" name="Google Shape;380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06" name="Google Shape;380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4" name="Shape 3854"/>
        <p:cNvGrpSpPr/>
        <p:nvPr/>
      </p:nvGrpSpPr>
      <p:grpSpPr>
        <a:xfrm>
          <a:off x="0" y="0"/>
          <a:ext cx="0" cy="0"/>
          <a:chOff x="0" y="0"/>
          <a:chExt cx="0" cy="0"/>
        </a:xfrm>
      </p:grpSpPr>
      <p:sp>
        <p:nvSpPr>
          <p:cNvPr id="3855" name="Google Shape;385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6" name="Google Shape;385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57" name="Google Shape;385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7" name="Shape 3937"/>
        <p:cNvGrpSpPr/>
        <p:nvPr/>
      </p:nvGrpSpPr>
      <p:grpSpPr>
        <a:xfrm>
          <a:off x="0" y="0"/>
          <a:ext cx="0" cy="0"/>
          <a:chOff x="0" y="0"/>
          <a:chExt cx="0" cy="0"/>
        </a:xfrm>
      </p:grpSpPr>
      <p:sp>
        <p:nvSpPr>
          <p:cNvPr id="3938" name="Google Shape;393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9" name="Google Shape;393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0" name="Google Shape;394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0" name="Shape 4020"/>
        <p:cNvGrpSpPr/>
        <p:nvPr/>
      </p:nvGrpSpPr>
      <p:grpSpPr>
        <a:xfrm>
          <a:off x="0" y="0"/>
          <a:ext cx="0" cy="0"/>
          <a:chOff x="0" y="0"/>
          <a:chExt cx="0" cy="0"/>
        </a:xfrm>
      </p:grpSpPr>
      <p:sp>
        <p:nvSpPr>
          <p:cNvPr id="4021" name="Google Shape;402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2" name="Google Shape;402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3" name="Google Shape;402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7" name="Shape 4137"/>
        <p:cNvGrpSpPr/>
        <p:nvPr/>
      </p:nvGrpSpPr>
      <p:grpSpPr>
        <a:xfrm>
          <a:off x="0" y="0"/>
          <a:ext cx="0" cy="0"/>
          <a:chOff x="0" y="0"/>
          <a:chExt cx="0" cy="0"/>
        </a:xfrm>
      </p:grpSpPr>
      <p:sp>
        <p:nvSpPr>
          <p:cNvPr id="4138" name="Google Shape;413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9" name="Google Shape;413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140" name="Google Shape;4140;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1" name="Shape 4161"/>
        <p:cNvGrpSpPr/>
        <p:nvPr/>
      </p:nvGrpSpPr>
      <p:grpSpPr>
        <a:xfrm>
          <a:off x="0" y="0"/>
          <a:ext cx="0" cy="0"/>
          <a:chOff x="0" y="0"/>
          <a:chExt cx="0" cy="0"/>
        </a:xfrm>
      </p:grpSpPr>
      <p:sp>
        <p:nvSpPr>
          <p:cNvPr id="4162" name="Google Shape;416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3" name="Google Shape;4163;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4" name="Google Shape;4164;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8" name="Google Shape;419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9" name="Google Shape;419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9" name="Shape 4249"/>
        <p:cNvGrpSpPr/>
        <p:nvPr/>
      </p:nvGrpSpPr>
      <p:grpSpPr>
        <a:xfrm>
          <a:off x="0" y="0"/>
          <a:ext cx="0" cy="0"/>
          <a:chOff x="0" y="0"/>
          <a:chExt cx="0" cy="0"/>
        </a:xfrm>
      </p:grpSpPr>
      <p:sp>
        <p:nvSpPr>
          <p:cNvPr id="4250" name="Google Shape;425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1" name="Google Shape;425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2" name="Google Shape;425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9" name="Google Shape;433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4340" name="Google Shape;434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4" name="Shape 4404"/>
        <p:cNvGrpSpPr/>
        <p:nvPr/>
      </p:nvGrpSpPr>
      <p:grpSpPr>
        <a:xfrm>
          <a:off x="0" y="0"/>
          <a:ext cx="0" cy="0"/>
          <a:chOff x="0" y="0"/>
          <a:chExt cx="0" cy="0"/>
        </a:xfrm>
      </p:grpSpPr>
      <p:sp>
        <p:nvSpPr>
          <p:cNvPr id="4405" name="Google Shape;440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6" name="Google Shape;440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4407" name="Google Shape;440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7" name="Google Shape;4417;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4418" name="Google Shape;4418;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0" name="Shape 4450"/>
        <p:cNvGrpSpPr/>
        <p:nvPr/>
      </p:nvGrpSpPr>
      <p:grpSpPr>
        <a:xfrm>
          <a:off x="0" y="0"/>
          <a:ext cx="0" cy="0"/>
          <a:chOff x="0" y="0"/>
          <a:chExt cx="0" cy="0"/>
        </a:xfrm>
      </p:grpSpPr>
      <p:sp>
        <p:nvSpPr>
          <p:cNvPr id="4451" name="Google Shape;445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2" name="Google Shape;445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4453" name="Google Shape;445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7" name="Shape 4537"/>
        <p:cNvGrpSpPr/>
        <p:nvPr/>
      </p:nvGrpSpPr>
      <p:grpSpPr>
        <a:xfrm>
          <a:off x="0" y="0"/>
          <a:ext cx="0" cy="0"/>
          <a:chOff x="0" y="0"/>
          <a:chExt cx="0" cy="0"/>
        </a:xfrm>
      </p:grpSpPr>
      <p:sp>
        <p:nvSpPr>
          <p:cNvPr id="4538" name="Google Shape;453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9" name="Google Shape;453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4540" name="Google Shape;454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5" name="Shape 4545"/>
        <p:cNvGrpSpPr/>
        <p:nvPr/>
      </p:nvGrpSpPr>
      <p:grpSpPr>
        <a:xfrm>
          <a:off x="0" y="0"/>
          <a:ext cx="0" cy="0"/>
          <a:chOff x="0" y="0"/>
          <a:chExt cx="0" cy="0"/>
        </a:xfrm>
      </p:grpSpPr>
      <p:sp>
        <p:nvSpPr>
          <p:cNvPr id="4546" name="Google Shape;454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7" name="Google Shape;454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8" name="Google Shape;4548;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3" name="Shape 4563"/>
        <p:cNvGrpSpPr/>
        <p:nvPr/>
      </p:nvGrpSpPr>
      <p:grpSpPr>
        <a:xfrm>
          <a:off x="0" y="0"/>
          <a:ext cx="0" cy="0"/>
          <a:chOff x="0" y="0"/>
          <a:chExt cx="0" cy="0"/>
        </a:xfrm>
      </p:grpSpPr>
      <p:sp>
        <p:nvSpPr>
          <p:cNvPr id="4564" name="Google Shape;456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5" name="Google Shape;4565;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4566" name="Google Shape;4566;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1" name="Shape 4581"/>
        <p:cNvGrpSpPr/>
        <p:nvPr/>
      </p:nvGrpSpPr>
      <p:grpSpPr>
        <a:xfrm>
          <a:off x="0" y="0"/>
          <a:ext cx="0" cy="0"/>
          <a:chOff x="0" y="0"/>
          <a:chExt cx="0" cy="0"/>
        </a:xfrm>
      </p:grpSpPr>
      <p:sp>
        <p:nvSpPr>
          <p:cNvPr id="4582" name="Google Shape;4582;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3" name="Google Shape;4583;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4" name="Google Shape;4584;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1" name="Shape 4661"/>
        <p:cNvGrpSpPr/>
        <p:nvPr/>
      </p:nvGrpSpPr>
      <p:grpSpPr>
        <a:xfrm>
          <a:off x="0" y="0"/>
          <a:ext cx="0" cy="0"/>
          <a:chOff x="0" y="0"/>
          <a:chExt cx="0" cy="0"/>
        </a:xfrm>
      </p:grpSpPr>
      <p:sp>
        <p:nvSpPr>
          <p:cNvPr id="4662" name="Google Shape;466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3" name="Google Shape;466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4" name="Google Shape;466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7" name="Shape 4747"/>
        <p:cNvGrpSpPr/>
        <p:nvPr/>
      </p:nvGrpSpPr>
      <p:grpSpPr>
        <a:xfrm>
          <a:off x="0" y="0"/>
          <a:ext cx="0" cy="0"/>
          <a:chOff x="0" y="0"/>
          <a:chExt cx="0" cy="0"/>
        </a:xfrm>
      </p:grpSpPr>
      <p:sp>
        <p:nvSpPr>
          <p:cNvPr id="4748" name="Google Shape;474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9" name="Google Shape;474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0" name="Google Shape;475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0" name="Shape 4840"/>
        <p:cNvGrpSpPr/>
        <p:nvPr/>
      </p:nvGrpSpPr>
      <p:grpSpPr>
        <a:xfrm>
          <a:off x="0" y="0"/>
          <a:ext cx="0" cy="0"/>
          <a:chOff x="0" y="0"/>
          <a:chExt cx="0" cy="0"/>
        </a:xfrm>
      </p:grpSpPr>
      <p:sp>
        <p:nvSpPr>
          <p:cNvPr id="4841" name="Google Shape;4841;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2" name="Google Shape;4842;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3" name="Google Shape;4843;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9" name="Shape 4849"/>
        <p:cNvGrpSpPr/>
        <p:nvPr/>
      </p:nvGrpSpPr>
      <p:grpSpPr>
        <a:xfrm>
          <a:off x="0" y="0"/>
          <a:ext cx="0" cy="0"/>
          <a:chOff x="0" y="0"/>
          <a:chExt cx="0" cy="0"/>
        </a:xfrm>
      </p:grpSpPr>
      <p:sp>
        <p:nvSpPr>
          <p:cNvPr id="4850" name="Google Shape;485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1" name="Google Shape;4851;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4852" name="Google Shape;4852;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8" name="Shape 4858"/>
        <p:cNvGrpSpPr/>
        <p:nvPr/>
      </p:nvGrpSpPr>
      <p:grpSpPr>
        <a:xfrm>
          <a:off x="0" y="0"/>
          <a:ext cx="0" cy="0"/>
          <a:chOff x="0" y="0"/>
          <a:chExt cx="0" cy="0"/>
        </a:xfrm>
      </p:grpSpPr>
      <p:sp>
        <p:nvSpPr>
          <p:cNvPr id="4859" name="Google Shape;48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0" name="Google Shape;486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1" name="Google Shape;486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1" name="Shape 4941"/>
        <p:cNvGrpSpPr/>
        <p:nvPr/>
      </p:nvGrpSpPr>
      <p:grpSpPr>
        <a:xfrm>
          <a:off x="0" y="0"/>
          <a:ext cx="0" cy="0"/>
          <a:chOff x="0" y="0"/>
          <a:chExt cx="0" cy="0"/>
        </a:xfrm>
      </p:grpSpPr>
      <p:sp>
        <p:nvSpPr>
          <p:cNvPr id="4942" name="Google Shape;494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3" name="Google Shape;494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4" name="Google Shape;494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3" name="Shape 5053"/>
        <p:cNvGrpSpPr/>
        <p:nvPr/>
      </p:nvGrpSpPr>
      <p:grpSpPr>
        <a:xfrm>
          <a:off x="0" y="0"/>
          <a:ext cx="0" cy="0"/>
          <a:chOff x="0" y="0"/>
          <a:chExt cx="0" cy="0"/>
        </a:xfrm>
      </p:grpSpPr>
      <p:sp>
        <p:nvSpPr>
          <p:cNvPr id="5054" name="Google Shape;505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5" name="Google Shape;505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5056" name="Google Shape;505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4" name="Shape 5094"/>
        <p:cNvGrpSpPr/>
        <p:nvPr/>
      </p:nvGrpSpPr>
      <p:grpSpPr>
        <a:xfrm>
          <a:off x="0" y="0"/>
          <a:ext cx="0" cy="0"/>
          <a:chOff x="0" y="0"/>
          <a:chExt cx="0" cy="0"/>
        </a:xfrm>
      </p:grpSpPr>
      <p:sp>
        <p:nvSpPr>
          <p:cNvPr id="5095" name="Google Shape;509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6" name="Google Shape;5096;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7" name="Google Shape;5097;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3" name="Shape 5103"/>
        <p:cNvGrpSpPr/>
        <p:nvPr/>
      </p:nvGrpSpPr>
      <p:grpSpPr>
        <a:xfrm>
          <a:off x="0" y="0"/>
          <a:ext cx="0" cy="0"/>
          <a:chOff x="0" y="0"/>
          <a:chExt cx="0" cy="0"/>
        </a:xfrm>
      </p:grpSpPr>
      <p:sp>
        <p:nvSpPr>
          <p:cNvPr id="5104" name="Google Shape;510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5" name="Google Shape;5105;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exponentially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5106" name="Google Shape;510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7" name="Shape 5127"/>
        <p:cNvGrpSpPr/>
        <p:nvPr/>
      </p:nvGrpSpPr>
      <p:grpSpPr>
        <a:xfrm>
          <a:off x="0" y="0"/>
          <a:ext cx="0" cy="0"/>
          <a:chOff x="0" y="0"/>
          <a:chExt cx="0" cy="0"/>
        </a:xfrm>
      </p:grpSpPr>
      <p:sp>
        <p:nvSpPr>
          <p:cNvPr id="5128" name="Google Shape;5128;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9" name="Google Shape;5129;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5130" name="Google Shape;5130;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9" name="Shape 5149"/>
        <p:cNvGrpSpPr/>
        <p:nvPr/>
      </p:nvGrpSpPr>
      <p:grpSpPr>
        <a:xfrm>
          <a:off x="0" y="0"/>
          <a:ext cx="0" cy="0"/>
          <a:chOff x="0" y="0"/>
          <a:chExt cx="0" cy="0"/>
        </a:xfrm>
      </p:grpSpPr>
      <p:sp>
        <p:nvSpPr>
          <p:cNvPr id="5150" name="Google Shape;515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1" name="Google Shape;5151;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5152" name="Google Shape;5152;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1" name="Google Shape;516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5162" name="Google Shape;5162;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7" name="Shape 5177"/>
        <p:cNvGrpSpPr/>
        <p:nvPr/>
      </p:nvGrpSpPr>
      <p:grpSpPr>
        <a:xfrm>
          <a:off x="0" y="0"/>
          <a:ext cx="0" cy="0"/>
          <a:chOff x="0" y="0"/>
          <a:chExt cx="0" cy="0"/>
        </a:xfrm>
      </p:grpSpPr>
      <p:sp>
        <p:nvSpPr>
          <p:cNvPr id="5178" name="Google Shape;517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9" name="Google Shape;5179;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Notet that when this retransmitted segment is received, the receiver has already received the first two segments, and so resends a cumulative ACK for both segments received so far, rather than an ACK for just this fist segment.</a:t>
            </a:r>
            <a:endParaRPr/>
          </a:p>
        </p:txBody>
      </p:sp>
      <p:sp>
        <p:nvSpPr>
          <p:cNvPr id="5180" name="Google Shape;5180;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0" name="Shape 5270"/>
        <p:cNvGrpSpPr/>
        <p:nvPr/>
      </p:nvGrpSpPr>
      <p:grpSpPr>
        <a:xfrm>
          <a:off x="0" y="0"/>
          <a:ext cx="0" cy="0"/>
          <a:chOff x="0" y="0"/>
          <a:chExt cx="0" cy="0"/>
        </a:xfrm>
      </p:grpSpPr>
      <p:sp>
        <p:nvSpPr>
          <p:cNvPr id="5271" name="Google Shape;5271;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2" name="Google Shape;5272;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5273" name="Google Shape;5273;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0" name="Shape 5310"/>
        <p:cNvGrpSpPr/>
        <p:nvPr/>
      </p:nvGrpSpPr>
      <p:grpSpPr>
        <a:xfrm>
          <a:off x="0" y="0"/>
          <a:ext cx="0" cy="0"/>
          <a:chOff x="0" y="0"/>
          <a:chExt cx="0" cy="0"/>
        </a:xfrm>
      </p:grpSpPr>
      <p:sp>
        <p:nvSpPr>
          <p:cNvPr id="5311" name="Google Shape;531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2" name="Google Shape;5312;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5313" name="Google Shape;5313;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6" name="Shape 5366"/>
        <p:cNvGrpSpPr/>
        <p:nvPr/>
      </p:nvGrpSpPr>
      <p:grpSpPr>
        <a:xfrm>
          <a:off x="0" y="0"/>
          <a:ext cx="0" cy="0"/>
          <a:chOff x="0" y="0"/>
          <a:chExt cx="0" cy="0"/>
        </a:xfrm>
      </p:grpSpPr>
      <p:sp>
        <p:nvSpPr>
          <p:cNvPr id="5367" name="Google Shape;536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8" name="Google Shape;5368;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9" name="Google Shape;5369;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5" name="Shape 5375"/>
        <p:cNvGrpSpPr/>
        <p:nvPr/>
      </p:nvGrpSpPr>
      <p:grpSpPr>
        <a:xfrm>
          <a:off x="0" y="0"/>
          <a:ext cx="0" cy="0"/>
          <a:chOff x="0" y="0"/>
          <a:chExt cx="0" cy="0"/>
        </a:xfrm>
      </p:grpSpPr>
      <p:sp>
        <p:nvSpPr>
          <p:cNvPr id="5376" name="Google Shape;537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7" name="Google Shape;5377;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378" name="Google Shape;5378;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7" name="Shape 5427"/>
        <p:cNvGrpSpPr/>
        <p:nvPr/>
      </p:nvGrpSpPr>
      <p:grpSpPr>
        <a:xfrm>
          <a:off x="0" y="0"/>
          <a:ext cx="0" cy="0"/>
          <a:chOff x="0" y="0"/>
          <a:chExt cx="0" cy="0"/>
        </a:xfrm>
      </p:grpSpPr>
      <p:sp>
        <p:nvSpPr>
          <p:cNvPr id="5428" name="Google Shape;542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9" name="Google Shape;5429;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30" name="Google Shape;5430;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1" name="Shape 5481"/>
        <p:cNvGrpSpPr/>
        <p:nvPr/>
      </p:nvGrpSpPr>
      <p:grpSpPr>
        <a:xfrm>
          <a:off x="0" y="0"/>
          <a:ext cx="0" cy="0"/>
          <a:chOff x="0" y="0"/>
          <a:chExt cx="0" cy="0"/>
        </a:xfrm>
      </p:grpSpPr>
      <p:sp>
        <p:nvSpPr>
          <p:cNvPr id="5482" name="Google Shape;548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3" name="Google Shape;548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84" name="Google Shape;548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4" name="Shape 5544"/>
        <p:cNvGrpSpPr/>
        <p:nvPr/>
      </p:nvGrpSpPr>
      <p:grpSpPr>
        <a:xfrm>
          <a:off x="0" y="0"/>
          <a:ext cx="0" cy="0"/>
          <a:chOff x="0" y="0"/>
          <a:chExt cx="0" cy="0"/>
        </a:xfrm>
      </p:grpSpPr>
      <p:sp>
        <p:nvSpPr>
          <p:cNvPr id="5545" name="Google Shape;5545;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6" name="Google Shape;5546;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547" name="Google Shape;5547;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0" name="Shape 5600"/>
        <p:cNvGrpSpPr/>
        <p:nvPr/>
      </p:nvGrpSpPr>
      <p:grpSpPr>
        <a:xfrm>
          <a:off x="0" y="0"/>
          <a:ext cx="0" cy="0"/>
          <a:chOff x="0" y="0"/>
          <a:chExt cx="0" cy="0"/>
        </a:xfrm>
      </p:grpSpPr>
      <p:sp>
        <p:nvSpPr>
          <p:cNvPr id="5601" name="Google Shape;560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2" name="Google Shape;5602;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03" name="Google Shape;5603;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4" name="Shape 5634"/>
        <p:cNvGrpSpPr/>
        <p:nvPr/>
      </p:nvGrpSpPr>
      <p:grpSpPr>
        <a:xfrm>
          <a:off x="0" y="0"/>
          <a:ext cx="0" cy="0"/>
          <a:chOff x="0" y="0"/>
          <a:chExt cx="0" cy="0"/>
        </a:xfrm>
      </p:grpSpPr>
      <p:sp>
        <p:nvSpPr>
          <p:cNvPr id="5635" name="Google Shape;5635;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6" name="Google Shape;5636;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37" name="Google Shape;5637;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8" name="Shape 5658"/>
        <p:cNvGrpSpPr/>
        <p:nvPr/>
      </p:nvGrpSpPr>
      <p:grpSpPr>
        <a:xfrm>
          <a:off x="0" y="0"/>
          <a:ext cx="0" cy="0"/>
          <a:chOff x="0" y="0"/>
          <a:chExt cx="0" cy="0"/>
        </a:xfrm>
      </p:grpSpPr>
      <p:sp>
        <p:nvSpPr>
          <p:cNvPr id="5659" name="Google Shape;565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0" name="Google Shape;566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5661" name="Google Shape;566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6" name="Shape 5736"/>
        <p:cNvGrpSpPr/>
        <p:nvPr/>
      </p:nvGrpSpPr>
      <p:grpSpPr>
        <a:xfrm>
          <a:off x="0" y="0"/>
          <a:ext cx="0" cy="0"/>
          <a:chOff x="0" y="0"/>
          <a:chExt cx="0" cy="0"/>
        </a:xfrm>
      </p:grpSpPr>
      <p:sp>
        <p:nvSpPr>
          <p:cNvPr id="5737" name="Google Shape;5737;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8" name="Google Shape;5738;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5739" name="Google Shape;5739;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9" name="Shape 5809"/>
        <p:cNvGrpSpPr/>
        <p:nvPr/>
      </p:nvGrpSpPr>
      <p:grpSpPr>
        <a:xfrm>
          <a:off x="0" y="0"/>
          <a:ext cx="0" cy="0"/>
          <a:chOff x="0" y="0"/>
          <a:chExt cx="0" cy="0"/>
        </a:xfrm>
      </p:grpSpPr>
      <p:sp>
        <p:nvSpPr>
          <p:cNvPr id="5810" name="Google Shape;581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1" name="Google Shape;5811;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2" name="Google Shape;5812;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6" name="Shape 5886"/>
        <p:cNvGrpSpPr/>
        <p:nvPr/>
      </p:nvGrpSpPr>
      <p:grpSpPr>
        <a:xfrm>
          <a:off x="0" y="0"/>
          <a:ext cx="0" cy="0"/>
          <a:chOff x="0" y="0"/>
          <a:chExt cx="0" cy="0"/>
        </a:xfrm>
      </p:grpSpPr>
      <p:sp>
        <p:nvSpPr>
          <p:cNvPr id="5887" name="Google Shape;588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8" name="Google Shape;5888;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9" name="Google Shape;5889;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1" name="Shape 5971"/>
        <p:cNvGrpSpPr/>
        <p:nvPr/>
      </p:nvGrpSpPr>
      <p:grpSpPr>
        <a:xfrm>
          <a:off x="0" y="0"/>
          <a:ext cx="0" cy="0"/>
          <a:chOff x="0" y="0"/>
          <a:chExt cx="0" cy="0"/>
        </a:xfrm>
      </p:grpSpPr>
      <p:sp>
        <p:nvSpPr>
          <p:cNvPr id="5972" name="Google Shape;5972;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3" name="Google Shape;5973;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4" name="Google Shape;5974;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8" name="Shape 6058"/>
        <p:cNvGrpSpPr/>
        <p:nvPr/>
      </p:nvGrpSpPr>
      <p:grpSpPr>
        <a:xfrm>
          <a:off x="0" y="0"/>
          <a:ext cx="0" cy="0"/>
          <a:chOff x="0" y="0"/>
          <a:chExt cx="0" cy="0"/>
        </a:xfrm>
      </p:grpSpPr>
      <p:sp>
        <p:nvSpPr>
          <p:cNvPr id="6059" name="Google Shape;6059;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0" name="Google Shape;6060;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6061" name="Google Shape;6061;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7" name="Shape 6137"/>
        <p:cNvGrpSpPr/>
        <p:nvPr/>
      </p:nvGrpSpPr>
      <p:grpSpPr>
        <a:xfrm>
          <a:off x="0" y="0"/>
          <a:ext cx="0" cy="0"/>
          <a:chOff x="0" y="0"/>
          <a:chExt cx="0" cy="0"/>
        </a:xfrm>
      </p:grpSpPr>
      <p:sp>
        <p:nvSpPr>
          <p:cNvPr id="6138" name="Google Shape;6138;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9" name="Google Shape;6139;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6140" name="Google Shape;6140;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7" name="Shape 6157"/>
        <p:cNvGrpSpPr/>
        <p:nvPr/>
      </p:nvGrpSpPr>
      <p:grpSpPr>
        <a:xfrm>
          <a:off x="0" y="0"/>
          <a:ext cx="0" cy="0"/>
          <a:chOff x="0" y="0"/>
          <a:chExt cx="0" cy="0"/>
        </a:xfrm>
      </p:grpSpPr>
      <p:sp>
        <p:nvSpPr>
          <p:cNvPr id="6158" name="Google Shape;615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9" name="Google Shape;615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6160" name="Google Shape;616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5" name="Shape 6165"/>
        <p:cNvGrpSpPr/>
        <p:nvPr/>
      </p:nvGrpSpPr>
      <p:grpSpPr>
        <a:xfrm>
          <a:off x="0" y="0"/>
          <a:ext cx="0" cy="0"/>
          <a:chOff x="0" y="0"/>
          <a:chExt cx="0" cy="0"/>
        </a:xfrm>
      </p:grpSpPr>
      <p:sp>
        <p:nvSpPr>
          <p:cNvPr id="6166" name="Google Shape;6166;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7" name="Google Shape;6167;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8" name="Google Shape;6168;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4" name="Shape 6174"/>
        <p:cNvGrpSpPr/>
        <p:nvPr/>
      </p:nvGrpSpPr>
      <p:grpSpPr>
        <a:xfrm>
          <a:off x="0" y="0"/>
          <a:ext cx="0" cy="0"/>
          <a:chOff x="0" y="0"/>
          <a:chExt cx="0" cy="0"/>
        </a:xfrm>
      </p:grpSpPr>
      <p:sp>
        <p:nvSpPr>
          <p:cNvPr id="6175" name="Google Shape;617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6" name="Google Shape;6176;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7" name="Google Shape;6177;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2" name="Shape 6192"/>
        <p:cNvGrpSpPr/>
        <p:nvPr/>
      </p:nvGrpSpPr>
      <p:grpSpPr>
        <a:xfrm>
          <a:off x="0" y="0"/>
          <a:ext cx="0" cy="0"/>
          <a:chOff x="0" y="0"/>
          <a:chExt cx="0" cy="0"/>
        </a:xfrm>
      </p:grpSpPr>
      <p:sp>
        <p:nvSpPr>
          <p:cNvPr id="6193" name="Google Shape;6193;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4" name="Google Shape;6194;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5" name="Google Shape;6195;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8" name="Shape 6388"/>
        <p:cNvGrpSpPr/>
        <p:nvPr/>
      </p:nvGrpSpPr>
      <p:grpSpPr>
        <a:xfrm>
          <a:off x="0" y="0"/>
          <a:ext cx="0" cy="0"/>
          <a:chOff x="0" y="0"/>
          <a:chExt cx="0" cy="0"/>
        </a:xfrm>
      </p:grpSpPr>
      <p:sp>
        <p:nvSpPr>
          <p:cNvPr id="6389" name="Google Shape;6389;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0" name="Google Shape;6390;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1" name="Google Shape;6391;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9" name="Shape 6549"/>
        <p:cNvGrpSpPr/>
        <p:nvPr/>
      </p:nvGrpSpPr>
      <p:grpSpPr>
        <a:xfrm>
          <a:off x="0" y="0"/>
          <a:ext cx="0" cy="0"/>
          <a:chOff x="0" y="0"/>
          <a:chExt cx="0" cy="0"/>
        </a:xfrm>
      </p:grpSpPr>
      <p:sp>
        <p:nvSpPr>
          <p:cNvPr id="6550" name="Google Shape;6550;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1" name="Google Shape;6551;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2" name="Google Shape;6552;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4" name="Shape 6724"/>
        <p:cNvGrpSpPr/>
        <p:nvPr/>
      </p:nvGrpSpPr>
      <p:grpSpPr>
        <a:xfrm>
          <a:off x="0" y="0"/>
          <a:ext cx="0" cy="0"/>
          <a:chOff x="0" y="0"/>
          <a:chExt cx="0" cy="0"/>
        </a:xfrm>
      </p:grpSpPr>
      <p:sp>
        <p:nvSpPr>
          <p:cNvPr id="6725" name="Google Shape;6725;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6" name="Google Shape;6726;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7" name="Google Shape;6727;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2" name="Shape 6882"/>
        <p:cNvGrpSpPr/>
        <p:nvPr/>
      </p:nvGrpSpPr>
      <p:grpSpPr>
        <a:xfrm>
          <a:off x="0" y="0"/>
          <a:ext cx="0" cy="0"/>
          <a:chOff x="0" y="0"/>
          <a:chExt cx="0" cy="0"/>
        </a:xfrm>
      </p:grpSpPr>
      <p:sp>
        <p:nvSpPr>
          <p:cNvPr id="6883" name="Google Shape;688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4" name="Google Shape;6884;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5" name="Google Shape;6885;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5" name="Shape 7065"/>
        <p:cNvGrpSpPr/>
        <p:nvPr/>
      </p:nvGrpSpPr>
      <p:grpSpPr>
        <a:xfrm>
          <a:off x="0" y="0"/>
          <a:ext cx="0" cy="0"/>
          <a:chOff x="0" y="0"/>
          <a:chExt cx="0" cy="0"/>
        </a:xfrm>
      </p:grpSpPr>
      <p:sp>
        <p:nvSpPr>
          <p:cNvPr id="7066" name="Google Shape;7066;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7" name="Google Shape;7067;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8" name="Google Shape;7068;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9" name="Shape 7259"/>
        <p:cNvGrpSpPr/>
        <p:nvPr/>
      </p:nvGrpSpPr>
      <p:grpSpPr>
        <a:xfrm>
          <a:off x="0" y="0"/>
          <a:ext cx="0" cy="0"/>
          <a:chOff x="0" y="0"/>
          <a:chExt cx="0" cy="0"/>
        </a:xfrm>
      </p:grpSpPr>
      <p:sp>
        <p:nvSpPr>
          <p:cNvPr id="7260" name="Google Shape;7260;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1" name="Google Shape;7261;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2" name="Google Shape;7262;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5" name="Shape 7295"/>
        <p:cNvGrpSpPr/>
        <p:nvPr/>
      </p:nvGrpSpPr>
      <p:grpSpPr>
        <a:xfrm>
          <a:off x="0" y="0"/>
          <a:ext cx="0" cy="0"/>
          <a:chOff x="0" y="0"/>
          <a:chExt cx="0" cy="0"/>
        </a:xfrm>
      </p:grpSpPr>
      <p:sp>
        <p:nvSpPr>
          <p:cNvPr id="7296" name="Google Shape;7296;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7" name="Google Shape;7297;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8" name="Google Shape;7298;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0" name="Shape 7580"/>
        <p:cNvGrpSpPr/>
        <p:nvPr/>
      </p:nvGrpSpPr>
      <p:grpSpPr>
        <a:xfrm>
          <a:off x="0" y="0"/>
          <a:ext cx="0" cy="0"/>
          <a:chOff x="0" y="0"/>
          <a:chExt cx="0" cy="0"/>
        </a:xfrm>
      </p:grpSpPr>
      <p:sp>
        <p:nvSpPr>
          <p:cNvPr id="7581" name="Google Shape;7581;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2" name="Google Shape;7582;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3" name="Google Shape;7583;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4" name="Shape 7714"/>
        <p:cNvGrpSpPr/>
        <p:nvPr/>
      </p:nvGrpSpPr>
      <p:grpSpPr>
        <a:xfrm>
          <a:off x="0" y="0"/>
          <a:ext cx="0" cy="0"/>
          <a:chOff x="0" y="0"/>
          <a:chExt cx="0" cy="0"/>
        </a:xfrm>
      </p:grpSpPr>
      <p:sp>
        <p:nvSpPr>
          <p:cNvPr id="7715" name="Google Shape;7715;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6" name="Google Shape;7716;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7" name="Google Shape;7717;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7" name="Shape 7737"/>
        <p:cNvGrpSpPr/>
        <p:nvPr/>
      </p:nvGrpSpPr>
      <p:grpSpPr>
        <a:xfrm>
          <a:off x="0" y="0"/>
          <a:ext cx="0" cy="0"/>
          <a:chOff x="0" y="0"/>
          <a:chExt cx="0" cy="0"/>
        </a:xfrm>
      </p:grpSpPr>
      <p:sp>
        <p:nvSpPr>
          <p:cNvPr id="7738" name="Google Shape;7738;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9" name="Google Shape;7739;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0" name="Google Shape;7740;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0" name="Shape 7870"/>
        <p:cNvGrpSpPr/>
        <p:nvPr/>
      </p:nvGrpSpPr>
      <p:grpSpPr>
        <a:xfrm>
          <a:off x="0" y="0"/>
          <a:ext cx="0" cy="0"/>
          <a:chOff x="0" y="0"/>
          <a:chExt cx="0" cy="0"/>
        </a:xfrm>
      </p:grpSpPr>
      <p:sp>
        <p:nvSpPr>
          <p:cNvPr id="7871" name="Google Shape;7871;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2" name="Google Shape;7872;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3" name="Google Shape;7873;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7" name="Shape 8007"/>
        <p:cNvGrpSpPr/>
        <p:nvPr/>
      </p:nvGrpSpPr>
      <p:grpSpPr>
        <a:xfrm>
          <a:off x="0" y="0"/>
          <a:ext cx="0" cy="0"/>
          <a:chOff x="0" y="0"/>
          <a:chExt cx="0" cy="0"/>
        </a:xfrm>
      </p:grpSpPr>
      <p:sp>
        <p:nvSpPr>
          <p:cNvPr id="8008" name="Google Shape;8008;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9" name="Google Shape;8009;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0" name="Google Shape;8010;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6" name="Shape 8016"/>
        <p:cNvGrpSpPr/>
        <p:nvPr/>
      </p:nvGrpSpPr>
      <p:grpSpPr>
        <a:xfrm>
          <a:off x="0" y="0"/>
          <a:ext cx="0" cy="0"/>
          <a:chOff x="0" y="0"/>
          <a:chExt cx="0" cy="0"/>
        </a:xfrm>
      </p:grpSpPr>
      <p:sp>
        <p:nvSpPr>
          <p:cNvPr id="8017" name="Google Shape;801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8" name="Google Shape;8018;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9" name="Google Shape;8019;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8" name="Shape 8068"/>
        <p:cNvGrpSpPr/>
        <p:nvPr/>
      </p:nvGrpSpPr>
      <p:grpSpPr>
        <a:xfrm>
          <a:off x="0" y="0"/>
          <a:ext cx="0" cy="0"/>
          <a:chOff x="0" y="0"/>
          <a:chExt cx="0" cy="0"/>
        </a:xfrm>
      </p:grpSpPr>
      <p:sp>
        <p:nvSpPr>
          <p:cNvPr id="8069" name="Google Shape;8069;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0" name="Google Shape;8070;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1" name="Google Shape;8071;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7" name="Shape 8077"/>
        <p:cNvGrpSpPr/>
        <p:nvPr/>
      </p:nvGrpSpPr>
      <p:grpSpPr>
        <a:xfrm>
          <a:off x="0" y="0"/>
          <a:ext cx="0" cy="0"/>
          <a:chOff x="0" y="0"/>
          <a:chExt cx="0" cy="0"/>
        </a:xfrm>
      </p:grpSpPr>
      <p:sp>
        <p:nvSpPr>
          <p:cNvPr id="8078" name="Google Shape;8078;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9" name="Google Shape;8079;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0" name="Google Shape;8080;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9" name="Shape 8169"/>
        <p:cNvGrpSpPr/>
        <p:nvPr/>
      </p:nvGrpSpPr>
      <p:grpSpPr>
        <a:xfrm>
          <a:off x="0" y="0"/>
          <a:ext cx="0" cy="0"/>
          <a:chOff x="0" y="0"/>
          <a:chExt cx="0" cy="0"/>
        </a:xfrm>
      </p:grpSpPr>
      <p:sp>
        <p:nvSpPr>
          <p:cNvPr id="8170" name="Google Shape;8170;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1" name="Google Shape;8171;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2" name="Google Shape;8172;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6" name="Shape 8246"/>
        <p:cNvGrpSpPr/>
        <p:nvPr/>
      </p:nvGrpSpPr>
      <p:grpSpPr>
        <a:xfrm>
          <a:off x="0" y="0"/>
          <a:ext cx="0" cy="0"/>
          <a:chOff x="0" y="0"/>
          <a:chExt cx="0" cy="0"/>
        </a:xfrm>
      </p:grpSpPr>
      <p:sp>
        <p:nvSpPr>
          <p:cNvPr id="8247" name="Google Shape;8247;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8" name="Google Shape;8248;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9" name="Google Shape;8249;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2" name="Shape 8262"/>
        <p:cNvGrpSpPr/>
        <p:nvPr/>
      </p:nvGrpSpPr>
      <p:grpSpPr>
        <a:xfrm>
          <a:off x="0" y="0"/>
          <a:ext cx="0" cy="0"/>
          <a:chOff x="0" y="0"/>
          <a:chExt cx="0" cy="0"/>
        </a:xfrm>
      </p:grpSpPr>
      <p:sp>
        <p:nvSpPr>
          <p:cNvPr id="8263" name="Google Shape;8263;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4" name="Google Shape;8264;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5" name="Google Shape;8265;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5" name="Shape 8375"/>
        <p:cNvGrpSpPr/>
        <p:nvPr/>
      </p:nvGrpSpPr>
      <p:grpSpPr>
        <a:xfrm>
          <a:off x="0" y="0"/>
          <a:ext cx="0" cy="0"/>
          <a:chOff x="0" y="0"/>
          <a:chExt cx="0" cy="0"/>
        </a:xfrm>
      </p:grpSpPr>
      <p:sp>
        <p:nvSpPr>
          <p:cNvPr id="8376" name="Google Shape;8376;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7" name="Google Shape;8377;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8" name="Google Shape;8378;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5" name="Shape 8415"/>
        <p:cNvGrpSpPr/>
        <p:nvPr/>
      </p:nvGrpSpPr>
      <p:grpSpPr>
        <a:xfrm>
          <a:off x="0" y="0"/>
          <a:ext cx="0" cy="0"/>
          <a:chOff x="0" y="0"/>
          <a:chExt cx="0" cy="0"/>
        </a:xfrm>
      </p:grpSpPr>
      <p:sp>
        <p:nvSpPr>
          <p:cNvPr id="8416" name="Google Shape;8416;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7" name="Google Shape;8417;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8" name="Google Shape;8418;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6" name="Shape 8456"/>
        <p:cNvGrpSpPr/>
        <p:nvPr/>
      </p:nvGrpSpPr>
      <p:grpSpPr>
        <a:xfrm>
          <a:off x="0" y="0"/>
          <a:ext cx="0" cy="0"/>
          <a:chOff x="0" y="0"/>
          <a:chExt cx="0" cy="0"/>
        </a:xfrm>
      </p:grpSpPr>
      <p:sp>
        <p:nvSpPr>
          <p:cNvPr id="8457" name="Google Shape;8457;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8" name="Google Shape;8458;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9" name="Google Shape;8459;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9" name="Shape 8599"/>
        <p:cNvGrpSpPr/>
        <p:nvPr/>
      </p:nvGrpSpPr>
      <p:grpSpPr>
        <a:xfrm>
          <a:off x="0" y="0"/>
          <a:ext cx="0" cy="0"/>
          <a:chOff x="0" y="0"/>
          <a:chExt cx="0" cy="0"/>
        </a:xfrm>
      </p:grpSpPr>
      <p:sp>
        <p:nvSpPr>
          <p:cNvPr id="8600" name="Google Shape;8600;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1" name="Google Shape;8601;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2" name="Google Shape;8602;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9" name="Shape 8709"/>
        <p:cNvGrpSpPr/>
        <p:nvPr/>
      </p:nvGrpSpPr>
      <p:grpSpPr>
        <a:xfrm>
          <a:off x="0" y="0"/>
          <a:ext cx="0" cy="0"/>
          <a:chOff x="0" y="0"/>
          <a:chExt cx="0" cy="0"/>
        </a:xfrm>
      </p:grpSpPr>
      <p:sp>
        <p:nvSpPr>
          <p:cNvPr id="8710" name="Google Shape;8710;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1" name="Google Shape;8711;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2" name="Google Shape;8712;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6" name="Shape 8746"/>
        <p:cNvGrpSpPr/>
        <p:nvPr/>
      </p:nvGrpSpPr>
      <p:grpSpPr>
        <a:xfrm>
          <a:off x="0" y="0"/>
          <a:ext cx="0" cy="0"/>
          <a:chOff x="0" y="0"/>
          <a:chExt cx="0" cy="0"/>
        </a:xfrm>
      </p:grpSpPr>
      <p:sp>
        <p:nvSpPr>
          <p:cNvPr id="8747" name="Google Shape;8747;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8" name="Google Shape;8748;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9" name="Google Shape;8749;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5" name="Shape 8755"/>
        <p:cNvGrpSpPr/>
        <p:nvPr/>
      </p:nvGrpSpPr>
      <p:grpSpPr>
        <a:xfrm>
          <a:off x="0" y="0"/>
          <a:ext cx="0" cy="0"/>
          <a:chOff x="0" y="0"/>
          <a:chExt cx="0" cy="0"/>
        </a:xfrm>
      </p:grpSpPr>
      <p:sp>
        <p:nvSpPr>
          <p:cNvPr id="8756" name="Google Shape;8756;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7" name="Google Shape;8757;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8" name="Google Shape;8758;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0" name="Shape 8880"/>
        <p:cNvGrpSpPr/>
        <p:nvPr/>
      </p:nvGrpSpPr>
      <p:grpSpPr>
        <a:xfrm>
          <a:off x="0" y="0"/>
          <a:ext cx="0" cy="0"/>
          <a:chOff x="0" y="0"/>
          <a:chExt cx="0" cy="0"/>
        </a:xfrm>
      </p:grpSpPr>
      <p:sp>
        <p:nvSpPr>
          <p:cNvPr id="8881" name="Google Shape;8881;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2" name="Google Shape;8882;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3" name="Google Shape;8883;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0" name="Shape 8920"/>
        <p:cNvGrpSpPr/>
        <p:nvPr/>
      </p:nvGrpSpPr>
      <p:grpSpPr>
        <a:xfrm>
          <a:off x="0" y="0"/>
          <a:ext cx="0" cy="0"/>
          <a:chOff x="0" y="0"/>
          <a:chExt cx="0" cy="0"/>
        </a:xfrm>
      </p:grpSpPr>
      <p:sp>
        <p:nvSpPr>
          <p:cNvPr id="8921" name="Google Shape;8921;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2" name="Google Shape;8922;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3" name="Google Shape;8923;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4" name="Shape 8954"/>
        <p:cNvGrpSpPr/>
        <p:nvPr/>
      </p:nvGrpSpPr>
      <p:grpSpPr>
        <a:xfrm>
          <a:off x="0" y="0"/>
          <a:ext cx="0" cy="0"/>
          <a:chOff x="0" y="0"/>
          <a:chExt cx="0" cy="0"/>
        </a:xfrm>
      </p:grpSpPr>
      <p:sp>
        <p:nvSpPr>
          <p:cNvPr id="8955" name="Google Shape;8955;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6" name="Google Shape;8956;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7" name="Google Shape;8957;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3" name="Shape 8963"/>
        <p:cNvGrpSpPr/>
        <p:nvPr/>
      </p:nvGrpSpPr>
      <p:grpSpPr>
        <a:xfrm>
          <a:off x="0" y="0"/>
          <a:ext cx="0" cy="0"/>
          <a:chOff x="0" y="0"/>
          <a:chExt cx="0" cy="0"/>
        </a:xfrm>
      </p:grpSpPr>
      <p:sp>
        <p:nvSpPr>
          <p:cNvPr id="8964" name="Google Shape;8964;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5" name="Google Shape;8965;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6" name="Google Shape;8966;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2" name="Shape 8972"/>
        <p:cNvGrpSpPr/>
        <p:nvPr/>
      </p:nvGrpSpPr>
      <p:grpSpPr>
        <a:xfrm>
          <a:off x="0" y="0"/>
          <a:ext cx="0" cy="0"/>
          <a:chOff x="0" y="0"/>
          <a:chExt cx="0" cy="0"/>
        </a:xfrm>
      </p:grpSpPr>
      <p:sp>
        <p:nvSpPr>
          <p:cNvPr id="8973" name="Google Shape;8973;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4" name="Google Shape;8974;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5" name="Google Shape;8975;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2" name="Shape 8982"/>
        <p:cNvGrpSpPr/>
        <p:nvPr/>
      </p:nvGrpSpPr>
      <p:grpSpPr>
        <a:xfrm>
          <a:off x="0" y="0"/>
          <a:ext cx="0" cy="0"/>
          <a:chOff x="0" y="0"/>
          <a:chExt cx="0" cy="0"/>
        </a:xfrm>
      </p:grpSpPr>
      <p:sp>
        <p:nvSpPr>
          <p:cNvPr id="8983" name="Google Shape;8983;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4" name="Google Shape;8984;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5" name="Google Shape;8985;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8" name="Shape 9018"/>
        <p:cNvGrpSpPr/>
        <p:nvPr/>
      </p:nvGrpSpPr>
      <p:grpSpPr>
        <a:xfrm>
          <a:off x="0" y="0"/>
          <a:ext cx="0" cy="0"/>
          <a:chOff x="0" y="0"/>
          <a:chExt cx="0" cy="0"/>
        </a:xfrm>
      </p:grpSpPr>
      <p:sp>
        <p:nvSpPr>
          <p:cNvPr id="9019" name="Google Shape;901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0" name="Google Shape;902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1" name="Google Shape;902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8" name="Shape 9028"/>
        <p:cNvGrpSpPr/>
        <p:nvPr/>
      </p:nvGrpSpPr>
      <p:grpSpPr>
        <a:xfrm>
          <a:off x="0" y="0"/>
          <a:ext cx="0" cy="0"/>
          <a:chOff x="0" y="0"/>
          <a:chExt cx="0" cy="0"/>
        </a:xfrm>
      </p:grpSpPr>
      <p:sp>
        <p:nvSpPr>
          <p:cNvPr id="9029" name="Google Shape;9029;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0" name="Google Shape;9030;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1" name="Google Shape;9031;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7" name="Shape 9127"/>
        <p:cNvGrpSpPr/>
        <p:nvPr/>
      </p:nvGrpSpPr>
      <p:grpSpPr>
        <a:xfrm>
          <a:off x="0" y="0"/>
          <a:ext cx="0" cy="0"/>
          <a:chOff x="0" y="0"/>
          <a:chExt cx="0" cy="0"/>
        </a:xfrm>
      </p:grpSpPr>
      <p:sp>
        <p:nvSpPr>
          <p:cNvPr id="9128" name="Google Shape;9128;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9" name="Google Shape;9129;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0" name="Google Shape;9130;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7" name="Shape 9317"/>
        <p:cNvGrpSpPr/>
        <p:nvPr/>
      </p:nvGrpSpPr>
      <p:grpSpPr>
        <a:xfrm>
          <a:off x="0" y="0"/>
          <a:ext cx="0" cy="0"/>
          <a:chOff x="0" y="0"/>
          <a:chExt cx="0" cy="0"/>
        </a:xfrm>
      </p:grpSpPr>
      <p:sp>
        <p:nvSpPr>
          <p:cNvPr id="9318" name="Google Shape;931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9" name="Google Shape;9319;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0" name="Google Shape;9320;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6" name="Shape 9326"/>
        <p:cNvGrpSpPr/>
        <p:nvPr/>
      </p:nvGrpSpPr>
      <p:grpSpPr>
        <a:xfrm>
          <a:off x="0" y="0"/>
          <a:ext cx="0" cy="0"/>
          <a:chOff x="0" y="0"/>
          <a:chExt cx="0" cy="0"/>
        </a:xfrm>
      </p:grpSpPr>
      <p:sp>
        <p:nvSpPr>
          <p:cNvPr id="9327" name="Google Shape;9327;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8" name="Google Shape;9328;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9" name="Google Shape;9329;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3" name="Shape 9333"/>
        <p:cNvGrpSpPr/>
        <p:nvPr/>
      </p:nvGrpSpPr>
      <p:grpSpPr>
        <a:xfrm>
          <a:off x="0" y="0"/>
          <a:ext cx="0" cy="0"/>
          <a:chOff x="0" y="0"/>
          <a:chExt cx="0" cy="0"/>
        </a:xfrm>
      </p:grpSpPr>
      <p:sp>
        <p:nvSpPr>
          <p:cNvPr id="9334" name="Google Shape;9334;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5" name="Google Shape;9335;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6" name="Google Shape;9336;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6" name="Shape 9366"/>
        <p:cNvGrpSpPr/>
        <p:nvPr/>
      </p:nvGrpSpPr>
      <p:grpSpPr>
        <a:xfrm>
          <a:off x="0" y="0"/>
          <a:ext cx="0" cy="0"/>
          <a:chOff x="0" y="0"/>
          <a:chExt cx="0" cy="0"/>
        </a:xfrm>
      </p:grpSpPr>
      <p:sp>
        <p:nvSpPr>
          <p:cNvPr id="9367" name="Google Shape;9367;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8" name="Google Shape;9368;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9" name="Google Shape;9369;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9" name="Shape 9389"/>
        <p:cNvGrpSpPr/>
        <p:nvPr/>
      </p:nvGrpSpPr>
      <p:grpSpPr>
        <a:xfrm>
          <a:off x="0" y="0"/>
          <a:ext cx="0" cy="0"/>
          <a:chOff x="0" y="0"/>
          <a:chExt cx="0" cy="0"/>
        </a:xfrm>
      </p:grpSpPr>
      <p:sp>
        <p:nvSpPr>
          <p:cNvPr id="9390" name="Google Shape;9390;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1" name="Google Shape;9391;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2" name="Google Shape;9392;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9" name="Shape 9419"/>
        <p:cNvGrpSpPr/>
        <p:nvPr/>
      </p:nvGrpSpPr>
      <p:grpSpPr>
        <a:xfrm>
          <a:off x="0" y="0"/>
          <a:ext cx="0" cy="0"/>
          <a:chOff x="0" y="0"/>
          <a:chExt cx="0" cy="0"/>
        </a:xfrm>
      </p:grpSpPr>
      <p:sp>
        <p:nvSpPr>
          <p:cNvPr id="9420" name="Google Shape;9420;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1" name="Google Shape;9421;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2" name="Google Shape;9422;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8" name="Shape 9468"/>
        <p:cNvGrpSpPr/>
        <p:nvPr/>
      </p:nvGrpSpPr>
      <p:grpSpPr>
        <a:xfrm>
          <a:off x="0" y="0"/>
          <a:ext cx="0" cy="0"/>
          <a:chOff x="0" y="0"/>
          <a:chExt cx="0" cy="0"/>
        </a:xfrm>
      </p:grpSpPr>
      <p:sp>
        <p:nvSpPr>
          <p:cNvPr id="9469" name="Google Shape;9469;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0" name="Google Shape;9470;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1" name="Google Shape;9471;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4" name="Shape 9564"/>
        <p:cNvGrpSpPr/>
        <p:nvPr/>
      </p:nvGrpSpPr>
      <p:grpSpPr>
        <a:xfrm>
          <a:off x="0" y="0"/>
          <a:ext cx="0" cy="0"/>
          <a:chOff x="0" y="0"/>
          <a:chExt cx="0" cy="0"/>
        </a:xfrm>
      </p:grpSpPr>
      <p:sp>
        <p:nvSpPr>
          <p:cNvPr id="9565" name="Google Shape;9565;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66" name="Google Shape;9566;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7" name="Google Shape;9567;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9" name="Shape 9589"/>
        <p:cNvGrpSpPr/>
        <p:nvPr/>
      </p:nvGrpSpPr>
      <p:grpSpPr>
        <a:xfrm>
          <a:off x="0" y="0"/>
          <a:ext cx="0" cy="0"/>
          <a:chOff x="0" y="0"/>
          <a:chExt cx="0" cy="0"/>
        </a:xfrm>
      </p:grpSpPr>
      <p:sp>
        <p:nvSpPr>
          <p:cNvPr id="9590" name="Google Shape;9590;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1" name="Google Shape;9591;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2" name="Google Shape;9592;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16.png"/><Relationship Id="rId22" Type="http://schemas.openxmlformats.org/officeDocument/2006/relationships/image" Target="../media/image37.png"/><Relationship Id="rId10" Type="http://schemas.openxmlformats.org/officeDocument/2006/relationships/image" Target="../media/image7.png"/><Relationship Id="rId21" Type="http://schemas.openxmlformats.org/officeDocument/2006/relationships/image" Target="../media/image19.png"/><Relationship Id="rId13" Type="http://schemas.openxmlformats.org/officeDocument/2006/relationships/image" Target="../media/image25.png"/><Relationship Id="rId12" Type="http://schemas.openxmlformats.org/officeDocument/2006/relationships/image" Target="../media/image18.png"/><Relationship Id="rId23"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13.png"/><Relationship Id="rId15" Type="http://schemas.openxmlformats.org/officeDocument/2006/relationships/image" Target="../media/image29.png"/><Relationship Id="rId14" Type="http://schemas.openxmlformats.org/officeDocument/2006/relationships/image" Target="../media/image45.png"/><Relationship Id="rId17" Type="http://schemas.openxmlformats.org/officeDocument/2006/relationships/image" Target="../media/image14.png"/><Relationship Id="rId16" Type="http://schemas.openxmlformats.org/officeDocument/2006/relationships/image" Target="../media/image11.png"/><Relationship Id="rId5" Type="http://schemas.openxmlformats.org/officeDocument/2006/relationships/image" Target="../media/image3.png"/><Relationship Id="rId19" Type="http://schemas.openxmlformats.org/officeDocument/2006/relationships/image" Target="../media/image32.png"/><Relationship Id="rId6" Type="http://schemas.openxmlformats.org/officeDocument/2006/relationships/image" Target="../media/image4.png"/><Relationship Id="rId18" Type="http://schemas.openxmlformats.org/officeDocument/2006/relationships/image" Target="../media/image39.png"/><Relationship Id="rId7" Type="http://schemas.openxmlformats.org/officeDocument/2006/relationships/image" Target="../media/image10.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16.png"/><Relationship Id="rId22" Type="http://schemas.openxmlformats.org/officeDocument/2006/relationships/image" Target="../media/image37.png"/><Relationship Id="rId10" Type="http://schemas.openxmlformats.org/officeDocument/2006/relationships/image" Target="../media/image7.png"/><Relationship Id="rId21" Type="http://schemas.openxmlformats.org/officeDocument/2006/relationships/image" Target="../media/image19.png"/><Relationship Id="rId13" Type="http://schemas.openxmlformats.org/officeDocument/2006/relationships/image" Target="../media/image25.png"/><Relationship Id="rId12" Type="http://schemas.openxmlformats.org/officeDocument/2006/relationships/image" Target="../media/image18.png"/><Relationship Id="rId23"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13.png"/><Relationship Id="rId15" Type="http://schemas.openxmlformats.org/officeDocument/2006/relationships/image" Target="../media/image29.png"/><Relationship Id="rId14" Type="http://schemas.openxmlformats.org/officeDocument/2006/relationships/image" Target="../media/image45.png"/><Relationship Id="rId17" Type="http://schemas.openxmlformats.org/officeDocument/2006/relationships/image" Target="../media/image14.png"/><Relationship Id="rId16" Type="http://schemas.openxmlformats.org/officeDocument/2006/relationships/image" Target="../media/image11.png"/><Relationship Id="rId5" Type="http://schemas.openxmlformats.org/officeDocument/2006/relationships/image" Target="../media/image3.png"/><Relationship Id="rId19" Type="http://schemas.openxmlformats.org/officeDocument/2006/relationships/image" Target="../media/image32.png"/><Relationship Id="rId6" Type="http://schemas.openxmlformats.org/officeDocument/2006/relationships/image" Target="../media/image4.png"/><Relationship Id="rId18" Type="http://schemas.openxmlformats.org/officeDocument/2006/relationships/image" Target="../media/image39.png"/><Relationship Id="rId7" Type="http://schemas.openxmlformats.org/officeDocument/2006/relationships/image" Target="../media/image10.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4.jpg"/><Relationship Id="rId6" Type="http://schemas.openxmlformats.org/officeDocument/2006/relationships/image" Target="../media/image55.png"/><Relationship Id="rId7" Type="http://schemas.openxmlformats.org/officeDocument/2006/relationships/image" Target="../media/image9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4.jpg"/><Relationship Id="rId6" Type="http://schemas.openxmlformats.org/officeDocument/2006/relationships/image" Target="../media/image55.png"/><Relationship Id="rId7" Type="http://schemas.openxmlformats.org/officeDocument/2006/relationships/image" Target="../media/image9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4.jpg"/><Relationship Id="rId6" Type="http://schemas.openxmlformats.org/officeDocument/2006/relationships/image" Target="../media/image55.png"/><Relationship Id="rId7" Type="http://schemas.openxmlformats.org/officeDocument/2006/relationships/image" Target="../media/image9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4.jpg"/><Relationship Id="rId6" Type="http://schemas.openxmlformats.org/officeDocument/2006/relationships/image" Target="../media/image55.png"/><Relationship Id="rId7" Type="http://schemas.openxmlformats.org/officeDocument/2006/relationships/image" Target="../media/image9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54.jpg"/><Relationship Id="rId6" Type="http://schemas.openxmlformats.org/officeDocument/2006/relationships/image" Target="../media/image55.png"/><Relationship Id="rId7" Type="http://schemas.openxmlformats.org/officeDocument/2006/relationships/image" Target="../media/image94.png"/><Relationship Id="rId8"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5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3.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4.pn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7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6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7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4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4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3.png"/><Relationship Id="rId4" Type="http://schemas.openxmlformats.org/officeDocument/2006/relationships/image" Target="../media/image6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6.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3.png"/><Relationship Id="rId4" Type="http://schemas.openxmlformats.org/officeDocument/2006/relationships/image" Target="../media/image70.jpg"/><Relationship Id="rId5" Type="http://schemas.openxmlformats.org/officeDocument/2006/relationships/image" Target="../media/image7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67.png"/><Relationship Id="rId4" Type="http://schemas.openxmlformats.org/officeDocument/2006/relationships/image" Target="../media/image66.png"/><Relationship Id="rId5" Type="http://schemas.openxmlformats.org/officeDocument/2006/relationships/image" Target="../media/image4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43.png"/><Relationship Id="rId4" Type="http://schemas.openxmlformats.org/officeDocument/2006/relationships/image" Target="../media/image7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3.png"/><Relationship Id="rId4" Type="http://schemas.openxmlformats.org/officeDocument/2006/relationships/image" Target="../media/image7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43.png"/><Relationship Id="rId4" Type="http://schemas.openxmlformats.org/officeDocument/2006/relationships/image" Target="../media/image7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4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83.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6.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79.jpg"/><Relationship Id="rId4" Type="http://schemas.openxmlformats.org/officeDocument/2006/relationships/image" Target="../media/image70.jpg"/><Relationship Id="rId5" Type="http://schemas.openxmlformats.org/officeDocument/2006/relationships/image" Target="../media/image7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82.jpg"/><Relationship Id="rId4" Type="http://schemas.openxmlformats.org/officeDocument/2006/relationships/image" Target="../media/image4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43.png"/><Relationship Id="rId4" Type="http://schemas.openxmlformats.org/officeDocument/2006/relationships/image" Target="../media/image81.png"/><Relationship Id="rId5" Type="http://schemas.openxmlformats.org/officeDocument/2006/relationships/image" Target="../media/image8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93.png"/><Relationship Id="rId4" Type="http://schemas.openxmlformats.org/officeDocument/2006/relationships/image" Target="../media/image86.png"/><Relationship Id="rId5" Type="http://schemas.openxmlformats.org/officeDocument/2006/relationships/image" Target="../media/image85.png"/><Relationship Id="rId6" Type="http://schemas.openxmlformats.org/officeDocument/2006/relationships/image" Target="../media/image84.png"/><Relationship Id="rId7" Type="http://schemas.openxmlformats.org/officeDocument/2006/relationships/image" Target="../media/image9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4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6.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89.png"/><Relationship Id="rId4" Type="http://schemas.openxmlformats.org/officeDocument/2006/relationships/image" Target="../media/image9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80.png"/><Relationship Id="rId4" Type="http://schemas.openxmlformats.org/officeDocument/2006/relationships/image" Target="../media/image8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4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4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4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6.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4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4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4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5" y="561975"/>
            <a:ext cx="505261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38" name="Google Shape;38;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picture containing outdoor, water, bridge, building&#10;&#10;Description automatically generated" id="39" name="Google Shape;39;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46" name="Google Shape;46;p7"/>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47" name="Google Shape;47;p7"/>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 name="Google Shape;48;p7"/>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55" name="Google Shape;55;p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t>Transport-layer services</a:t>
            </a:r>
            <a:endParaRPr/>
          </a:p>
          <a:p>
            <a:pPr indent="-285750" lvl="0" marL="403225" rtl="0" algn="l">
              <a:lnSpc>
                <a:spcPct val="90000"/>
              </a:lnSpc>
              <a:spcBef>
                <a:spcPts val="800"/>
              </a:spcBef>
              <a:spcAft>
                <a:spcPts val="0"/>
              </a:spcAft>
              <a:buSzPts val="3200"/>
              <a:buChar char="▪"/>
            </a:pPr>
            <a:r>
              <a:rPr lang="en-US" sz="3200"/>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SzPts val="3200"/>
              <a:buChar char="▪"/>
            </a:pPr>
            <a:r>
              <a:rPr lang="en-US" sz="3200"/>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6" name="Google Shape;56;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57" name="Google Shape;57;p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64" name="Google Shape;64;p9"/>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65" name="Google Shape;65;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 name="Google Shape;66;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 name="Google Shape;67;p9"/>
          <p:cNvGrpSpPr/>
          <p:nvPr/>
        </p:nvGrpSpPr>
        <p:grpSpPr>
          <a:xfrm>
            <a:off x="7205350" y="3289251"/>
            <a:ext cx="1458912" cy="933450"/>
            <a:chOff x="2889" y="1631"/>
            <a:chExt cx="980" cy="743"/>
          </a:xfrm>
        </p:grpSpPr>
        <p:sp>
          <p:nvSpPr>
            <p:cNvPr id="68" name="Google Shape;6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 name="Google Shape;6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0" name="Google Shape;70;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 name="Google Shape;71;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2" name="Google Shape;72;p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97" name="Google Shape;97;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98" name="Google Shape;98;p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99" name="Google Shape;99;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9" name="Google Shape;109;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0" name="Google Shape;110;p9"/>
          <p:cNvGrpSpPr/>
          <p:nvPr/>
        </p:nvGrpSpPr>
        <p:grpSpPr>
          <a:xfrm>
            <a:off x="7562238" y="2127325"/>
            <a:ext cx="3578867" cy="3640284"/>
            <a:chOff x="7562238" y="2127325"/>
            <a:chExt cx="3578867" cy="3640284"/>
          </a:xfrm>
        </p:grpSpPr>
        <p:grpSp>
          <p:nvGrpSpPr>
            <p:cNvPr id="111" name="Google Shape;111;p9"/>
            <p:cNvGrpSpPr/>
            <p:nvPr/>
          </p:nvGrpSpPr>
          <p:grpSpPr>
            <a:xfrm>
              <a:off x="7857253" y="2127325"/>
              <a:ext cx="3283852" cy="3640284"/>
              <a:chOff x="7881336" y="2104198"/>
              <a:chExt cx="3283852" cy="3640284"/>
            </a:xfrm>
          </p:grpSpPr>
          <p:cxnSp>
            <p:nvCxnSpPr>
              <p:cNvPr id="112" name="Google Shape;112;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3" name="Google Shape;113;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4" name="Google Shape;114;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5" name="Google Shape;125;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3" name="Google Shape;133;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4" name="Google Shape;134;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5" name="Google Shape;135;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6" name="Google Shape;136;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7" name="Google Shape;137;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8" name="Google Shape;138;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9" name="Google Shape;139;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40" name="Google Shape;140;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1" name="Google Shape;141;p9"/>
          <p:cNvGrpSpPr/>
          <p:nvPr/>
        </p:nvGrpSpPr>
        <p:grpSpPr>
          <a:xfrm>
            <a:off x="8050698" y="2309376"/>
            <a:ext cx="298450" cy="464008"/>
            <a:chOff x="3130" y="3288"/>
            <a:chExt cx="410" cy="742"/>
          </a:xfrm>
        </p:grpSpPr>
        <p:cxnSp>
          <p:nvCxnSpPr>
            <p:cNvPr id="142" name="Google Shape;142;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6" name="Google Shape;156;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7" name="Google Shape;157;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8" name="Google Shape;158;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9" name="Google Shape;159;p9"/>
          <p:cNvGrpSpPr/>
          <p:nvPr/>
        </p:nvGrpSpPr>
        <p:grpSpPr>
          <a:xfrm>
            <a:off x="9783558" y="4989983"/>
            <a:ext cx="393760" cy="218578"/>
            <a:chOff x="7493876" y="2774731"/>
            <a:chExt cx="1481958" cy="894622"/>
          </a:xfrm>
        </p:grpSpPr>
        <p:sp>
          <p:nvSpPr>
            <p:cNvPr id="160" name="Google Shape;16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1" name="Google Shape;16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2" name="Google Shape;162;p9"/>
            <p:cNvGrpSpPr/>
            <p:nvPr/>
          </p:nvGrpSpPr>
          <p:grpSpPr>
            <a:xfrm>
              <a:off x="7713663" y="2848339"/>
              <a:ext cx="1042107" cy="425543"/>
              <a:chOff x="7786941" y="2884917"/>
              <a:chExt cx="897649" cy="353919"/>
            </a:xfrm>
          </p:grpSpPr>
          <p:sp>
            <p:nvSpPr>
              <p:cNvPr id="163" name="Google Shape;16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5" name="Google Shape;16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6" name="Google Shape;16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7" name="Google Shape;167;p9"/>
          <p:cNvGrpSpPr/>
          <p:nvPr/>
        </p:nvGrpSpPr>
        <p:grpSpPr>
          <a:xfrm>
            <a:off x="9849365" y="5339037"/>
            <a:ext cx="309740" cy="190838"/>
            <a:chOff x="3668110" y="2448910"/>
            <a:chExt cx="3794234" cy="2165130"/>
          </a:xfrm>
        </p:grpSpPr>
        <p:sp>
          <p:nvSpPr>
            <p:cNvPr id="168" name="Google Shape;16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 name="Google Shape;16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0" name="Google Shape;170;p9"/>
            <p:cNvGrpSpPr/>
            <p:nvPr/>
          </p:nvGrpSpPr>
          <p:grpSpPr>
            <a:xfrm>
              <a:off x="3941378" y="2603243"/>
              <a:ext cx="3202061" cy="1066110"/>
              <a:chOff x="7939341" y="3037317"/>
              <a:chExt cx="897649" cy="353919"/>
            </a:xfrm>
          </p:grpSpPr>
          <p:sp>
            <p:nvSpPr>
              <p:cNvPr id="171" name="Google Shape;17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9"/>
          <p:cNvGrpSpPr/>
          <p:nvPr/>
        </p:nvGrpSpPr>
        <p:grpSpPr>
          <a:xfrm>
            <a:off x="8676619" y="4967420"/>
            <a:ext cx="393760" cy="218578"/>
            <a:chOff x="7493876" y="2774731"/>
            <a:chExt cx="1481958" cy="894622"/>
          </a:xfrm>
        </p:grpSpPr>
        <p:sp>
          <p:nvSpPr>
            <p:cNvPr id="176" name="Google Shape;17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77" name="Google Shape;17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8" name="Google Shape;178;p9"/>
            <p:cNvGrpSpPr/>
            <p:nvPr/>
          </p:nvGrpSpPr>
          <p:grpSpPr>
            <a:xfrm>
              <a:off x="7713663" y="2848339"/>
              <a:ext cx="1042107" cy="425543"/>
              <a:chOff x="7786941" y="2884917"/>
              <a:chExt cx="897649" cy="353919"/>
            </a:xfrm>
          </p:grpSpPr>
          <p:sp>
            <p:nvSpPr>
              <p:cNvPr id="179" name="Google Shape;17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9"/>
          <p:cNvGrpSpPr/>
          <p:nvPr/>
        </p:nvGrpSpPr>
        <p:grpSpPr>
          <a:xfrm>
            <a:off x="8311520" y="5194433"/>
            <a:ext cx="309740" cy="190838"/>
            <a:chOff x="3668110" y="2448910"/>
            <a:chExt cx="3794234" cy="2165130"/>
          </a:xfrm>
        </p:grpSpPr>
        <p:sp>
          <p:nvSpPr>
            <p:cNvPr id="184" name="Google Shape;18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 name="Google Shape;18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6" name="Google Shape;186;p9"/>
            <p:cNvGrpSpPr/>
            <p:nvPr/>
          </p:nvGrpSpPr>
          <p:grpSpPr>
            <a:xfrm>
              <a:off x="3941378" y="2603243"/>
              <a:ext cx="3202061" cy="1066110"/>
              <a:chOff x="7939341" y="3037317"/>
              <a:chExt cx="897649" cy="353919"/>
            </a:xfrm>
          </p:grpSpPr>
          <p:sp>
            <p:nvSpPr>
              <p:cNvPr id="187" name="Google Shape;18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9"/>
          <p:cNvGrpSpPr/>
          <p:nvPr/>
        </p:nvGrpSpPr>
        <p:grpSpPr>
          <a:xfrm>
            <a:off x="8439827" y="2812309"/>
            <a:ext cx="353678" cy="168275"/>
            <a:chOff x="7493876" y="2774731"/>
            <a:chExt cx="1481958" cy="894622"/>
          </a:xfrm>
        </p:grpSpPr>
        <p:sp>
          <p:nvSpPr>
            <p:cNvPr id="192" name="Google Shape;19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3" name="Google Shape;19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4" name="Google Shape;194;p9"/>
            <p:cNvGrpSpPr/>
            <p:nvPr/>
          </p:nvGrpSpPr>
          <p:grpSpPr>
            <a:xfrm>
              <a:off x="7713663" y="2848339"/>
              <a:ext cx="1042107" cy="425543"/>
              <a:chOff x="7786941" y="2884917"/>
              <a:chExt cx="897649" cy="353919"/>
            </a:xfrm>
          </p:grpSpPr>
          <p:sp>
            <p:nvSpPr>
              <p:cNvPr id="195" name="Google Shape;19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9"/>
          <p:cNvGrpSpPr/>
          <p:nvPr/>
        </p:nvGrpSpPr>
        <p:grpSpPr>
          <a:xfrm>
            <a:off x="8050070" y="3965994"/>
            <a:ext cx="354986" cy="175668"/>
            <a:chOff x="7493876" y="2774731"/>
            <a:chExt cx="1481958" cy="894622"/>
          </a:xfrm>
        </p:grpSpPr>
        <p:sp>
          <p:nvSpPr>
            <p:cNvPr id="200" name="Google Shape;20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9"/>
            <p:cNvGrpSpPr/>
            <p:nvPr/>
          </p:nvGrpSpPr>
          <p:grpSpPr>
            <a:xfrm>
              <a:off x="7713663" y="2848339"/>
              <a:ext cx="1042107" cy="425543"/>
              <a:chOff x="7786941" y="2884917"/>
              <a:chExt cx="897649" cy="353919"/>
            </a:xfrm>
          </p:grpSpPr>
          <p:sp>
            <p:nvSpPr>
              <p:cNvPr id="203" name="Google Shape;20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9"/>
          <p:cNvGrpSpPr/>
          <p:nvPr/>
        </p:nvGrpSpPr>
        <p:grpSpPr>
          <a:xfrm>
            <a:off x="10884085" y="3601365"/>
            <a:ext cx="170989" cy="97052"/>
            <a:chOff x="7493876" y="2774731"/>
            <a:chExt cx="1481958" cy="894622"/>
          </a:xfrm>
        </p:grpSpPr>
        <p:sp>
          <p:nvSpPr>
            <p:cNvPr id="208" name="Google Shape;20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9"/>
            <p:cNvGrpSpPr/>
            <p:nvPr/>
          </p:nvGrpSpPr>
          <p:grpSpPr>
            <a:xfrm>
              <a:off x="7713663" y="2848339"/>
              <a:ext cx="1042107" cy="425543"/>
              <a:chOff x="7786941" y="2884917"/>
              <a:chExt cx="897649" cy="353919"/>
            </a:xfrm>
          </p:grpSpPr>
          <p:sp>
            <p:nvSpPr>
              <p:cNvPr id="211" name="Google Shape;21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9"/>
          <p:cNvGrpSpPr/>
          <p:nvPr/>
        </p:nvGrpSpPr>
        <p:grpSpPr>
          <a:xfrm>
            <a:off x="10410609" y="3496138"/>
            <a:ext cx="353678" cy="198344"/>
            <a:chOff x="7493876" y="2774731"/>
            <a:chExt cx="1481958" cy="894622"/>
          </a:xfrm>
        </p:grpSpPr>
        <p:sp>
          <p:nvSpPr>
            <p:cNvPr id="216" name="Google Shape;2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9"/>
            <p:cNvGrpSpPr/>
            <p:nvPr/>
          </p:nvGrpSpPr>
          <p:grpSpPr>
            <a:xfrm>
              <a:off x="7713663" y="2848339"/>
              <a:ext cx="1042107" cy="425543"/>
              <a:chOff x="7786941" y="2884917"/>
              <a:chExt cx="897649" cy="353919"/>
            </a:xfrm>
          </p:grpSpPr>
          <p:sp>
            <p:nvSpPr>
              <p:cNvPr id="219" name="Google Shape;2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9"/>
          <p:cNvGrpSpPr/>
          <p:nvPr/>
        </p:nvGrpSpPr>
        <p:grpSpPr>
          <a:xfrm>
            <a:off x="9948724" y="2202292"/>
            <a:ext cx="353678" cy="198344"/>
            <a:chOff x="7493876" y="2774731"/>
            <a:chExt cx="1481958" cy="894622"/>
          </a:xfrm>
        </p:grpSpPr>
        <p:sp>
          <p:nvSpPr>
            <p:cNvPr id="224" name="Google Shape;2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9"/>
            <p:cNvGrpSpPr/>
            <p:nvPr/>
          </p:nvGrpSpPr>
          <p:grpSpPr>
            <a:xfrm>
              <a:off x="7713663" y="2848339"/>
              <a:ext cx="1042107" cy="425543"/>
              <a:chOff x="7786941" y="2884917"/>
              <a:chExt cx="897649" cy="353919"/>
            </a:xfrm>
          </p:grpSpPr>
          <p:sp>
            <p:nvSpPr>
              <p:cNvPr id="227" name="Google Shape;2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9"/>
          <p:cNvGrpSpPr/>
          <p:nvPr/>
        </p:nvGrpSpPr>
        <p:grpSpPr>
          <a:xfrm>
            <a:off x="10527214" y="2613367"/>
            <a:ext cx="353678" cy="198344"/>
            <a:chOff x="7493876" y="2774731"/>
            <a:chExt cx="1481958" cy="894622"/>
          </a:xfrm>
        </p:grpSpPr>
        <p:sp>
          <p:nvSpPr>
            <p:cNvPr id="232" name="Google Shape;2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9"/>
            <p:cNvGrpSpPr/>
            <p:nvPr/>
          </p:nvGrpSpPr>
          <p:grpSpPr>
            <a:xfrm>
              <a:off x="7713663" y="2848339"/>
              <a:ext cx="1042107" cy="425543"/>
              <a:chOff x="7786941" y="2884917"/>
              <a:chExt cx="897649" cy="353919"/>
            </a:xfrm>
          </p:grpSpPr>
          <p:sp>
            <p:nvSpPr>
              <p:cNvPr id="235" name="Google Shape;2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9"/>
          <p:cNvGrpSpPr/>
          <p:nvPr/>
        </p:nvGrpSpPr>
        <p:grpSpPr>
          <a:xfrm>
            <a:off x="10643825" y="2107963"/>
            <a:ext cx="353678" cy="198344"/>
            <a:chOff x="7493876" y="2774731"/>
            <a:chExt cx="1481958" cy="894622"/>
          </a:xfrm>
        </p:grpSpPr>
        <p:sp>
          <p:nvSpPr>
            <p:cNvPr id="240" name="Google Shape;2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9"/>
            <p:cNvGrpSpPr/>
            <p:nvPr/>
          </p:nvGrpSpPr>
          <p:grpSpPr>
            <a:xfrm>
              <a:off x="7713663" y="2848339"/>
              <a:ext cx="1042107" cy="425543"/>
              <a:chOff x="7786941" y="2884917"/>
              <a:chExt cx="897649" cy="353919"/>
            </a:xfrm>
          </p:grpSpPr>
          <p:sp>
            <p:nvSpPr>
              <p:cNvPr id="243" name="Google Shape;2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9"/>
          <p:cNvGrpSpPr/>
          <p:nvPr/>
        </p:nvGrpSpPr>
        <p:grpSpPr>
          <a:xfrm>
            <a:off x="9098788" y="3956624"/>
            <a:ext cx="367224" cy="240304"/>
            <a:chOff x="7493876" y="2774731"/>
            <a:chExt cx="1481958" cy="894622"/>
          </a:xfrm>
        </p:grpSpPr>
        <p:sp>
          <p:nvSpPr>
            <p:cNvPr id="248" name="Google Shape;24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9"/>
            <p:cNvGrpSpPr/>
            <p:nvPr/>
          </p:nvGrpSpPr>
          <p:grpSpPr>
            <a:xfrm>
              <a:off x="7713663" y="2848339"/>
              <a:ext cx="1042107" cy="425543"/>
              <a:chOff x="7786941" y="2884917"/>
              <a:chExt cx="897649" cy="353919"/>
            </a:xfrm>
          </p:grpSpPr>
          <p:sp>
            <p:nvSpPr>
              <p:cNvPr id="251" name="Google Shape;25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9"/>
          <p:cNvGrpSpPr/>
          <p:nvPr/>
        </p:nvGrpSpPr>
        <p:grpSpPr>
          <a:xfrm>
            <a:off x="9980126" y="2661565"/>
            <a:ext cx="353678" cy="198344"/>
            <a:chOff x="7493876" y="2774731"/>
            <a:chExt cx="1481958" cy="894622"/>
          </a:xfrm>
        </p:grpSpPr>
        <p:sp>
          <p:nvSpPr>
            <p:cNvPr id="256" name="Google Shape;25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9"/>
            <p:cNvGrpSpPr/>
            <p:nvPr/>
          </p:nvGrpSpPr>
          <p:grpSpPr>
            <a:xfrm>
              <a:off x="7713663" y="2848339"/>
              <a:ext cx="1042107" cy="425543"/>
              <a:chOff x="7786941" y="2884917"/>
              <a:chExt cx="897649" cy="353919"/>
            </a:xfrm>
          </p:grpSpPr>
          <p:sp>
            <p:nvSpPr>
              <p:cNvPr id="259" name="Google Shape;25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9"/>
          <p:cNvGrpSpPr/>
          <p:nvPr/>
        </p:nvGrpSpPr>
        <p:grpSpPr>
          <a:xfrm>
            <a:off x="9497138" y="3394032"/>
            <a:ext cx="367224" cy="240304"/>
            <a:chOff x="7493876" y="2774731"/>
            <a:chExt cx="1481958" cy="894622"/>
          </a:xfrm>
        </p:grpSpPr>
        <p:sp>
          <p:nvSpPr>
            <p:cNvPr id="264" name="Google Shape;26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5" name="Google Shape;26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6" name="Google Shape;266;p9"/>
            <p:cNvGrpSpPr/>
            <p:nvPr/>
          </p:nvGrpSpPr>
          <p:grpSpPr>
            <a:xfrm>
              <a:off x="7713663" y="2848339"/>
              <a:ext cx="1042107" cy="425543"/>
              <a:chOff x="7786941" y="2884917"/>
              <a:chExt cx="897649" cy="353919"/>
            </a:xfrm>
          </p:grpSpPr>
          <p:sp>
            <p:nvSpPr>
              <p:cNvPr id="267" name="Google Shape;26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 name="Google Shape;271;p9"/>
          <p:cNvGrpSpPr/>
          <p:nvPr/>
        </p:nvGrpSpPr>
        <p:grpSpPr>
          <a:xfrm>
            <a:off x="9601554" y="3999763"/>
            <a:ext cx="367224" cy="240304"/>
            <a:chOff x="7493876" y="2774731"/>
            <a:chExt cx="1481958" cy="894622"/>
          </a:xfrm>
        </p:grpSpPr>
        <p:sp>
          <p:nvSpPr>
            <p:cNvPr id="272" name="Google Shape;27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 name="Google Shape;27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 name="Google Shape;274;p9"/>
            <p:cNvGrpSpPr/>
            <p:nvPr/>
          </p:nvGrpSpPr>
          <p:grpSpPr>
            <a:xfrm>
              <a:off x="7713663" y="2848339"/>
              <a:ext cx="1042107" cy="425543"/>
              <a:chOff x="7786941" y="2884917"/>
              <a:chExt cx="897649" cy="353919"/>
            </a:xfrm>
          </p:grpSpPr>
          <p:sp>
            <p:nvSpPr>
              <p:cNvPr id="275" name="Google Shape;27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 name="Google Shape;27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7" name="Google Shape;27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9" name="Google Shape;279;p9"/>
          <p:cNvGrpSpPr/>
          <p:nvPr/>
        </p:nvGrpSpPr>
        <p:grpSpPr>
          <a:xfrm>
            <a:off x="10375259" y="3992325"/>
            <a:ext cx="353678" cy="198344"/>
            <a:chOff x="7493876" y="2774731"/>
            <a:chExt cx="1481958" cy="894622"/>
          </a:xfrm>
        </p:grpSpPr>
        <p:sp>
          <p:nvSpPr>
            <p:cNvPr id="280" name="Google Shape;28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1" name="Google Shape;28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2" name="Google Shape;282;p9"/>
            <p:cNvGrpSpPr/>
            <p:nvPr/>
          </p:nvGrpSpPr>
          <p:grpSpPr>
            <a:xfrm>
              <a:off x="7713663" y="2848339"/>
              <a:ext cx="1042107" cy="425543"/>
              <a:chOff x="7786941" y="2884917"/>
              <a:chExt cx="897649" cy="353919"/>
            </a:xfrm>
          </p:grpSpPr>
          <p:sp>
            <p:nvSpPr>
              <p:cNvPr id="283" name="Google Shape;28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 name="Google Shape;28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 name="Google Shape;28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7" name="Google Shape;287;p9"/>
          <p:cNvGrpSpPr/>
          <p:nvPr/>
        </p:nvGrpSpPr>
        <p:grpSpPr>
          <a:xfrm>
            <a:off x="9247893" y="4775686"/>
            <a:ext cx="393760" cy="218578"/>
            <a:chOff x="7493876" y="2774731"/>
            <a:chExt cx="1481958" cy="894622"/>
          </a:xfrm>
        </p:grpSpPr>
        <p:sp>
          <p:nvSpPr>
            <p:cNvPr id="288" name="Google Shape;28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9" name="Google Shape;28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0" name="Google Shape;290;p9"/>
            <p:cNvGrpSpPr/>
            <p:nvPr/>
          </p:nvGrpSpPr>
          <p:grpSpPr>
            <a:xfrm>
              <a:off x="7713663" y="2848339"/>
              <a:ext cx="1042107" cy="425543"/>
              <a:chOff x="7786941" y="2884917"/>
              <a:chExt cx="897649" cy="353919"/>
            </a:xfrm>
          </p:grpSpPr>
          <p:sp>
            <p:nvSpPr>
              <p:cNvPr id="291" name="Google Shape;29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 name="Google Shape;29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5" name="Google Shape;295;p9"/>
          <p:cNvGrpSpPr/>
          <p:nvPr/>
        </p:nvGrpSpPr>
        <p:grpSpPr>
          <a:xfrm>
            <a:off x="10925982" y="4369125"/>
            <a:ext cx="228295" cy="120400"/>
            <a:chOff x="7493876" y="2774731"/>
            <a:chExt cx="1481958" cy="894622"/>
          </a:xfrm>
        </p:grpSpPr>
        <p:sp>
          <p:nvSpPr>
            <p:cNvPr id="296" name="Google Shape;29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 name="Google Shape;29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 name="Google Shape;298;p9"/>
            <p:cNvGrpSpPr/>
            <p:nvPr/>
          </p:nvGrpSpPr>
          <p:grpSpPr>
            <a:xfrm>
              <a:off x="7713663" y="2848339"/>
              <a:ext cx="1042107" cy="425543"/>
              <a:chOff x="7786941" y="2884917"/>
              <a:chExt cx="897649" cy="353919"/>
            </a:xfrm>
          </p:grpSpPr>
          <p:sp>
            <p:nvSpPr>
              <p:cNvPr id="299" name="Google Shape;29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0" name="Google Shape;30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 name="Google Shape;30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3" name="Google Shape;303;p9"/>
          <p:cNvGrpSpPr/>
          <p:nvPr/>
        </p:nvGrpSpPr>
        <p:grpSpPr>
          <a:xfrm>
            <a:off x="7439074" y="2356613"/>
            <a:ext cx="534987" cy="414882"/>
            <a:chOff x="7432700" y="2327293"/>
            <a:chExt cx="534987" cy="414882"/>
          </a:xfrm>
        </p:grpSpPr>
        <p:pic>
          <p:nvPicPr>
            <p:cNvPr descr="antenna_stylized" id="304" name="Google Shape;304;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05" name="Google Shape;305;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06" name="Google Shape;306;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07" name="Google Shape;307;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08" name="Google Shape;308;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0" name="Google Shape;310;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14" name="Google Shape;314;p9"/>
            <p:cNvGrpSpPr/>
            <p:nvPr/>
          </p:nvGrpSpPr>
          <p:grpSpPr>
            <a:xfrm>
              <a:off x="7594735" y="2642220"/>
              <a:ext cx="98740" cy="36846"/>
              <a:chOff x="1740" y="2642"/>
              <a:chExt cx="752" cy="327"/>
            </a:xfrm>
          </p:grpSpPr>
          <p:sp>
            <p:nvSpPr>
              <p:cNvPr id="315" name="Google Shape;31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 name="Google Shape;31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 name="Google Shape;31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1" name="Google Shape;321;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 name="Google Shape;322;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3" name="Google Shape;323;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 name="Google Shape;324;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7" name="Google Shape;327;p9"/>
          <p:cNvGrpSpPr/>
          <p:nvPr/>
        </p:nvGrpSpPr>
        <p:grpSpPr>
          <a:xfrm>
            <a:off x="8637781" y="2319727"/>
            <a:ext cx="530702" cy="478009"/>
            <a:chOff x="8631407" y="2290407"/>
            <a:chExt cx="530702" cy="478009"/>
          </a:xfrm>
        </p:grpSpPr>
        <p:pic>
          <p:nvPicPr>
            <p:cNvPr descr="light2.png" id="328" name="Google Shape;328;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29" name="Google Shape;329;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30" name="Google Shape;330;p9"/>
          <p:cNvGrpSpPr/>
          <p:nvPr/>
        </p:nvGrpSpPr>
        <p:grpSpPr>
          <a:xfrm>
            <a:off x="8499539" y="2059124"/>
            <a:ext cx="849312" cy="226109"/>
            <a:chOff x="8493165" y="2029804"/>
            <a:chExt cx="849312" cy="226109"/>
          </a:xfrm>
        </p:grpSpPr>
        <p:pic>
          <p:nvPicPr>
            <p:cNvPr descr="car_icon_small" id="331" name="Google Shape;331;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32" name="Google Shape;332;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33" name="Google Shape;333;p9"/>
          <p:cNvGrpSpPr/>
          <p:nvPr/>
        </p:nvGrpSpPr>
        <p:grpSpPr>
          <a:xfrm>
            <a:off x="7493518" y="3325424"/>
            <a:ext cx="857739" cy="583764"/>
            <a:chOff x="7487144" y="3296104"/>
            <a:chExt cx="857739" cy="583764"/>
          </a:xfrm>
        </p:grpSpPr>
        <p:grpSp>
          <p:nvGrpSpPr>
            <p:cNvPr id="334" name="Google Shape;334;p9"/>
            <p:cNvGrpSpPr/>
            <p:nvPr/>
          </p:nvGrpSpPr>
          <p:grpSpPr>
            <a:xfrm>
              <a:off x="7487144" y="3389820"/>
              <a:ext cx="350807" cy="310034"/>
              <a:chOff x="7487144" y="3389820"/>
              <a:chExt cx="350807" cy="310034"/>
            </a:xfrm>
          </p:grpSpPr>
          <p:pic>
            <p:nvPicPr>
              <p:cNvPr descr="antenna_stylized" id="335" name="Google Shape;335;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36" name="Google Shape;336;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37" name="Google Shape;337;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38" name="Google Shape;338;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39" name="Google Shape;339;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 name="Google Shape;340;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 name="Google Shape;341;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 name="Google Shape;342;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3" name="Google Shape;343;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5" name="Google Shape;345;p9"/>
              <p:cNvGrpSpPr/>
              <p:nvPr/>
            </p:nvGrpSpPr>
            <p:grpSpPr>
              <a:xfrm>
                <a:off x="7593395" y="3625649"/>
                <a:ext cx="64747" cy="27592"/>
                <a:chOff x="1740" y="2642"/>
                <a:chExt cx="752" cy="327"/>
              </a:xfrm>
            </p:grpSpPr>
            <p:sp>
              <p:nvSpPr>
                <p:cNvPr id="346" name="Google Shape;346;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2" name="Google Shape;352;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8" name="Google Shape;358;p9"/>
            <p:cNvGrpSpPr/>
            <p:nvPr/>
          </p:nvGrpSpPr>
          <p:grpSpPr>
            <a:xfrm flipH="1">
              <a:off x="7985622" y="3537823"/>
              <a:ext cx="359261" cy="342045"/>
              <a:chOff x="2839" y="3501"/>
              <a:chExt cx="755" cy="803"/>
            </a:xfrm>
          </p:grpSpPr>
          <p:pic>
            <p:nvPicPr>
              <p:cNvPr descr="desktop_computer_stylized_medium" id="359" name="Google Shape;359;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60" name="Google Shape;360;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1" name="Google Shape;361;p9"/>
            <p:cNvGrpSpPr/>
            <p:nvPr/>
          </p:nvGrpSpPr>
          <p:grpSpPr>
            <a:xfrm>
              <a:off x="7797061" y="3296104"/>
              <a:ext cx="347997" cy="396620"/>
              <a:chOff x="7797061" y="3296104"/>
              <a:chExt cx="347997" cy="396620"/>
            </a:xfrm>
          </p:grpSpPr>
          <p:pic>
            <p:nvPicPr>
              <p:cNvPr descr="fridge2.png" id="362" name="Google Shape;362;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63" name="Google Shape;363;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64" name="Google Shape;364;p9"/>
          <p:cNvGrpSpPr/>
          <p:nvPr/>
        </p:nvGrpSpPr>
        <p:grpSpPr>
          <a:xfrm>
            <a:off x="11064947" y="3428485"/>
            <a:ext cx="518448" cy="1212242"/>
            <a:chOff x="11058573" y="3399165"/>
            <a:chExt cx="518448" cy="1212242"/>
          </a:xfrm>
        </p:grpSpPr>
        <p:grpSp>
          <p:nvGrpSpPr>
            <p:cNvPr id="365" name="Google Shape;365;p9"/>
            <p:cNvGrpSpPr/>
            <p:nvPr/>
          </p:nvGrpSpPr>
          <p:grpSpPr>
            <a:xfrm>
              <a:off x="11087182" y="4159591"/>
              <a:ext cx="489839" cy="451816"/>
              <a:chOff x="5103720" y="2693365"/>
              <a:chExt cx="611650" cy="414788"/>
            </a:xfrm>
          </p:grpSpPr>
          <p:cxnSp>
            <p:nvCxnSpPr>
              <p:cNvPr id="366" name="Google Shape;366;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67" name="Google Shape;367;p9"/>
              <p:cNvGrpSpPr/>
              <p:nvPr/>
            </p:nvGrpSpPr>
            <p:grpSpPr>
              <a:xfrm>
                <a:off x="5275406" y="2693365"/>
                <a:ext cx="439964" cy="414788"/>
                <a:chOff x="5275406" y="2711455"/>
                <a:chExt cx="452949" cy="405518"/>
              </a:xfrm>
            </p:grpSpPr>
            <p:pic>
              <p:nvPicPr>
                <p:cNvPr descr="server_rack.png" id="368" name="Google Shape;368;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69" name="Google Shape;369;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0" name="Google Shape;370;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1" name="Google Shape;371;p9"/>
            <p:cNvGrpSpPr/>
            <p:nvPr/>
          </p:nvGrpSpPr>
          <p:grpSpPr>
            <a:xfrm>
              <a:off x="11058573" y="3399165"/>
              <a:ext cx="423724" cy="405973"/>
              <a:chOff x="5103720" y="2693365"/>
              <a:chExt cx="611650" cy="414788"/>
            </a:xfrm>
          </p:grpSpPr>
          <p:cxnSp>
            <p:nvCxnSpPr>
              <p:cNvPr id="372" name="Google Shape;372;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73" name="Google Shape;373;p9"/>
              <p:cNvGrpSpPr/>
              <p:nvPr/>
            </p:nvGrpSpPr>
            <p:grpSpPr>
              <a:xfrm>
                <a:off x="5275406" y="2693365"/>
                <a:ext cx="439964" cy="414788"/>
                <a:chOff x="5275406" y="2711455"/>
                <a:chExt cx="452949" cy="405518"/>
              </a:xfrm>
            </p:grpSpPr>
            <p:pic>
              <p:nvPicPr>
                <p:cNvPr descr="server_rack.png" id="374" name="Google Shape;374;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5" name="Google Shape;375;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6" name="Google Shape;376;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77" name="Google Shape;377;p9"/>
          <p:cNvGrpSpPr/>
          <p:nvPr/>
        </p:nvGrpSpPr>
        <p:grpSpPr>
          <a:xfrm flipH="1">
            <a:off x="7980855" y="4900161"/>
            <a:ext cx="345630" cy="320302"/>
            <a:chOff x="2839" y="3501"/>
            <a:chExt cx="755" cy="803"/>
          </a:xfrm>
        </p:grpSpPr>
        <p:pic>
          <p:nvPicPr>
            <p:cNvPr descr="desktop_computer_stylized_medium" id="378" name="Google Shape;37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79" name="Google Shape;37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0" name="Google Shape;380;p9"/>
          <p:cNvGrpSpPr/>
          <p:nvPr/>
        </p:nvGrpSpPr>
        <p:grpSpPr>
          <a:xfrm>
            <a:off x="9201681" y="5852809"/>
            <a:ext cx="310186" cy="312008"/>
            <a:chOff x="877" y="1008"/>
            <a:chExt cx="2747" cy="2626"/>
          </a:xfrm>
        </p:grpSpPr>
        <p:pic>
          <p:nvPicPr>
            <p:cNvPr descr="antenna_stylized" id="381" name="Google Shape;38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82" name="Google Shape;38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83" name="Google Shape;38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4" name="Google Shape;38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85" name="Google Shape;38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91" name="Google Shape;391;p9"/>
            <p:cNvGrpSpPr/>
            <p:nvPr/>
          </p:nvGrpSpPr>
          <p:grpSpPr>
            <a:xfrm>
              <a:off x="1709" y="3008"/>
              <a:ext cx="507" cy="234"/>
              <a:chOff x="1740" y="2642"/>
              <a:chExt cx="752" cy="327"/>
            </a:xfrm>
          </p:grpSpPr>
          <p:sp>
            <p:nvSpPr>
              <p:cNvPr id="392" name="Google Shape;39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8" name="Google Shape;39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 name="Google Shape;40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4" name="Google Shape;404;p9"/>
          <p:cNvGrpSpPr/>
          <p:nvPr/>
        </p:nvGrpSpPr>
        <p:grpSpPr>
          <a:xfrm flipH="1">
            <a:off x="8153909" y="5504657"/>
            <a:ext cx="345630" cy="320302"/>
            <a:chOff x="2839" y="3501"/>
            <a:chExt cx="755" cy="803"/>
          </a:xfrm>
        </p:grpSpPr>
        <p:pic>
          <p:nvPicPr>
            <p:cNvPr descr="desktop_computer_stylized_medium" id="405" name="Google Shape;405;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6" name="Google Shape;406;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7" name="Google Shape;407;p9"/>
          <p:cNvGrpSpPr/>
          <p:nvPr/>
        </p:nvGrpSpPr>
        <p:grpSpPr>
          <a:xfrm flipH="1">
            <a:off x="8552134" y="5526130"/>
            <a:ext cx="345630" cy="320302"/>
            <a:chOff x="2839" y="3501"/>
            <a:chExt cx="755" cy="803"/>
          </a:xfrm>
        </p:grpSpPr>
        <p:pic>
          <p:nvPicPr>
            <p:cNvPr descr="desktop_computer_stylized_medium" id="408" name="Google Shape;40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9" name="Google Shape;40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0" name="Google Shape;410;p9"/>
          <p:cNvGrpSpPr/>
          <p:nvPr/>
        </p:nvGrpSpPr>
        <p:grpSpPr>
          <a:xfrm>
            <a:off x="9534746" y="5795138"/>
            <a:ext cx="319264" cy="256836"/>
            <a:chOff x="877" y="1008"/>
            <a:chExt cx="2747" cy="2626"/>
          </a:xfrm>
        </p:grpSpPr>
        <p:pic>
          <p:nvPicPr>
            <p:cNvPr descr="antenna_stylized" id="411" name="Google Shape;41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12" name="Google Shape;41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13" name="Google Shape;41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4" name="Google Shape;41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15" name="Google Shape;41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0" name="Google Shape;42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1" name="Google Shape;421;p9"/>
            <p:cNvGrpSpPr/>
            <p:nvPr/>
          </p:nvGrpSpPr>
          <p:grpSpPr>
            <a:xfrm>
              <a:off x="1709" y="3008"/>
              <a:ext cx="507" cy="234"/>
              <a:chOff x="1740" y="2642"/>
              <a:chExt cx="752" cy="327"/>
            </a:xfrm>
          </p:grpSpPr>
          <p:sp>
            <p:nvSpPr>
              <p:cNvPr id="422" name="Google Shape;42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8" name="Google Shape;42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34" name="Google Shape;434;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6" name="Google Shape;436;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7" name="Google Shape;437;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8" name="Google Shape;438;p9"/>
          <p:cNvGrpSpPr/>
          <p:nvPr/>
        </p:nvGrpSpPr>
        <p:grpSpPr>
          <a:xfrm>
            <a:off x="10091053" y="5670891"/>
            <a:ext cx="69517" cy="21877"/>
            <a:chOff x="613" y="2566"/>
            <a:chExt cx="721" cy="144"/>
          </a:xfrm>
        </p:grpSpPr>
        <p:sp>
          <p:nvSpPr>
            <p:cNvPr id="439" name="Google Shape;43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0" name="Google Shape;44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1" name="Google Shape;441;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2" name="Google Shape;442;p9"/>
          <p:cNvGrpSpPr/>
          <p:nvPr/>
        </p:nvGrpSpPr>
        <p:grpSpPr>
          <a:xfrm>
            <a:off x="10091005" y="5718110"/>
            <a:ext cx="69517" cy="19515"/>
            <a:chOff x="615" y="2564"/>
            <a:chExt cx="721" cy="139"/>
          </a:xfrm>
        </p:grpSpPr>
        <p:sp>
          <p:nvSpPr>
            <p:cNvPr id="443" name="Google Shape;44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4" name="Google Shape;44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5" name="Google Shape;445;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7" name="Google Shape;447;p9"/>
          <p:cNvGrpSpPr/>
          <p:nvPr/>
        </p:nvGrpSpPr>
        <p:grpSpPr>
          <a:xfrm>
            <a:off x="10089851" y="5813708"/>
            <a:ext cx="69541" cy="19618"/>
            <a:chOff x="618" y="2586"/>
            <a:chExt cx="720" cy="124"/>
          </a:xfrm>
        </p:grpSpPr>
        <p:sp>
          <p:nvSpPr>
            <p:cNvPr id="448" name="Google Shape;44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9" name="Google Shape;44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0" name="Google Shape;450;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1" name="Google Shape;451;p9"/>
          <p:cNvGrpSpPr/>
          <p:nvPr/>
        </p:nvGrpSpPr>
        <p:grpSpPr>
          <a:xfrm>
            <a:off x="10089849" y="5767606"/>
            <a:ext cx="70700" cy="19515"/>
            <a:chOff x="613" y="2571"/>
            <a:chExt cx="732" cy="134"/>
          </a:xfrm>
        </p:grpSpPr>
        <p:sp>
          <p:nvSpPr>
            <p:cNvPr id="452" name="Google Shape;45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3" name="Google Shape;45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4" name="Google Shape;454;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 name="Google Shape;457;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 name="Google Shape;459;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0" name="Google Shape;460;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2" name="Google Shape;462;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3" name="Google Shape;463;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4" name="Google Shape;464;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65" name="Google Shape;465;p9"/>
          <p:cNvGrpSpPr/>
          <p:nvPr/>
        </p:nvGrpSpPr>
        <p:grpSpPr>
          <a:xfrm flipH="1">
            <a:off x="7773981" y="5281060"/>
            <a:ext cx="345630" cy="320302"/>
            <a:chOff x="2839" y="3501"/>
            <a:chExt cx="755" cy="803"/>
          </a:xfrm>
        </p:grpSpPr>
        <p:pic>
          <p:nvPicPr>
            <p:cNvPr descr="desktop_computer_stylized_medium" id="466" name="Google Shape;4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67" name="Google Shape;4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68" name="Google Shape;468;p9"/>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9" name="Google Shape;469;p9"/>
          <p:cNvGrpSpPr/>
          <p:nvPr/>
        </p:nvGrpSpPr>
        <p:grpSpPr>
          <a:xfrm>
            <a:off x="7750224" y="1859725"/>
            <a:ext cx="415925" cy="385763"/>
            <a:chOff x="2751" y="1851"/>
            <a:chExt cx="462" cy="478"/>
          </a:xfrm>
        </p:grpSpPr>
        <p:pic>
          <p:nvPicPr>
            <p:cNvPr descr="iphone_stylized_small" id="470" name="Google Shape;470;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71" name="Google Shape;471;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72" name="Google Shape;472;p9"/>
          <p:cNvGrpSpPr/>
          <p:nvPr/>
        </p:nvGrpSpPr>
        <p:grpSpPr>
          <a:xfrm>
            <a:off x="10002508" y="5616400"/>
            <a:ext cx="214974" cy="403920"/>
            <a:chOff x="4140" y="429"/>
            <a:chExt cx="1425" cy="2396"/>
          </a:xfrm>
        </p:grpSpPr>
        <p:sp>
          <p:nvSpPr>
            <p:cNvPr id="473" name="Google Shape;47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5" name="Google Shape;47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8" name="Google Shape;478;p9"/>
            <p:cNvGrpSpPr/>
            <p:nvPr/>
          </p:nvGrpSpPr>
          <p:grpSpPr>
            <a:xfrm>
              <a:off x="4748" y="666"/>
              <a:ext cx="578" cy="150"/>
              <a:chOff x="613" y="2566"/>
              <a:chExt cx="721" cy="144"/>
            </a:xfrm>
          </p:grpSpPr>
          <p:sp>
            <p:nvSpPr>
              <p:cNvPr id="479" name="Google Shape;47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0" name="Google Shape;48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1" name="Google Shape;48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2" name="Google Shape;482;p9"/>
            <p:cNvGrpSpPr/>
            <p:nvPr/>
          </p:nvGrpSpPr>
          <p:grpSpPr>
            <a:xfrm>
              <a:off x="4748" y="990"/>
              <a:ext cx="578" cy="134"/>
              <a:chOff x="615" y="2564"/>
              <a:chExt cx="721" cy="139"/>
            </a:xfrm>
          </p:grpSpPr>
          <p:sp>
            <p:nvSpPr>
              <p:cNvPr id="483" name="Google Shape;48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4" name="Google Shape;48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5" name="Google Shape;48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6" name="Google Shape;48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7" name="Google Shape;487;p9"/>
            <p:cNvGrpSpPr/>
            <p:nvPr/>
          </p:nvGrpSpPr>
          <p:grpSpPr>
            <a:xfrm>
              <a:off x="4738" y="1647"/>
              <a:ext cx="578" cy="135"/>
              <a:chOff x="618" y="2586"/>
              <a:chExt cx="720" cy="124"/>
            </a:xfrm>
          </p:grpSpPr>
          <p:sp>
            <p:nvSpPr>
              <p:cNvPr id="488" name="Google Shape;48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9" name="Google Shape;48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0" name="Google Shape;49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1" name="Google Shape;491;p9"/>
            <p:cNvGrpSpPr/>
            <p:nvPr/>
          </p:nvGrpSpPr>
          <p:grpSpPr>
            <a:xfrm>
              <a:off x="4738" y="1330"/>
              <a:ext cx="588" cy="134"/>
              <a:chOff x="613" y="2571"/>
              <a:chExt cx="732" cy="134"/>
            </a:xfrm>
          </p:grpSpPr>
          <p:sp>
            <p:nvSpPr>
              <p:cNvPr id="492" name="Google Shape;49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3" name="Google Shape;49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4" name="Google Shape;49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5" name="Google Shape;49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6" name="Google Shape;49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7" name="Google Shape;49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8" name="Google Shape;49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0" name="Google Shape;50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1" name="Google Shape;50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2" name="Google Shape;50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03" name="Google Shape;50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4" name="Google Shape;50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05" name="Google Shape;505;p9"/>
          <p:cNvGrpSpPr/>
          <p:nvPr/>
        </p:nvGrpSpPr>
        <p:grpSpPr>
          <a:xfrm>
            <a:off x="7680324" y="1137866"/>
            <a:ext cx="3489213" cy="4926975"/>
            <a:chOff x="7680324" y="1137866"/>
            <a:chExt cx="3489213" cy="4926975"/>
          </a:xfrm>
        </p:grpSpPr>
        <p:sp>
          <p:nvSpPr>
            <p:cNvPr id="506" name="Google Shape;506;p9"/>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8" name="Google Shape;508;p9"/>
            <p:cNvGrpSpPr/>
            <p:nvPr/>
          </p:nvGrpSpPr>
          <p:grpSpPr>
            <a:xfrm>
              <a:off x="7680324" y="1137866"/>
              <a:ext cx="3489213" cy="4926975"/>
              <a:chOff x="7680324" y="1137866"/>
              <a:chExt cx="3489213" cy="4926975"/>
            </a:xfrm>
          </p:grpSpPr>
          <p:sp>
            <p:nvSpPr>
              <p:cNvPr id="509" name="Google Shape;509;p9"/>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 name="Google Shape;510;p9"/>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1" name="Google Shape;511;p9"/>
              <p:cNvGrpSpPr/>
              <p:nvPr/>
            </p:nvGrpSpPr>
            <p:grpSpPr>
              <a:xfrm>
                <a:off x="10288915" y="4742972"/>
                <a:ext cx="880622" cy="861812"/>
                <a:chOff x="10288915" y="4742972"/>
                <a:chExt cx="880622" cy="861812"/>
              </a:xfrm>
            </p:grpSpPr>
            <p:grpSp>
              <p:nvGrpSpPr>
                <p:cNvPr id="512" name="Google Shape;512;p9"/>
                <p:cNvGrpSpPr/>
                <p:nvPr/>
              </p:nvGrpSpPr>
              <p:grpSpPr>
                <a:xfrm>
                  <a:off x="10288915" y="5273951"/>
                  <a:ext cx="177192" cy="330833"/>
                  <a:chOff x="4140" y="429"/>
                  <a:chExt cx="1425" cy="2396"/>
                </a:xfrm>
              </p:grpSpPr>
              <p:sp>
                <p:nvSpPr>
                  <p:cNvPr id="513" name="Google Shape;51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4" name="Google Shape;51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5" name="Google Shape;51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6" name="Google Shape;51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7" name="Google Shape;51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8" name="Google Shape;518;p9"/>
                  <p:cNvGrpSpPr/>
                  <p:nvPr/>
                </p:nvGrpSpPr>
                <p:grpSpPr>
                  <a:xfrm>
                    <a:off x="4748" y="666"/>
                    <a:ext cx="578" cy="150"/>
                    <a:chOff x="613" y="2566"/>
                    <a:chExt cx="721" cy="144"/>
                  </a:xfrm>
                </p:grpSpPr>
                <p:sp>
                  <p:nvSpPr>
                    <p:cNvPr id="519" name="Google Shape;51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0" name="Google Shape;52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1" name="Google Shape;52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2" name="Google Shape;522;p9"/>
                  <p:cNvGrpSpPr/>
                  <p:nvPr/>
                </p:nvGrpSpPr>
                <p:grpSpPr>
                  <a:xfrm>
                    <a:off x="4748" y="990"/>
                    <a:ext cx="578" cy="134"/>
                    <a:chOff x="615" y="2564"/>
                    <a:chExt cx="721" cy="139"/>
                  </a:xfrm>
                </p:grpSpPr>
                <p:sp>
                  <p:nvSpPr>
                    <p:cNvPr id="523" name="Google Shape;52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4" name="Google Shape;52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5" name="Google Shape;52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6" name="Google Shape;52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7" name="Google Shape;527;p9"/>
                  <p:cNvGrpSpPr/>
                  <p:nvPr/>
                </p:nvGrpSpPr>
                <p:grpSpPr>
                  <a:xfrm>
                    <a:off x="4738" y="1647"/>
                    <a:ext cx="578" cy="135"/>
                    <a:chOff x="618" y="2586"/>
                    <a:chExt cx="720" cy="124"/>
                  </a:xfrm>
                </p:grpSpPr>
                <p:sp>
                  <p:nvSpPr>
                    <p:cNvPr id="528" name="Google Shape;52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9" name="Google Shape;52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0" name="Google Shape;53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1" name="Google Shape;531;p9"/>
                  <p:cNvGrpSpPr/>
                  <p:nvPr/>
                </p:nvGrpSpPr>
                <p:grpSpPr>
                  <a:xfrm>
                    <a:off x="4738" y="1330"/>
                    <a:ext cx="588" cy="134"/>
                    <a:chOff x="613" y="2571"/>
                    <a:chExt cx="732" cy="134"/>
                  </a:xfrm>
                </p:grpSpPr>
                <p:sp>
                  <p:nvSpPr>
                    <p:cNvPr id="532" name="Google Shape;53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3" name="Google Shape;53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4" name="Google Shape;53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6" name="Google Shape;53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7" name="Google Shape;53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8" name="Google Shape;53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9" name="Google Shape;53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0" name="Google Shape;54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1" name="Google Shape;54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2" name="Google Shape;54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43" name="Google Shape;54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4" name="Google Shape;54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45" name="Google Shape;545;p9"/>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6" name="Google Shape;546;p9"/>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7" name="Google Shape;547;p9"/>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8" name="Google Shape;548;p9"/>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49" name="Google Shape;549;p9"/>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0" name="Google Shape;550;p9"/>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1" name="Google Shape;551;p9"/>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552" name="Google Shape;552;p9"/>
              <p:cNvGrpSpPr/>
              <p:nvPr/>
            </p:nvGrpSpPr>
            <p:grpSpPr>
              <a:xfrm>
                <a:off x="8252702" y="1137866"/>
                <a:ext cx="814388" cy="854075"/>
                <a:chOff x="9791027" y="656358"/>
                <a:chExt cx="814388" cy="854075"/>
              </a:xfrm>
            </p:grpSpPr>
            <p:sp>
              <p:nvSpPr>
                <p:cNvPr id="553" name="Google Shape;553;p9"/>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9"/>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9"/>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6" name="Google Shape;556;p9"/>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57" name="Google Shape;557;p9"/>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8" name="Google Shape;558;p9"/>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9" name="Google Shape;559;p9"/>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560" name="Google Shape;560;p9"/>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1" name="Google Shape;561;p9"/>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562" name="Google Shape;562;p9"/>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563" name="Google Shape;563;p9"/>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564" name="Google Shape;56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1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grpSp>
        <p:nvGrpSpPr>
          <p:cNvPr id="571" name="Google Shape;571;p10"/>
          <p:cNvGrpSpPr/>
          <p:nvPr/>
        </p:nvGrpSpPr>
        <p:grpSpPr>
          <a:xfrm>
            <a:off x="6278709" y="1094882"/>
            <a:ext cx="5468536" cy="5077175"/>
            <a:chOff x="6430780" y="1365914"/>
            <a:chExt cx="5468536" cy="5077175"/>
          </a:xfrm>
        </p:grpSpPr>
        <p:sp>
          <p:nvSpPr>
            <p:cNvPr id="572" name="Google Shape;572;p10"/>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 name="Google Shape;573;p10"/>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10"/>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75" name="Google Shape;575;p10"/>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pic>
        <p:nvPicPr>
          <p:cNvPr id="576" name="Google Shape;576;p10"/>
          <p:cNvPicPr preferRelativeResize="0"/>
          <p:nvPr/>
        </p:nvPicPr>
        <p:blipFill rotWithShape="1">
          <a:blip r:embed="rId3">
            <a:alphaModFix/>
          </a:blip>
          <a:srcRect b="0" l="0" r="0" t="0"/>
          <a:stretch/>
        </p:blipFill>
        <p:spPr>
          <a:xfrm>
            <a:off x="1423754" y="1415907"/>
            <a:ext cx="3622416" cy="5035158"/>
          </a:xfrm>
          <a:prstGeom prst="rect">
            <a:avLst/>
          </a:prstGeom>
          <a:noFill/>
          <a:ln>
            <a:noFill/>
          </a:ln>
        </p:spPr>
      </p:pic>
      <p:sp>
        <p:nvSpPr>
          <p:cNvPr id="577" name="Google Shape;577;p10"/>
          <p:cNvSpPr/>
          <p:nvPr/>
        </p:nvSpPr>
        <p:spPr>
          <a:xfrm>
            <a:off x="6387844" y="4452079"/>
            <a:ext cx="5121782"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8" name="Google Shape;578;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sp>
        <p:nvSpPr>
          <p:cNvPr id="585" name="Google Shape;585;p11"/>
          <p:cNvSpPr txBox="1"/>
          <p:nvPr/>
        </p:nvSpPr>
        <p:spPr>
          <a:xfrm>
            <a:off x="702363" y="1523857"/>
            <a:ext cx="523091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network layer:</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hosts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transport layer</a:t>
            </a:r>
            <a:r>
              <a:rPr b="0" i="1" lang="en-US" sz="3200" u="none" cap="none" strike="noStrike">
                <a:solidFill>
                  <a:srgbClr val="000099"/>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processes</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relies on, enhances, network layer services</a:t>
            </a:r>
            <a:endParaRPr/>
          </a:p>
        </p:txBody>
      </p:sp>
      <p:grpSp>
        <p:nvGrpSpPr>
          <p:cNvPr id="586" name="Google Shape;586;p11"/>
          <p:cNvGrpSpPr/>
          <p:nvPr/>
        </p:nvGrpSpPr>
        <p:grpSpPr>
          <a:xfrm>
            <a:off x="6278709" y="1094882"/>
            <a:ext cx="5468536" cy="5077175"/>
            <a:chOff x="6430780" y="1365914"/>
            <a:chExt cx="5468536" cy="5077175"/>
          </a:xfrm>
        </p:grpSpPr>
        <p:sp>
          <p:nvSpPr>
            <p:cNvPr id="587" name="Google Shape;587;p11"/>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8" name="Google Shape;588;p11"/>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11"/>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90" name="Google Shape;590;p11"/>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sp>
        <p:nvSpPr>
          <p:cNvPr id="591" name="Google Shape;591;p11"/>
          <p:cNvSpPr/>
          <p:nvPr/>
        </p:nvSpPr>
        <p:spPr>
          <a:xfrm>
            <a:off x="6387844" y="4463368"/>
            <a:ext cx="5059089"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2" name="Google Shape;59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591"/>
                                        </p:tgtEl>
                                      </p:cBhvr>
                                    </p:animEffect>
                                    <p:set>
                                      <p:cBhvr>
                                        <p:cTn dur="1" fill="hold">
                                          <p:stCondLst>
                                            <p:cond delay="500"/>
                                          </p:stCondLst>
                                        </p:cTn>
                                        <p:tgtEl>
                                          <p:spTgt spid="59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grpSp>
        <p:nvGrpSpPr>
          <p:cNvPr id="598" name="Google Shape;598;p12"/>
          <p:cNvGrpSpPr/>
          <p:nvPr/>
        </p:nvGrpSpPr>
        <p:grpSpPr>
          <a:xfrm>
            <a:off x="2578811" y="4965666"/>
            <a:ext cx="6866725" cy="1028731"/>
            <a:chOff x="2578811" y="4965666"/>
            <a:chExt cx="6866725" cy="1028731"/>
          </a:xfrm>
        </p:grpSpPr>
        <p:cxnSp>
          <p:nvCxnSpPr>
            <p:cNvPr id="599" name="Google Shape;599;p1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600" name="Google Shape;600;p12"/>
            <p:cNvGrpSpPr/>
            <p:nvPr/>
          </p:nvGrpSpPr>
          <p:grpSpPr>
            <a:xfrm>
              <a:off x="4062521" y="4965666"/>
              <a:ext cx="5383015" cy="1028731"/>
              <a:chOff x="4062521" y="4965666"/>
              <a:chExt cx="5383015" cy="1028731"/>
            </a:xfrm>
          </p:grpSpPr>
          <p:cxnSp>
            <p:nvCxnSpPr>
              <p:cNvPr id="601" name="Google Shape;601;p12"/>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602" name="Google Shape;602;p1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603" name="Google Shape;603;p1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4" name="Google Shape;604;p1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05" name="Google Shape;605;p12"/>
          <p:cNvGrpSpPr/>
          <p:nvPr/>
        </p:nvGrpSpPr>
        <p:grpSpPr>
          <a:xfrm>
            <a:off x="10955688" y="4246759"/>
            <a:ext cx="549832" cy="1070215"/>
            <a:chOff x="4140" y="429"/>
            <a:chExt cx="1425" cy="2396"/>
          </a:xfrm>
        </p:grpSpPr>
        <p:sp>
          <p:nvSpPr>
            <p:cNvPr id="606" name="Google Shape;606;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7" name="Google Shape;607;p1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8" name="Google Shape;608;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9" name="Google Shape;609;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0" name="Google Shape;610;p1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1" name="Google Shape;611;p12"/>
            <p:cNvGrpSpPr/>
            <p:nvPr/>
          </p:nvGrpSpPr>
          <p:grpSpPr>
            <a:xfrm>
              <a:off x="4751" y="667"/>
              <a:ext cx="580" cy="146"/>
              <a:chOff x="617" y="2567"/>
              <a:chExt cx="724" cy="140"/>
            </a:xfrm>
          </p:grpSpPr>
          <p:sp>
            <p:nvSpPr>
              <p:cNvPr id="612" name="Google Shape;612;p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3" name="Google Shape;613;p1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4" name="Google Shape;614;p1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5" name="Google Shape;615;p12"/>
            <p:cNvGrpSpPr/>
            <p:nvPr/>
          </p:nvGrpSpPr>
          <p:grpSpPr>
            <a:xfrm>
              <a:off x="4745" y="996"/>
              <a:ext cx="580" cy="156"/>
              <a:chOff x="612" y="2570"/>
              <a:chExt cx="724" cy="162"/>
            </a:xfrm>
          </p:grpSpPr>
          <p:sp>
            <p:nvSpPr>
              <p:cNvPr id="616" name="Google Shape;616;p1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7" name="Google Shape;617;p1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8" name="Google Shape;618;p1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9" name="Google Shape;619;p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0" name="Google Shape;620;p12"/>
            <p:cNvGrpSpPr/>
            <p:nvPr/>
          </p:nvGrpSpPr>
          <p:grpSpPr>
            <a:xfrm>
              <a:off x="4733" y="1627"/>
              <a:ext cx="586" cy="151"/>
              <a:chOff x="611" y="2568"/>
              <a:chExt cx="730" cy="139"/>
            </a:xfrm>
          </p:grpSpPr>
          <p:sp>
            <p:nvSpPr>
              <p:cNvPr id="621" name="Google Shape;621;p1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2" name="Google Shape;622;p1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3" name="Google Shape;623;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4" name="Google Shape;624;p12"/>
            <p:cNvGrpSpPr/>
            <p:nvPr/>
          </p:nvGrpSpPr>
          <p:grpSpPr>
            <a:xfrm>
              <a:off x="4739" y="1325"/>
              <a:ext cx="580" cy="140"/>
              <a:chOff x="614" y="2566"/>
              <a:chExt cx="723" cy="140"/>
            </a:xfrm>
          </p:grpSpPr>
          <p:sp>
            <p:nvSpPr>
              <p:cNvPr id="625" name="Google Shape;625;p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6" name="Google Shape;626;p1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7" name="Google Shape;627;p1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8" name="Google Shape;628;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9" name="Google Shape;629;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0" name="Google Shape;630;p1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1" name="Google Shape;631;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2" name="Google Shape;632;p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3" name="Google Shape;633;p1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4" name="Google Shape;634;p1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5" name="Google Shape;635;p1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636" name="Google Shape;636;p1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7" name="Google Shape;637;p1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638" name="Google Shape;638;p12"/>
          <p:cNvGrpSpPr/>
          <p:nvPr/>
        </p:nvGrpSpPr>
        <p:grpSpPr>
          <a:xfrm>
            <a:off x="8510352" y="2078288"/>
            <a:ext cx="1946338" cy="2912558"/>
            <a:chOff x="8091785" y="2078288"/>
            <a:chExt cx="2364905" cy="2912558"/>
          </a:xfrm>
        </p:grpSpPr>
        <p:sp>
          <p:nvSpPr>
            <p:cNvPr id="639" name="Google Shape;639;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40" name="Google Shape;640;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41" name="Google Shape;641;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42" name="Google Shape;642;p1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643" name="Google Shape;643;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44" name="Google Shape;644;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45" name="Google Shape;645;p1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46" name="Google Shape;646;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47" name="Google Shape;647;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48" name="Google Shape;648;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649" name="Google Shape;649;p12"/>
          <p:cNvGrpSpPr/>
          <p:nvPr/>
        </p:nvGrpSpPr>
        <p:grpSpPr>
          <a:xfrm>
            <a:off x="1687770" y="2167472"/>
            <a:ext cx="2131701" cy="2912558"/>
            <a:chOff x="8091785" y="2078288"/>
            <a:chExt cx="2364905" cy="2912558"/>
          </a:xfrm>
        </p:grpSpPr>
        <p:sp>
          <p:nvSpPr>
            <p:cNvPr id="650" name="Google Shape;650;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51" name="Google Shape;651;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52" name="Google Shape;652;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53" name="Google Shape;653;p1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654" name="Google Shape;654;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55" name="Google Shape;655;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56" name="Google Shape;656;p1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57" name="Google Shape;657;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58" name="Google Shape;658;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59" name="Google Shape;659;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660" name="Google Shape;660;p12"/>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661" name="Google Shape;661;p12"/>
          <p:cNvGrpSpPr/>
          <p:nvPr/>
        </p:nvGrpSpPr>
        <p:grpSpPr>
          <a:xfrm>
            <a:off x="500734" y="4943580"/>
            <a:ext cx="1026523" cy="597153"/>
            <a:chOff x="7493876" y="2774731"/>
            <a:chExt cx="1481958" cy="894622"/>
          </a:xfrm>
        </p:grpSpPr>
        <p:sp>
          <p:nvSpPr>
            <p:cNvPr id="662" name="Google Shape;66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 name="Google Shape;66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 name="Google Shape;664;p12"/>
            <p:cNvGrpSpPr/>
            <p:nvPr/>
          </p:nvGrpSpPr>
          <p:grpSpPr>
            <a:xfrm>
              <a:off x="7713663" y="2848339"/>
              <a:ext cx="1042107" cy="425543"/>
              <a:chOff x="7786941" y="2884917"/>
              <a:chExt cx="897649" cy="353919"/>
            </a:xfrm>
          </p:grpSpPr>
          <p:sp>
            <p:nvSpPr>
              <p:cNvPr id="665" name="Google Shape;66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 name="Google Shape;66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 name="Google Shape;66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 name="Google Shape;66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69" name="Google Shape;669;p1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670" name="Google Shape;670;p12"/>
          <p:cNvGrpSpPr/>
          <p:nvPr/>
        </p:nvGrpSpPr>
        <p:grpSpPr>
          <a:xfrm>
            <a:off x="2462207" y="2756023"/>
            <a:ext cx="412750" cy="158750"/>
            <a:chOff x="1287" y="2524"/>
            <a:chExt cx="260" cy="100"/>
          </a:xfrm>
        </p:grpSpPr>
        <p:sp>
          <p:nvSpPr>
            <p:cNvPr id="671" name="Google Shape;671;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 name="Google Shape;672;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 name="Google Shape;673;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 name="Google Shape;674;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75" name="Google Shape;675;p12"/>
          <p:cNvGrpSpPr/>
          <p:nvPr/>
        </p:nvGrpSpPr>
        <p:grpSpPr>
          <a:xfrm>
            <a:off x="9681144" y="2673610"/>
            <a:ext cx="412750" cy="158750"/>
            <a:chOff x="1287" y="2524"/>
            <a:chExt cx="260" cy="100"/>
          </a:xfrm>
        </p:grpSpPr>
        <p:sp>
          <p:nvSpPr>
            <p:cNvPr id="676" name="Google Shape;676;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 name="Google Shape;677;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 name="Google Shape;678;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 name="Google Shape;679;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0" name="Google Shape;680;p12"/>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681" name="Google Shape;681;p12"/>
          <p:cNvSpPr/>
          <p:nvPr/>
        </p:nvSpPr>
        <p:spPr>
          <a:xfrm>
            <a:off x="8071146" y="2078287"/>
            <a:ext cx="2415414"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2"/>
          <p:cNvGrpSpPr/>
          <p:nvPr/>
        </p:nvGrpSpPr>
        <p:grpSpPr>
          <a:xfrm>
            <a:off x="9130164" y="2303106"/>
            <a:ext cx="1259074" cy="369332"/>
            <a:chOff x="8934916" y="2775692"/>
            <a:chExt cx="1259074" cy="369332"/>
          </a:xfrm>
        </p:grpSpPr>
        <p:sp>
          <p:nvSpPr>
            <p:cNvPr id="683" name="Google Shape;683;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 name="Google Shape;684;p12"/>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685" name="Google Shape;685;p12"/>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686" name="Google Shape;686;p12"/>
          <p:cNvSpPr txBox="1"/>
          <p:nvPr/>
        </p:nvSpPr>
        <p:spPr>
          <a:xfrm>
            <a:off x="4388186" y="2990916"/>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segment header fields values</a:t>
            </a:r>
            <a:endParaRPr/>
          </a:p>
        </p:txBody>
      </p:sp>
      <p:sp>
        <p:nvSpPr>
          <p:cNvPr id="687" name="Google Shape;687;p12"/>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segment</a:t>
            </a:r>
            <a:endParaRPr/>
          </a:p>
        </p:txBody>
      </p:sp>
      <p:sp>
        <p:nvSpPr>
          <p:cNvPr id="688" name="Google Shape;688;p12"/>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689" name="Google Shape;689;p12"/>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690" name="Google Shape;690;p12"/>
          <p:cNvSpPr/>
          <p:nvPr/>
        </p:nvSpPr>
        <p:spPr>
          <a:xfrm>
            <a:off x="270781" y="1644192"/>
            <a:ext cx="3715697" cy="405207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1" name="Google Shape;691;p12"/>
          <p:cNvGrpSpPr/>
          <p:nvPr/>
        </p:nvGrpSpPr>
        <p:grpSpPr>
          <a:xfrm>
            <a:off x="8473556" y="2992506"/>
            <a:ext cx="1259074" cy="338554"/>
            <a:chOff x="8964789" y="2639236"/>
            <a:chExt cx="1259074" cy="338554"/>
          </a:xfrm>
        </p:grpSpPr>
        <p:sp>
          <p:nvSpPr>
            <p:cNvPr id="692" name="Google Shape;692;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 name="Google Shape;693;p12"/>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4" name="Google Shape;694;p12"/>
          <p:cNvGrpSpPr/>
          <p:nvPr/>
        </p:nvGrpSpPr>
        <p:grpSpPr>
          <a:xfrm>
            <a:off x="8549491" y="2999047"/>
            <a:ext cx="1818022" cy="369332"/>
            <a:chOff x="7863122" y="5632673"/>
            <a:chExt cx="1818022" cy="369332"/>
          </a:xfrm>
        </p:grpSpPr>
        <p:grpSp>
          <p:nvGrpSpPr>
            <p:cNvPr id="695" name="Google Shape;695;p12"/>
            <p:cNvGrpSpPr/>
            <p:nvPr/>
          </p:nvGrpSpPr>
          <p:grpSpPr>
            <a:xfrm>
              <a:off x="7863122" y="5638955"/>
              <a:ext cx="1259074" cy="338554"/>
              <a:chOff x="8964789" y="2648929"/>
              <a:chExt cx="1259074" cy="338554"/>
            </a:xfrm>
          </p:grpSpPr>
          <p:sp>
            <p:nvSpPr>
              <p:cNvPr id="696" name="Google Shape;696;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7" name="Google Shape;697;p12"/>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8" name="Google Shape;698;p12"/>
            <p:cNvGrpSpPr/>
            <p:nvPr/>
          </p:nvGrpSpPr>
          <p:grpSpPr>
            <a:xfrm>
              <a:off x="8422070" y="5632673"/>
              <a:ext cx="1259074" cy="369332"/>
              <a:chOff x="8934916" y="2778923"/>
              <a:chExt cx="1259074" cy="369332"/>
            </a:xfrm>
          </p:grpSpPr>
          <p:sp>
            <p:nvSpPr>
              <p:cNvPr id="699" name="Google Shape;699;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0" name="Google Shape;700;p12"/>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701" name="Google Shape;701;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1"/>
                                        </p:tgtEl>
                                      </p:cBhvr>
                                    </p:animEffect>
                                    <p:set>
                                      <p:cBhvr>
                                        <p:cTn dur="1" fill="hold">
                                          <p:stCondLst>
                                            <p:cond delay="500"/>
                                          </p:stCondLst>
                                        </p:cTn>
                                        <p:tgtEl>
                                          <p:spTgt spid="6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82"/>
                                        </p:tgtEl>
                                      </p:cBhvr>
                                    </p:animEffect>
                                    <p:set>
                                      <p:cBhvr>
                                        <p:cTn dur="1" fill="hold">
                                          <p:stCondLst>
                                            <p:cond delay="500"/>
                                          </p:stCondLst>
                                        </p:cTn>
                                        <p:tgtEl>
                                          <p:spTgt spid="6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grpSp>
        <p:nvGrpSpPr>
          <p:cNvPr id="707" name="Google Shape;707;p13"/>
          <p:cNvGrpSpPr/>
          <p:nvPr/>
        </p:nvGrpSpPr>
        <p:grpSpPr>
          <a:xfrm>
            <a:off x="2578811" y="4965666"/>
            <a:ext cx="6866725" cy="1028731"/>
            <a:chOff x="2578811" y="4965666"/>
            <a:chExt cx="6866725" cy="1028731"/>
          </a:xfrm>
        </p:grpSpPr>
        <p:cxnSp>
          <p:nvCxnSpPr>
            <p:cNvPr id="708" name="Google Shape;708;p1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709" name="Google Shape;709;p13"/>
            <p:cNvGrpSpPr/>
            <p:nvPr/>
          </p:nvGrpSpPr>
          <p:grpSpPr>
            <a:xfrm>
              <a:off x="4062521" y="4965666"/>
              <a:ext cx="5383015" cy="1028731"/>
              <a:chOff x="4062521" y="4965666"/>
              <a:chExt cx="5383015" cy="1028731"/>
            </a:xfrm>
          </p:grpSpPr>
          <p:cxnSp>
            <p:nvCxnSpPr>
              <p:cNvPr id="710" name="Google Shape;710;p1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711" name="Google Shape;711;p1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712" name="Google Shape;712;p1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3" name="Google Shape;713;p1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14" name="Google Shape;714;p13"/>
          <p:cNvGrpSpPr/>
          <p:nvPr/>
        </p:nvGrpSpPr>
        <p:grpSpPr>
          <a:xfrm>
            <a:off x="10955688" y="4246759"/>
            <a:ext cx="549832" cy="1070215"/>
            <a:chOff x="4140" y="429"/>
            <a:chExt cx="1425" cy="2396"/>
          </a:xfrm>
        </p:grpSpPr>
        <p:sp>
          <p:nvSpPr>
            <p:cNvPr id="715" name="Google Shape;715;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6" name="Google Shape;716;p1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7" name="Google Shape;717;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8" name="Google Shape;718;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9" name="Google Shape;719;p1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0" name="Google Shape;720;p13"/>
            <p:cNvGrpSpPr/>
            <p:nvPr/>
          </p:nvGrpSpPr>
          <p:grpSpPr>
            <a:xfrm>
              <a:off x="4751" y="667"/>
              <a:ext cx="580" cy="146"/>
              <a:chOff x="617" y="2567"/>
              <a:chExt cx="724" cy="140"/>
            </a:xfrm>
          </p:grpSpPr>
          <p:sp>
            <p:nvSpPr>
              <p:cNvPr id="721" name="Google Shape;721;p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2" name="Google Shape;722;p1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3" name="Google Shape;723;p1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4" name="Google Shape;724;p13"/>
            <p:cNvGrpSpPr/>
            <p:nvPr/>
          </p:nvGrpSpPr>
          <p:grpSpPr>
            <a:xfrm>
              <a:off x="4745" y="996"/>
              <a:ext cx="580" cy="156"/>
              <a:chOff x="612" y="2570"/>
              <a:chExt cx="724" cy="162"/>
            </a:xfrm>
          </p:grpSpPr>
          <p:sp>
            <p:nvSpPr>
              <p:cNvPr id="725" name="Google Shape;725;p1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6" name="Google Shape;726;p1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7" name="Google Shape;727;p1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8" name="Google Shape;728;p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9" name="Google Shape;729;p13"/>
            <p:cNvGrpSpPr/>
            <p:nvPr/>
          </p:nvGrpSpPr>
          <p:grpSpPr>
            <a:xfrm>
              <a:off x="4733" y="1627"/>
              <a:ext cx="586" cy="151"/>
              <a:chOff x="611" y="2568"/>
              <a:chExt cx="730" cy="139"/>
            </a:xfrm>
          </p:grpSpPr>
          <p:sp>
            <p:nvSpPr>
              <p:cNvPr id="730" name="Google Shape;730;p1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1" name="Google Shape;731;p1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2" name="Google Shape;732;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33" name="Google Shape;733;p13"/>
            <p:cNvGrpSpPr/>
            <p:nvPr/>
          </p:nvGrpSpPr>
          <p:grpSpPr>
            <a:xfrm>
              <a:off x="4739" y="1325"/>
              <a:ext cx="580" cy="140"/>
              <a:chOff x="614" y="2566"/>
              <a:chExt cx="723" cy="140"/>
            </a:xfrm>
          </p:grpSpPr>
          <p:sp>
            <p:nvSpPr>
              <p:cNvPr id="734" name="Google Shape;734;p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5" name="Google Shape;735;p1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6" name="Google Shape;736;p1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7" name="Google Shape;737;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8" name="Google Shape;738;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9" name="Google Shape;739;p1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0" name="Google Shape;740;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1" name="Google Shape;741;p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2" name="Google Shape;742;p1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3" name="Google Shape;743;p1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4" name="Google Shape;744;p1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745" name="Google Shape;745;p1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6" name="Google Shape;746;p1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747" name="Google Shape;747;p13"/>
          <p:cNvGrpSpPr/>
          <p:nvPr/>
        </p:nvGrpSpPr>
        <p:grpSpPr>
          <a:xfrm>
            <a:off x="8510352" y="2078288"/>
            <a:ext cx="1946338" cy="2912558"/>
            <a:chOff x="8091785" y="2078288"/>
            <a:chExt cx="2364905" cy="2912558"/>
          </a:xfrm>
        </p:grpSpPr>
        <p:sp>
          <p:nvSpPr>
            <p:cNvPr id="748" name="Google Shape;748;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49" name="Google Shape;749;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50" name="Google Shape;750;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51" name="Google Shape;751;p1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752" name="Google Shape;752;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53" name="Google Shape;753;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54" name="Google Shape;754;p1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55" name="Google Shape;755;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56" name="Google Shape;756;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57" name="Google Shape;757;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758" name="Google Shape;758;p13"/>
          <p:cNvGrpSpPr/>
          <p:nvPr/>
        </p:nvGrpSpPr>
        <p:grpSpPr>
          <a:xfrm>
            <a:off x="1687770" y="2167472"/>
            <a:ext cx="2131701" cy="2912558"/>
            <a:chOff x="8091785" y="2078288"/>
            <a:chExt cx="2364905" cy="2912558"/>
          </a:xfrm>
        </p:grpSpPr>
        <p:sp>
          <p:nvSpPr>
            <p:cNvPr id="759" name="Google Shape;759;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60" name="Google Shape;760;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61" name="Google Shape;761;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62" name="Google Shape;762;p1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763" name="Google Shape;763;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64" name="Google Shape;764;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65" name="Google Shape;765;p1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66" name="Google Shape;766;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67" name="Google Shape;767;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68" name="Google Shape;768;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769" name="Google Shape;769;p13"/>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770" name="Google Shape;770;p13"/>
          <p:cNvGrpSpPr/>
          <p:nvPr/>
        </p:nvGrpSpPr>
        <p:grpSpPr>
          <a:xfrm>
            <a:off x="500734" y="4943580"/>
            <a:ext cx="1026523" cy="597153"/>
            <a:chOff x="7493876" y="2774731"/>
            <a:chExt cx="1481958" cy="894622"/>
          </a:xfrm>
        </p:grpSpPr>
        <p:sp>
          <p:nvSpPr>
            <p:cNvPr id="771" name="Google Shape;77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2" name="Google Shape;77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3" name="Google Shape;773;p13"/>
            <p:cNvGrpSpPr/>
            <p:nvPr/>
          </p:nvGrpSpPr>
          <p:grpSpPr>
            <a:xfrm>
              <a:off x="7713663" y="2848339"/>
              <a:ext cx="1042107" cy="425543"/>
              <a:chOff x="7786941" y="2884917"/>
              <a:chExt cx="897649" cy="353919"/>
            </a:xfrm>
          </p:grpSpPr>
          <p:sp>
            <p:nvSpPr>
              <p:cNvPr id="774" name="Google Shape;77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 name="Google Shape;77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78" name="Google Shape;778;p1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779" name="Google Shape;779;p13"/>
          <p:cNvGrpSpPr/>
          <p:nvPr/>
        </p:nvGrpSpPr>
        <p:grpSpPr>
          <a:xfrm>
            <a:off x="2462207" y="2756023"/>
            <a:ext cx="412750" cy="158750"/>
            <a:chOff x="1287" y="2524"/>
            <a:chExt cx="260" cy="100"/>
          </a:xfrm>
        </p:grpSpPr>
        <p:sp>
          <p:nvSpPr>
            <p:cNvPr id="780" name="Google Shape;780;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1" name="Google Shape;781;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2" name="Google Shape;782;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 name="Google Shape;783;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84" name="Google Shape;784;p13"/>
          <p:cNvGrpSpPr/>
          <p:nvPr/>
        </p:nvGrpSpPr>
        <p:grpSpPr>
          <a:xfrm>
            <a:off x="9681144" y="2673610"/>
            <a:ext cx="412750" cy="158750"/>
            <a:chOff x="1287" y="2524"/>
            <a:chExt cx="260" cy="100"/>
          </a:xfrm>
        </p:grpSpPr>
        <p:sp>
          <p:nvSpPr>
            <p:cNvPr id="785" name="Google Shape;785;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 name="Google Shape;787;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8" name="Google Shape;788;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9" name="Google Shape;789;p13"/>
          <p:cNvSpPr/>
          <p:nvPr/>
        </p:nvSpPr>
        <p:spPr>
          <a:xfrm>
            <a:off x="8043548" y="2078287"/>
            <a:ext cx="2443011"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3"/>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791" name="Google Shape;791;p13"/>
          <p:cNvSpPr/>
          <p:nvPr/>
        </p:nvSpPr>
        <p:spPr>
          <a:xfrm>
            <a:off x="425009" y="1191386"/>
            <a:ext cx="3666301" cy="445990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92" name="Google Shape;792;p13"/>
          <p:cNvGrpSpPr/>
          <p:nvPr/>
        </p:nvGrpSpPr>
        <p:grpSpPr>
          <a:xfrm>
            <a:off x="2462207" y="2756023"/>
            <a:ext cx="412750" cy="158750"/>
            <a:chOff x="1287" y="2524"/>
            <a:chExt cx="260" cy="100"/>
          </a:xfrm>
        </p:grpSpPr>
        <p:sp>
          <p:nvSpPr>
            <p:cNvPr id="793" name="Google Shape;793;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 name="Google Shape;794;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 name="Google Shape;795;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 name="Google Shape;796;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7" name="Google Shape;797;p1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Receiver: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798" name="Google Shape;798;p13"/>
          <p:cNvGrpSpPr/>
          <p:nvPr/>
        </p:nvGrpSpPr>
        <p:grpSpPr>
          <a:xfrm>
            <a:off x="2355694" y="3088859"/>
            <a:ext cx="1259074" cy="369332"/>
            <a:chOff x="8934916" y="2775692"/>
            <a:chExt cx="1259074" cy="369332"/>
          </a:xfrm>
        </p:grpSpPr>
        <p:sp>
          <p:nvSpPr>
            <p:cNvPr id="799" name="Google Shape;79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801" name="Google Shape;801;p13"/>
          <p:cNvSpPr txBox="1"/>
          <p:nvPr/>
        </p:nvSpPr>
        <p:spPr>
          <a:xfrm>
            <a:off x="4391041" y="312590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802" name="Google Shape;802;p13"/>
          <p:cNvSpPr txBox="1"/>
          <p:nvPr/>
        </p:nvSpPr>
        <p:spPr>
          <a:xfrm>
            <a:off x="4389103" y="2734423"/>
            <a:ext cx="3825456" cy="409023"/>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header values</a:t>
            </a:r>
            <a:endParaRPr/>
          </a:p>
        </p:txBody>
      </p:sp>
      <p:sp>
        <p:nvSpPr>
          <p:cNvPr id="803" name="Google Shape;803;p13"/>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804" name="Google Shape;804;p13"/>
          <p:cNvGrpSpPr/>
          <p:nvPr/>
        </p:nvGrpSpPr>
        <p:grpSpPr>
          <a:xfrm>
            <a:off x="1745737" y="4814948"/>
            <a:ext cx="1818022" cy="369332"/>
            <a:chOff x="7863122" y="5632673"/>
            <a:chExt cx="1818022" cy="369332"/>
          </a:xfrm>
        </p:grpSpPr>
        <p:grpSp>
          <p:nvGrpSpPr>
            <p:cNvPr id="805" name="Google Shape;805;p13"/>
            <p:cNvGrpSpPr/>
            <p:nvPr/>
          </p:nvGrpSpPr>
          <p:grpSpPr>
            <a:xfrm>
              <a:off x="7863122" y="5638955"/>
              <a:ext cx="1259074" cy="338554"/>
              <a:chOff x="8964789" y="2648929"/>
              <a:chExt cx="1259074" cy="338554"/>
            </a:xfrm>
          </p:grpSpPr>
          <p:sp>
            <p:nvSpPr>
              <p:cNvPr id="806" name="Google Shape;806;p1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 name="Google Shape;807;p1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808" name="Google Shape;808;p13"/>
            <p:cNvGrpSpPr/>
            <p:nvPr/>
          </p:nvGrpSpPr>
          <p:grpSpPr>
            <a:xfrm>
              <a:off x="8422070" y="5632673"/>
              <a:ext cx="1259074" cy="369332"/>
              <a:chOff x="8934916" y="2778923"/>
              <a:chExt cx="1259074" cy="369332"/>
            </a:xfrm>
          </p:grpSpPr>
          <p:sp>
            <p:nvSpPr>
              <p:cNvPr id="809" name="Google Shape;80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 name="Google Shape;810;p1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811" name="Google Shape;811;p13"/>
          <p:cNvSpPr txBox="1"/>
          <p:nvPr/>
        </p:nvSpPr>
        <p:spPr>
          <a:xfrm>
            <a:off x="4395862" y="380972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812" name="Google Shape;812;p13"/>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 name="Google Shape;813;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04"/>
                                        </p:tgtEl>
                                      </p:cBhvr>
                                    </p:animEffect>
                                    <p:set>
                                      <p:cBhvr>
                                        <p:cTn dur="1" fill="hold">
                                          <p:stCondLst>
                                            <p:cond delay="500"/>
                                          </p:stCondLst>
                                        </p:cTn>
                                        <p:tgtEl>
                                          <p:spTgt spid="8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12"/>
                                        </p:tgtEl>
                                      </p:cBhvr>
                                    </p:animEffect>
                                    <p:set>
                                      <p:cBhvr>
                                        <p:cTn dur="1" fill="hold">
                                          <p:stCondLst>
                                            <p:cond delay="500"/>
                                          </p:stCondLst>
                                        </p:cTn>
                                        <p:tgtEl>
                                          <p:spTgt spid="8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500"/>
                                        <p:tgtEl>
                                          <p:spTgt spid="798"/>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500"/>
                                        <p:tgtEl>
                                          <p:spTgt spid="8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4"/>
          <p:cNvSpPr txBox="1"/>
          <p:nvPr>
            <p:ph type="title"/>
          </p:nvPr>
        </p:nvSpPr>
        <p:spPr>
          <a:xfrm>
            <a:off x="768711" y="25934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820" name="Google Shape;820;p1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 name="Google Shape;821;p1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2" name="Google Shape;822;p14"/>
          <p:cNvGrpSpPr/>
          <p:nvPr/>
        </p:nvGrpSpPr>
        <p:grpSpPr>
          <a:xfrm>
            <a:off x="7205350" y="3289251"/>
            <a:ext cx="1458912" cy="933450"/>
            <a:chOff x="2889" y="1631"/>
            <a:chExt cx="980" cy="743"/>
          </a:xfrm>
        </p:grpSpPr>
        <p:sp>
          <p:nvSpPr>
            <p:cNvPr id="823" name="Google Shape;823;p1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4" name="Google Shape;824;p1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825" name="Google Shape;825;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827" name="Google Shape;827;p1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828" name="Google Shape;828;p1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829" name="Google Shape;829;p1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0" name="Google Shape;830;p14"/>
          <p:cNvGrpSpPr/>
          <p:nvPr/>
        </p:nvGrpSpPr>
        <p:grpSpPr>
          <a:xfrm>
            <a:off x="10837700" y="3928050"/>
            <a:ext cx="687393" cy="721548"/>
            <a:chOff x="5203089" y="1751190"/>
            <a:chExt cx="858331" cy="662414"/>
          </a:xfrm>
        </p:grpSpPr>
        <p:sp>
          <p:nvSpPr>
            <p:cNvPr id="831" name="Google Shape;831;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2" name="Google Shape;832;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33" name="Google Shape;833;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34" name="Google Shape;834;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35" name="Google Shape;835;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36" name="Google Shape;836;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37" name="Google Shape;837;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8" name="Google Shape;838;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39" name="Google Shape;839;p14"/>
          <p:cNvGrpSpPr/>
          <p:nvPr/>
        </p:nvGrpSpPr>
        <p:grpSpPr>
          <a:xfrm>
            <a:off x="10771171" y="3194171"/>
            <a:ext cx="594613" cy="648336"/>
            <a:chOff x="5203089" y="1751190"/>
            <a:chExt cx="858331" cy="662414"/>
          </a:xfrm>
        </p:grpSpPr>
        <p:sp>
          <p:nvSpPr>
            <p:cNvPr id="840" name="Google Shape;84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 name="Google Shape;84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42" name="Google Shape;842;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43" name="Google Shape;843;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44" name="Google Shape;844;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45" name="Google Shape;845;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46" name="Google Shape;846;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47" name="Google Shape;847;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848" name="Google Shape;848;p1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 name="Google Shape;849;p1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850" name="Google Shape;850;p1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1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852" name="Google Shape;852;p1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853" name="Google Shape;853;p1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854" name="Google Shape;854;p1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855" name="Google Shape;855;p1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856" name="Google Shape;856;p1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857" name="Google Shape;857;p1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858" name="Google Shape;858;p1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859" name="Google Shape;859;p1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0" name="Google Shape;860;p1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1" name="Google Shape;861;p1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862" name="Google Shape;862;p1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863" name="Google Shape;863;p1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864" name="Google Shape;864;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865" name="Google Shape;865;p14"/>
          <p:cNvGrpSpPr/>
          <p:nvPr/>
        </p:nvGrpSpPr>
        <p:grpSpPr>
          <a:xfrm>
            <a:off x="7562238" y="2127325"/>
            <a:ext cx="3578867" cy="3640284"/>
            <a:chOff x="7562238" y="2127325"/>
            <a:chExt cx="3578867" cy="3640284"/>
          </a:xfrm>
        </p:grpSpPr>
        <p:grpSp>
          <p:nvGrpSpPr>
            <p:cNvPr id="866" name="Google Shape;866;p14"/>
            <p:cNvGrpSpPr/>
            <p:nvPr/>
          </p:nvGrpSpPr>
          <p:grpSpPr>
            <a:xfrm>
              <a:off x="7857253" y="2127325"/>
              <a:ext cx="3283852" cy="3640284"/>
              <a:chOff x="7881336" y="2104198"/>
              <a:chExt cx="3283852" cy="3640284"/>
            </a:xfrm>
          </p:grpSpPr>
          <p:cxnSp>
            <p:nvCxnSpPr>
              <p:cNvPr id="867" name="Google Shape;867;p1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868" name="Google Shape;868;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869" name="Google Shape;869;p1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870" name="Google Shape;870;p1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871" name="Google Shape;871;p1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872" name="Google Shape;872;p1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873" name="Google Shape;873;p1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874" name="Google Shape;874;p1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875" name="Google Shape;875;p1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876" name="Google Shape;876;p1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877" name="Google Shape;877;p1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878" name="Google Shape;878;p1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879" name="Google Shape;879;p1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880" name="Google Shape;880;p1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881" name="Google Shape;881;p1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882" name="Google Shape;882;p1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3" name="Google Shape;883;p1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4" name="Google Shape;884;p1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885" name="Google Shape;885;p1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886" name="Google Shape;886;p1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887" name="Google Shape;887;p1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888" name="Google Shape;888;p1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889" name="Google Shape;889;p1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890" name="Google Shape;890;p1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891" name="Google Shape;891;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892" name="Google Shape;892;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893" name="Google Shape;893;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894" name="Google Shape;894;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895" name="Google Shape;895;p1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896" name="Google Shape;896;p14"/>
          <p:cNvGrpSpPr/>
          <p:nvPr/>
        </p:nvGrpSpPr>
        <p:grpSpPr>
          <a:xfrm>
            <a:off x="8050698" y="2309376"/>
            <a:ext cx="298450" cy="464008"/>
            <a:chOff x="3130" y="3288"/>
            <a:chExt cx="410" cy="742"/>
          </a:xfrm>
        </p:grpSpPr>
        <p:cxnSp>
          <p:nvCxnSpPr>
            <p:cNvPr id="897" name="Google Shape;897;p1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898" name="Google Shape;898;p1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899" name="Google Shape;899;p1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0" name="Google Shape;900;p1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1" name="Google Shape;901;p1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02" name="Google Shape;902;p1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03" name="Google Shape;903;p1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04" name="Google Shape;904;p1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05" name="Google Shape;905;p1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06" name="Google Shape;906;p1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07" name="Google Shape;907;p1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08" name="Google Shape;908;p1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09" name="Google Shape;909;p1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10" name="Google Shape;910;p1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11" name="Google Shape;911;p1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12" name="Google Shape;912;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913" name="Google Shape;913;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914" name="Google Shape;914;p14"/>
          <p:cNvGrpSpPr/>
          <p:nvPr/>
        </p:nvGrpSpPr>
        <p:grpSpPr>
          <a:xfrm>
            <a:off x="9783558" y="4989983"/>
            <a:ext cx="393760" cy="218578"/>
            <a:chOff x="7493876" y="2774731"/>
            <a:chExt cx="1481958" cy="894622"/>
          </a:xfrm>
        </p:grpSpPr>
        <p:sp>
          <p:nvSpPr>
            <p:cNvPr id="915" name="Google Shape;91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6" name="Google Shape;91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7" name="Google Shape;917;p14"/>
            <p:cNvGrpSpPr/>
            <p:nvPr/>
          </p:nvGrpSpPr>
          <p:grpSpPr>
            <a:xfrm>
              <a:off x="7713663" y="2848339"/>
              <a:ext cx="1042107" cy="425543"/>
              <a:chOff x="7786941" y="2884917"/>
              <a:chExt cx="897649" cy="353919"/>
            </a:xfrm>
          </p:grpSpPr>
          <p:sp>
            <p:nvSpPr>
              <p:cNvPr id="918" name="Google Shape;91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9" name="Google Shape;91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0" name="Google Shape;92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1" name="Google Shape;92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22" name="Google Shape;922;p14"/>
          <p:cNvGrpSpPr/>
          <p:nvPr/>
        </p:nvGrpSpPr>
        <p:grpSpPr>
          <a:xfrm>
            <a:off x="9849365" y="5339037"/>
            <a:ext cx="309740" cy="190838"/>
            <a:chOff x="3668110" y="2448910"/>
            <a:chExt cx="3794234" cy="2165130"/>
          </a:xfrm>
        </p:grpSpPr>
        <p:sp>
          <p:nvSpPr>
            <p:cNvPr id="923" name="Google Shape;923;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5" name="Google Shape;925;p14"/>
            <p:cNvGrpSpPr/>
            <p:nvPr/>
          </p:nvGrpSpPr>
          <p:grpSpPr>
            <a:xfrm>
              <a:off x="3941378" y="2603243"/>
              <a:ext cx="3202061" cy="1066110"/>
              <a:chOff x="7939341" y="3037317"/>
              <a:chExt cx="897649" cy="353919"/>
            </a:xfrm>
          </p:grpSpPr>
          <p:sp>
            <p:nvSpPr>
              <p:cNvPr id="926" name="Google Shape;926;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7" name="Google Shape;927;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 name="Google Shape;928;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9" name="Google Shape;929;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0" name="Google Shape;930;p14"/>
          <p:cNvGrpSpPr/>
          <p:nvPr/>
        </p:nvGrpSpPr>
        <p:grpSpPr>
          <a:xfrm>
            <a:off x="8676619" y="4967420"/>
            <a:ext cx="393760" cy="218578"/>
            <a:chOff x="7493876" y="2774731"/>
            <a:chExt cx="1481958" cy="894622"/>
          </a:xfrm>
        </p:grpSpPr>
        <p:sp>
          <p:nvSpPr>
            <p:cNvPr id="931" name="Google Shape;93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32" name="Google Shape;93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33" name="Google Shape;933;p14"/>
            <p:cNvGrpSpPr/>
            <p:nvPr/>
          </p:nvGrpSpPr>
          <p:grpSpPr>
            <a:xfrm>
              <a:off x="7713663" y="2848339"/>
              <a:ext cx="1042107" cy="425543"/>
              <a:chOff x="7786941" y="2884917"/>
              <a:chExt cx="897649" cy="353919"/>
            </a:xfrm>
          </p:grpSpPr>
          <p:sp>
            <p:nvSpPr>
              <p:cNvPr id="934" name="Google Shape;93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5" name="Google Shape;93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6" name="Google Shape;93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7" name="Google Shape;93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8" name="Google Shape;938;p14"/>
          <p:cNvGrpSpPr/>
          <p:nvPr/>
        </p:nvGrpSpPr>
        <p:grpSpPr>
          <a:xfrm>
            <a:off x="8311520" y="5194433"/>
            <a:ext cx="309740" cy="190838"/>
            <a:chOff x="3668110" y="2448910"/>
            <a:chExt cx="3794234" cy="2165130"/>
          </a:xfrm>
        </p:grpSpPr>
        <p:sp>
          <p:nvSpPr>
            <p:cNvPr id="939" name="Google Shape;939;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0" name="Google Shape;940;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41" name="Google Shape;941;p14"/>
            <p:cNvGrpSpPr/>
            <p:nvPr/>
          </p:nvGrpSpPr>
          <p:grpSpPr>
            <a:xfrm>
              <a:off x="3941378" y="2603243"/>
              <a:ext cx="3202061" cy="1066110"/>
              <a:chOff x="7939341" y="3037317"/>
              <a:chExt cx="897649" cy="353919"/>
            </a:xfrm>
          </p:grpSpPr>
          <p:sp>
            <p:nvSpPr>
              <p:cNvPr id="942" name="Google Shape;942;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3" name="Google Shape;943;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 name="Google Shape;944;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5" name="Google Shape;945;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46" name="Google Shape;946;p14"/>
          <p:cNvGrpSpPr/>
          <p:nvPr/>
        </p:nvGrpSpPr>
        <p:grpSpPr>
          <a:xfrm>
            <a:off x="8439827" y="2812309"/>
            <a:ext cx="353678" cy="168275"/>
            <a:chOff x="7493876" y="2774731"/>
            <a:chExt cx="1481958" cy="894622"/>
          </a:xfrm>
        </p:grpSpPr>
        <p:sp>
          <p:nvSpPr>
            <p:cNvPr id="947" name="Google Shape;94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48" name="Google Shape;94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49" name="Google Shape;949;p14"/>
            <p:cNvGrpSpPr/>
            <p:nvPr/>
          </p:nvGrpSpPr>
          <p:grpSpPr>
            <a:xfrm>
              <a:off x="7713663" y="2848339"/>
              <a:ext cx="1042107" cy="425543"/>
              <a:chOff x="7786941" y="2884917"/>
              <a:chExt cx="897649" cy="353919"/>
            </a:xfrm>
          </p:grpSpPr>
          <p:sp>
            <p:nvSpPr>
              <p:cNvPr id="950" name="Google Shape;95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1" name="Google Shape;95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2" name="Google Shape;95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3" name="Google Shape;95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54" name="Google Shape;954;p14"/>
          <p:cNvGrpSpPr/>
          <p:nvPr/>
        </p:nvGrpSpPr>
        <p:grpSpPr>
          <a:xfrm>
            <a:off x="8050070" y="3965994"/>
            <a:ext cx="354986" cy="175668"/>
            <a:chOff x="7493876" y="2774731"/>
            <a:chExt cx="1481958" cy="894622"/>
          </a:xfrm>
        </p:grpSpPr>
        <p:sp>
          <p:nvSpPr>
            <p:cNvPr id="955" name="Google Shape;95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56" name="Google Shape;95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57" name="Google Shape;957;p14"/>
            <p:cNvGrpSpPr/>
            <p:nvPr/>
          </p:nvGrpSpPr>
          <p:grpSpPr>
            <a:xfrm>
              <a:off x="7713663" y="2848339"/>
              <a:ext cx="1042107" cy="425543"/>
              <a:chOff x="7786941" y="2884917"/>
              <a:chExt cx="897649" cy="353919"/>
            </a:xfrm>
          </p:grpSpPr>
          <p:sp>
            <p:nvSpPr>
              <p:cNvPr id="958" name="Google Shape;95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9" name="Google Shape;95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0" name="Google Shape;96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1" name="Google Shape;96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62" name="Google Shape;962;p14"/>
          <p:cNvGrpSpPr/>
          <p:nvPr/>
        </p:nvGrpSpPr>
        <p:grpSpPr>
          <a:xfrm>
            <a:off x="10884085" y="3601365"/>
            <a:ext cx="170989" cy="97052"/>
            <a:chOff x="7493876" y="2774731"/>
            <a:chExt cx="1481958" cy="894622"/>
          </a:xfrm>
        </p:grpSpPr>
        <p:sp>
          <p:nvSpPr>
            <p:cNvPr id="963" name="Google Shape;96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64" name="Google Shape;96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65" name="Google Shape;965;p14"/>
            <p:cNvGrpSpPr/>
            <p:nvPr/>
          </p:nvGrpSpPr>
          <p:grpSpPr>
            <a:xfrm>
              <a:off x="7713663" y="2848339"/>
              <a:ext cx="1042107" cy="425543"/>
              <a:chOff x="7786941" y="2884917"/>
              <a:chExt cx="897649" cy="353919"/>
            </a:xfrm>
          </p:grpSpPr>
          <p:sp>
            <p:nvSpPr>
              <p:cNvPr id="966" name="Google Shape;96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 name="Google Shape;96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8" name="Google Shape;96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9" name="Google Shape;96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0" name="Google Shape;970;p14"/>
          <p:cNvGrpSpPr/>
          <p:nvPr/>
        </p:nvGrpSpPr>
        <p:grpSpPr>
          <a:xfrm>
            <a:off x="10410609" y="3496138"/>
            <a:ext cx="353678" cy="198344"/>
            <a:chOff x="7493876" y="2774731"/>
            <a:chExt cx="1481958" cy="894622"/>
          </a:xfrm>
        </p:grpSpPr>
        <p:sp>
          <p:nvSpPr>
            <p:cNvPr id="971" name="Google Shape;97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72" name="Google Shape;97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73" name="Google Shape;973;p14"/>
            <p:cNvGrpSpPr/>
            <p:nvPr/>
          </p:nvGrpSpPr>
          <p:grpSpPr>
            <a:xfrm>
              <a:off x="7713663" y="2848339"/>
              <a:ext cx="1042107" cy="425543"/>
              <a:chOff x="7786941" y="2884917"/>
              <a:chExt cx="897649" cy="353919"/>
            </a:xfrm>
          </p:grpSpPr>
          <p:sp>
            <p:nvSpPr>
              <p:cNvPr id="974" name="Google Shape;97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5" name="Google Shape;97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6" name="Google Shape;97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7" name="Google Shape;97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8" name="Google Shape;978;p14"/>
          <p:cNvGrpSpPr/>
          <p:nvPr/>
        </p:nvGrpSpPr>
        <p:grpSpPr>
          <a:xfrm>
            <a:off x="9948724" y="2202292"/>
            <a:ext cx="353678" cy="198344"/>
            <a:chOff x="7493876" y="2774731"/>
            <a:chExt cx="1481958" cy="894622"/>
          </a:xfrm>
        </p:grpSpPr>
        <p:sp>
          <p:nvSpPr>
            <p:cNvPr id="979" name="Google Shape;97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0" name="Google Shape;98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1" name="Google Shape;981;p14"/>
            <p:cNvGrpSpPr/>
            <p:nvPr/>
          </p:nvGrpSpPr>
          <p:grpSpPr>
            <a:xfrm>
              <a:off x="7713663" y="2848339"/>
              <a:ext cx="1042107" cy="425543"/>
              <a:chOff x="7786941" y="2884917"/>
              <a:chExt cx="897649" cy="353919"/>
            </a:xfrm>
          </p:grpSpPr>
          <p:sp>
            <p:nvSpPr>
              <p:cNvPr id="982" name="Google Shape;98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3" name="Google Shape;98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4" name="Google Shape;98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5" name="Google Shape;98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86" name="Google Shape;986;p14"/>
          <p:cNvGrpSpPr/>
          <p:nvPr/>
        </p:nvGrpSpPr>
        <p:grpSpPr>
          <a:xfrm>
            <a:off x="10527214" y="2613367"/>
            <a:ext cx="353678" cy="198344"/>
            <a:chOff x="7493876" y="2774731"/>
            <a:chExt cx="1481958" cy="894622"/>
          </a:xfrm>
        </p:grpSpPr>
        <p:sp>
          <p:nvSpPr>
            <p:cNvPr id="987" name="Google Shape;98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8" name="Google Shape;98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9" name="Google Shape;989;p14"/>
            <p:cNvGrpSpPr/>
            <p:nvPr/>
          </p:nvGrpSpPr>
          <p:grpSpPr>
            <a:xfrm>
              <a:off x="7713663" y="2848339"/>
              <a:ext cx="1042107" cy="425543"/>
              <a:chOff x="7786941" y="2884917"/>
              <a:chExt cx="897649" cy="353919"/>
            </a:xfrm>
          </p:grpSpPr>
          <p:sp>
            <p:nvSpPr>
              <p:cNvPr id="990" name="Google Shape;99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1" name="Google Shape;99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 name="Google Shape;99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 name="Google Shape;99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4" name="Google Shape;994;p14"/>
          <p:cNvGrpSpPr/>
          <p:nvPr/>
        </p:nvGrpSpPr>
        <p:grpSpPr>
          <a:xfrm>
            <a:off x="10643825" y="2107963"/>
            <a:ext cx="353678" cy="198344"/>
            <a:chOff x="7493876" y="2774731"/>
            <a:chExt cx="1481958" cy="894622"/>
          </a:xfrm>
        </p:grpSpPr>
        <p:sp>
          <p:nvSpPr>
            <p:cNvPr id="995" name="Google Shape;99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6" name="Google Shape;99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7" name="Google Shape;997;p14"/>
            <p:cNvGrpSpPr/>
            <p:nvPr/>
          </p:nvGrpSpPr>
          <p:grpSpPr>
            <a:xfrm>
              <a:off x="7713663" y="2848339"/>
              <a:ext cx="1042107" cy="425543"/>
              <a:chOff x="7786941" y="2884917"/>
              <a:chExt cx="897649" cy="353919"/>
            </a:xfrm>
          </p:grpSpPr>
          <p:sp>
            <p:nvSpPr>
              <p:cNvPr id="998" name="Google Shape;99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9" name="Google Shape;99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0" name="Google Shape;100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1" name="Google Shape;100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02" name="Google Shape;1002;p14"/>
          <p:cNvGrpSpPr/>
          <p:nvPr/>
        </p:nvGrpSpPr>
        <p:grpSpPr>
          <a:xfrm>
            <a:off x="9098788" y="3956624"/>
            <a:ext cx="367224" cy="240304"/>
            <a:chOff x="7493876" y="2774731"/>
            <a:chExt cx="1481958" cy="894622"/>
          </a:xfrm>
        </p:grpSpPr>
        <p:sp>
          <p:nvSpPr>
            <p:cNvPr id="1003" name="Google Shape;100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4" name="Google Shape;100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5" name="Google Shape;1005;p14"/>
            <p:cNvGrpSpPr/>
            <p:nvPr/>
          </p:nvGrpSpPr>
          <p:grpSpPr>
            <a:xfrm>
              <a:off x="7713663" y="2848339"/>
              <a:ext cx="1042107" cy="425543"/>
              <a:chOff x="7786941" y="2884917"/>
              <a:chExt cx="897649" cy="353919"/>
            </a:xfrm>
          </p:grpSpPr>
          <p:sp>
            <p:nvSpPr>
              <p:cNvPr id="1006" name="Google Shape;100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7" name="Google Shape;100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8" name="Google Shape;100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 name="Google Shape;100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0" name="Google Shape;1010;p14"/>
          <p:cNvGrpSpPr/>
          <p:nvPr/>
        </p:nvGrpSpPr>
        <p:grpSpPr>
          <a:xfrm>
            <a:off x="9980126" y="2661565"/>
            <a:ext cx="353678" cy="198344"/>
            <a:chOff x="7493876" y="2774731"/>
            <a:chExt cx="1481958" cy="894622"/>
          </a:xfrm>
        </p:grpSpPr>
        <p:sp>
          <p:nvSpPr>
            <p:cNvPr id="1011" name="Google Shape;101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2" name="Google Shape;101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3" name="Google Shape;1013;p14"/>
            <p:cNvGrpSpPr/>
            <p:nvPr/>
          </p:nvGrpSpPr>
          <p:grpSpPr>
            <a:xfrm>
              <a:off x="7713663" y="2848339"/>
              <a:ext cx="1042107" cy="425543"/>
              <a:chOff x="7786941" y="2884917"/>
              <a:chExt cx="897649" cy="353919"/>
            </a:xfrm>
          </p:grpSpPr>
          <p:sp>
            <p:nvSpPr>
              <p:cNvPr id="1014" name="Google Shape;101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5" name="Google Shape;101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6" name="Google Shape;101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 name="Google Shape;101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8" name="Google Shape;1018;p14"/>
          <p:cNvGrpSpPr/>
          <p:nvPr/>
        </p:nvGrpSpPr>
        <p:grpSpPr>
          <a:xfrm>
            <a:off x="9497138" y="3394032"/>
            <a:ext cx="367224" cy="240304"/>
            <a:chOff x="7493876" y="2774731"/>
            <a:chExt cx="1481958" cy="894622"/>
          </a:xfrm>
        </p:grpSpPr>
        <p:sp>
          <p:nvSpPr>
            <p:cNvPr id="1019" name="Google Shape;101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0" name="Google Shape;102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1" name="Google Shape;1021;p14"/>
            <p:cNvGrpSpPr/>
            <p:nvPr/>
          </p:nvGrpSpPr>
          <p:grpSpPr>
            <a:xfrm>
              <a:off x="7713663" y="2848339"/>
              <a:ext cx="1042107" cy="425543"/>
              <a:chOff x="7786941" y="2884917"/>
              <a:chExt cx="897649" cy="353919"/>
            </a:xfrm>
          </p:grpSpPr>
          <p:sp>
            <p:nvSpPr>
              <p:cNvPr id="1022" name="Google Shape;102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3" name="Google Shape;102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4" name="Google Shape;102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5" name="Google Shape;102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6" name="Google Shape;1026;p14"/>
          <p:cNvGrpSpPr/>
          <p:nvPr/>
        </p:nvGrpSpPr>
        <p:grpSpPr>
          <a:xfrm>
            <a:off x="9601554" y="3999763"/>
            <a:ext cx="367224" cy="240304"/>
            <a:chOff x="7493876" y="2774731"/>
            <a:chExt cx="1481958" cy="894622"/>
          </a:xfrm>
        </p:grpSpPr>
        <p:sp>
          <p:nvSpPr>
            <p:cNvPr id="1027" name="Google Shape;102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8" name="Google Shape;102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9" name="Google Shape;1029;p14"/>
            <p:cNvGrpSpPr/>
            <p:nvPr/>
          </p:nvGrpSpPr>
          <p:grpSpPr>
            <a:xfrm>
              <a:off x="7713663" y="2848339"/>
              <a:ext cx="1042107" cy="425543"/>
              <a:chOff x="7786941" y="2884917"/>
              <a:chExt cx="897649" cy="353919"/>
            </a:xfrm>
          </p:grpSpPr>
          <p:sp>
            <p:nvSpPr>
              <p:cNvPr id="1030" name="Google Shape;103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1" name="Google Shape;103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2" name="Google Shape;103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3" name="Google Shape;103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4" name="Google Shape;1034;p14"/>
          <p:cNvGrpSpPr/>
          <p:nvPr/>
        </p:nvGrpSpPr>
        <p:grpSpPr>
          <a:xfrm>
            <a:off x="10375259" y="3992325"/>
            <a:ext cx="353678" cy="198344"/>
            <a:chOff x="7493876" y="2774731"/>
            <a:chExt cx="1481958" cy="894622"/>
          </a:xfrm>
        </p:grpSpPr>
        <p:sp>
          <p:nvSpPr>
            <p:cNvPr id="1035" name="Google Shape;103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6" name="Google Shape;103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7" name="Google Shape;1037;p14"/>
            <p:cNvGrpSpPr/>
            <p:nvPr/>
          </p:nvGrpSpPr>
          <p:grpSpPr>
            <a:xfrm>
              <a:off x="7713663" y="2848339"/>
              <a:ext cx="1042107" cy="425543"/>
              <a:chOff x="7786941" y="2884917"/>
              <a:chExt cx="897649" cy="353919"/>
            </a:xfrm>
          </p:grpSpPr>
          <p:sp>
            <p:nvSpPr>
              <p:cNvPr id="1038" name="Google Shape;103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9" name="Google Shape;103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 name="Google Shape;104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 name="Google Shape;104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2" name="Google Shape;1042;p14"/>
          <p:cNvGrpSpPr/>
          <p:nvPr/>
        </p:nvGrpSpPr>
        <p:grpSpPr>
          <a:xfrm>
            <a:off x="9247893" y="4775686"/>
            <a:ext cx="393760" cy="218578"/>
            <a:chOff x="7493876" y="2774731"/>
            <a:chExt cx="1481958" cy="894622"/>
          </a:xfrm>
        </p:grpSpPr>
        <p:sp>
          <p:nvSpPr>
            <p:cNvPr id="1043" name="Google Shape;104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4" name="Google Shape;104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5" name="Google Shape;1045;p14"/>
            <p:cNvGrpSpPr/>
            <p:nvPr/>
          </p:nvGrpSpPr>
          <p:grpSpPr>
            <a:xfrm>
              <a:off x="7713663" y="2848339"/>
              <a:ext cx="1042107" cy="425543"/>
              <a:chOff x="7786941" y="2884917"/>
              <a:chExt cx="897649" cy="353919"/>
            </a:xfrm>
          </p:grpSpPr>
          <p:sp>
            <p:nvSpPr>
              <p:cNvPr id="1046" name="Google Shape;104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7" name="Google Shape;104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8" name="Google Shape;104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 name="Google Shape;104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0" name="Google Shape;1050;p14"/>
          <p:cNvGrpSpPr/>
          <p:nvPr/>
        </p:nvGrpSpPr>
        <p:grpSpPr>
          <a:xfrm>
            <a:off x="10925982" y="4369125"/>
            <a:ext cx="228295" cy="120400"/>
            <a:chOff x="7493876" y="2774731"/>
            <a:chExt cx="1481958" cy="894622"/>
          </a:xfrm>
        </p:grpSpPr>
        <p:sp>
          <p:nvSpPr>
            <p:cNvPr id="1051" name="Google Shape;105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2" name="Google Shape;105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3" name="Google Shape;1053;p14"/>
            <p:cNvGrpSpPr/>
            <p:nvPr/>
          </p:nvGrpSpPr>
          <p:grpSpPr>
            <a:xfrm>
              <a:off x="7713663" y="2848339"/>
              <a:ext cx="1042107" cy="425543"/>
              <a:chOff x="7786941" y="2884917"/>
              <a:chExt cx="897649" cy="353919"/>
            </a:xfrm>
          </p:grpSpPr>
          <p:sp>
            <p:nvSpPr>
              <p:cNvPr id="1054" name="Google Shape;105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5" name="Google Shape;105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6" name="Google Shape;105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7" name="Google Shape;105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8" name="Google Shape;1058;p14"/>
          <p:cNvGrpSpPr/>
          <p:nvPr/>
        </p:nvGrpSpPr>
        <p:grpSpPr>
          <a:xfrm>
            <a:off x="7439074" y="2356613"/>
            <a:ext cx="534987" cy="414882"/>
            <a:chOff x="7432700" y="2327293"/>
            <a:chExt cx="534987" cy="414882"/>
          </a:xfrm>
        </p:grpSpPr>
        <p:pic>
          <p:nvPicPr>
            <p:cNvPr descr="antenna_stylized" id="1059" name="Google Shape;1059;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060" name="Google Shape;1060;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061" name="Google Shape;1061;p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62" name="Google Shape;1062;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063" name="Google Shape;1063;p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4" name="Google Shape;1064;p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5" name="Google Shape;1065;p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6" name="Google Shape;1066;p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7" name="Google Shape;1067;p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8" name="Google Shape;1068;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69" name="Google Shape;1069;p14"/>
            <p:cNvGrpSpPr/>
            <p:nvPr/>
          </p:nvGrpSpPr>
          <p:grpSpPr>
            <a:xfrm>
              <a:off x="7594735" y="2642220"/>
              <a:ext cx="98740" cy="36846"/>
              <a:chOff x="1740" y="2642"/>
              <a:chExt cx="752" cy="327"/>
            </a:xfrm>
          </p:grpSpPr>
          <p:sp>
            <p:nvSpPr>
              <p:cNvPr id="1070" name="Google Shape;107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1" name="Google Shape;107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2" name="Google Shape;107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3" name="Google Shape;107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4" name="Google Shape;107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5" name="Google Shape;107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76" name="Google Shape;1076;p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7" name="Google Shape;1077;p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8" name="Google Shape;1078;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9" name="Google Shape;1079;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0" name="Google Shape;1080;p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1" name="Google Shape;1081;p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82" name="Google Shape;1082;p14"/>
          <p:cNvGrpSpPr/>
          <p:nvPr/>
        </p:nvGrpSpPr>
        <p:grpSpPr>
          <a:xfrm>
            <a:off x="8637781" y="2319727"/>
            <a:ext cx="530702" cy="478009"/>
            <a:chOff x="8631407" y="2290407"/>
            <a:chExt cx="530702" cy="478009"/>
          </a:xfrm>
        </p:grpSpPr>
        <p:pic>
          <p:nvPicPr>
            <p:cNvPr descr="light2.png" id="1083" name="Google Shape;1083;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084" name="Google Shape;1084;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085" name="Google Shape;1085;p14"/>
          <p:cNvGrpSpPr/>
          <p:nvPr/>
        </p:nvGrpSpPr>
        <p:grpSpPr>
          <a:xfrm>
            <a:off x="8499539" y="2059124"/>
            <a:ext cx="849312" cy="226109"/>
            <a:chOff x="8493165" y="2029804"/>
            <a:chExt cx="849312" cy="226109"/>
          </a:xfrm>
        </p:grpSpPr>
        <p:pic>
          <p:nvPicPr>
            <p:cNvPr descr="car_icon_small" id="1086" name="Google Shape;1086;p1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1087" name="Google Shape;1087;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088" name="Google Shape;1088;p14"/>
          <p:cNvGrpSpPr/>
          <p:nvPr/>
        </p:nvGrpSpPr>
        <p:grpSpPr>
          <a:xfrm>
            <a:off x="7493518" y="3325424"/>
            <a:ext cx="857739" cy="583764"/>
            <a:chOff x="7487144" y="3296104"/>
            <a:chExt cx="857739" cy="583764"/>
          </a:xfrm>
        </p:grpSpPr>
        <p:grpSp>
          <p:nvGrpSpPr>
            <p:cNvPr id="1089" name="Google Shape;1089;p14"/>
            <p:cNvGrpSpPr/>
            <p:nvPr/>
          </p:nvGrpSpPr>
          <p:grpSpPr>
            <a:xfrm>
              <a:off x="7487144" y="3389820"/>
              <a:ext cx="350807" cy="310034"/>
              <a:chOff x="7487144" y="3389820"/>
              <a:chExt cx="350807" cy="310034"/>
            </a:xfrm>
          </p:grpSpPr>
          <p:pic>
            <p:nvPicPr>
              <p:cNvPr descr="antenna_stylized" id="1090" name="Google Shape;1090;p1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1091" name="Google Shape;1091;p14"/>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1092" name="Google Shape;1092;p1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93" name="Google Shape;1093;p1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1094" name="Google Shape;1094;p1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5" name="Google Shape;1095;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6" name="Google Shape;1096;p1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7" name="Google Shape;1097;p1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8" name="Google Shape;1098;p1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9" name="Google Shape;1099;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00" name="Google Shape;1100;p14"/>
              <p:cNvGrpSpPr/>
              <p:nvPr/>
            </p:nvGrpSpPr>
            <p:grpSpPr>
              <a:xfrm>
                <a:off x="7593395" y="3625649"/>
                <a:ext cx="64747" cy="27592"/>
                <a:chOff x="1740" y="2642"/>
                <a:chExt cx="752" cy="327"/>
              </a:xfrm>
            </p:grpSpPr>
            <p:sp>
              <p:nvSpPr>
                <p:cNvPr id="1101" name="Google Shape;1101;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2" name="Google Shape;1102;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3" name="Google Shape;1103;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4" name="Google Shape;1104;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5" name="Google Shape;1105;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6" name="Google Shape;1106;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07" name="Google Shape;1107;p1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8" name="Google Shape;1108;p1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9" name="Google Shape;1109;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0" name="Google Shape;1110;p1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1" name="Google Shape;1111;p1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2" name="Google Shape;1112;p1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3" name="Google Shape;1113;p14"/>
            <p:cNvGrpSpPr/>
            <p:nvPr/>
          </p:nvGrpSpPr>
          <p:grpSpPr>
            <a:xfrm flipH="1">
              <a:off x="7985622" y="3537823"/>
              <a:ext cx="359261" cy="342045"/>
              <a:chOff x="2839" y="3501"/>
              <a:chExt cx="755" cy="803"/>
            </a:xfrm>
          </p:grpSpPr>
          <p:pic>
            <p:nvPicPr>
              <p:cNvPr descr="desktop_computer_stylized_medium" id="1114" name="Google Shape;1114;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115" name="Google Shape;111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6" name="Google Shape;1116;p14"/>
            <p:cNvGrpSpPr/>
            <p:nvPr/>
          </p:nvGrpSpPr>
          <p:grpSpPr>
            <a:xfrm>
              <a:off x="7797061" y="3296104"/>
              <a:ext cx="347997" cy="396620"/>
              <a:chOff x="7797061" y="3296104"/>
              <a:chExt cx="347997" cy="396620"/>
            </a:xfrm>
          </p:grpSpPr>
          <p:pic>
            <p:nvPicPr>
              <p:cNvPr descr="fridge2.png" id="1117" name="Google Shape;1117;p1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1118" name="Google Shape;1118;p1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1119" name="Google Shape;1119;p14"/>
          <p:cNvGrpSpPr/>
          <p:nvPr/>
        </p:nvGrpSpPr>
        <p:grpSpPr>
          <a:xfrm>
            <a:off x="11064947" y="3428485"/>
            <a:ext cx="518448" cy="1212242"/>
            <a:chOff x="11058573" y="3399165"/>
            <a:chExt cx="518448" cy="1212242"/>
          </a:xfrm>
        </p:grpSpPr>
        <p:grpSp>
          <p:nvGrpSpPr>
            <p:cNvPr id="1120" name="Google Shape;1120;p14"/>
            <p:cNvGrpSpPr/>
            <p:nvPr/>
          </p:nvGrpSpPr>
          <p:grpSpPr>
            <a:xfrm>
              <a:off x="11087182" y="4159591"/>
              <a:ext cx="489839" cy="451816"/>
              <a:chOff x="5103720" y="2693365"/>
              <a:chExt cx="611650" cy="414788"/>
            </a:xfrm>
          </p:grpSpPr>
          <p:cxnSp>
            <p:nvCxnSpPr>
              <p:cNvPr id="1121" name="Google Shape;1121;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2" name="Google Shape;1122;p14"/>
              <p:cNvGrpSpPr/>
              <p:nvPr/>
            </p:nvGrpSpPr>
            <p:grpSpPr>
              <a:xfrm>
                <a:off x="5275406" y="2693365"/>
                <a:ext cx="439964" cy="414788"/>
                <a:chOff x="5275406" y="2711455"/>
                <a:chExt cx="452949" cy="405518"/>
              </a:xfrm>
            </p:grpSpPr>
            <p:pic>
              <p:nvPicPr>
                <p:cNvPr descr="server_rack.png" id="1123" name="Google Shape;1123;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24" name="Google Shape;1124;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25" name="Google Shape;1125;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1126" name="Google Shape;1126;p14"/>
            <p:cNvGrpSpPr/>
            <p:nvPr/>
          </p:nvGrpSpPr>
          <p:grpSpPr>
            <a:xfrm>
              <a:off x="11058573" y="3399165"/>
              <a:ext cx="423724" cy="405973"/>
              <a:chOff x="5103720" y="2693365"/>
              <a:chExt cx="611650" cy="414788"/>
            </a:xfrm>
          </p:grpSpPr>
          <p:cxnSp>
            <p:nvCxnSpPr>
              <p:cNvPr id="1127" name="Google Shape;1127;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8" name="Google Shape;1128;p14"/>
              <p:cNvGrpSpPr/>
              <p:nvPr/>
            </p:nvGrpSpPr>
            <p:grpSpPr>
              <a:xfrm>
                <a:off x="5275406" y="2693365"/>
                <a:ext cx="439964" cy="414788"/>
                <a:chOff x="5275406" y="2711455"/>
                <a:chExt cx="452949" cy="405518"/>
              </a:xfrm>
            </p:grpSpPr>
            <p:pic>
              <p:nvPicPr>
                <p:cNvPr descr="server_rack.png" id="1129" name="Google Shape;1129;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30" name="Google Shape;1130;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31" name="Google Shape;1131;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1132" name="Google Shape;1132;p14"/>
          <p:cNvGrpSpPr/>
          <p:nvPr/>
        </p:nvGrpSpPr>
        <p:grpSpPr>
          <a:xfrm flipH="1">
            <a:off x="7980855" y="4900161"/>
            <a:ext cx="345630" cy="320302"/>
            <a:chOff x="2839" y="3501"/>
            <a:chExt cx="755" cy="803"/>
          </a:xfrm>
        </p:grpSpPr>
        <p:pic>
          <p:nvPicPr>
            <p:cNvPr descr="desktop_computer_stylized_medium" id="1133" name="Google Shape;113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34" name="Google Shape;113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35" name="Google Shape;1135;p14"/>
          <p:cNvGrpSpPr/>
          <p:nvPr/>
        </p:nvGrpSpPr>
        <p:grpSpPr>
          <a:xfrm>
            <a:off x="9201681" y="5852809"/>
            <a:ext cx="310186" cy="312008"/>
            <a:chOff x="877" y="1008"/>
            <a:chExt cx="2747" cy="2626"/>
          </a:xfrm>
        </p:grpSpPr>
        <p:pic>
          <p:nvPicPr>
            <p:cNvPr descr="antenna_stylized" id="1136" name="Google Shape;113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37" name="Google Shape;113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38" name="Google Shape;113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39" name="Google Shape;113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40" name="Google Shape;114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1" name="Google Shape;114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2" name="Google Shape;114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3" name="Google Shape;114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4" name="Google Shape;114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5" name="Google Shape;114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6" name="Google Shape;1146;p14"/>
            <p:cNvGrpSpPr/>
            <p:nvPr/>
          </p:nvGrpSpPr>
          <p:grpSpPr>
            <a:xfrm>
              <a:off x="1709" y="3008"/>
              <a:ext cx="507" cy="234"/>
              <a:chOff x="1740" y="2642"/>
              <a:chExt cx="752" cy="327"/>
            </a:xfrm>
          </p:grpSpPr>
          <p:sp>
            <p:nvSpPr>
              <p:cNvPr id="1147" name="Google Shape;114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8" name="Google Shape;114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9" name="Google Shape;114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0" name="Google Shape;115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1" name="Google Shape;115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2" name="Google Shape;115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3" name="Google Shape;115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8" name="Google Shape;115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59" name="Google Shape;1159;p14"/>
          <p:cNvGrpSpPr/>
          <p:nvPr/>
        </p:nvGrpSpPr>
        <p:grpSpPr>
          <a:xfrm flipH="1">
            <a:off x="8153909" y="5504657"/>
            <a:ext cx="345630" cy="320302"/>
            <a:chOff x="2839" y="3501"/>
            <a:chExt cx="755" cy="803"/>
          </a:xfrm>
        </p:grpSpPr>
        <p:pic>
          <p:nvPicPr>
            <p:cNvPr descr="desktop_computer_stylized_medium" id="1160" name="Google Shape;1160;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1" name="Google Shape;116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2" name="Google Shape;1162;p14"/>
          <p:cNvGrpSpPr/>
          <p:nvPr/>
        </p:nvGrpSpPr>
        <p:grpSpPr>
          <a:xfrm flipH="1">
            <a:off x="8552134" y="5526130"/>
            <a:ext cx="345630" cy="320302"/>
            <a:chOff x="2839" y="3501"/>
            <a:chExt cx="755" cy="803"/>
          </a:xfrm>
        </p:grpSpPr>
        <p:pic>
          <p:nvPicPr>
            <p:cNvPr descr="desktop_computer_stylized_medium" id="1163" name="Google Shape;116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4" name="Google Shape;116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5" name="Google Shape;1165;p14"/>
          <p:cNvGrpSpPr/>
          <p:nvPr/>
        </p:nvGrpSpPr>
        <p:grpSpPr>
          <a:xfrm>
            <a:off x="9534746" y="5795138"/>
            <a:ext cx="319264" cy="256836"/>
            <a:chOff x="877" y="1008"/>
            <a:chExt cx="2747" cy="2626"/>
          </a:xfrm>
        </p:grpSpPr>
        <p:pic>
          <p:nvPicPr>
            <p:cNvPr descr="antenna_stylized" id="1166" name="Google Shape;116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67" name="Google Shape;116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68" name="Google Shape;116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9" name="Google Shape;116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70" name="Google Shape;117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1" name="Google Shape;117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2" name="Google Shape;117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5" name="Google Shape;117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6" name="Google Shape;1176;p14"/>
            <p:cNvGrpSpPr/>
            <p:nvPr/>
          </p:nvGrpSpPr>
          <p:grpSpPr>
            <a:xfrm>
              <a:off x="1709" y="3008"/>
              <a:ext cx="507" cy="234"/>
              <a:chOff x="1740" y="2642"/>
              <a:chExt cx="752" cy="327"/>
            </a:xfrm>
          </p:grpSpPr>
          <p:sp>
            <p:nvSpPr>
              <p:cNvPr id="1177" name="Google Shape;117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8" name="Google Shape;117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2" name="Google Shape;118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3" name="Google Shape;118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4" name="Google Shape;118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5" name="Google Shape;118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8" name="Google Shape;118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9" name="Google Shape;1189;p1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0" name="Google Shape;1190;p1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1" name="Google Shape;1191;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2" name="Google Shape;1192;p1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3" name="Google Shape;1193;p14"/>
          <p:cNvGrpSpPr/>
          <p:nvPr/>
        </p:nvGrpSpPr>
        <p:grpSpPr>
          <a:xfrm>
            <a:off x="10091053" y="5670891"/>
            <a:ext cx="69517" cy="21877"/>
            <a:chOff x="613" y="2566"/>
            <a:chExt cx="721" cy="144"/>
          </a:xfrm>
        </p:grpSpPr>
        <p:sp>
          <p:nvSpPr>
            <p:cNvPr id="1194" name="Google Shape;1194;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5" name="Google Shape;1195;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96" name="Google Shape;1196;p1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7" name="Google Shape;1197;p14"/>
          <p:cNvGrpSpPr/>
          <p:nvPr/>
        </p:nvGrpSpPr>
        <p:grpSpPr>
          <a:xfrm>
            <a:off x="10091005" y="5718110"/>
            <a:ext cx="69517" cy="19515"/>
            <a:chOff x="615" y="2564"/>
            <a:chExt cx="721" cy="139"/>
          </a:xfrm>
        </p:grpSpPr>
        <p:sp>
          <p:nvSpPr>
            <p:cNvPr id="1198" name="Google Shape;1198;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9" name="Google Shape;1199;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0" name="Google Shape;1200;p1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1" name="Google Shape;1201;p1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02" name="Google Shape;1202;p14"/>
          <p:cNvGrpSpPr/>
          <p:nvPr/>
        </p:nvGrpSpPr>
        <p:grpSpPr>
          <a:xfrm>
            <a:off x="10089851" y="5813708"/>
            <a:ext cx="69541" cy="19618"/>
            <a:chOff x="618" y="2586"/>
            <a:chExt cx="720" cy="124"/>
          </a:xfrm>
        </p:grpSpPr>
        <p:sp>
          <p:nvSpPr>
            <p:cNvPr id="1203" name="Google Shape;1203;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4" name="Google Shape;1204;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5" name="Google Shape;1205;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06" name="Google Shape;1206;p14"/>
          <p:cNvGrpSpPr/>
          <p:nvPr/>
        </p:nvGrpSpPr>
        <p:grpSpPr>
          <a:xfrm>
            <a:off x="10089849" y="5767606"/>
            <a:ext cx="70700" cy="19515"/>
            <a:chOff x="613" y="2571"/>
            <a:chExt cx="732" cy="134"/>
          </a:xfrm>
        </p:grpSpPr>
        <p:sp>
          <p:nvSpPr>
            <p:cNvPr id="1207" name="Google Shape;1207;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8" name="Google Shape;1208;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9" name="Google Shape;1209;p1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0" name="Google Shape;1210;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1" name="Google Shape;1211;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2" name="Google Shape;1212;p1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3" name="Google Shape;1213;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4" name="Google Shape;1214;p1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5" name="Google Shape;1215;p1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6" name="Google Shape;1216;p1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7" name="Google Shape;1217;p1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18" name="Google Shape;1218;p1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9" name="Google Shape;1219;p1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20" name="Google Shape;1220;p14"/>
          <p:cNvGrpSpPr/>
          <p:nvPr/>
        </p:nvGrpSpPr>
        <p:grpSpPr>
          <a:xfrm flipH="1">
            <a:off x="7773981" y="5281060"/>
            <a:ext cx="345630" cy="320302"/>
            <a:chOff x="2839" y="3501"/>
            <a:chExt cx="755" cy="803"/>
          </a:xfrm>
        </p:grpSpPr>
        <p:pic>
          <p:nvPicPr>
            <p:cNvPr descr="desktop_computer_stylized_medium" id="1221" name="Google Shape;1221;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22" name="Google Shape;1222;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23" name="Google Shape;1223;p14"/>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24" name="Google Shape;1224;p14"/>
          <p:cNvGrpSpPr/>
          <p:nvPr/>
        </p:nvGrpSpPr>
        <p:grpSpPr>
          <a:xfrm>
            <a:off x="7750224" y="1859725"/>
            <a:ext cx="415925" cy="385763"/>
            <a:chOff x="2751" y="1851"/>
            <a:chExt cx="462" cy="478"/>
          </a:xfrm>
        </p:grpSpPr>
        <p:pic>
          <p:nvPicPr>
            <p:cNvPr descr="iphone_stylized_small" id="1225" name="Google Shape;1225;p1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226" name="Google Shape;1226;p1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1227" name="Google Shape;1227;p1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8" name="Google Shape;1228;p14"/>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9" name="Google Shape;1229;p1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30" name="Google Shape;1230;p14"/>
          <p:cNvGrpSpPr/>
          <p:nvPr/>
        </p:nvGrpSpPr>
        <p:grpSpPr>
          <a:xfrm>
            <a:off x="10288915" y="4742972"/>
            <a:ext cx="880622" cy="861812"/>
            <a:chOff x="10288915" y="4742972"/>
            <a:chExt cx="880622" cy="861812"/>
          </a:xfrm>
        </p:grpSpPr>
        <p:grpSp>
          <p:nvGrpSpPr>
            <p:cNvPr id="1231" name="Google Shape;1231;p14"/>
            <p:cNvGrpSpPr/>
            <p:nvPr/>
          </p:nvGrpSpPr>
          <p:grpSpPr>
            <a:xfrm>
              <a:off x="10288915" y="5273951"/>
              <a:ext cx="177192" cy="330833"/>
              <a:chOff x="4140" y="429"/>
              <a:chExt cx="1425" cy="2396"/>
            </a:xfrm>
          </p:grpSpPr>
          <p:sp>
            <p:nvSpPr>
              <p:cNvPr id="1232" name="Google Shape;1232;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3" name="Google Shape;1233;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4" name="Google Shape;1234;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5" name="Google Shape;1235;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6" name="Google Shape;1236;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37" name="Google Shape;1237;p14"/>
              <p:cNvGrpSpPr/>
              <p:nvPr/>
            </p:nvGrpSpPr>
            <p:grpSpPr>
              <a:xfrm>
                <a:off x="4748" y="666"/>
                <a:ext cx="578" cy="150"/>
                <a:chOff x="613" y="2566"/>
                <a:chExt cx="721" cy="144"/>
              </a:xfrm>
            </p:grpSpPr>
            <p:sp>
              <p:nvSpPr>
                <p:cNvPr id="1238" name="Google Shape;1238;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9" name="Google Shape;1239;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0" name="Google Shape;1240;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1" name="Google Shape;1241;p14"/>
              <p:cNvGrpSpPr/>
              <p:nvPr/>
            </p:nvGrpSpPr>
            <p:grpSpPr>
              <a:xfrm>
                <a:off x="4748" y="990"/>
                <a:ext cx="578" cy="134"/>
                <a:chOff x="615" y="2564"/>
                <a:chExt cx="721" cy="139"/>
              </a:xfrm>
            </p:grpSpPr>
            <p:sp>
              <p:nvSpPr>
                <p:cNvPr id="1242" name="Google Shape;1242;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3" name="Google Shape;1243;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4" name="Google Shape;1244;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5" name="Google Shape;1245;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6" name="Google Shape;1246;p14"/>
              <p:cNvGrpSpPr/>
              <p:nvPr/>
            </p:nvGrpSpPr>
            <p:grpSpPr>
              <a:xfrm>
                <a:off x="4738" y="1647"/>
                <a:ext cx="578" cy="135"/>
                <a:chOff x="618" y="2586"/>
                <a:chExt cx="720" cy="124"/>
              </a:xfrm>
            </p:grpSpPr>
            <p:sp>
              <p:nvSpPr>
                <p:cNvPr id="1247" name="Google Shape;1247;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8" name="Google Shape;1248;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9" name="Google Shape;1249;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0" name="Google Shape;1250;p14"/>
              <p:cNvGrpSpPr/>
              <p:nvPr/>
            </p:nvGrpSpPr>
            <p:grpSpPr>
              <a:xfrm>
                <a:off x="4738" y="1330"/>
                <a:ext cx="588" cy="134"/>
                <a:chOff x="613" y="2571"/>
                <a:chExt cx="732" cy="134"/>
              </a:xfrm>
            </p:grpSpPr>
            <p:sp>
              <p:nvSpPr>
                <p:cNvPr id="1251" name="Google Shape;1251;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2" name="Google Shape;1252;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53" name="Google Shape;1253;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4" name="Google Shape;1254;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5" name="Google Shape;1255;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7" name="Google Shape;1257;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8" name="Google Shape;1258;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9" name="Google Shape;1259;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0" name="Google Shape;1260;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1" name="Google Shape;1261;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62" name="Google Shape;1262;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3" name="Google Shape;1263;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64" name="Google Shape;1264;p14"/>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5" name="Google Shape;1265;p14"/>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6" name="Google Shape;1266;p14"/>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7" name="Google Shape;1267;p14"/>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268" name="Google Shape;1268;p14"/>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69" name="Google Shape;1269;p14"/>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70" name="Google Shape;1270;p14"/>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271" name="Google Shape;1271;p1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72" name="Google Shape;1272;p14"/>
          <p:cNvGrpSpPr/>
          <p:nvPr/>
        </p:nvGrpSpPr>
        <p:grpSpPr>
          <a:xfrm>
            <a:off x="10002508" y="5616400"/>
            <a:ext cx="214974" cy="403920"/>
            <a:chOff x="4140" y="429"/>
            <a:chExt cx="1425" cy="2396"/>
          </a:xfrm>
        </p:grpSpPr>
        <p:sp>
          <p:nvSpPr>
            <p:cNvPr id="1273" name="Google Shape;1273;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4" name="Google Shape;1274;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5" name="Google Shape;1275;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6" name="Google Shape;1276;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7" name="Google Shape;1277;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8" name="Google Shape;1278;p14"/>
            <p:cNvGrpSpPr/>
            <p:nvPr/>
          </p:nvGrpSpPr>
          <p:grpSpPr>
            <a:xfrm>
              <a:off x="4748" y="666"/>
              <a:ext cx="578" cy="150"/>
              <a:chOff x="613" y="2566"/>
              <a:chExt cx="721" cy="144"/>
            </a:xfrm>
          </p:grpSpPr>
          <p:sp>
            <p:nvSpPr>
              <p:cNvPr id="1279" name="Google Shape;1279;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0" name="Google Shape;1280;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1" name="Google Shape;1281;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2" name="Google Shape;1282;p14"/>
            <p:cNvGrpSpPr/>
            <p:nvPr/>
          </p:nvGrpSpPr>
          <p:grpSpPr>
            <a:xfrm>
              <a:off x="4748" y="990"/>
              <a:ext cx="578" cy="134"/>
              <a:chOff x="615" y="2564"/>
              <a:chExt cx="721" cy="139"/>
            </a:xfrm>
          </p:grpSpPr>
          <p:sp>
            <p:nvSpPr>
              <p:cNvPr id="1283" name="Google Shape;1283;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4" name="Google Shape;1284;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5" name="Google Shape;1285;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6" name="Google Shape;1286;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7" name="Google Shape;1287;p14"/>
            <p:cNvGrpSpPr/>
            <p:nvPr/>
          </p:nvGrpSpPr>
          <p:grpSpPr>
            <a:xfrm>
              <a:off x="4738" y="1647"/>
              <a:ext cx="578" cy="135"/>
              <a:chOff x="618" y="2586"/>
              <a:chExt cx="720" cy="124"/>
            </a:xfrm>
          </p:grpSpPr>
          <p:sp>
            <p:nvSpPr>
              <p:cNvPr id="1288" name="Google Shape;1288;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9" name="Google Shape;1289;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0" name="Google Shape;1290;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91" name="Google Shape;1291;p14"/>
            <p:cNvGrpSpPr/>
            <p:nvPr/>
          </p:nvGrpSpPr>
          <p:grpSpPr>
            <a:xfrm>
              <a:off x="4738" y="1330"/>
              <a:ext cx="588" cy="134"/>
              <a:chOff x="613" y="2571"/>
              <a:chExt cx="732" cy="134"/>
            </a:xfrm>
          </p:grpSpPr>
          <p:sp>
            <p:nvSpPr>
              <p:cNvPr id="1292" name="Google Shape;1292;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3" name="Google Shape;1293;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4" name="Google Shape;1294;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5" name="Google Shape;1295;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6" name="Google Shape;1296;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7" name="Google Shape;1297;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8" name="Google Shape;1298;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9" name="Google Shape;1299;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0" name="Google Shape;1300;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1" name="Google Shape;1301;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2" name="Google Shape;1302;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03" name="Google Shape;1303;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4" name="Google Shape;1304;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05" name="Google Shape;1305;p14"/>
          <p:cNvGrpSpPr/>
          <p:nvPr/>
        </p:nvGrpSpPr>
        <p:grpSpPr>
          <a:xfrm>
            <a:off x="8252702" y="1137866"/>
            <a:ext cx="814388" cy="854075"/>
            <a:chOff x="9791027" y="656358"/>
            <a:chExt cx="814388" cy="854075"/>
          </a:xfrm>
        </p:grpSpPr>
        <p:sp>
          <p:nvSpPr>
            <p:cNvPr id="1306" name="Google Shape;1306;p14"/>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7" name="Google Shape;1307;p14"/>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8" name="Google Shape;1308;p14"/>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9" name="Google Shape;1309;p14"/>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10" name="Google Shape;1310;p14"/>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1" name="Google Shape;1311;p14"/>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2" name="Google Shape;1312;p14"/>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13" name="Google Shape;1313;p14"/>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4" name="Google Shape;1314;p14"/>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315" name="Google Shape;1315;p14"/>
          <p:cNvSpPr txBox="1"/>
          <p:nvPr/>
        </p:nvSpPr>
        <p:spPr>
          <a:xfrm>
            <a:off x="736738" y="1365914"/>
            <a:ext cx="6288757" cy="5114925"/>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not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316" name="Google Shape;131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0" st="0"/>
                                            </p:txEl>
                                          </p:spTgt>
                                        </p:tgtEl>
                                        <p:attrNameLst>
                                          <p:attrName>style.visibility</p:attrName>
                                        </p:attrNameLst>
                                      </p:cBhvr>
                                      <p:to>
                                        <p:strVal val="visible"/>
                                      </p:to>
                                    </p:set>
                                    <p:animEffect filter="fade" transition="in">
                                      <p:cBhvr>
                                        <p:cTn dur="500"/>
                                        <p:tgtEl>
                                          <p:spTgt spid="1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 st="1"/>
                                            </p:txEl>
                                          </p:spTgt>
                                        </p:tgtEl>
                                        <p:attrNameLst>
                                          <p:attrName>style.visibility</p:attrName>
                                        </p:attrNameLst>
                                      </p:cBhvr>
                                      <p:to>
                                        <p:strVal val="visible"/>
                                      </p:to>
                                    </p:set>
                                    <p:animEffect filter="fade" transition="in">
                                      <p:cBhvr>
                                        <p:cTn dur="500"/>
                                        <p:tgtEl>
                                          <p:spTgt spid="1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2" st="2"/>
                                            </p:txEl>
                                          </p:spTgt>
                                        </p:tgtEl>
                                        <p:attrNameLst>
                                          <p:attrName>style.visibility</p:attrName>
                                        </p:attrNameLst>
                                      </p:cBhvr>
                                      <p:to>
                                        <p:strVal val="visible"/>
                                      </p:to>
                                    </p:set>
                                    <p:animEffect filter="fade" transition="in">
                                      <p:cBhvr>
                                        <p:cTn dur="500"/>
                                        <p:tgtEl>
                                          <p:spTgt spid="13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3" st="3"/>
                                            </p:txEl>
                                          </p:spTgt>
                                        </p:tgtEl>
                                        <p:attrNameLst>
                                          <p:attrName>style.visibility</p:attrName>
                                        </p:attrNameLst>
                                      </p:cBhvr>
                                      <p:to>
                                        <p:strVal val="visible"/>
                                      </p:to>
                                    </p:set>
                                    <p:animEffect filter="fade" transition="in">
                                      <p:cBhvr>
                                        <p:cTn dur="500"/>
                                        <p:tgtEl>
                                          <p:spTgt spid="13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4" st="4"/>
                                            </p:txEl>
                                          </p:spTgt>
                                        </p:tgtEl>
                                        <p:attrNameLst>
                                          <p:attrName>style.visibility</p:attrName>
                                        </p:attrNameLst>
                                      </p:cBhvr>
                                      <p:to>
                                        <p:strVal val="visible"/>
                                      </p:to>
                                    </p:set>
                                    <p:animEffect filter="fade" transition="in">
                                      <p:cBhvr>
                                        <p:cTn dur="500"/>
                                        <p:tgtEl>
                                          <p:spTgt spid="13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5" st="5"/>
                                            </p:txEl>
                                          </p:spTgt>
                                        </p:tgtEl>
                                        <p:attrNameLst>
                                          <p:attrName>style.visibility</p:attrName>
                                        </p:attrNameLst>
                                      </p:cBhvr>
                                      <p:to>
                                        <p:strVal val="visible"/>
                                      </p:to>
                                    </p:set>
                                    <p:animEffect filter="fade" transition="in">
                                      <p:cBhvr>
                                        <p:cTn dur="500"/>
                                        <p:tgtEl>
                                          <p:spTgt spid="13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6" st="6"/>
                                            </p:txEl>
                                          </p:spTgt>
                                        </p:tgtEl>
                                        <p:attrNameLst>
                                          <p:attrName>style.visibility</p:attrName>
                                        </p:attrNameLst>
                                      </p:cBhvr>
                                      <p:to>
                                        <p:strVal val="visible"/>
                                      </p:to>
                                    </p:set>
                                    <p:animEffect filter="fade" transition="in">
                                      <p:cBhvr>
                                        <p:cTn dur="500"/>
                                        <p:tgtEl>
                                          <p:spTgt spid="13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7" st="7"/>
                                            </p:txEl>
                                          </p:spTgt>
                                        </p:tgtEl>
                                        <p:attrNameLst>
                                          <p:attrName>style.visibility</p:attrName>
                                        </p:attrNameLst>
                                      </p:cBhvr>
                                      <p:to>
                                        <p:strVal val="visible"/>
                                      </p:to>
                                    </p:set>
                                    <p:animEffect filter="fade" transition="in">
                                      <p:cBhvr>
                                        <p:cTn dur="500"/>
                                        <p:tgtEl>
                                          <p:spTgt spid="13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8" st="8"/>
                                            </p:txEl>
                                          </p:spTgt>
                                        </p:tgtEl>
                                        <p:attrNameLst>
                                          <p:attrName>style.visibility</p:attrName>
                                        </p:attrNameLst>
                                      </p:cBhvr>
                                      <p:to>
                                        <p:strVal val="visible"/>
                                      </p:to>
                                    </p:set>
                                    <p:animEffect filter="fade" transition="in">
                                      <p:cBhvr>
                                        <p:cTn dur="500"/>
                                        <p:tgtEl>
                                          <p:spTgt spid="13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9" st="9"/>
                                            </p:txEl>
                                          </p:spTgt>
                                        </p:tgtEl>
                                        <p:attrNameLst>
                                          <p:attrName>style.visibility</p:attrName>
                                        </p:attrNameLst>
                                      </p:cBhvr>
                                      <p:to>
                                        <p:strVal val="visible"/>
                                      </p:to>
                                    </p:set>
                                    <p:animEffect filter="fade" transition="in">
                                      <p:cBhvr>
                                        <p:cTn dur="500"/>
                                        <p:tgtEl>
                                          <p:spTgt spid="131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0" st="10"/>
                                            </p:txEl>
                                          </p:spTgt>
                                        </p:tgtEl>
                                        <p:attrNameLst>
                                          <p:attrName>style.visibility</p:attrName>
                                        </p:attrNameLst>
                                      </p:cBhvr>
                                      <p:to>
                                        <p:strVal val="visible"/>
                                      </p:to>
                                    </p:set>
                                    <p:animEffect filter="fade" transition="in">
                                      <p:cBhvr>
                                        <p:cTn dur="500"/>
                                        <p:tgtEl>
                                          <p:spTgt spid="131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323" name="Google Shape;1323;p15"/>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82550" lvl="0" marL="40322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24" name="Google Shape;1324;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325" name="Google Shape;1325;p15"/>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grpSp>
        <p:nvGrpSpPr>
          <p:cNvPr id="1331" name="Google Shape;1331;p16"/>
          <p:cNvGrpSpPr/>
          <p:nvPr/>
        </p:nvGrpSpPr>
        <p:grpSpPr>
          <a:xfrm>
            <a:off x="141514" y="827314"/>
            <a:ext cx="11908971" cy="4739615"/>
            <a:chOff x="2511281" y="3262667"/>
            <a:chExt cx="7770812" cy="3121540"/>
          </a:xfrm>
        </p:grpSpPr>
        <p:sp>
          <p:nvSpPr>
            <p:cNvPr id="1332" name="Google Shape;1332;p16"/>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33" name="Google Shape;1333;p16"/>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34" name="Google Shape;1334;p16"/>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35" name="Google Shape;1335;p16"/>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336" name="Google Shape;1336;p16"/>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37" name="Google Shape;1337;p16"/>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38" name="Google Shape;1338;p16"/>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39" name="Google Shape;1339;p16"/>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40" name="Google Shape;1340;p16"/>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341" name="Google Shape;1341;p16"/>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342" name="Google Shape;1342;p16"/>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43" name="Google Shape;1343;p16"/>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44" name="Google Shape;1344;p16"/>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45" name="Google Shape;1345;p16"/>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46" name="Google Shape;1346;p16"/>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47" name="Google Shape;1347;p16"/>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8" name="Google Shape;1348;p16"/>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9" name="Google Shape;1349;p16"/>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0" name="Google Shape;1350;p16"/>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51" name="Google Shape;1351;p16"/>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52" name="Google Shape;1352;p16"/>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53" name="Google Shape;1353;p16"/>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354" name="Google Shape;1354;p16"/>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5" name="Google Shape;1355;p16"/>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6" name="Google Shape;1356;p16"/>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57" name="Google Shape;1357;p16"/>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58" name="Google Shape;1358;p16"/>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9" name="Google Shape;1359;p16"/>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60" name="Google Shape;1360;p16"/>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1" name="Google Shape;1361;p16"/>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2" name="Google Shape;1362;p16"/>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63" name="Google Shape;1363;p16"/>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64" name="Google Shape;1364;p16"/>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65" name="Google Shape;1365;p16"/>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66" name="Google Shape;1366;p16"/>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367" name="Google Shape;1367;p16"/>
            <p:cNvGrpSpPr/>
            <p:nvPr/>
          </p:nvGrpSpPr>
          <p:grpSpPr>
            <a:xfrm>
              <a:off x="2511281" y="5555532"/>
              <a:ext cx="800100" cy="828675"/>
              <a:chOff x="-44" y="1473"/>
              <a:chExt cx="981" cy="1105"/>
            </a:xfrm>
          </p:grpSpPr>
          <p:pic>
            <p:nvPicPr>
              <p:cNvPr descr="desktop_computer_stylized_medium" id="1368" name="Google Shape;1368;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69" name="Google Shape;1369;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0" name="Google Shape;1370;p16"/>
            <p:cNvGrpSpPr/>
            <p:nvPr/>
          </p:nvGrpSpPr>
          <p:grpSpPr>
            <a:xfrm flipH="1">
              <a:off x="9493106" y="5469807"/>
              <a:ext cx="788987" cy="782637"/>
              <a:chOff x="-44" y="1473"/>
              <a:chExt cx="981" cy="1105"/>
            </a:xfrm>
          </p:grpSpPr>
          <p:pic>
            <p:nvPicPr>
              <p:cNvPr descr="desktop_computer_stylized_medium" id="1371" name="Google Shape;137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2" name="Google Shape;137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3" name="Google Shape;1373;p16"/>
            <p:cNvGrpSpPr/>
            <p:nvPr/>
          </p:nvGrpSpPr>
          <p:grpSpPr>
            <a:xfrm>
              <a:off x="5083031" y="5055469"/>
              <a:ext cx="358775" cy="704850"/>
              <a:chOff x="4140" y="429"/>
              <a:chExt cx="1425" cy="2396"/>
            </a:xfrm>
          </p:grpSpPr>
          <p:sp>
            <p:nvSpPr>
              <p:cNvPr id="1374" name="Google Shape;1374;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5" name="Google Shape;1375;p1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6" name="Google Shape;1376;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7" name="Google Shape;1377;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8" name="Google Shape;1378;p1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79" name="Google Shape;1379;p16"/>
              <p:cNvGrpSpPr/>
              <p:nvPr/>
            </p:nvGrpSpPr>
            <p:grpSpPr>
              <a:xfrm>
                <a:off x="4751" y="667"/>
                <a:ext cx="580" cy="146"/>
                <a:chOff x="617" y="2567"/>
                <a:chExt cx="724" cy="140"/>
              </a:xfrm>
            </p:grpSpPr>
            <p:sp>
              <p:nvSpPr>
                <p:cNvPr id="1380" name="Google Shape;1380;p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1" name="Google Shape;1381;p1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2" name="Google Shape;1382;p1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3" name="Google Shape;1383;p16"/>
              <p:cNvGrpSpPr/>
              <p:nvPr/>
            </p:nvGrpSpPr>
            <p:grpSpPr>
              <a:xfrm>
                <a:off x="4745" y="996"/>
                <a:ext cx="580" cy="156"/>
                <a:chOff x="612" y="2570"/>
                <a:chExt cx="724" cy="162"/>
              </a:xfrm>
            </p:grpSpPr>
            <p:sp>
              <p:nvSpPr>
                <p:cNvPr id="1384" name="Google Shape;1384;p1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5" name="Google Shape;1385;p1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6" name="Google Shape;1386;p1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7" name="Google Shape;1387;p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8" name="Google Shape;1388;p16"/>
              <p:cNvGrpSpPr/>
              <p:nvPr/>
            </p:nvGrpSpPr>
            <p:grpSpPr>
              <a:xfrm>
                <a:off x="4733" y="1627"/>
                <a:ext cx="586" cy="151"/>
                <a:chOff x="611" y="2568"/>
                <a:chExt cx="730" cy="139"/>
              </a:xfrm>
            </p:grpSpPr>
            <p:sp>
              <p:nvSpPr>
                <p:cNvPr id="1389" name="Google Shape;1389;p1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0" name="Google Shape;1390;p1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1" name="Google Shape;1391;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92" name="Google Shape;1392;p16"/>
              <p:cNvGrpSpPr/>
              <p:nvPr/>
            </p:nvGrpSpPr>
            <p:grpSpPr>
              <a:xfrm>
                <a:off x="4739" y="1325"/>
                <a:ext cx="580" cy="140"/>
                <a:chOff x="614" y="2566"/>
                <a:chExt cx="723" cy="140"/>
              </a:xfrm>
            </p:grpSpPr>
            <p:sp>
              <p:nvSpPr>
                <p:cNvPr id="1393" name="Google Shape;1393;p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4" name="Google Shape;1394;p1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5" name="Google Shape;1395;p1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6" name="Google Shape;1396;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7" name="Google Shape;1397;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8" name="Google Shape;1398;p1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9" name="Google Shape;1399;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0" name="Google Shape;1400;p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1" name="Google Shape;1401;p1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2" name="Google Shape;1402;p1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3" name="Google Shape;1403;p1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04" name="Google Shape;1404;p1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5" name="Google Shape;1405;p1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406" name="Google Shape;1406;p16"/>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407" name="Google Shape;1407;p16"/>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408" name="Google Shape;1408;p16"/>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409" name="Google Shape;1409;p16"/>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410" name="Google Shape;1410;p16"/>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411" name="Google Shape;1411;p16"/>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412" name="Google Shape;1412;p16"/>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413" name="Google Shape;1413;p16"/>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414" name="Google Shape;1414;p16"/>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15" name="Google Shape;1415;p16"/>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sp>
        <p:nvSpPr>
          <p:cNvPr id="1416" name="Google Shape;1416;p16"/>
          <p:cNvSpPr/>
          <p:nvPr/>
        </p:nvSpPr>
        <p:spPr>
          <a:xfrm>
            <a:off x="5864224" y="2340021"/>
            <a:ext cx="1063879"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7" name="Google Shape;1417;p16"/>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418" name="Google Shape;1418;p16"/>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419" name="Google Shape;1419;p16"/>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420" name="Google Shape;1420;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grpSp>
        <p:nvGrpSpPr>
          <p:cNvPr id="1426" name="Google Shape;1426;p17"/>
          <p:cNvGrpSpPr/>
          <p:nvPr/>
        </p:nvGrpSpPr>
        <p:grpSpPr>
          <a:xfrm>
            <a:off x="141514" y="827314"/>
            <a:ext cx="11908971" cy="4739615"/>
            <a:chOff x="2511281" y="3262667"/>
            <a:chExt cx="7770812" cy="3121540"/>
          </a:xfrm>
        </p:grpSpPr>
        <p:sp>
          <p:nvSpPr>
            <p:cNvPr id="1427" name="Google Shape;1427;p17"/>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28" name="Google Shape;1428;p17"/>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9" name="Google Shape;1429;p17"/>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30" name="Google Shape;1430;p17"/>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431" name="Google Shape;1431;p17"/>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32" name="Google Shape;1432;p17"/>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3" name="Google Shape;1433;p17"/>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34" name="Google Shape;1434;p17"/>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35" name="Google Shape;1435;p17"/>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436" name="Google Shape;1436;p17"/>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437" name="Google Shape;1437;p17"/>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8" name="Google Shape;1438;p17"/>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9" name="Google Shape;1439;p17"/>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40" name="Google Shape;1440;p17"/>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1" name="Google Shape;1441;p17"/>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42" name="Google Shape;1442;p17"/>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3" name="Google Shape;1443;p17"/>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4" name="Google Shape;1444;p17"/>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5" name="Google Shape;1445;p17"/>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46" name="Google Shape;1446;p17"/>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47" name="Google Shape;1447;p17"/>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48" name="Google Shape;1448;p17"/>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449" name="Google Shape;1449;p17"/>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0" name="Google Shape;1450;p17"/>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1" name="Google Shape;1451;p17"/>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2" name="Google Shape;1452;p17"/>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53" name="Google Shape;1453;p17"/>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4" name="Google Shape;1454;p17"/>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55" name="Google Shape;1455;p17"/>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6" name="Google Shape;1456;p17"/>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7" name="Google Shape;1457;p17"/>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8" name="Google Shape;1458;p17"/>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59" name="Google Shape;1459;p17"/>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60" name="Google Shape;1460;p17"/>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61" name="Google Shape;1461;p17"/>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462" name="Google Shape;1462;p17"/>
            <p:cNvGrpSpPr/>
            <p:nvPr/>
          </p:nvGrpSpPr>
          <p:grpSpPr>
            <a:xfrm>
              <a:off x="2511281" y="5555532"/>
              <a:ext cx="800100" cy="828675"/>
              <a:chOff x="-44" y="1473"/>
              <a:chExt cx="981" cy="1105"/>
            </a:xfrm>
          </p:grpSpPr>
          <p:pic>
            <p:nvPicPr>
              <p:cNvPr descr="desktop_computer_stylized_medium" id="1463" name="Google Shape;1463;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4" name="Google Shape;1464;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5" name="Google Shape;1465;p17"/>
            <p:cNvGrpSpPr/>
            <p:nvPr/>
          </p:nvGrpSpPr>
          <p:grpSpPr>
            <a:xfrm flipH="1">
              <a:off x="9493106" y="5469807"/>
              <a:ext cx="788987" cy="782637"/>
              <a:chOff x="-44" y="1473"/>
              <a:chExt cx="981" cy="1105"/>
            </a:xfrm>
          </p:grpSpPr>
          <p:pic>
            <p:nvPicPr>
              <p:cNvPr descr="desktop_computer_stylized_medium" id="1466" name="Google Shape;1466;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7" name="Google Shape;1467;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8" name="Google Shape;1468;p17"/>
            <p:cNvGrpSpPr/>
            <p:nvPr/>
          </p:nvGrpSpPr>
          <p:grpSpPr>
            <a:xfrm>
              <a:off x="5083031" y="5055469"/>
              <a:ext cx="358775" cy="704850"/>
              <a:chOff x="4140" y="429"/>
              <a:chExt cx="1425" cy="2396"/>
            </a:xfrm>
          </p:grpSpPr>
          <p:sp>
            <p:nvSpPr>
              <p:cNvPr id="1469" name="Google Shape;1469;p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0" name="Google Shape;1470;p1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1" name="Google Shape;1471;p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2" name="Google Shape;1472;p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3" name="Google Shape;1473;p1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4" name="Google Shape;1474;p17"/>
              <p:cNvGrpSpPr/>
              <p:nvPr/>
            </p:nvGrpSpPr>
            <p:grpSpPr>
              <a:xfrm>
                <a:off x="4751" y="667"/>
                <a:ext cx="580" cy="146"/>
                <a:chOff x="617" y="2567"/>
                <a:chExt cx="724" cy="140"/>
              </a:xfrm>
            </p:grpSpPr>
            <p:sp>
              <p:nvSpPr>
                <p:cNvPr id="1475" name="Google Shape;1475;p1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6" name="Google Shape;1476;p1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77" name="Google Shape;1477;p1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8" name="Google Shape;1478;p17"/>
              <p:cNvGrpSpPr/>
              <p:nvPr/>
            </p:nvGrpSpPr>
            <p:grpSpPr>
              <a:xfrm>
                <a:off x="4745" y="996"/>
                <a:ext cx="580" cy="156"/>
                <a:chOff x="612" y="2570"/>
                <a:chExt cx="724" cy="162"/>
              </a:xfrm>
            </p:grpSpPr>
            <p:sp>
              <p:nvSpPr>
                <p:cNvPr id="1479" name="Google Shape;1479;p1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0" name="Google Shape;1480;p1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1" name="Google Shape;1481;p1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2" name="Google Shape;1482;p1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3" name="Google Shape;1483;p17"/>
              <p:cNvGrpSpPr/>
              <p:nvPr/>
            </p:nvGrpSpPr>
            <p:grpSpPr>
              <a:xfrm>
                <a:off x="4733" y="1627"/>
                <a:ext cx="586" cy="151"/>
                <a:chOff x="611" y="2568"/>
                <a:chExt cx="730" cy="139"/>
              </a:xfrm>
            </p:grpSpPr>
            <p:sp>
              <p:nvSpPr>
                <p:cNvPr id="1484" name="Google Shape;1484;p1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5" name="Google Shape;1485;p1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6" name="Google Shape;1486;p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7" name="Google Shape;1487;p17"/>
              <p:cNvGrpSpPr/>
              <p:nvPr/>
            </p:nvGrpSpPr>
            <p:grpSpPr>
              <a:xfrm>
                <a:off x="4739" y="1325"/>
                <a:ext cx="580" cy="140"/>
                <a:chOff x="614" y="2566"/>
                <a:chExt cx="723" cy="140"/>
              </a:xfrm>
            </p:grpSpPr>
            <p:sp>
              <p:nvSpPr>
                <p:cNvPr id="1488" name="Google Shape;1488;p1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9" name="Google Shape;1489;p1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90" name="Google Shape;1490;p1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1" name="Google Shape;1491;p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2" name="Google Shape;1492;p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3" name="Google Shape;1493;p1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4" name="Google Shape;1494;p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5" name="Google Shape;1495;p1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6" name="Google Shape;1496;p1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7" name="Google Shape;1497;p1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8" name="Google Shape;1498;p1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99" name="Google Shape;1499;p1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00" name="Google Shape;1500;p1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501" name="Google Shape;1501;p17"/>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502" name="Google Shape;1502;p17"/>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503" name="Google Shape;1503;p17"/>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504" name="Google Shape;1504;p17"/>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505" name="Google Shape;1505;p17"/>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506" name="Google Shape;1506;p17"/>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507" name="Google Shape;1507;p17"/>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508" name="Google Shape;1508;p17"/>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509" name="Google Shape;1509;p17"/>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10" name="Google Shape;1510;p17"/>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511" name="Google Shape;1511;p17"/>
          <p:cNvGrpSpPr/>
          <p:nvPr/>
        </p:nvGrpSpPr>
        <p:grpSpPr>
          <a:xfrm>
            <a:off x="5528837" y="2685375"/>
            <a:ext cx="1404036" cy="384588"/>
            <a:chOff x="8597346" y="692270"/>
            <a:chExt cx="1404036" cy="384588"/>
          </a:xfrm>
        </p:grpSpPr>
        <p:sp>
          <p:nvSpPr>
            <p:cNvPr id="1512" name="Google Shape;1512;p17"/>
            <p:cNvSpPr/>
            <p:nvPr/>
          </p:nvSpPr>
          <p:spPr>
            <a:xfrm>
              <a:off x="8597936" y="756182"/>
              <a:ext cx="1403446"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3" name="Google Shape;1513;p17"/>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514" name="Google Shape;1514;p17"/>
            <p:cNvSpPr txBox="1"/>
            <p:nvPr/>
          </p:nvSpPr>
          <p:spPr>
            <a:xfrm>
              <a:off x="8597346" y="692270"/>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sp>
        <p:nvSpPr>
          <p:cNvPr id="1515" name="Google Shape;1515;p17"/>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6" name="Google Shape;1516;p17"/>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517" name="Google Shape;1517;p17"/>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518" name="Google Shape;1518;p17"/>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519" name="Google Shape;1519;p17"/>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0" name="Google Shape;15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grpSp>
        <p:nvGrpSpPr>
          <p:cNvPr id="1526" name="Google Shape;1526;p18"/>
          <p:cNvGrpSpPr/>
          <p:nvPr/>
        </p:nvGrpSpPr>
        <p:grpSpPr>
          <a:xfrm>
            <a:off x="141514" y="827314"/>
            <a:ext cx="11908971" cy="4739615"/>
            <a:chOff x="2511281" y="3262667"/>
            <a:chExt cx="7770812" cy="3121540"/>
          </a:xfrm>
        </p:grpSpPr>
        <p:sp>
          <p:nvSpPr>
            <p:cNvPr id="1527" name="Google Shape;1527;p18"/>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8" name="Google Shape;1528;p18"/>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9" name="Google Shape;1529;p18"/>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30" name="Google Shape;1530;p18"/>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531" name="Google Shape;1531;p18"/>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32" name="Google Shape;1532;p18"/>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3" name="Google Shape;1533;p18"/>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34" name="Google Shape;1534;p18"/>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35" name="Google Shape;1535;p18"/>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536" name="Google Shape;1536;p18"/>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537" name="Google Shape;1537;p18"/>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8" name="Google Shape;1538;p18"/>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9" name="Google Shape;1539;p18"/>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40" name="Google Shape;1540;p18"/>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1" name="Google Shape;1541;p18"/>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42" name="Google Shape;1542;p18"/>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3" name="Google Shape;1543;p18"/>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4" name="Google Shape;1544;p18"/>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5" name="Google Shape;1545;p18"/>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46" name="Google Shape;1546;p18"/>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47" name="Google Shape;1547;p18"/>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48" name="Google Shape;1548;p18"/>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549" name="Google Shape;1549;p18"/>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0" name="Google Shape;1550;p18"/>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1" name="Google Shape;1551;p18"/>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52" name="Google Shape;1552;p18"/>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53" name="Google Shape;1553;p18"/>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4" name="Google Shape;1554;p18"/>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55" name="Google Shape;1555;p18"/>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6" name="Google Shape;1556;p18"/>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7" name="Google Shape;1557;p18"/>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8" name="Google Shape;1558;p18"/>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59" name="Google Shape;1559;p18"/>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60" name="Google Shape;1560;p18"/>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61" name="Google Shape;1561;p18"/>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562" name="Google Shape;1562;p18"/>
            <p:cNvGrpSpPr/>
            <p:nvPr/>
          </p:nvGrpSpPr>
          <p:grpSpPr>
            <a:xfrm>
              <a:off x="2511281" y="5555532"/>
              <a:ext cx="800100" cy="828675"/>
              <a:chOff x="-44" y="1473"/>
              <a:chExt cx="981" cy="1105"/>
            </a:xfrm>
          </p:grpSpPr>
          <p:pic>
            <p:nvPicPr>
              <p:cNvPr descr="desktop_computer_stylized_medium" id="1563" name="Google Shape;1563;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4" name="Google Shape;1564;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5" name="Google Shape;1565;p18"/>
            <p:cNvGrpSpPr/>
            <p:nvPr/>
          </p:nvGrpSpPr>
          <p:grpSpPr>
            <a:xfrm flipH="1">
              <a:off x="9493106" y="5469807"/>
              <a:ext cx="788987" cy="782637"/>
              <a:chOff x="-44" y="1473"/>
              <a:chExt cx="981" cy="1105"/>
            </a:xfrm>
          </p:grpSpPr>
          <p:pic>
            <p:nvPicPr>
              <p:cNvPr descr="desktop_computer_stylized_medium" id="1566" name="Google Shape;1566;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7" name="Google Shape;1567;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8" name="Google Shape;1568;p18"/>
            <p:cNvGrpSpPr/>
            <p:nvPr/>
          </p:nvGrpSpPr>
          <p:grpSpPr>
            <a:xfrm>
              <a:off x="5083031" y="5055469"/>
              <a:ext cx="358775" cy="704850"/>
              <a:chOff x="4140" y="429"/>
              <a:chExt cx="1425" cy="2396"/>
            </a:xfrm>
          </p:grpSpPr>
          <p:sp>
            <p:nvSpPr>
              <p:cNvPr id="1569" name="Google Shape;1569;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0" name="Google Shape;1570;p1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1" name="Google Shape;1571;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2" name="Google Shape;1572;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3" name="Google Shape;1573;p1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4" name="Google Shape;1574;p18"/>
              <p:cNvGrpSpPr/>
              <p:nvPr/>
            </p:nvGrpSpPr>
            <p:grpSpPr>
              <a:xfrm>
                <a:off x="4751" y="667"/>
                <a:ext cx="580" cy="146"/>
                <a:chOff x="617" y="2567"/>
                <a:chExt cx="724" cy="140"/>
              </a:xfrm>
            </p:grpSpPr>
            <p:sp>
              <p:nvSpPr>
                <p:cNvPr id="1575" name="Google Shape;1575;p1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6" name="Google Shape;1576;p1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77" name="Google Shape;1577;p1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8" name="Google Shape;1578;p18"/>
              <p:cNvGrpSpPr/>
              <p:nvPr/>
            </p:nvGrpSpPr>
            <p:grpSpPr>
              <a:xfrm>
                <a:off x="4745" y="996"/>
                <a:ext cx="580" cy="156"/>
                <a:chOff x="612" y="2570"/>
                <a:chExt cx="724" cy="162"/>
              </a:xfrm>
            </p:grpSpPr>
            <p:sp>
              <p:nvSpPr>
                <p:cNvPr id="1579" name="Google Shape;1579;p1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0" name="Google Shape;1580;p1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1" name="Google Shape;1581;p1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2" name="Google Shape;1582;p1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3" name="Google Shape;1583;p18"/>
              <p:cNvGrpSpPr/>
              <p:nvPr/>
            </p:nvGrpSpPr>
            <p:grpSpPr>
              <a:xfrm>
                <a:off x="4733" y="1627"/>
                <a:ext cx="586" cy="151"/>
                <a:chOff x="611" y="2568"/>
                <a:chExt cx="730" cy="139"/>
              </a:xfrm>
            </p:grpSpPr>
            <p:sp>
              <p:nvSpPr>
                <p:cNvPr id="1584" name="Google Shape;1584;p1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5" name="Google Shape;1585;p1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6" name="Google Shape;1586;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7" name="Google Shape;1587;p18"/>
              <p:cNvGrpSpPr/>
              <p:nvPr/>
            </p:nvGrpSpPr>
            <p:grpSpPr>
              <a:xfrm>
                <a:off x="4739" y="1325"/>
                <a:ext cx="580" cy="140"/>
                <a:chOff x="614" y="2566"/>
                <a:chExt cx="723" cy="140"/>
              </a:xfrm>
            </p:grpSpPr>
            <p:sp>
              <p:nvSpPr>
                <p:cNvPr id="1588" name="Google Shape;1588;p1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9" name="Google Shape;1589;p1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90" name="Google Shape;1590;p1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1" name="Google Shape;1591;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2" name="Google Shape;1592;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3" name="Google Shape;1593;p1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4" name="Google Shape;1594;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5" name="Google Shape;1595;p1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6" name="Google Shape;1596;p1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7" name="Google Shape;1597;p1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8" name="Google Shape;1598;p1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599" name="Google Shape;1599;p1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00" name="Google Shape;1600;p1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601" name="Google Shape;1601;p18"/>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602" name="Google Shape;1602;p18"/>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603" name="Google Shape;1603;p18"/>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604" name="Google Shape;1604;p18"/>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605" name="Google Shape;1605;p18"/>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606" name="Google Shape;1606;p18"/>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607" name="Google Shape;1607;p18"/>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608" name="Google Shape;1608;p18"/>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609" name="Google Shape;1609;p18"/>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10" name="Google Shape;1610;p18"/>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611" name="Google Shape;1611;p18"/>
          <p:cNvGrpSpPr/>
          <p:nvPr/>
        </p:nvGrpSpPr>
        <p:grpSpPr>
          <a:xfrm>
            <a:off x="5525255" y="2683797"/>
            <a:ext cx="1407618" cy="386166"/>
            <a:chOff x="8593764" y="690692"/>
            <a:chExt cx="1407618" cy="386166"/>
          </a:xfrm>
        </p:grpSpPr>
        <p:sp>
          <p:nvSpPr>
            <p:cNvPr id="1612" name="Google Shape;1612;p18"/>
            <p:cNvSpPr/>
            <p:nvPr/>
          </p:nvSpPr>
          <p:spPr>
            <a:xfrm>
              <a:off x="8597936" y="756182"/>
              <a:ext cx="1403446"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3" name="Google Shape;1613;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4" name="Google Shape;1614;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grpSp>
        <p:nvGrpSpPr>
          <p:cNvPr id="1615" name="Google Shape;1615;p18"/>
          <p:cNvGrpSpPr/>
          <p:nvPr/>
        </p:nvGrpSpPr>
        <p:grpSpPr>
          <a:xfrm>
            <a:off x="5272320" y="3145339"/>
            <a:ext cx="1651423" cy="389371"/>
            <a:chOff x="8349959" y="687487"/>
            <a:chExt cx="1651423" cy="389371"/>
          </a:xfrm>
        </p:grpSpPr>
        <p:sp>
          <p:nvSpPr>
            <p:cNvPr id="1616" name="Google Shape;1616;p18"/>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7" name="Google Shape;1617;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8" name="Google Shape;1618;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619" name="Google Shape;1619;p18"/>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sp>
        <p:nvSpPr>
          <p:cNvPr id="1620" name="Google Shape;1620;p18"/>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18"/>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622" name="Google Shape;1622;p18"/>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623" name="Google Shape;1623;p18"/>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624" name="Google Shape;1624;p18"/>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5" name="Google Shape;1625;p18"/>
          <p:cNvSpPr/>
          <p:nvPr/>
        </p:nvSpPr>
        <p:spPr>
          <a:xfrm>
            <a:off x="5474955" y="2744519"/>
            <a:ext cx="1478052" cy="28426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6" name="Google Shape;1626;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grpSp>
        <p:nvGrpSpPr>
          <p:cNvPr id="1632" name="Google Shape;1632;p19"/>
          <p:cNvGrpSpPr/>
          <p:nvPr/>
        </p:nvGrpSpPr>
        <p:grpSpPr>
          <a:xfrm>
            <a:off x="141514" y="827314"/>
            <a:ext cx="11908971" cy="4739615"/>
            <a:chOff x="2511281" y="3262667"/>
            <a:chExt cx="7770812" cy="3121540"/>
          </a:xfrm>
        </p:grpSpPr>
        <p:sp>
          <p:nvSpPr>
            <p:cNvPr id="1633" name="Google Shape;1633;p19"/>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34" name="Google Shape;1634;p19"/>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35" name="Google Shape;1635;p19"/>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36" name="Google Shape;1636;p19"/>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637" name="Google Shape;1637;p19"/>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38" name="Google Shape;1638;p19"/>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39" name="Google Shape;1639;p19"/>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40" name="Google Shape;1640;p19"/>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41" name="Google Shape;1641;p19"/>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642" name="Google Shape;1642;p19"/>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643" name="Google Shape;1643;p19"/>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44" name="Google Shape;1644;p19"/>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45" name="Google Shape;1645;p19"/>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46" name="Google Shape;1646;p19"/>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47" name="Google Shape;1647;p19"/>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48" name="Google Shape;1648;p19"/>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49" name="Google Shape;1649;p19"/>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50" name="Google Shape;1650;p19"/>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51" name="Google Shape;1651;p19"/>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52" name="Google Shape;1652;p19"/>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53" name="Google Shape;1653;p19"/>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54" name="Google Shape;1654;p19"/>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655" name="Google Shape;1655;p19"/>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6" name="Google Shape;1656;p19"/>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7" name="Google Shape;1657;p19"/>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58" name="Google Shape;1658;p19"/>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59" name="Google Shape;1659;p19"/>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0" name="Google Shape;1660;p19"/>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61" name="Google Shape;1661;p19"/>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2" name="Google Shape;1662;p19"/>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3" name="Google Shape;1663;p19"/>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4" name="Google Shape;1664;p19"/>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65" name="Google Shape;1665;p19"/>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66" name="Google Shape;1666;p19"/>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67" name="Google Shape;1667;p19"/>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668" name="Google Shape;1668;p19"/>
            <p:cNvGrpSpPr/>
            <p:nvPr/>
          </p:nvGrpSpPr>
          <p:grpSpPr>
            <a:xfrm>
              <a:off x="2511281" y="5555532"/>
              <a:ext cx="800100" cy="828675"/>
              <a:chOff x="-44" y="1473"/>
              <a:chExt cx="981" cy="1105"/>
            </a:xfrm>
          </p:grpSpPr>
          <p:pic>
            <p:nvPicPr>
              <p:cNvPr descr="desktop_computer_stylized_medium" id="1669" name="Google Shape;1669;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0" name="Google Shape;1670;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1" name="Google Shape;1671;p19"/>
            <p:cNvGrpSpPr/>
            <p:nvPr/>
          </p:nvGrpSpPr>
          <p:grpSpPr>
            <a:xfrm flipH="1">
              <a:off x="9493106" y="5469807"/>
              <a:ext cx="788987" cy="782637"/>
              <a:chOff x="-44" y="1473"/>
              <a:chExt cx="981" cy="1105"/>
            </a:xfrm>
          </p:grpSpPr>
          <p:pic>
            <p:nvPicPr>
              <p:cNvPr descr="desktop_computer_stylized_medium" id="1672" name="Google Shape;1672;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3" name="Google Shape;1673;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4" name="Google Shape;1674;p19"/>
            <p:cNvGrpSpPr/>
            <p:nvPr/>
          </p:nvGrpSpPr>
          <p:grpSpPr>
            <a:xfrm>
              <a:off x="5083031" y="5055469"/>
              <a:ext cx="358775" cy="704850"/>
              <a:chOff x="4140" y="429"/>
              <a:chExt cx="1425" cy="2396"/>
            </a:xfrm>
          </p:grpSpPr>
          <p:sp>
            <p:nvSpPr>
              <p:cNvPr id="1675" name="Google Shape;1675;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6" name="Google Shape;1676;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7" name="Google Shape;1677;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8" name="Google Shape;1678;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9" name="Google Shape;1679;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0" name="Google Shape;1680;p19"/>
              <p:cNvGrpSpPr/>
              <p:nvPr/>
            </p:nvGrpSpPr>
            <p:grpSpPr>
              <a:xfrm>
                <a:off x="4751" y="667"/>
                <a:ext cx="580" cy="146"/>
                <a:chOff x="617" y="2567"/>
                <a:chExt cx="724" cy="140"/>
              </a:xfrm>
            </p:grpSpPr>
            <p:sp>
              <p:nvSpPr>
                <p:cNvPr id="1681" name="Google Shape;1681;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2" name="Google Shape;1682;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3" name="Google Shape;1683;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4" name="Google Shape;1684;p19"/>
              <p:cNvGrpSpPr/>
              <p:nvPr/>
            </p:nvGrpSpPr>
            <p:grpSpPr>
              <a:xfrm>
                <a:off x="4745" y="996"/>
                <a:ext cx="580" cy="156"/>
                <a:chOff x="612" y="2570"/>
                <a:chExt cx="724" cy="162"/>
              </a:xfrm>
            </p:grpSpPr>
            <p:sp>
              <p:nvSpPr>
                <p:cNvPr id="1685" name="Google Shape;1685;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6" name="Google Shape;1686;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7" name="Google Shape;1687;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8" name="Google Shape;1688;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9" name="Google Shape;1689;p19"/>
              <p:cNvGrpSpPr/>
              <p:nvPr/>
            </p:nvGrpSpPr>
            <p:grpSpPr>
              <a:xfrm>
                <a:off x="4733" y="1627"/>
                <a:ext cx="586" cy="151"/>
                <a:chOff x="611" y="2568"/>
                <a:chExt cx="730" cy="139"/>
              </a:xfrm>
            </p:grpSpPr>
            <p:sp>
              <p:nvSpPr>
                <p:cNvPr id="1690" name="Google Shape;1690;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1" name="Google Shape;1691;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2" name="Google Shape;1692;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93" name="Google Shape;1693;p19"/>
              <p:cNvGrpSpPr/>
              <p:nvPr/>
            </p:nvGrpSpPr>
            <p:grpSpPr>
              <a:xfrm>
                <a:off x="4739" y="1325"/>
                <a:ext cx="580" cy="140"/>
                <a:chOff x="614" y="2566"/>
                <a:chExt cx="723" cy="140"/>
              </a:xfrm>
            </p:grpSpPr>
            <p:sp>
              <p:nvSpPr>
                <p:cNvPr id="1694" name="Google Shape;1694;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5" name="Google Shape;1695;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6" name="Google Shape;1696;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7" name="Google Shape;1697;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8" name="Google Shape;1698;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9" name="Google Shape;1699;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0" name="Google Shape;1700;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1" name="Google Shape;1701;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2" name="Google Shape;1702;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3" name="Google Shape;1703;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4" name="Google Shape;1704;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705" name="Google Shape;1705;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6" name="Google Shape;1706;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707" name="Google Shape;1707;p19"/>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708" name="Google Shape;1708;p19"/>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709" name="Google Shape;1709;p19"/>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710" name="Google Shape;1710;p19"/>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711" name="Google Shape;1711;p19"/>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712" name="Google Shape;1712;p19"/>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713" name="Google Shape;1713;p19"/>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714" name="Google Shape;1714;p19"/>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715" name="Google Shape;1715;p19"/>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16" name="Google Shape;1716;p19"/>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717" name="Google Shape;1717;p19"/>
          <p:cNvGrpSpPr/>
          <p:nvPr/>
        </p:nvGrpSpPr>
        <p:grpSpPr>
          <a:xfrm>
            <a:off x="4107096" y="5561831"/>
            <a:ext cx="1651423" cy="389371"/>
            <a:chOff x="8349959" y="687487"/>
            <a:chExt cx="1651423" cy="389371"/>
          </a:xfrm>
        </p:grpSpPr>
        <p:sp>
          <p:nvSpPr>
            <p:cNvPr id="1718" name="Google Shape;1718;p19"/>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9" name="Google Shape;1719;p19"/>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720" name="Google Shape;1720;p19"/>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721" name="Google Shape;1721;p19"/>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cxnSp>
        <p:nvCxnSpPr>
          <p:cNvPr id="1722" name="Google Shape;1722;p19"/>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723" name="Google Shape;1723;p19"/>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cxnSp>
        <p:nvCxnSpPr>
          <p:cNvPr id="1724" name="Google Shape;1724;p19"/>
          <p:cNvCxnSpPr/>
          <p:nvPr/>
        </p:nvCxnSpPr>
        <p:spPr>
          <a:xfrm rot="10800000">
            <a:off x="3701909" y="5774614"/>
            <a:ext cx="300263" cy="0"/>
          </a:xfrm>
          <a:prstGeom prst="straightConnector1">
            <a:avLst/>
          </a:prstGeom>
          <a:noFill/>
          <a:ln cap="flat" cmpd="sng" w="25400">
            <a:solidFill>
              <a:schemeClr val="accent1"/>
            </a:solidFill>
            <a:prstDash val="solid"/>
            <a:miter lim="800000"/>
            <a:headEnd len="sm" w="sm" type="none"/>
            <a:tailEnd len="med" w="med" type="triangle"/>
          </a:ln>
        </p:spPr>
      </p:cxnSp>
      <p:sp>
        <p:nvSpPr>
          <p:cNvPr id="1725" name="Google Shape;1725;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500"/>
                                        <p:tgtEl>
                                          <p:spTgt spid="1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grpSp>
        <p:nvGrpSpPr>
          <p:cNvPr id="1731" name="Google Shape;1731;p20"/>
          <p:cNvGrpSpPr/>
          <p:nvPr/>
        </p:nvGrpSpPr>
        <p:grpSpPr>
          <a:xfrm>
            <a:off x="141514" y="827314"/>
            <a:ext cx="11908971" cy="4739615"/>
            <a:chOff x="2511281" y="3262667"/>
            <a:chExt cx="7770812" cy="3121540"/>
          </a:xfrm>
        </p:grpSpPr>
        <p:sp>
          <p:nvSpPr>
            <p:cNvPr id="1732" name="Google Shape;1732;p20"/>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3" name="Google Shape;1733;p20"/>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34" name="Google Shape;1734;p20"/>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35" name="Google Shape;1735;p20"/>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736" name="Google Shape;1736;p20"/>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37" name="Google Shape;1737;p20"/>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38" name="Google Shape;1738;p20"/>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39" name="Google Shape;1739;p20"/>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40" name="Google Shape;1740;p20"/>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741" name="Google Shape;1741;p20"/>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742" name="Google Shape;1742;p20"/>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43" name="Google Shape;1743;p20"/>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44" name="Google Shape;1744;p20"/>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45" name="Google Shape;1745;p20"/>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46" name="Google Shape;1746;p20"/>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47" name="Google Shape;1747;p20"/>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8" name="Google Shape;1748;p20"/>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9" name="Google Shape;1749;p20"/>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0" name="Google Shape;1750;p20"/>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51" name="Google Shape;1751;p20"/>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52" name="Google Shape;1752;p20"/>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53" name="Google Shape;1753;p20"/>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754" name="Google Shape;1754;p20"/>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5" name="Google Shape;1755;p20"/>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6" name="Google Shape;1756;p20"/>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57" name="Google Shape;1757;p20"/>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58" name="Google Shape;1758;p20"/>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9" name="Google Shape;1759;p20"/>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60" name="Google Shape;1760;p20"/>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1" name="Google Shape;1761;p20"/>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2" name="Google Shape;1762;p20"/>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63" name="Google Shape;1763;p20"/>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64" name="Google Shape;1764;p20"/>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65" name="Google Shape;1765;p20"/>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66" name="Google Shape;1766;p20"/>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767" name="Google Shape;1767;p20"/>
            <p:cNvGrpSpPr/>
            <p:nvPr/>
          </p:nvGrpSpPr>
          <p:grpSpPr>
            <a:xfrm>
              <a:off x="2511281" y="5555532"/>
              <a:ext cx="800100" cy="828675"/>
              <a:chOff x="-44" y="1473"/>
              <a:chExt cx="981" cy="1105"/>
            </a:xfrm>
          </p:grpSpPr>
          <p:pic>
            <p:nvPicPr>
              <p:cNvPr descr="desktop_computer_stylized_medium" id="1768" name="Google Shape;1768;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69" name="Google Shape;1769;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0" name="Google Shape;1770;p20"/>
            <p:cNvGrpSpPr/>
            <p:nvPr/>
          </p:nvGrpSpPr>
          <p:grpSpPr>
            <a:xfrm flipH="1">
              <a:off x="9493106" y="5469807"/>
              <a:ext cx="788987" cy="782637"/>
              <a:chOff x="-44" y="1473"/>
              <a:chExt cx="981" cy="1105"/>
            </a:xfrm>
          </p:grpSpPr>
          <p:pic>
            <p:nvPicPr>
              <p:cNvPr descr="desktop_computer_stylized_medium" id="1771" name="Google Shape;1771;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72" name="Google Shape;1772;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3" name="Google Shape;1773;p20"/>
            <p:cNvGrpSpPr/>
            <p:nvPr/>
          </p:nvGrpSpPr>
          <p:grpSpPr>
            <a:xfrm>
              <a:off x="5083031" y="5055469"/>
              <a:ext cx="358775" cy="704850"/>
              <a:chOff x="4140" y="429"/>
              <a:chExt cx="1425" cy="2396"/>
            </a:xfrm>
          </p:grpSpPr>
          <p:sp>
            <p:nvSpPr>
              <p:cNvPr id="1774" name="Google Shape;1774;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5" name="Google Shape;1775;p2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6" name="Google Shape;1776;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7" name="Google Shape;1777;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8" name="Google Shape;1778;p2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79" name="Google Shape;1779;p20"/>
              <p:cNvGrpSpPr/>
              <p:nvPr/>
            </p:nvGrpSpPr>
            <p:grpSpPr>
              <a:xfrm>
                <a:off x="4751" y="667"/>
                <a:ext cx="580" cy="146"/>
                <a:chOff x="617" y="2567"/>
                <a:chExt cx="724" cy="140"/>
              </a:xfrm>
            </p:grpSpPr>
            <p:sp>
              <p:nvSpPr>
                <p:cNvPr id="1780" name="Google Shape;1780;p2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1" name="Google Shape;1781;p2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2" name="Google Shape;1782;p2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3" name="Google Shape;1783;p20"/>
              <p:cNvGrpSpPr/>
              <p:nvPr/>
            </p:nvGrpSpPr>
            <p:grpSpPr>
              <a:xfrm>
                <a:off x="4745" y="996"/>
                <a:ext cx="580" cy="156"/>
                <a:chOff x="612" y="2570"/>
                <a:chExt cx="724" cy="162"/>
              </a:xfrm>
            </p:grpSpPr>
            <p:sp>
              <p:nvSpPr>
                <p:cNvPr id="1784" name="Google Shape;1784;p2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5" name="Google Shape;1785;p2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6" name="Google Shape;1786;p2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7" name="Google Shape;1787;p2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8" name="Google Shape;1788;p20"/>
              <p:cNvGrpSpPr/>
              <p:nvPr/>
            </p:nvGrpSpPr>
            <p:grpSpPr>
              <a:xfrm>
                <a:off x="4733" y="1627"/>
                <a:ext cx="586" cy="151"/>
                <a:chOff x="611" y="2568"/>
                <a:chExt cx="730" cy="139"/>
              </a:xfrm>
            </p:grpSpPr>
            <p:sp>
              <p:nvSpPr>
                <p:cNvPr id="1789" name="Google Shape;1789;p2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0" name="Google Shape;1790;p2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1" name="Google Shape;1791;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92" name="Google Shape;1792;p20"/>
              <p:cNvGrpSpPr/>
              <p:nvPr/>
            </p:nvGrpSpPr>
            <p:grpSpPr>
              <a:xfrm>
                <a:off x="4739" y="1325"/>
                <a:ext cx="580" cy="140"/>
                <a:chOff x="614" y="2566"/>
                <a:chExt cx="723" cy="140"/>
              </a:xfrm>
            </p:grpSpPr>
            <p:sp>
              <p:nvSpPr>
                <p:cNvPr id="1793" name="Google Shape;1793;p2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4" name="Google Shape;1794;p2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5" name="Google Shape;1795;p2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6" name="Google Shape;1796;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7" name="Google Shape;1797;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8" name="Google Shape;1798;p2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9" name="Google Shape;1799;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0" name="Google Shape;1800;p2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1" name="Google Shape;1801;p2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2" name="Google Shape;1802;p2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3" name="Google Shape;1803;p2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804" name="Google Shape;1804;p2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5" name="Google Shape;1805;p2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806" name="Google Shape;1806;p20"/>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807" name="Google Shape;1807;p20"/>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808" name="Google Shape;1808;p20"/>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809" name="Google Shape;1809;p20"/>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810" name="Google Shape;1810;p20"/>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811" name="Google Shape;1811;p20"/>
            <p:cNvSpPr txBox="1"/>
            <p:nvPr/>
          </p:nvSpPr>
          <p:spPr>
            <a:xfrm>
              <a:off x="3822815" y="3627317"/>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1</a:t>
              </a:r>
              <a:endParaRPr/>
            </a:p>
          </p:txBody>
        </p:sp>
        <p:pic>
          <p:nvPicPr>
            <p:cNvPr descr="Image result for netflix logo png" id="1812" name="Google Shape;1812;p20"/>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sp>
          <p:nvSpPr>
            <p:cNvPr id="1813" name="Google Shape;1813;p20"/>
            <p:cNvSpPr txBox="1"/>
            <p:nvPr/>
          </p:nvSpPr>
          <p:spPr>
            <a:xfrm>
              <a:off x="8196770" y="3636485"/>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2</a:t>
              </a:r>
              <a:endParaRPr/>
            </a:p>
          </p:txBody>
        </p:sp>
      </p:grpSp>
      <p:sp>
        <p:nvSpPr>
          <p:cNvPr id="1814" name="Google Shape;1814;p20"/>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1815" name="Google Shape;1815;p20"/>
          <p:cNvCxnSpPr/>
          <p:nvPr/>
        </p:nvCxnSpPr>
        <p:spPr>
          <a:xfrm>
            <a:off x="9704593" y="3018504"/>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16" name="Google Shape;1816;p20"/>
          <p:cNvCxnSpPr/>
          <p:nvPr/>
        </p:nvCxnSpPr>
        <p:spPr>
          <a:xfrm>
            <a:off x="6146230" y="5329338"/>
            <a:ext cx="3558363" cy="0"/>
          </a:xfrm>
          <a:prstGeom prst="straightConnector1">
            <a:avLst/>
          </a:prstGeom>
          <a:noFill/>
          <a:ln cap="flat" cmpd="sng" w="44450">
            <a:solidFill>
              <a:schemeClr val="accent1"/>
            </a:solidFill>
            <a:prstDash val="solid"/>
            <a:miter lim="800000"/>
            <a:headEnd len="sm" w="sm" type="none"/>
            <a:tailEnd len="sm" w="sm" type="none"/>
          </a:ln>
        </p:spPr>
      </p:cxnSp>
      <p:sp>
        <p:nvSpPr>
          <p:cNvPr id="1817" name="Google Shape;1817;p20"/>
          <p:cNvSpPr/>
          <p:nvPr/>
        </p:nvSpPr>
        <p:spPr>
          <a:xfrm>
            <a:off x="4977190" y="192415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1</a:t>
            </a:r>
            <a:endParaRPr/>
          </a:p>
        </p:txBody>
      </p:sp>
      <p:sp>
        <p:nvSpPr>
          <p:cNvPr id="1818" name="Google Shape;1818;p20"/>
          <p:cNvSpPr/>
          <p:nvPr/>
        </p:nvSpPr>
        <p:spPr>
          <a:xfrm>
            <a:off x="6094177" y="195119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2</a:t>
            </a:r>
            <a:endParaRPr/>
          </a:p>
        </p:txBody>
      </p:sp>
      <p:sp>
        <p:nvSpPr>
          <p:cNvPr id="1819" name="Google Shape;1819;p20"/>
          <p:cNvSpPr/>
          <p:nvPr/>
        </p:nvSpPr>
        <p:spPr>
          <a:xfrm>
            <a:off x="6149438" y="2346690"/>
            <a:ext cx="163654" cy="3001414"/>
          </a:xfrm>
          <a:custGeom>
            <a:rect b="b" l="l" r="r" t="t"/>
            <a:pathLst>
              <a:path extrusionOk="0" h="3006247" w="125260">
                <a:moveTo>
                  <a:pt x="0" y="3006247"/>
                </a:moveTo>
                <a:lnTo>
                  <a:pt x="0" y="125260"/>
                </a:lnTo>
                <a:lnTo>
                  <a:pt x="125260" y="0"/>
                </a:lnTo>
              </a:path>
            </a:pathLst>
          </a:custGeom>
          <a:noFill/>
          <a:ln cap="flat" cmpd="sng" w="34925">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0" name="Google Shape;1820;p20"/>
          <p:cNvSpPr/>
          <p:nvPr/>
        </p:nvSpPr>
        <p:spPr>
          <a:xfrm flipH="1">
            <a:off x="5797083" y="2342230"/>
            <a:ext cx="163654" cy="3099711"/>
          </a:xfrm>
          <a:custGeom>
            <a:rect b="b" l="l" r="r" t="t"/>
            <a:pathLst>
              <a:path extrusionOk="0" h="3006247" w="125260">
                <a:moveTo>
                  <a:pt x="0" y="3006247"/>
                </a:moveTo>
                <a:lnTo>
                  <a:pt x="0" y="125260"/>
                </a:lnTo>
                <a:lnTo>
                  <a:pt x="125260" y="0"/>
                </a:lnTo>
              </a:path>
            </a:pathLst>
          </a:cu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821" name="Google Shape;1821;p20"/>
          <p:cNvCxnSpPr/>
          <p:nvPr/>
        </p:nvCxnSpPr>
        <p:spPr>
          <a:xfrm>
            <a:off x="3218929" y="3094306"/>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22" name="Google Shape;1822;p20"/>
          <p:cNvCxnSpPr/>
          <p:nvPr/>
        </p:nvCxnSpPr>
        <p:spPr>
          <a:xfrm>
            <a:off x="3189176" y="5423906"/>
            <a:ext cx="2771561" cy="0"/>
          </a:xfrm>
          <a:prstGeom prst="straightConnector1">
            <a:avLst/>
          </a:prstGeom>
          <a:noFill/>
          <a:ln cap="flat" cmpd="sng" w="44450">
            <a:solidFill>
              <a:schemeClr val="accent1"/>
            </a:solidFill>
            <a:prstDash val="solid"/>
            <a:miter lim="800000"/>
            <a:headEnd len="sm" w="sm" type="none"/>
            <a:tailEnd len="sm" w="sm" type="none"/>
          </a:ln>
        </p:spPr>
      </p:cxnSp>
      <p:pic>
        <p:nvPicPr>
          <p:cNvPr descr="Image result for blue question mark icon" id="1823" name="Google Shape;1823;p20"/>
          <p:cNvPicPr preferRelativeResize="0"/>
          <p:nvPr/>
        </p:nvPicPr>
        <p:blipFill rotWithShape="1">
          <a:blip r:embed="rId8">
            <a:alphaModFix/>
          </a:blip>
          <a:srcRect b="0" l="0" r="0" t="0"/>
          <a:stretch/>
        </p:blipFill>
        <p:spPr>
          <a:xfrm>
            <a:off x="5285255" y="752589"/>
            <a:ext cx="1624375" cy="1624375"/>
          </a:xfrm>
          <a:prstGeom prst="rect">
            <a:avLst/>
          </a:prstGeom>
          <a:noFill/>
          <a:ln>
            <a:noFill/>
          </a:ln>
        </p:spPr>
      </p:pic>
      <p:sp>
        <p:nvSpPr>
          <p:cNvPr id="1824" name="Google Shape;1824;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1823"/>
                                        </p:tgtEl>
                                        <p:attrNameLst>
                                          <p:attrName>style.visibility</p:attrName>
                                        </p:attrNameLst>
                                      </p:cBhvr>
                                      <p:to>
                                        <p:strVal val="visible"/>
                                      </p:to>
                                    </p:set>
                                    <p:animEffect filter="fade" transition="in">
                                      <p:cBhvr>
                                        <p:cTn dur="1000"/>
                                        <p:tgtEl>
                                          <p:spTgt spid="1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Multiplexing/demultiplexing</a:t>
            </a:r>
            <a:endParaRPr/>
          </a:p>
        </p:txBody>
      </p:sp>
      <p:sp>
        <p:nvSpPr>
          <p:cNvPr id="1831" name="Google Shape;1831;p21"/>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32" name="Google Shape;1832;p21"/>
          <p:cNvSpPr txBox="1"/>
          <p:nvPr/>
        </p:nvSpPr>
        <p:spPr>
          <a:xfrm>
            <a:off x="10348768" y="4498257"/>
            <a:ext cx="8953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1833" name="Google Shape;1833;p21"/>
          <p:cNvSpPr txBox="1"/>
          <p:nvPr/>
        </p:nvSpPr>
        <p:spPr>
          <a:xfrm>
            <a:off x="10323368" y="4096619"/>
            <a:ext cx="7556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socket</a:t>
            </a:r>
            <a:endParaRPr/>
          </a:p>
        </p:txBody>
      </p:sp>
      <p:grpSp>
        <p:nvGrpSpPr>
          <p:cNvPr id="1834" name="Google Shape;1834;p21"/>
          <p:cNvGrpSpPr/>
          <p:nvPr/>
        </p:nvGrpSpPr>
        <p:grpSpPr>
          <a:xfrm>
            <a:off x="7016607" y="1655043"/>
            <a:ext cx="4836313" cy="1639889"/>
            <a:chOff x="7016607" y="1655043"/>
            <a:chExt cx="4836313" cy="1639889"/>
          </a:xfrm>
        </p:grpSpPr>
        <p:sp>
          <p:nvSpPr>
            <p:cNvPr id="1835" name="Google Shape;1835;p21"/>
            <p:cNvSpPr/>
            <p:nvPr/>
          </p:nvSpPr>
          <p:spPr>
            <a:xfrm>
              <a:off x="7016607" y="1945555"/>
              <a:ext cx="4508220" cy="1251692"/>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36" name="Google Shape;1836;p21"/>
            <p:cNvGrpSpPr/>
            <p:nvPr/>
          </p:nvGrpSpPr>
          <p:grpSpPr>
            <a:xfrm>
              <a:off x="7172970" y="1655043"/>
              <a:ext cx="4679950" cy="1639889"/>
              <a:chOff x="2899" y="903"/>
              <a:chExt cx="2948" cy="1033"/>
            </a:xfrm>
          </p:grpSpPr>
          <p:sp>
            <p:nvSpPr>
              <p:cNvPr id="1837" name="Google Shape;1837;p21"/>
              <p:cNvSpPr/>
              <p:nvPr/>
            </p:nvSpPr>
            <p:spPr>
              <a:xfrm>
                <a:off x="2955" y="1148"/>
                <a:ext cx="2892" cy="788"/>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 header info to deliver</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received segments to correct </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a:t>
                </a:r>
                <a:endParaRPr/>
              </a:p>
            </p:txBody>
          </p:sp>
          <p:grpSp>
            <p:nvGrpSpPr>
              <p:cNvPr id="1838" name="Google Shape;1838;p21"/>
              <p:cNvGrpSpPr/>
              <p:nvPr/>
            </p:nvGrpSpPr>
            <p:grpSpPr>
              <a:xfrm>
                <a:off x="2899" y="903"/>
                <a:ext cx="2553" cy="348"/>
                <a:chOff x="905" y="3594"/>
                <a:chExt cx="2049" cy="348"/>
              </a:xfrm>
            </p:grpSpPr>
            <p:sp>
              <p:nvSpPr>
                <p:cNvPr id="1839" name="Google Shape;1839;p21"/>
                <p:cNvSpPr/>
                <p:nvPr/>
              </p:nvSpPr>
              <p:spPr>
                <a:xfrm>
                  <a:off x="1422" y="3732"/>
                  <a:ext cx="1002" cy="21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40" name="Google Shape;1840;p21"/>
                <p:cNvSpPr txBox="1"/>
                <p:nvPr/>
              </p:nvSpPr>
              <p:spPr>
                <a:xfrm>
                  <a:off x="905" y="3594"/>
                  <a:ext cx="204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demultiplexing at receiver:</a:t>
                  </a:r>
                  <a:endParaRPr/>
                </a:p>
              </p:txBody>
            </p:sp>
          </p:grpSp>
        </p:grpSp>
      </p:grpSp>
      <p:grpSp>
        <p:nvGrpSpPr>
          <p:cNvPr id="1841" name="Google Shape;1841;p21"/>
          <p:cNvGrpSpPr/>
          <p:nvPr/>
        </p:nvGrpSpPr>
        <p:grpSpPr>
          <a:xfrm>
            <a:off x="9823306" y="4171232"/>
            <a:ext cx="533400" cy="206375"/>
            <a:chOff x="344" y="1846"/>
            <a:chExt cx="336" cy="130"/>
          </a:xfrm>
        </p:grpSpPr>
        <p:sp>
          <p:nvSpPr>
            <p:cNvPr id="1842" name="Google Shape;1842;p2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3" name="Google Shape;1843;p21"/>
            <p:cNvSpPr/>
            <p:nvPr/>
          </p:nvSpPr>
          <p:spPr>
            <a:xfrm>
              <a:off x="454" y="186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4" name="Google Shape;1844;p2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5" name="Google Shape;1845;p2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46" name="Google Shape;1846;p21"/>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47" name="Google Shape;1847;p21"/>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48" name="Google Shape;1848;p21"/>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849" name="Google Shape;1849;p21"/>
          <p:cNvSpPr txBox="1"/>
          <p:nvPr/>
        </p:nvSpPr>
        <p:spPr>
          <a:xfrm>
            <a:off x="5698981" y="44299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50" name="Google Shape;1850;p21"/>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1" name="Google Shape;1851;p21"/>
          <p:cNvSpPr txBox="1"/>
          <p:nvPr/>
        </p:nvSpPr>
        <p:spPr>
          <a:xfrm>
            <a:off x="5695806" y="36441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52" name="Google Shape;1852;p21"/>
          <p:cNvSpPr txBox="1"/>
          <p:nvPr/>
        </p:nvSpPr>
        <p:spPr>
          <a:xfrm>
            <a:off x="5692631" y="53348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53" name="Google Shape;1853;p21"/>
          <p:cNvSpPr txBox="1"/>
          <p:nvPr/>
        </p:nvSpPr>
        <p:spPr>
          <a:xfrm>
            <a:off x="5692631" y="50491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54" name="Google Shape;1854;p21"/>
          <p:cNvSpPr txBox="1"/>
          <p:nvPr/>
        </p:nvSpPr>
        <p:spPr>
          <a:xfrm>
            <a:off x="5692631" y="47506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55" name="Google Shape;1855;p21"/>
          <p:cNvSpPr/>
          <p:nvPr/>
        </p:nvSpPr>
        <p:spPr>
          <a:xfrm>
            <a:off x="639271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P2</a:t>
            </a:r>
            <a:endParaRPr/>
          </a:p>
        </p:txBody>
      </p:sp>
      <p:cxnSp>
        <p:nvCxnSpPr>
          <p:cNvPr id="1856" name="Google Shape;1856;p21"/>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857" name="Google Shape;1857;p21"/>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8" name="Google Shape;1858;p21"/>
          <p:cNvSpPr/>
          <p:nvPr/>
        </p:nvSpPr>
        <p:spPr>
          <a:xfrm>
            <a:off x="568786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P1</a:t>
            </a:r>
            <a:endParaRPr/>
          </a:p>
        </p:txBody>
      </p:sp>
      <p:grpSp>
        <p:nvGrpSpPr>
          <p:cNvPr id="1859" name="Google Shape;1859;p21"/>
          <p:cNvGrpSpPr/>
          <p:nvPr/>
        </p:nvGrpSpPr>
        <p:grpSpPr>
          <a:xfrm>
            <a:off x="6468918" y="4377607"/>
            <a:ext cx="412750" cy="158750"/>
            <a:chOff x="1383" y="2620"/>
            <a:chExt cx="260" cy="100"/>
          </a:xfrm>
        </p:grpSpPr>
        <p:sp>
          <p:nvSpPr>
            <p:cNvPr id="1860" name="Google Shape;1860;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1" name="Google Shape;1861;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2" name="Google Shape;1862;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3" name="Google Shape;1863;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864" name="Google Shape;1864;p21"/>
          <p:cNvGrpSpPr/>
          <p:nvPr/>
        </p:nvGrpSpPr>
        <p:grpSpPr>
          <a:xfrm>
            <a:off x="5767243" y="4369669"/>
            <a:ext cx="412750" cy="158750"/>
            <a:chOff x="1383" y="2620"/>
            <a:chExt cx="260" cy="100"/>
          </a:xfrm>
        </p:grpSpPr>
        <p:sp>
          <p:nvSpPr>
            <p:cNvPr id="1865" name="Google Shape;1865;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6" name="Google Shape;1866;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7" name="Google Shape;1867;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8" name="Google Shape;1868;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69" name="Google Shape;1869;p21"/>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70" name="Google Shape;1870;p21"/>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71" name="Google Shape;1871;p21"/>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2" name="Google Shape;1872;p21"/>
          <p:cNvSpPr txBox="1"/>
          <p:nvPr/>
        </p:nvSpPr>
        <p:spPr>
          <a:xfrm>
            <a:off x="7846868" y="479035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73" name="Google Shape;1873;p21"/>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4" name="Google Shape;1874;p21"/>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5" name="Google Shape;1875;p21"/>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6" name="Google Shape;1876;p21"/>
          <p:cNvSpPr txBox="1"/>
          <p:nvPr/>
        </p:nvSpPr>
        <p:spPr>
          <a:xfrm>
            <a:off x="7881793" y="40378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77" name="Google Shape;1877;p21"/>
          <p:cNvSpPr txBox="1"/>
          <p:nvPr/>
        </p:nvSpPr>
        <p:spPr>
          <a:xfrm>
            <a:off x="7837343" y="569523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78" name="Google Shape;1878;p21"/>
          <p:cNvSpPr txBox="1"/>
          <p:nvPr/>
        </p:nvSpPr>
        <p:spPr>
          <a:xfrm>
            <a:off x="7856393" y="54094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79" name="Google Shape;1879;p21"/>
          <p:cNvSpPr txBox="1"/>
          <p:nvPr/>
        </p:nvSpPr>
        <p:spPr>
          <a:xfrm>
            <a:off x="7846868" y="511420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80" name="Google Shape;1880;p21"/>
          <p:cNvSpPr/>
          <p:nvPr/>
        </p:nvSpPr>
        <p:spPr>
          <a:xfrm>
            <a:off x="8216756" y="4379194"/>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P4</a:t>
            </a:r>
            <a:endParaRPr/>
          </a:p>
        </p:txBody>
      </p:sp>
      <p:sp>
        <p:nvSpPr>
          <p:cNvPr id="1881" name="Google Shape;1881;p21"/>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2" name="Google Shape;1882;p21"/>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3" name="Google Shape;1883;p21"/>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84" name="Google Shape;1884;p21"/>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85" name="Google Shape;1885;p21"/>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86" name="Google Shape;1886;p21"/>
          <p:cNvSpPr txBox="1"/>
          <p:nvPr/>
        </p:nvSpPr>
        <p:spPr>
          <a:xfrm>
            <a:off x="3501881" y="47982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87" name="Google Shape;1887;p21"/>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8" name="Google Shape;1888;p21"/>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9" name="Google Shape;1889;p21"/>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90" name="Google Shape;1890;p21"/>
          <p:cNvSpPr txBox="1"/>
          <p:nvPr/>
        </p:nvSpPr>
        <p:spPr>
          <a:xfrm>
            <a:off x="3536806" y="40458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91" name="Google Shape;1891;p21"/>
          <p:cNvSpPr txBox="1"/>
          <p:nvPr/>
        </p:nvSpPr>
        <p:spPr>
          <a:xfrm>
            <a:off x="3492356" y="57031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92" name="Google Shape;1892;p21"/>
          <p:cNvSpPr txBox="1"/>
          <p:nvPr/>
        </p:nvSpPr>
        <p:spPr>
          <a:xfrm>
            <a:off x="3511406" y="54174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93" name="Google Shape;1893;p21"/>
          <p:cNvSpPr txBox="1"/>
          <p:nvPr/>
        </p:nvSpPr>
        <p:spPr>
          <a:xfrm>
            <a:off x="3501881" y="512214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94" name="Google Shape;1894;p21"/>
          <p:cNvSpPr/>
          <p:nvPr/>
        </p:nvSpPr>
        <p:spPr>
          <a:xfrm>
            <a:off x="3871768" y="43871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P3</a:t>
            </a:r>
            <a:endParaRPr/>
          </a:p>
        </p:txBody>
      </p:sp>
      <p:grpSp>
        <p:nvGrpSpPr>
          <p:cNvPr id="1895" name="Google Shape;1895;p21"/>
          <p:cNvGrpSpPr/>
          <p:nvPr/>
        </p:nvGrpSpPr>
        <p:grpSpPr>
          <a:xfrm>
            <a:off x="3962256" y="4725269"/>
            <a:ext cx="412750" cy="158750"/>
            <a:chOff x="1287" y="2524"/>
            <a:chExt cx="260" cy="100"/>
          </a:xfrm>
        </p:grpSpPr>
        <p:sp>
          <p:nvSpPr>
            <p:cNvPr id="1896" name="Google Shape;1896;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7" name="Google Shape;1897;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8" name="Google Shape;1898;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9" name="Google Shape;1899;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00" name="Google Shape;1900;p21"/>
          <p:cNvGrpSpPr/>
          <p:nvPr/>
        </p:nvGrpSpPr>
        <p:grpSpPr>
          <a:xfrm>
            <a:off x="8302481" y="4723682"/>
            <a:ext cx="412750" cy="158750"/>
            <a:chOff x="1287" y="2524"/>
            <a:chExt cx="260" cy="100"/>
          </a:xfrm>
        </p:grpSpPr>
        <p:sp>
          <p:nvSpPr>
            <p:cNvPr id="1901" name="Google Shape;1901;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2" name="Google Shape;1902;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3" name="Google Shape;1903;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4" name="Google Shape;1904;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05" name="Google Shape;1905;p21"/>
          <p:cNvSpPr/>
          <p:nvPr/>
        </p:nvSpPr>
        <p:spPr>
          <a:xfrm>
            <a:off x="6349856" y="4425232"/>
            <a:ext cx="2173287" cy="1989137"/>
          </a:xfrm>
          <a:custGeom>
            <a:rect b="b" l="l" r="r" t="t"/>
            <a:pathLst>
              <a:path extrusionOk="0" h="1253" w="1369">
                <a:moveTo>
                  <a:pt x="1369" y="216"/>
                </a:moveTo>
                <a:lnTo>
                  <a:pt x="1362" y="1252"/>
                </a:lnTo>
                <a:lnTo>
                  <a:pt x="16" y="1253"/>
                </a:lnTo>
                <a:lnTo>
                  <a:pt x="0" y="121"/>
                </a:lnTo>
                <a:lnTo>
                  <a:pt x="191"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6" name="Google Shape;1906;p21"/>
          <p:cNvSpPr/>
          <p:nvPr/>
        </p:nvSpPr>
        <p:spPr>
          <a:xfrm>
            <a:off x="6468918" y="4456982"/>
            <a:ext cx="1984375" cy="1876425"/>
          </a:xfrm>
          <a:custGeom>
            <a:rect b="b" l="l" r="r" t="t"/>
            <a:pathLst>
              <a:path extrusionOk="0" h="1182" w="1250">
                <a:moveTo>
                  <a:pt x="1250" y="190"/>
                </a:moveTo>
                <a:lnTo>
                  <a:pt x="1244" y="1182"/>
                </a:lnTo>
                <a:lnTo>
                  <a:pt x="19" y="1181"/>
                </a:lnTo>
                <a:lnTo>
                  <a:pt x="0" y="155"/>
                </a:lnTo>
                <a:lnTo>
                  <a:pt x="171"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7" name="Google Shape;1907;p21"/>
          <p:cNvSpPr/>
          <p:nvPr/>
        </p:nvSpPr>
        <p:spPr>
          <a:xfrm>
            <a:off x="9809018" y="453635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omic Sans MS"/>
              <a:ea typeface="Comic Sans MS"/>
              <a:cs typeface="Comic Sans MS"/>
              <a:sym typeface="Comic Sans MS"/>
            </a:endParaRPr>
          </a:p>
        </p:txBody>
      </p:sp>
      <p:grpSp>
        <p:nvGrpSpPr>
          <p:cNvPr id="1908" name="Google Shape;1908;p21"/>
          <p:cNvGrpSpPr/>
          <p:nvPr/>
        </p:nvGrpSpPr>
        <p:grpSpPr>
          <a:xfrm>
            <a:off x="6060931" y="4663331"/>
            <a:ext cx="555332" cy="71510"/>
            <a:chOff x="1420065" y="5012608"/>
            <a:chExt cx="555332" cy="71510"/>
          </a:xfrm>
        </p:grpSpPr>
        <p:sp>
          <p:nvSpPr>
            <p:cNvPr id="1909" name="Google Shape;1909;p21"/>
            <p:cNvSpPr/>
            <p:nvPr/>
          </p:nvSpPr>
          <p:spPr>
            <a:xfrm>
              <a:off x="1420065" y="501260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0" name="Google Shape;1910;p21"/>
            <p:cNvSpPr/>
            <p:nvPr/>
          </p:nvSpPr>
          <p:spPr>
            <a:xfrm>
              <a:off x="1778547" y="501426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11" name="Google Shape;1911;p21"/>
          <p:cNvSpPr/>
          <p:nvPr/>
        </p:nvSpPr>
        <p:spPr>
          <a:xfrm>
            <a:off x="5311630" y="3275882"/>
            <a:ext cx="688975" cy="1435100"/>
          </a:xfrm>
          <a:custGeom>
            <a:rect b="b" l="l" r="r" t="t"/>
            <a:pathLst>
              <a:path extrusionOk="0" h="904" w="434">
                <a:moveTo>
                  <a:pt x="434" y="904"/>
                </a:moveTo>
                <a:lnTo>
                  <a:pt x="2" y="902"/>
                </a:lnTo>
                <a:lnTo>
                  <a:pt x="0" y="0"/>
                </a:lnTo>
              </a:path>
            </a:pathLst>
          </a:custGeom>
          <a:noFill/>
          <a:ln cap="flat" cmpd="sng" w="1905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12" name="Google Shape;1912;p21"/>
          <p:cNvGrpSpPr/>
          <p:nvPr/>
        </p:nvGrpSpPr>
        <p:grpSpPr>
          <a:xfrm>
            <a:off x="6211743" y="3239369"/>
            <a:ext cx="1047750" cy="1441450"/>
            <a:chOff x="2432" y="1758"/>
            <a:chExt cx="660" cy="908"/>
          </a:xfrm>
        </p:grpSpPr>
        <p:sp>
          <p:nvSpPr>
            <p:cNvPr id="1913" name="Google Shape;1913;p21"/>
            <p:cNvSpPr/>
            <p:nvPr/>
          </p:nvSpPr>
          <p:spPr>
            <a:xfrm>
              <a:off x="2432" y="2564"/>
              <a:ext cx="144" cy="102"/>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4" name="Google Shape;1914;p21"/>
            <p:cNvSpPr/>
            <p:nvPr/>
          </p:nvSpPr>
          <p:spPr>
            <a:xfrm>
              <a:off x="2506" y="1758"/>
              <a:ext cx="586" cy="810"/>
            </a:xfrm>
            <a:custGeom>
              <a:rect b="b" l="l" r="r" t="t"/>
              <a:pathLst>
                <a:path extrusionOk="0" h="810" w="586">
                  <a:moveTo>
                    <a:pt x="0" y="810"/>
                  </a:moveTo>
                  <a:lnTo>
                    <a:pt x="2" y="808"/>
                  </a:lnTo>
                  <a:lnTo>
                    <a:pt x="2" y="170"/>
                  </a:lnTo>
                  <a:lnTo>
                    <a:pt x="586" y="0"/>
                  </a:lnTo>
                </a:path>
              </a:pathLst>
            </a:custGeom>
            <a:noFill/>
            <a:ln cap="flat" cmpd="sng" w="1270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5" name="Google Shape;1915;p21"/>
          <p:cNvGrpSpPr/>
          <p:nvPr/>
        </p:nvGrpSpPr>
        <p:grpSpPr>
          <a:xfrm>
            <a:off x="2511281" y="5555532"/>
            <a:ext cx="800100" cy="828675"/>
            <a:chOff x="-44" y="1473"/>
            <a:chExt cx="981" cy="1105"/>
          </a:xfrm>
        </p:grpSpPr>
        <p:pic>
          <p:nvPicPr>
            <p:cNvPr descr="desktop_computer_stylized_medium" id="1916" name="Google Shape;1916;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17" name="Google Shape;191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8" name="Google Shape;1918;p21"/>
          <p:cNvGrpSpPr/>
          <p:nvPr/>
        </p:nvGrpSpPr>
        <p:grpSpPr>
          <a:xfrm flipH="1">
            <a:off x="9493106" y="5469807"/>
            <a:ext cx="788987" cy="782637"/>
            <a:chOff x="-44" y="1473"/>
            <a:chExt cx="981" cy="1105"/>
          </a:xfrm>
        </p:grpSpPr>
        <p:pic>
          <p:nvPicPr>
            <p:cNvPr descr="desktop_computer_stylized_medium" id="1919" name="Google Shape;191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20" name="Google Shape;192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21" name="Google Shape;1921;p21"/>
          <p:cNvGrpSpPr/>
          <p:nvPr/>
        </p:nvGrpSpPr>
        <p:grpSpPr>
          <a:xfrm>
            <a:off x="5083031" y="5055469"/>
            <a:ext cx="358775" cy="704850"/>
            <a:chOff x="4140" y="429"/>
            <a:chExt cx="1425" cy="2396"/>
          </a:xfrm>
        </p:grpSpPr>
        <p:sp>
          <p:nvSpPr>
            <p:cNvPr id="1922" name="Google Shape;1922;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3" name="Google Shape;1923;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4" name="Google Shape;1924;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5" name="Google Shape;1925;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6" name="Google Shape;1926;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27" name="Google Shape;1927;p21"/>
            <p:cNvGrpSpPr/>
            <p:nvPr/>
          </p:nvGrpSpPr>
          <p:grpSpPr>
            <a:xfrm>
              <a:off x="4751" y="667"/>
              <a:ext cx="580" cy="146"/>
              <a:chOff x="617" y="2567"/>
              <a:chExt cx="724" cy="140"/>
            </a:xfrm>
          </p:grpSpPr>
          <p:sp>
            <p:nvSpPr>
              <p:cNvPr id="1928" name="Google Shape;1928;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9" name="Google Shape;1929;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0" name="Google Shape;1930;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1" name="Google Shape;1931;p21"/>
            <p:cNvGrpSpPr/>
            <p:nvPr/>
          </p:nvGrpSpPr>
          <p:grpSpPr>
            <a:xfrm>
              <a:off x="4745" y="996"/>
              <a:ext cx="580" cy="156"/>
              <a:chOff x="612" y="2570"/>
              <a:chExt cx="724" cy="162"/>
            </a:xfrm>
          </p:grpSpPr>
          <p:sp>
            <p:nvSpPr>
              <p:cNvPr id="1932" name="Google Shape;1932;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3" name="Google Shape;1933;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4" name="Google Shape;1934;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5" name="Google Shape;1935;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6" name="Google Shape;1936;p21"/>
            <p:cNvGrpSpPr/>
            <p:nvPr/>
          </p:nvGrpSpPr>
          <p:grpSpPr>
            <a:xfrm>
              <a:off x="4733" y="1627"/>
              <a:ext cx="586" cy="151"/>
              <a:chOff x="611" y="2568"/>
              <a:chExt cx="730" cy="139"/>
            </a:xfrm>
          </p:grpSpPr>
          <p:sp>
            <p:nvSpPr>
              <p:cNvPr id="1937" name="Google Shape;1937;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8" name="Google Shape;1938;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9" name="Google Shape;1939;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40" name="Google Shape;1940;p21"/>
            <p:cNvGrpSpPr/>
            <p:nvPr/>
          </p:nvGrpSpPr>
          <p:grpSpPr>
            <a:xfrm>
              <a:off x="4739" y="1325"/>
              <a:ext cx="580" cy="140"/>
              <a:chOff x="614" y="2566"/>
              <a:chExt cx="723" cy="140"/>
            </a:xfrm>
          </p:grpSpPr>
          <p:sp>
            <p:nvSpPr>
              <p:cNvPr id="1941" name="Google Shape;1941;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2" name="Google Shape;1942;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43" name="Google Shape;1943;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4" name="Google Shape;1944;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5" name="Google Shape;1945;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6" name="Google Shape;1946;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7" name="Google Shape;1947;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8" name="Google Shape;1948;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9" name="Google Shape;1949;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0" name="Google Shape;1950;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1" name="Google Shape;1951;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952" name="Google Shape;1952;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3" name="Google Shape;1953;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54" name="Google Shape;1954;p21"/>
          <p:cNvGrpSpPr/>
          <p:nvPr/>
        </p:nvGrpSpPr>
        <p:grpSpPr>
          <a:xfrm>
            <a:off x="1183088" y="1563001"/>
            <a:ext cx="4826032" cy="1719654"/>
            <a:chOff x="5" y="727"/>
            <a:chExt cx="2460" cy="1047"/>
          </a:xfrm>
        </p:grpSpPr>
        <p:sp>
          <p:nvSpPr>
            <p:cNvPr id="1955" name="Google Shape;1955;p21"/>
            <p:cNvSpPr txBox="1"/>
            <p:nvPr/>
          </p:nvSpPr>
          <p:spPr>
            <a:xfrm>
              <a:off x="133" y="1101"/>
              <a:ext cx="2332" cy="62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handle data from multiple</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sockets, add transport header (later used for demultiplexing)</a:t>
              </a:r>
              <a:endParaRPr/>
            </a:p>
          </p:txBody>
        </p:sp>
        <p:sp>
          <p:nvSpPr>
            <p:cNvPr id="1956" name="Google Shape;1956;p21"/>
            <p:cNvSpPr/>
            <p:nvPr/>
          </p:nvSpPr>
          <p:spPr>
            <a:xfrm>
              <a:off x="5" y="901"/>
              <a:ext cx="2298" cy="873"/>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957" name="Google Shape;1957;p21"/>
            <p:cNvGrpSpPr/>
            <p:nvPr/>
          </p:nvGrpSpPr>
          <p:grpSpPr>
            <a:xfrm>
              <a:off x="91" y="727"/>
              <a:ext cx="1854" cy="375"/>
              <a:chOff x="869" y="3567"/>
              <a:chExt cx="1780" cy="375"/>
            </a:xfrm>
          </p:grpSpPr>
          <p:sp>
            <p:nvSpPr>
              <p:cNvPr id="1958" name="Google Shape;1958;p21"/>
              <p:cNvSpPr/>
              <p:nvPr/>
            </p:nvSpPr>
            <p:spPr>
              <a:xfrm>
                <a:off x="1422" y="3732"/>
                <a:ext cx="1006"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9" name="Google Shape;1959;p21"/>
              <p:cNvSpPr txBox="1"/>
              <p:nvPr/>
            </p:nvSpPr>
            <p:spPr>
              <a:xfrm>
                <a:off x="869" y="3567"/>
                <a:ext cx="1780" cy="33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multiplexing at sender:</a:t>
                </a:r>
                <a:endParaRPr/>
              </a:p>
            </p:txBody>
          </p:sp>
        </p:grpSp>
      </p:grpSp>
      <p:sp>
        <p:nvSpPr>
          <p:cNvPr id="1960" name="Google Shape;1960;p21"/>
          <p:cNvSpPr/>
          <p:nvPr/>
        </p:nvSpPr>
        <p:spPr>
          <a:xfrm>
            <a:off x="4198793" y="4458569"/>
            <a:ext cx="1962150" cy="1897063"/>
          </a:xfrm>
          <a:custGeom>
            <a:rect b="b" l="l" r="r" t="t"/>
            <a:pathLst>
              <a:path extrusionOk="0" h="1195" w="1236">
                <a:moveTo>
                  <a:pt x="0" y="202"/>
                </a:moveTo>
                <a:lnTo>
                  <a:pt x="6" y="1194"/>
                </a:lnTo>
                <a:lnTo>
                  <a:pt x="1236" y="1195"/>
                </a:lnTo>
                <a:lnTo>
                  <a:pt x="1227" y="150"/>
                </a:lnTo>
                <a:lnTo>
                  <a:pt x="1069"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1" name="Google Shape;1961;p21"/>
          <p:cNvSpPr/>
          <p:nvPr/>
        </p:nvSpPr>
        <p:spPr>
          <a:xfrm>
            <a:off x="4135293" y="4433169"/>
            <a:ext cx="2160588" cy="1989138"/>
          </a:xfrm>
          <a:custGeom>
            <a:rect b="b" l="l" r="r" t="t"/>
            <a:pathLst>
              <a:path extrusionOk="0" h="1253" w="1361">
                <a:moveTo>
                  <a:pt x="0" y="216"/>
                </a:moveTo>
                <a:lnTo>
                  <a:pt x="7" y="1252"/>
                </a:lnTo>
                <a:lnTo>
                  <a:pt x="1320" y="1253"/>
                </a:lnTo>
                <a:lnTo>
                  <a:pt x="1361" y="1252"/>
                </a:lnTo>
                <a:lnTo>
                  <a:pt x="1353" y="114"/>
                </a:lnTo>
                <a:lnTo>
                  <a:pt x="1178"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62" name="Google Shape;1962;p21"/>
          <p:cNvGrpSpPr/>
          <p:nvPr/>
        </p:nvGrpSpPr>
        <p:grpSpPr>
          <a:xfrm>
            <a:off x="4455343" y="4186543"/>
            <a:ext cx="3740163" cy="385304"/>
            <a:chOff x="4455343" y="4186543"/>
            <a:chExt cx="3740163" cy="385304"/>
          </a:xfrm>
        </p:grpSpPr>
        <p:sp>
          <p:nvSpPr>
            <p:cNvPr id="1963" name="Google Shape;1963;p21"/>
            <p:cNvSpPr/>
            <p:nvPr/>
          </p:nvSpPr>
          <p:spPr>
            <a:xfrm rot="-778188">
              <a:off x="4450940" y="4321755"/>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21"/>
            <p:cNvSpPr/>
            <p:nvPr/>
          </p:nvSpPr>
          <p:spPr>
            <a:xfrm flipH="1" rot="-10021812">
              <a:off x="6983757" y="4337631"/>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65" name="Google Shape;1965;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500"/>
                                        <p:tgtEl>
                                          <p:spTgt spid="19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62"/>
                                        </p:tgtEl>
                                      </p:cBhvr>
                                    </p:animEffect>
                                    <p:set>
                                      <p:cBhvr>
                                        <p:cTn dur="1" fill="hold">
                                          <p:stCondLst>
                                            <p:cond delay="500"/>
                                          </p:stCondLst>
                                        </p:cTn>
                                        <p:tgtEl>
                                          <p:spTgt spid="19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par>
                                <p:cTn fill="hold" nodeType="withEffect" presetClass="entr" presetID="10" presetSubtype="0">
                                  <p:stCondLst>
                                    <p:cond delay="0"/>
                                  </p:stCondLst>
                                  <p:childTnLst>
                                    <p:set>
                                      <p:cBhvr>
                                        <p:cTn dur="1" fill="hold">
                                          <p:stCondLst>
                                            <p:cond delay="0"/>
                                          </p:stCondLst>
                                        </p:cTn>
                                        <p:tgtEl>
                                          <p:spTgt spid="1911"/>
                                        </p:tgtEl>
                                        <p:attrNameLst>
                                          <p:attrName>style.visibility</p:attrName>
                                        </p:attrNameLst>
                                      </p:cBhvr>
                                      <p:to>
                                        <p:strVal val="visible"/>
                                      </p:to>
                                    </p:set>
                                    <p:animEffect filter="fade" transition="in">
                                      <p:cBhvr>
                                        <p:cTn dur="500"/>
                                        <p:tgtEl>
                                          <p:spTgt spid="1911"/>
                                        </p:tgtEl>
                                      </p:cBhvr>
                                    </p:animEffect>
                                  </p:childTnLst>
                                </p:cTn>
                              </p:par>
                              <p:par>
                                <p:cTn fill="hold" nodeType="withEffect" presetClass="entr" presetID="10" presetSubtype="0">
                                  <p:stCondLst>
                                    <p:cond delay="0"/>
                                  </p:stCondLst>
                                  <p:childTnLst>
                                    <p:set>
                                      <p:cBhvr>
                                        <p:cTn dur="1" fill="hold">
                                          <p:stCondLst>
                                            <p:cond delay="0"/>
                                          </p:stCondLst>
                                        </p:cTn>
                                        <p:tgtEl>
                                          <p:spTgt spid="1908"/>
                                        </p:tgtEl>
                                        <p:attrNameLst>
                                          <p:attrName>style.visibility</p:attrName>
                                        </p:attrNameLst>
                                      </p:cBhvr>
                                      <p:to>
                                        <p:strVal val="visible"/>
                                      </p:to>
                                    </p:set>
                                    <p:animEffect filter="fade" transition="in">
                                      <p:cBhvr>
                                        <p:cTn dur="500"/>
                                        <p:tgtEl>
                                          <p:spTgt spid="1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834"/>
                                        </p:tgtEl>
                                        <p:attrNameLst>
                                          <p:attrName>style.visibility</p:attrName>
                                        </p:attrNameLst>
                                      </p:cBhvr>
                                      <p:to>
                                        <p:strVal val="visible"/>
                                      </p:to>
                                    </p:set>
                                    <p:animEffect filter="fade" transition="in">
                                      <p:cBhvr>
                                        <p:cTn dur="500"/>
                                        <p:tgtEl>
                                          <p:spTgt spid="1834"/>
                                        </p:tgtEl>
                                      </p:cBhvr>
                                    </p:animEffect>
                                  </p:childTnLst>
                                </p:cTn>
                              </p:par>
                              <p:par>
                                <p:cTn fill="hold" nodeType="with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par>
                                <p:cTn fill="hold" nodeType="withEffect" presetClass="entr" presetID="10" presetSubtype="0">
                                  <p:stCondLst>
                                    <p:cond delay="0"/>
                                  </p:stCondLst>
                                  <p:childTnLst>
                                    <p:set>
                                      <p:cBhvr>
                                        <p:cTn dur="1" fill="hold">
                                          <p:stCondLst>
                                            <p:cond delay="0"/>
                                          </p:stCondLst>
                                        </p:cTn>
                                        <p:tgtEl>
                                          <p:spTgt spid="1905"/>
                                        </p:tgtEl>
                                        <p:attrNameLst>
                                          <p:attrName>style.visibility</p:attrName>
                                        </p:attrNameLst>
                                      </p:cBhvr>
                                      <p:to>
                                        <p:strVal val="visible"/>
                                      </p:to>
                                    </p:set>
                                    <p:animEffect filter="fade" transition="in">
                                      <p:cBhvr>
                                        <p:cTn dur="500"/>
                                        <p:tgtEl>
                                          <p:spTgt spid="1905"/>
                                        </p:tgtEl>
                                      </p:cBhvr>
                                    </p:animEffect>
                                  </p:childTnLst>
                                </p:cTn>
                              </p:par>
                              <p:par>
                                <p:cTn fill="hold" nodeType="withEffect" presetClass="exit" presetID="10" presetSubtype="0">
                                  <p:stCondLst>
                                    <p:cond delay="0"/>
                                  </p:stCondLst>
                                  <p:childTnLst>
                                    <p:animEffect filter="fade" transition="out">
                                      <p:cBhvr>
                                        <p:cTn dur="500"/>
                                        <p:tgtEl>
                                          <p:spTgt spid="1960"/>
                                        </p:tgtEl>
                                      </p:cBhvr>
                                    </p:animEffect>
                                    <p:set>
                                      <p:cBhvr>
                                        <p:cTn dur="1" fill="hold">
                                          <p:stCondLst>
                                            <p:cond delay="500"/>
                                          </p:stCondLst>
                                        </p:cTn>
                                        <p:tgtEl>
                                          <p:spTgt spid="19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8"/>
                                        </p:tgtEl>
                                      </p:cBhvr>
                                    </p:animEffect>
                                    <p:set>
                                      <p:cBhvr>
                                        <p:cTn dur="1" fill="hold">
                                          <p:stCondLst>
                                            <p:cond delay="500"/>
                                          </p:stCondLst>
                                        </p:cTn>
                                        <p:tgtEl>
                                          <p:spTgt spid="190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11"/>
                                        </p:tgtEl>
                                      </p:cBhvr>
                                    </p:animEffect>
                                    <p:set>
                                      <p:cBhvr>
                                        <p:cTn dur="1" fill="hold">
                                          <p:stCondLst>
                                            <p:cond delay="500"/>
                                          </p:stCondLst>
                                        </p:cTn>
                                        <p:tgtEl>
                                          <p:spTgt spid="19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4"/>
                                        </p:tgtEl>
                                      </p:cBhvr>
                                    </p:animEffect>
                                    <p:set>
                                      <p:cBhvr>
                                        <p:cTn dur="1" fill="hold">
                                          <p:stCondLst>
                                            <p:cond delay="500"/>
                                          </p:stCondLst>
                                        </p:cTn>
                                        <p:tgtEl>
                                          <p:spTgt spid="19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6"/>
                                        </p:tgtEl>
                                      </p:cBhvr>
                                    </p:animEffect>
                                    <p:set>
                                      <p:cBhvr>
                                        <p:cTn dur="1" fill="hold">
                                          <p:stCondLst>
                                            <p:cond delay="500"/>
                                          </p:stCondLst>
                                        </p:cTn>
                                        <p:tgtEl>
                                          <p:spTgt spid="19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demultiplexing </a:t>
            </a:r>
            <a:r>
              <a:rPr lang="en-US"/>
              <a:t>w</a:t>
            </a:r>
            <a:r>
              <a:rPr lang="en-US" sz="4400"/>
              <a:t>orks</a:t>
            </a:r>
            <a:endParaRPr/>
          </a:p>
        </p:txBody>
      </p:sp>
      <p:sp>
        <p:nvSpPr>
          <p:cNvPr id="1972" name="Google Shape;1972;p22"/>
          <p:cNvSpPr txBox="1"/>
          <p:nvPr/>
        </p:nvSpPr>
        <p:spPr>
          <a:xfrm>
            <a:off x="812799" y="1565761"/>
            <a:ext cx="5703304" cy="2790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receives IP datagrams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has source IP address, destination IP address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carries one transport-layer segment</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segment has source, destination port number </a:t>
            </a:r>
            <a:endParaRPr/>
          </a:p>
          <a:p>
            <a:pPr indent="-284163" lvl="0" marL="284163"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uses </a:t>
            </a:r>
            <a:r>
              <a:rPr b="0" i="1" lang="en-US" sz="3200" u="none" cap="none" strike="noStrike">
                <a:solidFill>
                  <a:srgbClr val="CC0000"/>
                </a:solidFill>
                <a:latin typeface="Calibri"/>
                <a:ea typeface="Calibri"/>
                <a:cs typeface="Calibri"/>
                <a:sym typeface="Calibri"/>
              </a:rPr>
              <a:t>IP addresses &amp; port numbers</a:t>
            </a:r>
            <a:r>
              <a:rPr b="0" i="0" lang="en-US" sz="3200" u="none" cap="none" strike="noStrike">
                <a:solidFill>
                  <a:srgbClr val="000000"/>
                </a:solidFill>
                <a:latin typeface="Calibri"/>
                <a:ea typeface="Calibri"/>
                <a:cs typeface="Calibri"/>
                <a:sym typeface="Calibri"/>
              </a:rPr>
              <a:t> to direct segment to appropriate socket</a:t>
            </a:r>
            <a:endParaRPr/>
          </a:p>
        </p:txBody>
      </p:sp>
      <p:grpSp>
        <p:nvGrpSpPr>
          <p:cNvPr id="1973" name="Google Shape;1973;p22"/>
          <p:cNvGrpSpPr/>
          <p:nvPr/>
        </p:nvGrpSpPr>
        <p:grpSpPr>
          <a:xfrm>
            <a:off x="7543216" y="1704452"/>
            <a:ext cx="3414712" cy="4121150"/>
            <a:chOff x="7543216" y="1704452"/>
            <a:chExt cx="3414712" cy="4121150"/>
          </a:xfrm>
        </p:grpSpPr>
        <p:sp>
          <p:nvSpPr>
            <p:cNvPr id="1974" name="Google Shape;1974;p22"/>
            <p:cNvSpPr/>
            <p:nvPr/>
          </p:nvSpPr>
          <p:spPr>
            <a:xfrm>
              <a:off x="7633703" y="2048939"/>
              <a:ext cx="3324225" cy="32004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5" name="Google Shape;1975;p22"/>
            <p:cNvSpPr/>
            <p:nvPr/>
          </p:nvSpPr>
          <p:spPr>
            <a:xfrm>
              <a:off x="7557503" y="2144189"/>
              <a:ext cx="3324225" cy="32004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6" name="Google Shape;1976;p22"/>
            <p:cNvSpPr txBox="1"/>
            <p:nvPr/>
          </p:nvSpPr>
          <p:spPr>
            <a:xfrm>
              <a:off x="7597191" y="2156889"/>
              <a:ext cx="15636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source port #</a:t>
              </a:r>
              <a:endParaRPr b="0" i="0" sz="2400" u="none" cap="none" strike="noStrike">
                <a:solidFill>
                  <a:srgbClr val="CC0000"/>
                </a:solidFill>
                <a:latin typeface="Tahoma"/>
                <a:ea typeface="Tahoma"/>
                <a:cs typeface="Tahoma"/>
                <a:sym typeface="Tahoma"/>
              </a:endParaRPr>
            </a:p>
          </p:txBody>
        </p:sp>
        <p:sp>
          <p:nvSpPr>
            <p:cNvPr id="1977" name="Google Shape;1977;p22"/>
            <p:cNvSpPr txBox="1"/>
            <p:nvPr/>
          </p:nvSpPr>
          <p:spPr>
            <a:xfrm>
              <a:off x="9383128" y="2156889"/>
              <a:ext cx="13287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dest port #</a:t>
              </a:r>
              <a:endParaRPr b="0" i="0" sz="2400" u="none" cap="none" strike="noStrike">
                <a:solidFill>
                  <a:srgbClr val="CC0000"/>
                </a:solidFill>
                <a:latin typeface="Tahoma"/>
                <a:ea typeface="Tahoma"/>
                <a:cs typeface="Tahoma"/>
                <a:sym typeface="Tahoma"/>
              </a:endParaRPr>
            </a:p>
          </p:txBody>
        </p:sp>
        <p:cxnSp>
          <p:nvCxnSpPr>
            <p:cNvPr id="1978" name="Google Shape;1978;p22"/>
            <p:cNvCxnSpPr/>
            <p:nvPr/>
          </p:nvCxnSpPr>
          <p:spPr>
            <a:xfrm>
              <a:off x="7547978" y="2544239"/>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1979" name="Google Shape;1979;p22"/>
            <p:cNvCxnSpPr/>
            <p:nvPr/>
          </p:nvCxnSpPr>
          <p:spPr>
            <a:xfrm>
              <a:off x="7557503" y="3534839"/>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1980" name="Google Shape;1980;p22"/>
            <p:cNvCxnSpPr/>
            <p:nvPr/>
          </p:nvCxnSpPr>
          <p:spPr>
            <a:xfrm rot="10800000">
              <a:off x="9195803" y="2144189"/>
              <a:ext cx="0" cy="395288"/>
            </a:xfrm>
            <a:prstGeom prst="straightConnector1">
              <a:avLst/>
            </a:prstGeom>
            <a:noFill/>
            <a:ln cap="flat" cmpd="sng" w="19050">
              <a:solidFill>
                <a:srgbClr val="000000"/>
              </a:solidFill>
              <a:prstDash val="solid"/>
              <a:round/>
              <a:headEnd len="med" w="med" type="none"/>
              <a:tailEnd len="med" w="med" type="none"/>
            </a:ln>
          </p:spPr>
        </p:cxnSp>
        <p:sp>
          <p:nvSpPr>
            <p:cNvPr id="1981" name="Google Shape;1981;p22"/>
            <p:cNvSpPr txBox="1"/>
            <p:nvPr/>
          </p:nvSpPr>
          <p:spPr>
            <a:xfrm>
              <a:off x="8740191" y="1704452"/>
              <a:ext cx="863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32 bits</a:t>
              </a:r>
              <a:endParaRPr b="0" i="0" sz="2400" u="none" cap="none" strike="noStrike">
                <a:solidFill>
                  <a:srgbClr val="000000"/>
                </a:solidFill>
                <a:latin typeface="Tahoma"/>
                <a:ea typeface="Tahoma"/>
                <a:cs typeface="Tahoma"/>
                <a:sym typeface="Tahoma"/>
              </a:endParaRPr>
            </a:p>
          </p:txBody>
        </p:sp>
        <p:cxnSp>
          <p:nvCxnSpPr>
            <p:cNvPr id="1982" name="Google Shape;1982;p22"/>
            <p:cNvCxnSpPr/>
            <p:nvPr/>
          </p:nvCxnSpPr>
          <p:spPr>
            <a:xfrm>
              <a:off x="9653003" y="1910827"/>
              <a:ext cx="1200150" cy="4762"/>
            </a:xfrm>
            <a:prstGeom prst="straightConnector1">
              <a:avLst/>
            </a:prstGeom>
            <a:noFill/>
            <a:ln cap="flat" cmpd="sng" w="19050">
              <a:solidFill>
                <a:srgbClr val="000000"/>
              </a:solidFill>
              <a:prstDash val="solid"/>
              <a:round/>
              <a:headEnd len="med" w="med" type="none"/>
              <a:tailEnd len="med" w="med" type="triangle"/>
            </a:ln>
          </p:spPr>
        </p:cxnSp>
        <p:cxnSp>
          <p:nvCxnSpPr>
            <p:cNvPr id="1983" name="Google Shape;1983;p22"/>
            <p:cNvCxnSpPr/>
            <p:nvPr/>
          </p:nvCxnSpPr>
          <p:spPr>
            <a:xfrm rot="10800000">
              <a:off x="7543216" y="1920352"/>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1984" name="Google Shape;1984;p22"/>
            <p:cNvSpPr txBox="1"/>
            <p:nvPr/>
          </p:nvSpPr>
          <p:spPr>
            <a:xfrm>
              <a:off x="8451266" y="3865039"/>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1985" name="Google Shape;1985;p22"/>
            <p:cNvSpPr txBox="1"/>
            <p:nvPr/>
          </p:nvSpPr>
          <p:spPr>
            <a:xfrm>
              <a:off x="8067091" y="2898252"/>
              <a:ext cx="22907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other header fields</a:t>
              </a:r>
              <a:endParaRPr b="0" i="0" sz="2400" u="none" cap="none" strike="noStrike">
                <a:solidFill>
                  <a:srgbClr val="000000"/>
                </a:solidFill>
                <a:latin typeface="Tahoma"/>
                <a:ea typeface="Tahoma"/>
                <a:cs typeface="Tahoma"/>
                <a:sym typeface="Tahoma"/>
              </a:endParaRPr>
            </a:p>
          </p:txBody>
        </p:sp>
        <p:sp>
          <p:nvSpPr>
            <p:cNvPr id="1986" name="Google Shape;1986;p22"/>
            <p:cNvSpPr txBox="1"/>
            <p:nvPr/>
          </p:nvSpPr>
          <p:spPr>
            <a:xfrm>
              <a:off x="7770228" y="5428727"/>
              <a:ext cx="3060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TCP/UDP segment format</a:t>
              </a:r>
              <a:endParaRPr b="0" i="0" sz="2400" u="none" cap="none" strike="noStrike">
                <a:solidFill>
                  <a:srgbClr val="000000"/>
                </a:solidFill>
                <a:latin typeface="Tahoma"/>
                <a:ea typeface="Tahoma"/>
                <a:cs typeface="Tahoma"/>
                <a:sym typeface="Tahoma"/>
              </a:endParaRPr>
            </a:p>
          </p:txBody>
        </p:sp>
      </p:grpSp>
      <p:sp>
        <p:nvSpPr>
          <p:cNvPr id="1987" name="Google Shape;1987;p22"/>
          <p:cNvSpPr/>
          <p:nvPr/>
        </p:nvSpPr>
        <p:spPr>
          <a:xfrm>
            <a:off x="7299923" y="1976355"/>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8" name="Google Shape;1988;p22"/>
          <p:cNvSpPr/>
          <p:nvPr/>
        </p:nvSpPr>
        <p:spPr>
          <a:xfrm>
            <a:off x="9014727" y="1985006"/>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9" name="Google Shape;1989;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500"/>
                                        <p:tgtEl>
                                          <p:spTgt spid="1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7"/>
                                        </p:tgtEl>
                                        <p:attrNameLst>
                                          <p:attrName>style.visibility</p:attrName>
                                        </p:attrNameLst>
                                      </p:cBhvr>
                                      <p:to>
                                        <p:strVal val="visible"/>
                                      </p:to>
                                    </p:set>
                                    <p:animEffect filter="fade" transition="in">
                                      <p:cBhvr>
                                        <p:cTn dur="500"/>
                                        <p:tgtEl>
                                          <p:spTgt spid="1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8"/>
                                        </p:tgtEl>
                                        <p:attrNameLst>
                                          <p:attrName>style.visibility</p:attrName>
                                        </p:attrNameLst>
                                      </p:cBhvr>
                                      <p:to>
                                        <p:strVal val="visible"/>
                                      </p:to>
                                    </p:set>
                                    <p:animEffect filter="fade" transition="in">
                                      <p:cBhvr>
                                        <p:cTn dur="500"/>
                                        <p:tgtEl>
                                          <p:spTgt spid="1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a:t>
            </a:r>
            <a:endParaRPr/>
          </a:p>
        </p:txBody>
      </p:sp>
      <p:sp>
        <p:nvSpPr>
          <p:cNvPr id="1996" name="Google Shape;1996;p23"/>
          <p:cNvSpPr txBox="1"/>
          <p:nvPr/>
        </p:nvSpPr>
        <p:spPr>
          <a:xfrm>
            <a:off x="798689" y="1523600"/>
            <a:ext cx="5254159" cy="2113756"/>
          </a:xfrm>
          <a:prstGeom prst="rect">
            <a:avLst/>
          </a:prstGeom>
          <a:noFill/>
          <a:ln>
            <a:noFill/>
          </a:ln>
        </p:spPr>
        <p:txBody>
          <a:bodyPr anchorCtr="0" anchor="t" bIns="45700" lIns="91425" spcFirstLastPara="1" rIns="91425" wrap="square" tIns="45700">
            <a:normAutofit fontScale="92500" lnSpcReduction="10000"/>
          </a:bodyPr>
          <a:lstStyle/>
          <a:p>
            <a:pPr indent="0" lvl="0" marL="57150" marR="0" rtl="0" algn="l">
              <a:lnSpc>
                <a:spcPct val="90000"/>
              </a:lnSpc>
              <a:spcBef>
                <a:spcPts val="0"/>
              </a:spcBef>
              <a:spcAft>
                <a:spcPts val="0"/>
              </a:spcAft>
              <a:buClr>
                <a:srgbClr val="0000A3"/>
              </a:buClr>
              <a:buSzPct val="100000"/>
              <a:buFont typeface="Noto Sans Symbols"/>
              <a:buNone/>
            </a:pPr>
            <a:r>
              <a:rPr b="0" i="1" lang="en-US" sz="3500" u="none" cap="none" strike="noStrike">
                <a:solidFill>
                  <a:srgbClr val="000000"/>
                </a:solidFill>
                <a:latin typeface="Calibri"/>
                <a:ea typeface="Calibri"/>
                <a:cs typeface="Calibri"/>
                <a:sym typeface="Calibri"/>
              </a:rPr>
              <a:t>Recall:</a:t>
            </a:r>
            <a:r>
              <a:rPr b="0" i="0" lang="en-US" sz="3500" u="none" cap="none" strike="noStrike">
                <a:solidFill>
                  <a:srgbClr val="000000"/>
                </a:solidFill>
                <a:latin typeface="Calibri"/>
                <a:ea typeface="Calibri"/>
                <a:cs typeface="Calibri"/>
                <a:sym typeface="Calibri"/>
              </a:rPr>
              <a:t> </a:t>
            </a:r>
            <a:endParaRPr/>
          </a:p>
          <a:p>
            <a:pPr indent="-290544" lvl="0" marL="347663" marR="0" rtl="0" algn="l">
              <a:lnSpc>
                <a:spcPct val="90000"/>
              </a:lnSpc>
              <a:spcBef>
                <a:spcPts val="1000"/>
              </a:spcBef>
              <a:spcAft>
                <a:spcPts val="0"/>
              </a:spcAft>
              <a:buClr>
                <a:srgbClr val="0000A3"/>
              </a:buClr>
              <a:buSzPct val="100000"/>
              <a:buFont typeface="Noto Sans Symbols"/>
              <a:buChar char="▪"/>
            </a:pPr>
            <a:r>
              <a:rPr b="0" i="0" lang="en-US" sz="3500" u="none" cap="none" strike="noStrike">
                <a:solidFill>
                  <a:srgbClr val="000000"/>
                </a:solidFill>
                <a:latin typeface="Calibri"/>
                <a:ea typeface="Calibri"/>
                <a:cs typeface="Calibri"/>
                <a:sym typeface="Calibri"/>
              </a:rPr>
              <a:t>when creating socket, must specify </a:t>
            </a:r>
            <a:r>
              <a:rPr b="0" i="1" lang="en-US" sz="3500" u="none" cap="none" strike="noStrike">
                <a:solidFill>
                  <a:srgbClr val="CD0004"/>
                </a:solidFill>
                <a:latin typeface="Calibri"/>
                <a:ea typeface="Calibri"/>
                <a:cs typeface="Calibri"/>
                <a:sym typeface="Calibri"/>
              </a:rPr>
              <a:t>host-local </a:t>
            </a:r>
            <a:r>
              <a:rPr b="0" i="0" lang="en-US" sz="3500" u="none" cap="none" strike="noStrike">
                <a:solidFill>
                  <a:srgbClr val="000000"/>
                </a:solidFill>
                <a:latin typeface="Calibri"/>
                <a:ea typeface="Calibri"/>
                <a:cs typeface="Calibri"/>
                <a:sym typeface="Calibri"/>
              </a:rPr>
              <a:t>port #:</a:t>
            </a:r>
            <a:endParaRPr/>
          </a:p>
          <a:p>
            <a:pPr indent="-290513" lvl="0" marL="347663" marR="0" rtl="0" algn="l">
              <a:lnSpc>
                <a:spcPct val="90000"/>
              </a:lnSpc>
              <a:spcBef>
                <a:spcPts val="1000"/>
              </a:spcBef>
              <a:spcAft>
                <a:spcPts val="0"/>
              </a:spcAft>
              <a:buClr>
                <a:srgbClr val="0000A3"/>
              </a:buClr>
              <a:buSzPct val="100000"/>
              <a:buFont typeface="Noto Sans Symbols"/>
              <a:buNone/>
            </a:pPr>
            <a:r>
              <a:rPr b="1"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ourier"/>
                <a:ea typeface="Courier"/>
                <a:cs typeface="Courier"/>
                <a:sym typeface="Courier"/>
              </a:rPr>
              <a:t>DatagramSocket mySocket1        = new DatagramSocket(</a:t>
            </a:r>
            <a:r>
              <a:rPr b="0" i="0" lang="en-US" sz="2400" u="none" cap="none" strike="noStrike">
                <a:solidFill>
                  <a:srgbClr val="CC0000"/>
                </a:solidFill>
                <a:latin typeface="Courier"/>
                <a:ea typeface="Courier"/>
                <a:cs typeface="Courier"/>
                <a:sym typeface="Courier"/>
              </a:rPr>
              <a:t>12534</a:t>
            </a:r>
            <a:r>
              <a:rPr b="0" i="0" lang="en-US" sz="2400" u="none" cap="none" strike="noStrike">
                <a:solidFill>
                  <a:srgbClr val="000000"/>
                </a:solidFill>
                <a:latin typeface="Courier"/>
                <a:ea typeface="Courier"/>
                <a:cs typeface="Courier"/>
                <a:sym typeface="Courier"/>
              </a:rPr>
              <a:t>);</a:t>
            </a:r>
            <a:endParaRPr/>
          </a:p>
          <a:p>
            <a:pPr indent="-290513" lvl="0" marL="347663" marR="0" rtl="0" algn="l">
              <a:lnSpc>
                <a:spcPct val="9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1997" name="Google Shape;1997;p23"/>
          <p:cNvSpPr txBox="1"/>
          <p:nvPr/>
        </p:nvSpPr>
        <p:spPr>
          <a:xfrm>
            <a:off x="6774662" y="1514612"/>
            <a:ext cx="4894407" cy="2368550"/>
          </a:xfrm>
          <a:prstGeom prst="rect">
            <a:avLst/>
          </a:prstGeom>
          <a:noFill/>
          <a:ln>
            <a:noFill/>
          </a:ln>
        </p:spPr>
        <p:txBody>
          <a:bodyPr anchorCtr="0" anchor="t" bIns="45700" lIns="91425" spcFirstLastPara="1" rIns="91425" wrap="square" tIns="45700">
            <a:normAutofit fontScale="92500" lnSpcReduction="10000"/>
          </a:bodyPr>
          <a:lstStyle/>
          <a:p>
            <a:pPr indent="0" lvl="0" marL="13017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when receiving host receives </a:t>
            </a:r>
            <a:r>
              <a:rPr b="0" i="1" lang="en-US" sz="3200" u="none" cap="none" strike="noStrike">
                <a:solidFill>
                  <a:srgbClr val="0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checks destination port # in 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directs UDP segment to socket with that port #</a:t>
            </a:r>
            <a:endParaRPr/>
          </a:p>
        </p:txBody>
      </p:sp>
      <p:sp>
        <p:nvSpPr>
          <p:cNvPr id="1998" name="Google Shape;1998;p23"/>
          <p:cNvSpPr/>
          <p:nvPr/>
        </p:nvSpPr>
        <p:spPr>
          <a:xfrm>
            <a:off x="883807" y="3328506"/>
            <a:ext cx="5227637" cy="2751815"/>
          </a:xfrm>
          <a:prstGeom prst="rect">
            <a:avLst/>
          </a:prstGeom>
          <a:noFill/>
          <a:ln>
            <a:noFill/>
          </a:ln>
        </p:spPr>
        <p:txBody>
          <a:bodyPr anchorCtr="0" anchor="t" bIns="45700" lIns="91425" spcFirstLastPara="1" rIns="91425" wrap="square" tIns="45700">
            <a:noAutofit/>
          </a:bodyPr>
          <a:lstStyle/>
          <a:p>
            <a:pPr indent="-191453" lvl="0" marL="347663"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when creating datagram to send into UDP socket, must specify</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IP address</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port #</a:t>
            </a:r>
            <a:endParaRPr/>
          </a:p>
        </p:txBody>
      </p:sp>
      <p:sp>
        <p:nvSpPr>
          <p:cNvPr id="1999" name="Google Shape;1999;p23"/>
          <p:cNvSpPr/>
          <p:nvPr/>
        </p:nvSpPr>
        <p:spPr>
          <a:xfrm>
            <a:off x="6349002" y="4420787"/>
            <a:ext cx="5188153" cy="23368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IP/UDP datagrams with </a:t>
            </a:r>
            <a:r>
              <a:rPr b="0" i="1" lang="en-US" sz="2800" u="none" cap="none" strike="noStrike">
                <a:solidFill>
                  <a:srgbClr val="CC0000"/>
                </a:solidFill>
                <a:latin typeface="Calibri"/>
                <a:ea typeface="Calibri"/>
                <a:cs typeface="Calibri"/>
                <a:sym typeface="Calibri"/>
              </a:rPr>
              <a:t>same dest. port #,</a:t>
            </a:r>
            <a:r>
              <a:rPr b="0" i="0" lang="en-US" sz="2800" u="none" cap="none" strike="noStrike">
                <a:solidFill>
                  <a:srgbClr val="000000"/>
                </a:solidFill>
                <a:latin typeface="Calibri"/>
                <a:ea typeface="Calibri"/>
                <a:cs typeface="Calibri"/>
                <a:sym typeface="Calibri"/>
              </a:rPr>
              <a:t> but different source IP addresses and/or source port numbers will be directed to </a:t>
            </a:r>
            <a:r>
              <a:rPr b="0" i="1" lang="en-US" sz="2800" u="none" cap="none" strike="noStrike">
                <a:solidFill>
                  <a:srgbClr val="CC0000"/>
                </a:solidFill>
                <a:latin typeface="Calibri"/>
                <a:ea typeface="Calibri"/>
                <a:cs typeface="Calibri"/>
                <a:sym typeface="Calibri"/>
              </a:rPr>
              <a:t>same socket </a:t>
            </a:r>
            <a:r>
              <a:rPr b="0" i="0" lang="en-US" sz="2800" u="none" cap="none" strike="noStrike">
                <a:solidFill>
                  <a:srgbClr val="000000"/>
                </a:solidFill>
                <a:latin typeface="Calibri"/>
                <a:ea typeface="Calibri"/>
                <a:cs typeface="Calibri"/>
                <a:sym typeface="Calibri"/>
              </a:rPr>
              <a:t>at receiving host</a:t>
            </a:r>
            <a:endParaRPr/>
          </a:p>
        </p:txBody>
      </p:sp>
      <p:sp>
        <p:nvSpPr>
          <p:cNvPr id="2000" name="Google Shape;2000;p23"/>
          <p:cNvSpPr/>
          <p:nvPr/>
        </p:nvSpPr>
        <p:spPr>
          <a:xfrm rot="5400000">
            <a:off x="8662884" y="3896801"/>
            <a:ext cx="560388" cy="311150"/>
          </a:xfrm>
          <a:prstGeom prst="rightArrow">
            <a:avLst>
              <a:gd fmla="val 50000" name="adj1"/>
              <a:gd fmla="val 45026" name="adj2"/>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01" name="Google Shape;2001;p23"/>
          <p:cNvSpPr/>
          <p:nvPr/>
        </p:nvSpPr>
        <p:spPr>
          <a:xfrm>
            <a:off x="4202130" y="2887038"/>
            <a:ext cx="1909314" cy="996124"/>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02" name="Google Shape;2002;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500"/>
                                        <p:tgtEl>
                                          <p:spTgt spid="2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500"/>
                                        <p:tgtEl>
                                          <p:spTgt spid="1998"/>
                                        </p:tgtEl>
                                      </p:cBhvr>
                                    </p:animEffect>
                                  </p:childTnLst>
                                </p:cTn>
                              </p:par>
                              <p:par>
                                <p:cTn fill="hold" nodeType="withEffect" presetClass="exit" presetID="10" presetSubtype="0">
                                  <p:stCondLst>
                                    <p:cond delay="0"/>
                                  </p:stCondLst>
                                  <p:childTnLst>
                                    <p:animEffect filter="fade" transition="out">
                                      <p:cBhvr>
                                        <p:cTn dur="500"/>
                                        <p:tgtEl>
                                          <p:spTgt spid="2001"/>
                                        </p:tgtEl>
                                      </p:cBhvr>
                                    </p:animEffect>
                                    <p:set>
                                      <p:cBhvr>
                                        <p:cTn dur="1" fill="hold">
                                          <p:stCondLst>
                                            <p:cond delay="500"/>
                                          </p:stCondLst>
                                        </p:cTn>
                                        <p:tgtEl>
                                          <p:spTgt spid="20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500"/>
                                        <p:tgtEl>
                                          <p:spTgt spid="1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500"/>
                                        <p:tgtEl>
                                          <p:spTgt spid="1999"/>
                                        </p:tgtEl>
                                      </p:cBhvr>
                                    </p:animEffect>
                                  </p:childTnLst>
                                </p:cTn>
                              </p:par>
                              <p:par>
                                <p:cTn fill="hold" nodeType="withEffect" presetClass="entr" presetID="10" presetSubtype="0">
                                  <p:stCondLst>
                                    <p:cond delay="0"/>
                                  </p:stCondLst>
                                  <p:childTnLst>
                                    <p:set>
                                      <p:cBhvr>
                                        <p:cTn dur="1" fill="hold">
                                          <p:stCondLst>
                                            <p:cond delay="0"/>
                                          </p:stCondLst>
                                        </p:cTn>
                                        <p:tgtEl>
                                          <p:spTgt spid="2000"/>
                                        </p:tgtEl>
                                        <p:attrNameLst>
                                          <p:attrName>style.visibility</p:attrName>
                                        </p:attrNameLst>
                                      </p:cBhvr>
                                      <p:to>
                                        <p:strVal val="visible"/>
                                      </p:to>
                                    </p:set>
                                    <p:animEffect filter="fade" transition="in">
                                      <p:cBhvr>
                                        <p:cTn dur="500"/>
                                        <p:tgtEl>
                                          <p:spTgt spid="2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 an example</a:t>
            </a:r>
            <a:endParaRPr/>
          </a:p>
        </p:txBody>
      </p:sp>
      <p:sp>
        <p:nvSpPr>
          <p:cNvPr id="2009" name="Google Shape;2009;p24"/>
          <p:cNvSpPr txBox="1"/>
          <p:nvPr/>
        </p:nvSpPr>
        <p:spPr>
          <a:xfrm>
            <a:off x="4598987" y="1387147"/>
            <a:ext cx="4217987" cy="725488"/>
          </a:xfrm>
          <a:prstGeom prst="rect">
            <a:avLst/>
          </a:prstGeom>
          <a:noFill/>
          <a:ln>
            <a:noFill/>
          </a:ln>
        </p:spPr>
        <p:txBody>
          <a:bodyPr anchorCtr="0" anchor="t" bIns="45700" lIns="91425" spcFirstLastPara="1" rIns="91425" wrap="square" tIns="45700">
            <a:noAutofit/>
          </a:bodyPr>
          <a:lstStyle/>
          <a:p>
            <a:pPr indent="-173038" lvl="0" marL="173038" marR="0" rtl="0" algn="l">
              <a:lnSpc>
                <a:spcPct val="85000"/>
              </a:lnSpc>
              <a:spcBef>
                <a:spcPts val="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DatagramSocket serverSocket = new DatagramSocket</a:t>
            </a:r>
            <a:endParaRPr b="1" i="0" sz="2000" u="none" cap="none" strike="noStrike">
              <a:solidFill>
                <a:srgbClr val="000000"/>
              </a:solidFill>
              <a:latin typeface="Courier New"/>
              <a:ea typeface="Courier New"/>
              <a:cs typeface="Courier New"/>
              <a:sym typeface="Courier New"/>
            </a:endParaRPr>
          </a:p>
          <a:p>
            <a:pPr indent="-173038" lvl="0" marL="173038" marR="0" rtl="0" algn="l">
              <a:lnSpc>
                <a:spcPct val="85000"/>
              </a:lnSpc>
              <a:spcBef>
                <a:spcPts val="40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CC0000"/>
                </a:solidFill>
                <a:latin typeface="Courier New"/>
                <a:ea typeface="Courier New"/>
                <a:cs typeface="Courier New"/>
                <a:sym typeface="Courier New"/>
              </a:rPr>
              <a:t>6428</a:t>
            </a:r>
            <a:r>
              <a:rPr b="1" i="0" lang="en-US" sz="2000" u="none" cap="none" strike="noStrike">
                <a:solidFill>
                  <a:srgbClr val="000000"/>
                </a:solidFill>
                <a:latin typeface="Courier New"/>
                <a:ea typeface="Courier New"/>
                <a:cs typeface="Courier New"/>
                <a:sym typeface="Courier New"/>
              </a:rPr>
              <a:t>);</a:t>
            </a:r>
            <a:endParaRPr/>
          </a:p>
          <a:p>
            <a:pPr indent="0" lvl="0" marL="173038" marR="0" rtl="0" algn="l">
              <a:lnSpc>
                <a:spcPct val="85000"/>
              </a:lnSpc>
              <a:spcBef>
                <a:spcPts val="800"/>
              </a:spcBef>
              <a:spcAft>
                <a:spcPts val="0"/>
              </a:spcAft>
              <a:buClr>
                <a:srgbClr val="000099"/>
              </a:buClr>
              <a:buSzPts val="4000"/>
              <a:buFont typeface="Noto Sans Symbols"/>
              <a:buNone/>
            </a:pPr>
            <a:r>
              <a:t/>
            </a:r>
            <a:endParaRPr b="0" i="0" sz="4000" u="none" cap="none" strike="noStrike">
              <a:solidFill>
                <a:srgbClr val="000000"/>
              </a:solidFill>
              <a:latin typeface="Gill Sans"/>
              <a:ea typeface="Gill Sans"/>
              <a:cs typeface="Gill Sans"/>
              <a:sym typeface="Gill Sans"/>
            </a:endParaRPr>
          </a:p>
        </p:txBody>
      </p:sp>
      <p:sp>
        <p:nvSpPr>
          <p:cNvPr id="2010" name="Google Shape;2010;p24"/>
          <p:cNvSpPr/>
          <p:nvPr/>
        </p:nvSpPr>
        <p:spPr>
          <a:xfrm>
            <a:off x="4799806" y="250291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1" name="Google Shape;2011;p24"/>
          <p:cNvSpPr/>
          <p:nvPr/>
        </p:nvSpPr>
        <p:spPr>
          <a:xfrm>
            <a:off x="2015331" y="2807714"/>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2" name="Google Shape;2012;p24"/>
          <p:cNvSpPr/>
          <p:nvPr/>
        </p:nvSpPr>
        <p:spPr>
          <a:xfrm>
            <a:off x="2520156" y="2774376"/>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13" name="Google Shape;2013;p24"/>
          <p:cNvSpPr/>
          <p:nvPr/>
        </p:nvSpPr>
        <p:spPr>
          <a:xfrm>
            <a:off x="2482056" y="2828351"/>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14" name="Google Shape;2014;p24"/>
          <p:cNvCxnSpPr/>
          <p:nvPr/>
        </p:nvCxnSpPr>
        <p:spPr>
          <a:xfrm>
            <a:off x="2491581" y="358876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5" name="Google Shape;2015;p24"/>
          <p:cNvSpPr txBox="1"/>
          <p:nvPr/>
        </p:nvSpPr>
        <p:spPr>
          <a:xfrm>
            <a:off x="2448718" y="357130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16" name="Google Shape;2016;p24"/>
          <p:cNvCxnSpPr/>
          <p:nvPr/>
        </p:nvCxnSpPr>
        <p:spPr>
          <a:xfrm>
            <a:off x="2499518" y="39094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7" name="Google Shape;2017;p24"/>
          <p:cNvCxnSpPr/>
          <p:nvPr/>
        </p:nvCxnSpPr>
        <p:spPr>
          <a:xfrm>
            <a:off x="2485231" y="42190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8" name="Google Shape;2018;p24"/>
          <p:cNvCxnSpPr/>
          <p:nvPr/>
        </p:nvCxnSpPr>
        <p:spPr>
          <a:xfrm>
            <a:off x="2485231" y="4504751"/>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9" name="Google Shape;2019;p24"/>
          <p:cNvSpPr txBox="1"/>
          <p:nvPr/>
        </p:nvSpPr>
        <p:spPr>
          <a:xfrm>
            <a:off x="2483643" y="28188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20" name="Google Shape;2020;p24"/>
          <p:cNvSpPr txBox="1"/>
          <p:nvPr/>
        </p:nvSpPr>
        <p:spPr>
          <a:xfrm>
            <a:off x="2439193" y="447617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21" name="Google Shape;2021;p24"/>
          <p:cNvSpPr txBox="1"/>
          <p:nvPr/>
        </p:nvSpPr>
        <p:spPr>
          <a:xfrm>
            <a:off x="2458243" y="41904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22" name="Google Shape;2022;p24"/>
          <p:cNvSpPr txBox="1"/>
          <p:nvPr/>
        </p:nvSpPr>
        <p:spPr>
          <a:xfrm>
            <a:off x="2448718" y="38951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23" name="Google Shape;2023;p24"/>
          <p:cNvSpPr/>
          <p:nvPr/>
        </p:nvSpPr>
        <p:spPr>
          <a:xfrm>
            <a:off x="2818606" y="3104576"/>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024" name="Google Shape;2024;p24"/>
          <p:cNvGrpSpPr/>
          <p:nvPr/>
        </p:nvGrpSpPr>
        <p:grpSpPr>
          <a:xfrm>
            <a:off x="2786856" y="3428426"/>
            <a:ext cx="620712" cy="228600"/>
            <a:chOff x="1287" y="2524"/>
            <a:chExt cx="260" cy="100"/>
          </a:xfrm>
        </p:grpSpPr>
        <p:sp>
          <p:nvSpPr>
            <p:cNvPr id="2025" name="Google Shape;2025;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6" name="Google Shape;2026;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7" name="Google Shape;2027;p24"/>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8" name="Google Shape;2028;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29" name="Google Shape;2029;p24"/>
          <p:cNvSpPr/>
          <p:nvPr/>
        </p:nvSpPr>
        <p:spPr>
          <a:xfrm>
            <a:off x="5347493" y="254101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30" name="Google Shape;2030;p24"/>
          <p:cNvSpPr/>
          <p:nvPr/>
        </p:nvSpPr>
        <p:spPr>
          <a:xfrm>
            <a:off x="5312568" y="2594989"/>
            <a:ext cx="147320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31" name="Google Shape;2031;p24"/>
          <p:cNvCxnSpPr/>
          <p:nvPr/>
        </p:nvCxnSpPr>
        <p:spPr>
          <a:xfrm>
            <a:off x="5318918" y="3364926"/>
            <a:ext cx="1460500" cy="3175"/>
          </a:xfrm>
          <a:prstGeom prst="straightConnector1">
            <a:avLst/>
          </a:prstGeom>
          <a:noFill/>
          <a:ln cap="flat" cmpd="sng" w="28575">
            <a:solidFill>
              <a:srgbClr val="000000"/>
            </a:solidFill>
            <a:prstDash val="solid"/>
            <a:round/>
            <a:headEnd len="med" w="med" type="none"/>
            <a:tailEnd len="med" w="med" type="none"/>
          </a:ln>
        </p:spPr>
      </p:cxnSp>
      <p:sp>
        <p:nvSpPr>
          <p:cNvPr id="2032" name="Google Shape;2032;p24"/>
          <p:cNvSpPr txBox="1"/>
          <p:nvPr/>
        </p:nvSpPr>
        <p:spPr>
          <a:xfrm>
            <a:off x="5390356" y="33474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33" name="Google Shape;2033;p24"/>
          <p:cNvCxnSpPr/>
          <p:nvPr/>
        </p:nvCxnSpPr>
        <p:spPr>
          <a:xfrm>
            <a:off x="5320506" y="36824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34" name="Google Shape;2034;p24"/>
          <p:cNvSpPr txBox="1"/>
          <p:nvPr/>
        </p:nvSpPr>
        <p:spPr>
          <a:xfrm>
            <a:off x="5387181" y="25616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35" name="Google Shape;2035;p24"/>
          <p:cNvSpPr txBox="1"/>
          <p:nvPr/>
        </p:nvSpPr>
        <p:spPr>
          <a:xfrm>
            <a:off x="5384006" y="42523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36" name="Google Shape;2036;p24"/>
          <p:cNvSpPr txBox="1"/>
          <p:nvPr/>
        </p:nvSpPr>
        <p:spPr>
          <a:xfrm>
            <a:off x="5384006" y="39665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37" name="Google Shape;2037;p24"/>
          <p:cNvSpPr txBox="1"/>
          <p:nvPr/>
        </p:nvSpPr>
        <p:spPr>
          <a:xfrm>
            <a:off x="5384006" y="36681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038" name="Google Shape;2038;p24"/>
          <p:cNvCxnSpPr/>
          <p:nvPr/>
        </p:nvCxnSpPr>
        <p:spPr>
          <a:xfrm>
            <a:off x="5317331" y="3993576"/>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2039" name="Google Shape;2039;p24"/>
          <p:cNvCxnSpPr/>
          <p:nvPr/>
        </p:nvCxnSpPr>
        <p:spPr>
          <a:xfrm>
            <a:off x="5314156" y="42920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40" name="Google Shape;2040;p24"/>
          <p:cNvSpPr/>
          <p:nvPr/>
        </p:nvSpPr>
        <p:spPr>
          <a:xfrm>
            <a:off x="5731668" y="2901376"/>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a:p>
        </p:txBody>
      </p:sp>
      <p:grpSp>
        <p:nvGrpSpPr>
          <p:cNvPr id="2041" name="Google Shape;2041;p24"/>
          <p:cNvGrpSpPr/>
          <p:nvPr/>
        </p:nvGrpSpPr>
        <p:grpSpPr>
          <a:xfrm>
            <a:off x="5603081" y="3217289"/>
            <a:ext cx="887412" cy="228600"/>
            <a:chOff x="1383" y="2620"/>
            <a:chExt cx="260" cy="100"/>
          </a:xfrm>
        </p:grpSpPr>
        <p:sp>
          <p:nvSpPr>
            <p:cNvPr id="2042" name="Google Shape;2042;p24"/>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3" name="Google Shape;2043;p24"/>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4" name="Google Shape;2044;p24"/>
            <p:cNvSpPr/>
            <p:nvPr/>
          </p:nvSpPr>
          <p:spPr>
            <a:xfrm>
              <a:off x="1599" y="2678"/>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5" name="Google Shape;2045;p24"/>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46" name="Google Shape;2046;p24"/>
          <p:cNvSpPr/>
          <p:nvPr/>
        </p:nvSpPr>
        <p:spPr>
          <a:xfrm>
            <a:off x="8354218" y="276643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47" name="Google Shape;2047;p24"/>
          <p:cNvSpPr/>
          <p:nvPr/>
        </p:nvSpPr>
        <p:spPr>
          <a:xfrm>
            <a:off x="8316118" y="2820414"/>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48" name="Google Shape;2048;p24"/>
          <p:cNvCxnSpPr/>
          <p:nvPr/>
        </p:nvCxnSpPr>
        <p:spPr>
          <a:xfrm>
            <a:off x="8325643" y="3580826"/>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49" name="Google Shape;2049;p24"/>
          <p:cNvSpPr txBox="1"/>
          <p:nvPr/>
        </p:nvSpPr>
        <p:spPr>
          <a:xfrm>
            <a:off x="8282781" y="35633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50" name="Google Shape;2050;p24"/>
          <p:cNvCxnSpPr/>
          <p:nvPr/>
        </p:nvCxnSpPr>
        <p:spPr>
          <a:xfrm>
            <a:off x="8333581" y="39015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1" name="Google Shape;2051;p24"/>
          <p:cNvCxnSpPr/>
          <p:nvPr/>
        </p:nvCxnSpPr>
        <p:spPr>
          <a:xfrm>
            <a:off x="8319293" y="42110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2" name="Google Shape;2052;p24"/>
          <p:cNvCxnSpPr/>
          <p:nvPr/>
        </p:nvCxnSpPr>
        <p:spPr>
          <a:xfrm>
            <a:off x="8319293" y="44968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53" name="Google Shape;2053;p24"/>
          <p:cNvSpPr txBox="1"/>
          <p:nvPr/>
        </p:nvSpPr>
        <p:spPr>
          <a:xfrm>
            <a:off x="8317706" y="28108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54" name="Google Shape;2054;p24"/>
          <p:cNvSpPr txBox="1"/>
          <p:nvPr/>
        </p:nvSpPr>
        <p:spPr>
          <a:xfrm>
            <a:off x="8273256" y="44682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55" name="Google Shape;2055;p24"/>
          <p:cNvSpPr txBox="1"/>
          <p:nvPr/>
        </p:nvSpPr>
        <p:spPr>
          <a:xfrm>
            <a:off x="8292306" y="41824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56" name="Google Shape;2056;p24"/>
          <p:cNvSpPr txBox="1"/>
          <p:nvPr/>
        </p:nvSpPr>
        <p:spPr>
          <a:xfrm>
            <a:off x="8282781" y="388721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57" name="Google Shape;2057;p24"/>
          <p:cNvSpPr/>
          <p:nvPr/>
        </p:nvSpPr>
        <p:spPr>
          <a:xfrm>
            <a:off x="8652668" y="3118864"/>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058" name="Google Shape;2058;p24"/>
          <p:cNvSpPr/>
          <p:nvPr/>
        </p:nvSpPr>
        <p:spPr>
          <a:xfrm>
            <a:off x="9613106" y="2787076"/>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59" name="Google Shape;2059;p24"/>
          <p:cNvGrpSpPr/>
          <p:nvPr/>
        </p:nvGrpSpPr>
        <p:grpSpPr>
          <a:xfrm>
            <a:off x="8646318" y="3450651"/>
            <a:ext cx="620713" cy="204788"/>
            <a:chOff x="1287" y="2524"/>
            <a:chExt cx="260" cy="100"/>
          </a:xfrm>
        </p:grpSpPr>
        <p:sp>
          <p:nvSpPr>
            <p:cNvPr id="2060" name="Google Shape;2060;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1" name="Google Shape;2061;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2" name="Google Shape;2062;p2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3" name="Google Shape;2063;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64" name="Google Shape;2064;p24"/>
          <p:cNvSpPr/>
          <p:nvPr/>
        </p:nvSpPr>
        <p:spPr>
          <a:xfrm>
            <a:off x="7968800" y="2094763"/>
            <a:ext cx="4189623" cy="655638"/>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mySocket1 = new DatagramSocket (</a:t>
            </a:r>
            <a:r>
              <a:rPr b="1" i="0" lang="en-US" sz="1800" u="none" cap="none" strike="noStrike">
                <a:solidFill>
                  <a:srgbClr val="CC0000"/>
                </a:solidFill>
                <a:latin typeface="Courier New"/>
                <a:ea typeface="Courier New"/>
                <a:cs typeface="Courier New"/>
                <a:sym typeface="Courier New"/>
              </a:rPr>
              <a:t>5775</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360"/>
              </a:spcBef>
              <a:spcAft>
                <a:spcPts val="0"/>
              </a:spcAft>
              <a:buClr>
                <a:srgbClr val="000099"/>
              </a:buClr>
              <a:buSzPts val="1170"/>
              <a:buFont typeface="Noto Sans Symbols"/>
              <a:buNone/>
            </a:pPr>
            <a:r>
              <a:t/>
            </a:r>
            <a:endParaRPr b="0" i="0" sz="1800" u="none" cap="none" strike="noStrike">
              <a:solidFill>
                <a:srgbClr val="000000"/>
              </a:solidFill>
              <a:latin typeface="Courier New"/>
              <a:ea typeface="Courier New"/>
              <a:cs typeface="Courier New"/>
              <a:sym typeface="Courier New"/>
            </a:endParaRPr>
          </a:p>
        </p:txBody>
      </p:sp>
      <p:sp>
        <p:nvSpPr>
          <p:cNvPr id="2065" name="Google Shape;2065;p24"/>
          <p:cNvSpPr/>
          <p:nvPr/>
        </p:nvSpPr>
        <p:spPr>
          <a:xfrm>
            <a:off x="496329" y="2088579"/>
            <a:ext cx="3755375" cy="655637"/>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mySocket2 = new DatagramSocket</a:t>
            </a:r>
            <a:endParaRPr b="1" i="0" sz="1800" u="none" cap="none" strike="noStrike">
              <a:solidFill>
                <a:srgbClr val="000000"/>
              </a:solidFill>
              <a:latin typeface="Courier New"/>
              <a:ea typeface="Courier New"/>
              <a:cs typeface="Courier New"/>
              <a:sym typeface="Courier New"/>
            </a:endParaRPr>
          </a:p>
          <a:p>
            <a:pPr indent="-115888" lvl="0" marL="115888" marR="0" rtl="0" algn="l">
              <a:lnSpc>
                <a:spcPct val="85000"/>
              </a:lnSpc>
              <a:spcBef>
                <a:spcPts val="36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9157</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Courier New"/>
              <a:ea typeface="Courier New"/>
              <a:cs typeface="Courier New"/>
              <a:sym typeface="Courier New"/>
            </a:endParaRPr>
          </a:p>
        </p:txBody>
      </p:sp>
      <p:cxnSp>
        <p:nvCxnSpPr>
          <p:cNvPr id="2066" name="Google Shape;2066;p24"/>
          <p:cNvCxnSpPr/>
          <p:nvPr/>
        </p:nvCxnSpPr>
        <p:spPr>
          <a:xfrm>
            <a:off x="3023393" y="35316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67" name="Google Shape;2067;p24"/>
          <p:cNvCxnSpPr/>
          <p:nvPr/>
        </p:nvCxnSpPr>
        <p:spPr>
          <a:xfrm>
            <a:off x="5953918" y="329031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68" name="Google Shape;2068;p24"/>
          <p:cNvCxnSpPr/>
          <p:nvPr/>
        </p:nvCxnSpPr>
        <p:spPr>
          <a:xfrm>
            <a:off x="3023393" y="5690614"/>
            <a:ext cx="2936875" cy="0"/>
          </a:xfrm>
          <a:prstGeom prst="straightConnector1">
            <a:avLst/>
          </a:prstGeom>
          <a:noFill/>
          <a:ln cap="flat" cmpd="sng" w="19050">
            <a:solidFill>
              <a:srgbClr val="CC0000"/>
            </a:solidFill>
            <a:prstDash val="solid"/>
            <a:round/>
            <a:headEnd len="med" w="med" type="none"/>
            <a:tailEnd len="med" w="med" type="triangle"/>
          </a:ln>
        </p:spPr>
      </p:cxnSp>
      <p:cxnSp>
        <p:nvCxnSpPr>
          <p:cNvPr id="2069" name="Google Shape;2069;p24"/>
          <p:cNvCxnSpPr/>
          <p:nvPr/>
        </p:nvCxnSpPr>
        <p:spPr>
          <a:xfrm>
            <a:off x="5830093" y="330301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0" name="Google Shape;2070;p24"/>
          <p:cNvCxnSpPr/>
          <p:nvPr/>
        </p:nvCxnSpPr>
        <p:spPr>
          <a:xfrm>
            <a:off x="3131343" y="5531864"/>
            <a:ext cx="2740025" cy="0"/>
          </a:xfrm>
          <a:prstGeom prst="straightConnector1">
            <a:avLst/>
          </a:prstGeom>
          <a:noFill/>
          <a:ln cap="flat" cmpd="sng" w="19050">
            <a:solidFill>
              <a:srgbClr val="CC0000"/>
            </a:solidFill>
            <a:prstDash val="solid"/>
            <a:round/>
            <a:headEnd len="med" w="med" type="triangle"/>
            <a:tailEnd len="med" w="med" type="none"/>
          </a:ln>
        </p:spPr>
      </p:cxnSp>
      <p:cxnSp>
        <p:nvCxnSpPr>
          <p:cNvPr id="2071" name="Google Shape;2071;p24"/>
          <p:cNvCxnSpPr/>
          <p:nvPr/>
        </p:nvCxnSpPr>
        <p:spPr>
          <a:xfrm>
            <a:off x="3124993" y="351891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2" name="Google Shape;2072;p24"/>
          <p:cNvCxnSpPr/>
          <p:nvPr/>
        </p:nvCxnSpPr>
        <p:spPr>
          <a:xfrm>
            <a:off x="9033668" y="35697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73" name="Google Shape;2073;p24"/>
          <p:cNvCxnSpPr/>
          <p:nvPr/>
        </p:nvCxnSpPr>
        <p:spPr>
          <a:xfrm>
            <a:off x="8916193" y="353796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4" name="Google Shape;2074;p24"/>
          <p:cNvCxnSpPr/>
          <p:nvPr/>
        </p:nvCxnSpPr>
        <p:spPr>
          <a:xfrm>
            <a:off x="6096793" y="330936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75" name="Google Shape;2075;p24"/>
          <p:cNvCxnSpPr/>
          <p:nvPr/>
        </p:nvCxnSpPr>
        <p:spPr>
          <a:xfrm>
            <a:off x="6230143" y="332206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6" name="Google Shape;2076;p24"/>
          <p:cNvCxnSpPr/>
          <p:nvPr/>
        </p:nvCxnSpPr>
        <p:spPr>
          <a:xfrm>
            <a:off x="6119018" y="5709664"/>
            <a:ext cx="2936875" cy="0"/>
          </a:xfrm>
          <a:prstGeom prst="straightConnector1">
            <a:avLst/>
          </a:prstGeom>
          <a:noFill/>
          <a:ln cap="flat" cmpd="sng" w="19050">
            <a:solidFill>
              <a:srgbClr val="CC0000"/>
            </a:solidFill>
            <a:prstDash val="solid"/>
            <a:round/>
            <a:headEnd len="med" w="med" type="triangle"/>
            <a:tailEnd len="med" w="med" type="none"/>
          </a:ln>
        </p:spPr>
      </p:cxnSp>
      <p:cxnSp>
        <p:nvCxnSpPr>
          <p:cNvPr id="2077" name="Google Shape;2077;p24"/>
          <p:cNvCxnSpPr/>
          <p:nvPr/>
        </p:nvCxnSpPr>
        <p:spPr>
          <a:xfrm>
            <a:off x="6204743" y="5541389"/>
            <a:ext cx="2740025" cy="0"/>
          </a:xfrm>
          <a:prstGeom prst="straightConnector1">
            <a:avLst/>
          </a:prstGeom>
          <a:noFill/>
          <a:ln cap="flat" cmpd="sng" w="19050">
            <a:solidFill>
              <a:srgbClr val="CC0000"/>
            </a:solidFill>
            <a:prstDash val="solid"/>
            <a:round/>
            <a:headEnd len="med" w="med" type="none"/>
            <a:tailEnd len="med" w="med" type="triangle"/>
          </a:ln>
        </p:spPr>
      </p:cxnSp>
      <p:grpSp>
        <p:nvGrpSpPr>
          <p:cNvPr id="2078" name="Google Shape;2078;p24"/>
          <p:cNvGrpSpPr/>
          <p:nvPr/>
        </p:nvGrpSpPr>
        <p:grpSpPr>
          <a:xfrm>
            <a:off x="2740818" y="5790626"/>
            <a:ext cx="1644650" cy="652463"/>
            <a:chOff x="1318" y="3697"/>
            <a:chExt cx="1036" cy="411"/>
          </a:xfrm>
        </p:grpSpPr>
        <p:sp>
          <p:nvSpPr>
            <p:cNvPr id="2079" name="Google Shape;2079;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0" name="Google Shape;2080;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1" name="Google Shape;2081;p24"/>
            <p:cNvSpPr txBox="1"/>
            <p:nvPr/>
          </p:nvSpPr>
          <p:spPr>
            <a:xfrm>
              <a:off x="1318" y="3822"/>
              <a:ext cx="994"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6428</a:t>
              </a:r>
              <a:endParaRPr/>
            </a:p>
          </p:txBody>
        </p:sp>
      </p:grpSp>
      <p:grpSp>
        <p:nvGrpSpPr>
          <p:cNvPr id="2082" name="Google Shape;2082;p24"/>
          <p:cNvGrpSpPr/>
          <p:nvPr/>
        </p:nvGrpSpPr>
        <p:grpSpPr>
          <a:xfrm>
            <a:off x="4039393" y="4914326"/>
            <a:ext cx="1692275" cy="652463"/>
            <a:chOff x="2741" y="3750"/>
            <a:chExt cx="1066" cy="411"/>
          </a:xfrm>
        </p:grpSpPr>
        <p:sp>
          <p:nvSpPr>
            <p:cNvPr id="2083" name="Google Shape;2083;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4" name="Google Shape;2084;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85" name="Google Shape;2085;p24"/>
            <p:cNvSpPr txBox="1"/>
            <p:nvPr/>
          </p:nvSpPr>
          <p:spPr>
            <a:xfrm>
              <a:off x="2813" y="3875"/>
              <a:ext cx="994"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6428</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9157</a:t>
              </a:r>
              <a:endParaRPr/>
            </a:p>
          </p:txBody>
        </p:sp>
      </p:grpSp>
      <p:grpSp>
        <p:nvGrpSpPr>
          <p:cNvPr id="2086" name="Google Shape;2086;p24"/>
          <p:cNvGrpSpPr/>
          <p:nvPr/>
        </p:nvGrpSpPr>
        <p:grpSpPr>
          <a:xfrm>
            <a:off x="7063581" y="4914326"/>
            <a:ext cx="1341437" cy="652463"/>
            <a:chOff x="1509" y="3697"/>
            <a:chExt cx="845" cy="411"/>
          </a:xfrm>
        </p:grpSpPr>
        <p:sp>
          <p:nvSpPr>
            <p:cNvPr id="2087" name="Google Shape;2087;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8" name="Google Shape;2088;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9" name="Google Shape;2089;p24"/>
            <p:cNvSpPr txBox="1"/>
            <p:nvPr/>
          </p:nvSpPr>
          <p:spPr>
            <a:xfrm>
              <a:off x="1509" y="3822"/>
              <a:ext cx="80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0" name="Google Shape;2090;p24"/>
          <p:cNvGrpSpPr/>
          <p:nvPr/>
        </p:nvGrpSpPr>
        <p:grpSpPr>
          <a:xfrm>
            <a:off x="6304756" y="5768401"/>
            <a:ext cx="1389062" cy="652463"/>
            <a:chOff x="2741" y="3750"/>
            <a:chExt cx="875" cy="411"/>
          </a:xfrm>
        </p:grpSpPr>
        <p:sp>
          <p:nvSpPr>
            <p:cNvPr id="2091" name="Google Shape;2091;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2" name="Google Shape;2092;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93" name="Google Shape;2093;p24"/>
            <p:cNvSpPr txBox="1"/>
            <p:nvPr/>
          </p:nvSpPr>
          <p:spPr>
            <a:xfrm>
              <a:off x="2813" y="3875"/>
              <a:ext cx="80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4" name="Google Shape;2094;p24"/>
          <p:cNvGrpSpPr/>
          <p:nvPr/>
        </p:nvGrpSpPr>
        <p:grpSpPr>
          <a:xfrm>
            <a:off x="1610518" y="4406326"/>
            <a:ext cx="711200" cy="669925"/>
            <a:chOff x="-44" y="1473"/>
            <a:chExt cx="981" cy="1105"/>
          </a:xfrm>
        </p:grpSpPr>
        <p:pic>
          <p:nvPicPr>
            <p:cNvPr descr="desktop_computer_stylized_medium" id="2095" name="Google Shape;2095;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6" name="Google Shape;2096;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97" name="Google Shape;2097;p24"/>
          <p:cNvGrpSpPr/>
          <p:nvPr/>
        </p:nvGrpSpPr>
        <p:grpSpPr>
          <a:xfrm flipH="1">
            <a:off x="9879806" y="4530151"/>
            <a:ext cx="711200" cy="669925"/>
            <a:chOff x="-44" y="1473"/>
            <a:chExt cx="981" cy="1105"/>
          </a:xfrm>
        </p:grpSpPr>
        <p:pic>
          <p:nvPicPr>
            <p:cNvPr descr="desktop_computer_stylized_medium" id="2098" name="Google Shape;2098;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9" name="Google Shape;2099;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00" name="Google Shape;2100;p24"/>
          <p:cNvGrpSpPr/>
          <p:nvPr/>
        </p:nvGrpSpPr>
        <p:grpSpPr>
          <a:xfrm>
            <a:off x="4702968" y="3928489"/>
            <a:ext cx="358775" cy="704850"/>
            <a:chOff x="4140" y="429"/>
            <a:chExt cx="1425" cy="2396"/>
          </a:xfrm>
        </p:grpSpPr>
        <p:sp>
          <p:nvSpPr>
            <p:cNvPr id="2101" name="Google Shape;2101;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2" name="Google Shape;2102;p2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3" name="Google Shape;2103;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4" name="Google Shape;2104;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5" name="Google Shape;2105;p2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06" name="Google Shape;2106;p24"/>
            <p:cNvGrpSpPr/>
            <p:nvPr/>
          </p:nvGrpSpPr>
          <p:grpSpPr>
            <a:xfrm>
              <a:off x="4751" y="667"/>
              <a:ext cx="580" cy="146"/>
              <a:chOff x="617" y="2567"/>
              <a:chExt cx="724" cy="140"/>
            </a:xfrm>
          </p:grpSpPr>
          <p:sp>
            <p:nvSpPr>
              <p:cNvPr id="2107" name="Google Shape;2107;p2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8" name="Google Shape;2108;p2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09" name="Google Shape;2109;p2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0" name="Google Shape;2110;p24"/>
            <p:cNvGrpSpPr/>
            <p:nvPr/>
          </p:nvGrpSpPr>
          <p:grpSpPr>
            <a:xfrm>
              <a:off x="4745" y="996"/>
              <a:ext cx="580" cy="156"/>
              <a:chOff x="612" y="2570"/>
              <a:chExt cx="724" cy="162"/>
            </a:xfrm>
          </p:grpSpPr>
          <p:sp>
            <p:nvSpPr>
              <p:cNvPr id="2111" name="Google Shape;2111;p2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2" name="Google Shape;2112;p2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3" name="Google Shape;2113;p2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4" name="Google Shape;2114;p2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5" name="Google Shape;2115;p24"/>
            <p:cNvGrpSpPr/>
            <p:nvPr/>
          </p:nvGrpSpPr>
          <p:grpSpPr>
            <a:xfrm>
              <a:off x="4733" y="1627"/>
              <a:ext cx="586" cy="151"/>
              <a:chOff x="611" y="2568"/>
              <a:chExt cx="730" cy="139"/>
            </a:xfrm>
          </p:grpSpPr>
          <p:sp>
            <p:nvSpPr>
              <p:cNvPr id="2116" name="Google Shape;2116;p2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7" name="Google Shape;2117;p2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8" name="Google Shape;2118;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9" name="Google Shape;2119;p24"/>
            <p:cNvGrpSpPr/>
            <p:nvPr/>
          </p:nvGrpSpPr>
          <p:grpSpPr>
            <a:xfrm>
              <a:off x="4739" y="1325"/>
              <a:ext cx="580" cy="140"/>
              <a:chOff x="614" y="2566"/>
              <a:chExt cx="723" cy="140"/>
            </a:xfrm>
          </p:grpSpPr>
          <p:sp>
            <p:nvSpPr>
              <p:cNvPr id="2120" name="Google Shape;2120;p2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1" name="Google Shape;2121;p2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22" name="Google Shape;2122;p2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3" name="Google Shape;2123;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4" name="Google Shape;2124;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5" name="Google Shape;2125;p2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6" name="Google Shape;2126;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7" name="Google Shape;2127;p2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8" name="Google Shape;2128;p2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9" name="Google Shape;2129;p2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0" name="Google Shape;2130;p2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131" name="Google Shape;2131;p2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2" name="Google Shape;2132;p2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33" name="Google Shape;2133;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500"/>
                                        <p:tgtEl>
                                          <p:spTgt spid="2024"/>
                                        </p:tgtEl>
                                      </p:cBhvr>
                                    </p:animEffect>
                                  </p:childTnLst>
                                </p:cTn>
                              </p:par>
                              <p:par>
                                <p:cTn fill="hold" nodeType="withEffect" presetClass="entr" presetID="10" presetSubtype="0">
                                  <p:stCondLst>
                                    <p:cond delay="0"/>
                                  </p:stCondLst>
                                  <p:childTnLst>
                                    <p:set>
                                      <p:cBhvr>
                                        <p:cTn dur="1" fill="hold">
                                          <p:stCondLst>
                                            <p:cond delay="0"/>
                                          </p:stCondLst>
                                        </p:cTn>
                                        <p:tgtEl>
                                          <p:spTgt spid="2065"/>
                                        </p:tgtEl>
                                        <p:attrNameLst>
                                          <p:attrName>style.visibility</p:attrName>
                                        </p:attrNameLst>
                                      </p:cBhvr>
                                      <p:to>
                                        <p:strVal val="visible"/>
                                      </p:to>
                                    </p:set>
                                    <p:animEffect filter="fade" transition="in">
                                      <p:cBhvr>
                                        <p:cTn dur="500"/>
                                        <p:tgtEl>
                                          <p:spTgt spid="20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500"/>
                                        <p:tgtEl>
                                          <p:spTgt spid="2059"/>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0" st="0"/>
                                            </p:txEl>
                                          </p:spTgt>
                                        </p:tgtEl>
                                        <p:attrNameLst>
                                          <p:attrName>style.visibility</p:attrName>
                                        </p:attrNameLst>
                                      </p:cBhvr>
                                      <p:to>
                                        <p:strVal val="visible"/>
                                      </p:to>
                                    </p:set>
                                    <p:animEffect filter="fade" transition="in">
                                      <p:cBhvr>
                                        <p:cTn dur="500"/>
                                        <p:tgtEl>
                                          <p:spTgt spid="206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1" st="1"/>
                                            </p:txEl>
                                          </p:spTgt>
                                        </p:tgtEl>
                                        <p:attrNameLst>
                                          <p:attrName>style.visibility</p:attrName>
                                        </p:attrNameLst>
                                      </p:cBhvr>
                                      <p:to>
                                        <p:strVal val="visible"/>
                                      </p:to>
                                    </p:set>
                                    <p:animEffect filter="fade" transition="in">
                                      <p:cBhvr>
                                        <p:cTn dur="500"/>
                                        <p:tgtEl>
                                          <p:spTgt spid="20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1"/>
                                        </p:tgtEl>
                                        <p:attrNameLst>
                                          <p:attrName>style.visibility</p:attrName>
                                        </p:attrNameLst>
                                      </p:cBhvr>
                                      <p:to>
                                        <p:strVal val="visible"/>
                                      </p:to>
                                    </p:set>
                                    <p:animEffect filter="fade" transition="in">
                                      <p:cBhvr>
                                        <p:cTn dur="500"/>
                                        <p:tgtEl>
                                          <p:spTgt spid="2041"/>
                                        </p:tgtEl>
                                      </p:cBhvr>
                                    </p:animEffect>
                                  </p:childTnLst>
                                </p:cTn>
                              </p:par>
                              <p:par>
                                <p:cTn fill="hold" nodeType="withEffect" presetClass="entr" presetID="1" presetSubtype="0">
                                  <p:stCondLst>
                                    <p:cond delay="0"/>
                                  </p:stCondLst>
                                  <p:childTnLst>
                                    <p:set>
                                      <p:cBhvr>
                                        <p:cTn dur="1" fill="hold">
                                          <p:stCondLst>
                                            <p:cond delay="0"/>
                                          </p:stCondLst>
                                        </p:cTn>
                                        <p:tgtEl>
                                          <p:spTgt spid="2009">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6"/>
                                        </p:tgtEl>
                                        <p:attrNameLst>
                                          <p:attrName>style.visibility</p:attrName>
                                        </p:attrNameLst>
                                      </p:cBhvr>
                                      <p:to>
                                        <p:strVal val="visible"/>
                                      </p:to>
                                    </p:set>
                                    <p:animEffect filter="fade" transition="in">
                                      <p:cBhvr>
                                        <p:cTn dur="500"/>
                                        <p:tgtEl>
                                          <p:spTgt spid="20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68"/>
                                        </p:tgtEl>
                                        <p:attrNameLst>
                                          <p:attrName>style.visibility</p:attrName>
                                        </p:attrNameLst>
                                      </p:cBhvr>
                                      <p:to>
                                        <p:strVal val="visible"/>
                                      </p:to>
                                    </p:set>
                                    <p:animEffect filter="fade" transition="in">
                                      <p:cBhvr>
                                        <p:cTn dur="500"/>
                                        <p:tgtEl>
                                          <p:spTgt spid="2068"/>
                                        </p:tgtEl>
                                      </p:cBhvr>
                                    </p:animEffect>
                                  </p:childTnLst>
                                </p:cTn>
                              </p:par>
                              <p:par>
                                <p:cTn fill="hold" nodeType="withEffect" presetClass="entr" presetID="10" presetSubtype="0">
                                  <p:stCondLst>
                                    <p:cond delay="0"/>
                                  </p:stCondLst>
                                  <p:childTnLst>
                                    <p:set>
                                      <p:cBhvr>
                                        <p:cTn dur="1" fill="hold">
                                          <p:stCondLst>
                                            <p:cond delay="0"/>
                                          </p:stCondLst>
                                        </p:cTn>
                                        <p:tgtEl>
                                          <p:spTgt spid="2078"/>
                                        </p:tgtEl>
                                        <p:attrNameLst>
                                          <p:attrName>style.visibility</p:attrName>
                                        </p:attrNameLst>
                                      </p:cBhvr>
                                      <p:to>
                                        <p:strVal val="visible"/>
                                      </p:to>
                                    </p:set>
                                    <p:animEffect filter="fade" transition="in">
                                      <p:cBhvr>
                                        <p:cTn dur="500"/>
                                        <p:tgtEl>
                                          <p:spTgt spid="20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67"/>
                                        </p:tgtEl>
                                        <p:attrNameLst>
                                          <p:attrName>style.visibility</p:attrName>
                                        </p:attrNameLst>
                                      </p:cBhvr>
                                      <p:to>
                                        <p:strVal val="visible"/>
                                      </p:to>
                                    </p:set>
                                    <p:animEffect filter="fade" transition="in">
                                      <p:cBhvr>
                                        <p:cTn dur="500"/>
                                        <p:tgtEl>
                                          <p:spTgt spid="2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9"/>
                                        </p:tgtEl>
                                        <p:attrNameLst>
                                          <p:attrName>style.visibility</p:attrName>
                                        </p:attrNameLst>
                                      </p:cBhvr>
                                      <p:to>
                                        <p:strVal val="visible"/>
                                      </p:to>
                                    </p:set>
                                    <p:animEffect filter="fade" transition="in">
                                      <p:cBhvr>
                                        <p:cTn dur="500"/>
                                        <p:tgtEl>
                                          <p:spTgt spid="20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0"/>
                                        </p:tgtEl>
                                        <p:attrNameLst>
                                          <p:attrName>style.visibility</p:attrName>
                                        </p:attrNameLst>
                                      </p:cBhvr>
                                      <p:to>
                                        <p:strVal val="visible"/>
                                      </p:to>
                                    </p:set>
                                    <p:animEffect filter="fade" transition="in">
                                      <p:cBhvr>
                                        <p:cTn dur="500"/>
                                        <p:tgtEl>
                                          <p:spTgt spid="2070"/>
                                        </p:tgtEl>
                                      </p:cBhvr>
                                    </p:animEffect>
                                  </p:childTnLst>
                                </p:cTn>
                              </p:par>
                              <p:par>
                                <p:cTn fill="hold" nodeType="withEffect" presetClass="entr" presetID="10" presetSubtype="0">
                                  <p:stCondLst>
                                    <p:cond delay="0"/>
                                  </p:stCondLst>
                                  <p:childTnLst>
                                    <p:set>
                                      <p:cBhvr>
                                        <p:cTn dur="1" fill="hold">
                                          <p:stCondLst>
                                            <p:cond delay="0"/>
                                          </p:stCondLst>
                                        </p:cTn>
                                        <p:tgtEl>
                                          <p:spTgt spid="2082"/>
                                        </p:tgtEl>
                                        <p:attrNameLst>
                                          <p:attrName>style.visibility</p:attrName>
                                        </p:attrNameLst>
                                      </p:cBhvr>
                                      <p:to>
                                        <p:strVal val="visible"/>
                                      </p:to>
                                    </p:set>
                                    <p:animEffect filter="fade" transition="in">
                                      <p:cBhvr>
                                        <p:cTn dur="500"/>
                                        <p:tgtEl>
                                          <p:spTgt spid="20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1"/>
                                        </p:tgtEl>
                                        <p:attrNameLst>
                                          <p:attrName>style.visibility</p:attrName>
                                        </p:attrNameLst>
                                      </p:cBhvr>
                                      <p:to>
                                        <p:strVal val="visible"/>
                                      </p:to>
                                    </p:set>
                                    <p:animEffect filter="fade" transition="in">
                                      <p:cBhvr>
                                        <p:cTn dur="500"/>
                                        <p:tgtEl>
                                          <p:spTgt spid="2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7"/>
                                        </p:tgtEl>
                                        <p:attrNameLst>
                                          <p:attrName>style.visibility</p:attrName>
                                        </p:attrNameLst>
                                      </p:cBhvr>
                                      <p:to>
                                        <p:strVal val="visible"/>
                                      </p:to>
                                    </p:set>
                                    <p:animEffect filter="fade" transition="in">
                                      <p:cBhvr>
                                        <p:cTn dur="500"/>
                                        <p:tgtEl>
                                          <p:spTgt spid="2077"/>
                                        </p:tgtEl>
                                      </p:cBhvr>
                                    </p:animEffect>
                                  </p:childTnLst>
                                </p:cTn>
                              </p:par>
                              <p:par>
                                <p:cTn fill="hold" nodeType="withEffect" presetClass="entr" presetID="10" presetSubtype="0">
                                  <p:stCondLst>
                                    <p:cond delay="0"/>
                                  </p:stCondLst>
                                  <p:childTnLst>
                                    <p:set>
                                      <p:cBhvr>
                                        <p:cTn dur="1" fill="hold">
                                          <p:stCondLst>
                                            <p:cond delay="0"/>
                                          </p:stCondLst>
                                        </p:cTn>
                                        <p:tgtEl>
                                          <p:spTgt spid="2086"/>
                                        </p:tgtEl>
                                        <p:attrNameLst>
                                          <p:attrName>style.visibility</p:attrName>
                                        </p:attrNameLst>
                                      </p:cBhvr>
                                      <p:to>
                                        <p:strVal val="visible"/>
                                      </p:to>
                                    </p:set>
                                    <p:animEffect filter="fade" transition="in">
                                      <p:cBhvr>
                                        <p:cTn dur="500"/>
                                        <p:tgtEl>
                                          <p:spTgt spid="20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500"/>
                                        <p:tgtEl>
                                          <p:spTgt spid="207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par>
                                <p:cTn fill="hold" nodeType="withEffect" presetClass="entr" presetID="10" presetSubtype="0">
                                  <p:stCondLst>
                                    <p:cond delay="0"/>
                                  </p:stCondLst>
                                  <p:childTnLst>
                                    <p:set>
                                      <p:cBhvr>
                                        <p:cTn dur="1" fill="hold">
                                          <p:stCondLst>
                                            <p:cond delay="0"/>
                                          </p:stCondLst>
                                        </p:cTn>
                                        <p:tgtEl>
                                          <p:spTgt spid="2090"/>
                                        </p:tgtEl>
                                        <p:attrNameLst>
                                          <p:attrName>style.visibility</p:attrName>
                                        </p:attrNameLst>
                                      </p:cBhvr>
                                      <p:to>
                                        <p:strVal val="visible"/>
                                      </p:to>
                                    </p:set>
                                    <p:animEffect filter="fade" transition="in">
                                      <p:cBhvr>
                                        <p:cTn dur="500"/>
                                        <p:tgtEl>
                                          <p:spTgt spid="20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a:t>
            </a:r>
            <a:endParaRPr/>
          </a:p>
        </p:txBody>
      </p:sp>
      <p:sp>
        <p:nvSpPr>
          <p:cNvPr id="2140" name="Google Shape;2140;p25"/>
          <p:cNvSpPr txBox="1"/>
          <p:nvPr/>
        </p:nvSpPr>
        <p:spPr>
          <a:xfrm>
            <a:off x="798689" y="1495768"/>
            <a:ext cx="4770837" cy="2942610"/>
          </a:xfrm>
          <a:prstGeom prst="rect">
            <a:avLst/>
          </a:prstGeom>
          <a:noFill/>
          <a:ln>
            <a:noFill/>
          </a:ln>
        </p:spPr>
        <p:txBody>
          <a:bodyPr anchorCtr="0" anchor="t" bIns="45700" lIns="91425" spcFirstLastPara="1" rIns="91425" wrap="square" tIns="45700">
            <a:normAutofit/>
          </a:bodyPr>
          <a:lstStyle/>
          <a:p>
            <a:pPr indent="-27622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TCP socket identified by </a:t>
            </a:r>
            <a:r>
              <a:rPr b="0" i="0" lang="en-US" sz="3200" u="none" cap="none" strike="noStrike">
                <a:solidFill>
                  <a:srgbClr val="C00000"/>
                </a:solidFill>
                <a:latin typeface="Calibri"/>
                <a:ea typeface="Calibri"/>
                <a:cs typeface="Calibri"/>
                <a:sym typeface="Calibri"/>
              </a:rPr>
              <a:t>4-</a:t>
            </a:r>
            <a:r>
              <a:rPr b="0" i="0" lang="en-US" sz="3200" u="none" cap="none" strike="noStrike">
                <a:solidFill>
                  <a:srgbClr val="000000"/>
                </a:solidFill>
                <a:latin typeface="Calibri"/>
                <a:ea typeface="Calibri"/>
                <a:cs typeface="Calibri"/>
                <a:sym typeface="Calibri"/>
              </a:rPr>
              <a:t>tuple: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port number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port number</a:t>
            </a:r>
            <a:endParaRPr/>
          </a:p>
        </p:txBody>
      </p:sp>
      <p:sp>
        <p:nvSpPr>
          <p:cNvPr id="2141" name="Google Shape;2141;p25"/>
          <p:cNvSpPr txBox="1"/>
          <p:nvPr/>
        </p:nvSpPr>
        <p:spPr>
          <a:xfrm>
            <a:off x="6476415" y="1510775"/>
            <a:ext cx="5036711" cy="4974770"/>
          </a:xfrm>
          <a:prstGeom prst="rect">
            <a:avLst/>
          </a:prstGeom>
          <a:noFill/>
          <a:ln>
            <a:noFill/>
          </a:ln>
        </p:spPr>
        <p:txBody>
          <a:bodyPr anchorCtr="0" anchor="t" bIns="45700" lIns="91425" spcFirstLastPara="1" rIns="91425" wrap="square" tIns="45700">
            <a:normAutofit/>
          </a:bodyPr>
          <a:lstStyle/>
          <a:p>
            <a:pPr indent="-288925" lvl="0" marL="4683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may support many simultaneous TCP sockets: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identified by its own 4-tuple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associated with a different connecting client</a:t>
            </a:r>
            <a:endParaRPr/>
          </a:p>
        </p:txBody>
      </p:sp>
      <p:sp>
        <p:nvSpPr>
          <p:cNvPr id="2142" name="Google Shape;2142;p25"/>
          <p:cNvSpPr txBox="1"/>
          <p:nvPr/>
        </p:nvSpPr>
        <p:spPr>
          <a:xfrm>
            <a:off x="784324" y="4284442"/>
            <a:ext cx="4770837" cy="2228578"/>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demux: receiver uses </a:t>
            </a:r>
            <a:r>
              <a:rPr b="0" i="1" lang="en-US" sz="3200" u="none" cap="none" strike="noStrike">
                <a:solidFill>
                  <a:srgbClr val="C00000"/>
                </a:solidFill>
                <a:latin typeface="Calibri"/>
                <a:ea typeface="Calibri"/>
                <a:cs typeface="Calibri"/>
                <a:sym typeface="Calibri"/>
              </a:rPr>
              <a:t>all four values </a:t>
            </a:r>
            <a:r>
              <a:rPr b="0" i="1" lang="en-US" sz="3200" u="none" cap="none" strike="noStrike">
                <a:solidFill>
                  <a:srgbClr val="000000"/>
                </a:solidFill>
                <a:latin typeface="Calibri"/>
                <a:ea typeface="Calibri"/>
                <a:cs typeface="Calibri"/>
                <a:sym typeface="Calibri"/>
              </a:rPr>
              <a:t>(4-tuple)</a:t>
            </a:r>
            <a:r>
              <a:rPr b="0" i="0" lang="en-US" sz="3200" u="none" cap="none" strike="noStrike">
                <a:solidFill>
                  <a:srgbClr val="000000"/>
                </a:solidFill>
                <a:latin typeface="Calibri"/>
                <a:ea typeface="Calibri"/>
                <a:cs typeface="Calibri"/>
                <a:sym typeface="Calibri"/>
              </a:rPr>
              <a:t> to direct segment to appropriate socket</a:t>
            </a:r>
            <a:endParaRPr/>
          </a:p>
        </p:txBody>
      </p:sp>
      <p:sp>
        <p:nvSpPr>
          <p:cNvPr id="2143" name="Google Shape;214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 example</a:t>
            </a:r>
            <a:endParaRPr/>
          </a:p>
        </p:txBody>
      </p:sp>
      <p:sp>
        <p:nvSpPr>
          <p:cNvPr id="2150" name="Google Shape;2150;p26"/>
          <p:cNvSpPr/>
          <p:nvPr/>
        </p:nvSpPr>
        <p:spPr>
          <a:xfrm>
            <a:off x="4454236" y="1478017"/>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1" name="Google Shape;2151;p26"/>
          <p:cNvSpPr/>
          <p:nvPr/>
        </p:nvSpPr>
        <p:spPr>
          <a:xfrm>
            <a:off x="2052349" y="1657405"/>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2" name="Google Shape;2152;p26"/>
          <p:cNvSpPr/>
          <p:nvPr/>
        </p:nvSpPr>
        <p:spPr>
          <a:xfrm>
            <a:off x="2568286" y="162406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53" name="Google Shape;2153;p26"/>
          <p:cNvSpPr/>
          <p:nvPr/>
        </p:nvSpPr>
        <p:spPr>
          <a:xfrm>
            <a:off x="2530186" y="1678042"/>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54" name="Google Shape;2154;p26"/>
          <p:cNvCxnSpPr/>
          <p:nvPr/>
        </p:nvCxnSpPr>
        <p:spPr>
          <a:xfrm>
            <a:off x="2539711" y="243845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5" name="Google Shape;2155;p26"/>
          <p:cNvSpPr txBox="1"/>
          <p:nvPr/>
        </p:nvSpPr>
        <p:spPr>
          <a:xfrm>
            <a:off x="2496849" y="242099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56" name="Google Shape;2156;p26"/>
          <p:cNvCxnSpPr/>
          <p:nvPr/>
        </p:nvCxnSpPr>
        <p:spPr>
          <a:xfrm>
            <a:off x="2547649" y="275913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7" name="Google Shape;2157;p26"/>
          <p:cNvCxnSpPr/>
          <p:nvPr/>
        </p:nvCxnSpPr>
        <p:spPr>
          <a:xfrm>
            <a:off x="2533361" y="306869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8" name="Google Shape;2158;p26"/>
          <p:cNvCxnSpPr/>
          <p:nvPr/>
        </p:nvCxnSpPr>
        <p:spPr>
          <a:xfrm>
            <a:off x="2533361" y="335444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9" name="Google Shape;2159;p26"/>
          <p:cNvSpPr txBox="1"/>
          <p:nvPr/>
        </p:nvSpPr>
        <p:spPr>
          <a:xfrm>
            <a:off x="2531774" y="16685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60" name="Google Shape;2160;p26"/>
          <p:cNvSpPr txBox="1"/>
          <p:nvPr/>
        </p:nvSpPr>
        <p:spPr>
          <a:xfrm>
            <a:off x="2487324" y="3325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61" name="Google Shape;2161;p26"/>
          <p:cNvSpPr txBox="1"/>
          <p:nvPr/>
        </p:nvSpPr>
        <p:spPr>
          <a:xfrm>
            <a:off x="2506374" y="30401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62" name="Google Shape;2162;p26"/>
          <p:cNvSpPr txBox="1"/>
          <p:nvPr/>
        </p:nvSpPr>
        <p:spPr>
          <a:xfrm>
            <a:off x="2496849" y="274484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63" name="Google Shape;2163;p26"/>
          <p:cNvSpPr/>
          <p:nvPr/>
        </p:nvSpPr>
        <p:spPr>
          <a:xfrm>
            <a:off x="28667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b="0" i="0" sz="1600" u="none" cap="none" strike="noStrike">
              <a:solidFill>
                <a:srgbClr val="000000"/>
              </a:solidFill>
              <a:latin typeface="Arial"/>
              <a:ea typeface="Arial"/>
              <a:cs typeface="Arial"/>
              <a:sym typeface="Arial"/>
            </a:endParaRPr>
          </a:p>
        </p:txBody>
      </p:sp>
      <p:grpSp>
        <p:nvGrpSpPr>
          <p:cNvPr id="2164" name="Google Shape;2164;p26"/>
          <p:cNvGrpSpPr/>
          <p:nvPr/>
        </p:nvGrpSpPr>
        <p:grpSpPr>
          <a:xfrm>
            <a:off x="2834986" y="2278117"/>
            <a:ext cx="620713" cy="228600"/>
            <a:chOff x="1287" y="2524"/>
            <a:chExt cx="260" cy="100"/>
          </a:xfrm>
        </p:grpSpPr>
        <p:sp>
          <p:nvSpPr>
            <p:cNvPr id="2165" name="Google Shape;216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6" name="Google Shape;216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7" name="Google Shape;216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8" name="Google Shape;216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69" name="Google Shape;2169;p26"/>
          <p:cNvSpPr/>
          <p:nvPr/>
        </p:nvSpPr>
        <p:spPr>
          <a:xfrm>
            <a:off x="5067011" y="1390705"/>
            <a:ext cx="2254250"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0" name="Google Shape;2170;p26"/>
          <p:cNvSpPr/>
          <p:nvPr/>
        </p:nvSpPr>
        <p:spPr>
          <a:xfrm>
            <a:off x="5013036" y="1468492"/>
            <a:ext cx="22256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1" name="Google Shape;2171;p26"/>
          <p:cNvSpPr txBox="1"/>
          <p:nvPr/>
        </p:nvSpPr>
        <p:spPr>
          <a:xfrm>
            <a:off x="5438486" y="21971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2" name="Google Shape;2172;p26"/>
          <p:cNvSpPr txBox="1"/>
          <p:nvPr/>
        </p:nvSpPr>
        <p:spPr>
          <a:xfrm>
            <a:off x="5492461" y="1420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73" name="Google Shape;2173;p26"/>
          <p:cNvSpPr txBox="1"/>
          <p:nvPr/>
        </p:nvSpPr>
        <p:spPr>
          <a:xfrm>
            <a:off x="5432136" y="31020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74" name="Google Shape;2174;p26"/>
          <p:cNvSpPr txBox="1"/>
          <p:nvPr/>
        </p:nvSpPr>
        <p:spPr>
          <a:xfrm>
            <a:off x="5432136" y="28162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75" name="Google Shape;2175;p26"/>
          <p:cNvSpPr/>
          <p:nvPr/>
        </p:nvSpPr>
        <p:spPr>
          <a:xfrm>
            <a:off x="5132099" y="1727255"/>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176" name="Google Shape;2176;p26"/>
          <p:cNvSpPr/>
          <p:nvPr/>
        </p:nvSpPr>
        <p:spPr>
          <a:xfrm>
            <a:off x="8202324" y="1616130"/>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7" name="Google Shape;2177;p26"/>
          <p:cNvSpPr/>
          <p:nvPr/>
        </p:nvSpPr>
        <p:spPr>
          <a:xfrm>
            <a:off x="8005474" y="1657405"/>
            <a:ext cx="163195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8" name="Google Shape;2178;p26"/>
          <p:cNvSpPr txBox="1"/>
          <p:nvPr/>
        </p:nvSpPr>
        <p:spPr>
          <a:xfrm>
            <a:off x="8130886" y="24130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9" name="Google Shape;2179;p26"/>
          <p:cNvSpPr txBox="1"/>
          <p:nvPr/>
        </p:nvSpPr>
        <p:spPr>
          <a:xfrm>
            <a:off x="8165811" y="16605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80" name="Google Shape;2180;p26"/>
          <p:cNvSpPr txBox="1"/>
          <p:nvPr/>
        </p:nvSpPr>
        <p:spPr>
          <a:xfrm>
            <a:off x="8173749" y="33179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81" name="Google Shape;2181;p26"/>
          <p:cNvSpPr txBox="1"/>
          <p:nvPr/>
        </p:nvSpPr>
        <p:spPr>
          <a:xfrm>
            <a:off x="8140411" y="30321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82" name="Google Shape;2182;p26"/>
          <p:cNvSpPr txBox="1"/>
          <p:nvPr/>
        </p:nvSpPr>
        <p:spPr>
          <a:xfrm>
            <a:off x="8130886" y="27369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83" name="Google Shape;2183;p26"/>
          <p:cNvSpPr/>
          <p:nvPr/>
        </p:nvSpPr>
        <p:spPr>
          <a:xfrm>
            <a:off x="80864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P2</a:t>
            </a:r>
            <a:endParaRPr/>
          </a:p>
        </p:txBody>
      </p:sp>
      <p:sp>
        <p:nvSpPr>
          <p:cNvPr id="2184" name="Google Shape;2184;p26"/>
          <p:cNvSpPr/>
          <p:nvPr/>
        </p:nvSpPr>
        <p:spPr>
          <a:xfrm>
            <a:off x="9661236" y="1636767"/>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5" name="Google Shape;2185;p26"/>
          <p:cNvSpPr txBox="1"/>
          <p:nvPr/>
        </p:nvSpPr>
        <p:spPr>
          <a:xfrm flipH="1">
            <a:off x="1723736" y="4418067"/>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A</a:t>
            </a:r>
            <a:endParaRPr/>
          </a:p>
        </p:txBody>
      </p:sp>
      <p:sp>
        <p:nvSpPr>
          <p:cNvPr id="2186" name="Google Shape;2186;p26"/>
          <p:cNvSpPr txBox="1"/>
          <p:nvPr/>
        </p:nvSpPr>
        <p:spPr>
          <a:xfrm flipH="1">
            <a:off x="9480261" y="4314880"/>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C</a:t>
            </a:r>
            <a:endParaRPr/>
          </a:p>
        </p:txBody>
      </p:sp>
      <p:cxnSp>
        <p:nvCxnSpPr>
          <p:cNvPr id="2187" name="Google Shape;2187;p26"/>
          <p:cNvCxnSpPr/>
          <p:nvPr/>
        </p:nvCxnSpPr>
        <p:spPr>
          <a:xfrm>
            <a:off x="4989224" y="3144892"/>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88" name="Google Shape;2188;p26"/>
          <p:cNvCxnSpPr/>
          <p:nvPr/>
        </p:nvCxnSpPr>
        <p:spPr>
          <a:xfrm>
            <a:off x="5005099" y="2843267"/>
            <a:ext cx="2233612" cy="0"/>
          </a:xfrm>
          <a:prstGeom prst="straightConnector1">
            <a:avLst/>
          </a:prstGeom>
          <a:noFill/>
          <a:ln cap="flat" cmpd="sng" w="19050">
            <a:solidFill>
              <a:srgbClr val="000000"/>
            </a:solidFill>
            <a:prstDash val="solid"/>
            <a:round/>
            <a:headEnd len="med" w="med" type="none"/>
            <a:tailEnd len="med" w="med" type="none"/>
          </a:ln>
        </p:spPr>
      </p:cxnSp>
      <p:sp>
        <p:nvSpPr>
          <p:cNvPr id="2189" name="Google Shape;2189;p26"/>
          <p:cNvSpPr txBox="1"/>
          <p:nvPr/>
        </p:nvSpPr>
        <p:spPr>
          <a:xfrm>
            <a:off x="5392449" y="25083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190" name="Google Shape;2190;p26"/>
          <p:cNvCxnSpPr/>
          <p:nvPr/>
        </p:nvCxnSpPr>
        <p:spPr>
          <a:xfrm>
            <a:off x="5008274" y="2521005"/>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91" name="Google Shape;2191;p26"/>
          <p:cNvCxnSpPr/>
          <p:nvPr/>
        </p:nvCxnSpPr>
        <p:spPr>
          <a:xfrm>
            <a:off x="5011449" y="2198742"/>
            <a:ext cx="2233612" cy="0"/>
          </a:xfrm>
          <a:prstGeom prst="straightConnector1">
            <a:avLst/>
          </a:prstGeom>
          <a:noFill/>
          <a:ln cap="flat" cmpd="sng" w="19050">
            <a:solidFill>
              <a:srgbClr val="000000"/>
            </a:solidFill>
            <a:prstDash val="solid"/>
            <a:round/>
            <a:headEnd len="med" w="med" type="none"/>
            <a:tailEnd len="med" w="med" type="none"/>
          </a:ln>
        </p:spPr>
      </p:cxnSp>
      <p:grpSp>
        <p:nvGrpSpPr>
          <p:cNvPr id="2192" name="Google Shape;2192;p26"/>
          <p:cNvGrpSpPr/>
          <p:nvPr/>
        </p:nvGrpSpPr>
        <p:grpSpPr>
          <a:xfrm>
            <a:off x="5187661" y="2060630"/>
            <a:ext cx="473075" cy="228600"/>
            <a:chOff x="1287" y="2524"/>
            <a:chExt cx="260" cy="100"/>
          </a:xfrm>
        </p:grpSpPr>
        <p:sp>
          <p:nvSpPr>
            <p:cNvPr id="2193" name="Google Shape;2193;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4" name="Google Shape;2194;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5" name="Google Shape;2195;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6" name="Google Shape;2196;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7" name="Google Shape;2197;p26"/>
          <p:cNvSpPr/>
          <p:nvPr/>
        </p:nvSpPr>
        <p:spPr>
          <a:xfrm>
            <a:off x="6498936" y="173201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P6</a:t>
            </a:r>
            <a:endParaRPr/>
          </a:p>
        </p:txBody>
      </p:sp>
      <p:sp>
        <p:nvSpPr>
          <p:cNvPr id="2198" name="Google Shape;2198;p26"/>
          <p:cNvSpPr/>
          <p:nvPr/>
        </p:nvSpPr>
        <p:spPr>
          <a:xfrm>
            <a:off x="5827424" y="1730430"/>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P5</a:t>
            </a:r>
            <a:endParaRPr/>
          </a:p>
        </p:txBody>
      </p:sp>
      <p:grpSp>
        <p:nvGrpSpPr>
          <p:cNvPr id="2199" name="Google Shape;2199;p26"/>
          <p:cNvGrpSpPr/>
          <p:nvPr/>
        </p:nvGrpSpPr>
        <p:grpSpPr>
          <a:xfrm>
            <a:off x="5892511" y="2065392"/>
            <a:ext cx="473075" cy="228600"/>
            <a:chOff x="1287" y="2524"/>
            <a:chExt cx="260" cy="100"/>
          </a:xfrm>
        </p:grpSpPr>
        <p:sp>
          <p:nvSpPr>
            <p:cNvPr id="2200" name="Google Shape;2200;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1" name="Google Shape;2201;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2" name="Google Shape;2202;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3" name="Google Shape;2203;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04" name="Google Shape;2204;p26"/>
          <p:cNvGrpSpPr/>
          <p:nvPr/>
        </p:nvGrpSpPr>
        <p:grpSpPr>
          <a:xfrm>
            <a:off x="6564024" y="2070155"/>
            <a:ext cx="473075" cy="228600"/>
            <a:chOff x="1287" y="2524"/>
            <a:chExt cx="260" cy="100"/>
          </a:xfrm>
        </p:grpSpPr>
        <p:sp>
          <p:nvSpPr>
            <p:cNvPr id="2205" name="Google Shape;220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6" name="Google Shape;220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7" name="Google Shape;220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8" name="Google Shape;220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209" name="Google Shape;2209;p26"/>
          <p:cNvCxnSpPr/>
          <p:nvPr/>
        </p:nvCxnSpPr>
        <p:spPr>
          <a:xfrm>
            <a:off x="7997536" y="336079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0" name="Google Shape;2210;p26"/>
          <p:cNvCxnSpPr/>
          <p:nvPr/>
        </p:nvCxnSpPr>
        <p:spPr>
          <a:xfrm>
            <a:off x="7988011" y="3065517"/>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1" name="Google Shape;2211;p26"/>
          <p:cNvCxnSpPr/>
          <p:nvPr/>
        </p:nvCxnSpPr>
        <p:spPr>
          <a:xfrm>
            <a:off x="7988011" y="277024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2" name="Google Shape;2212;p26"/>
          <p:cNvCxnSpPr/>
          <p:nvPr/>
        </p:nvCxnSpPr>
        <p:spPr>
          <a:xfrm>
            <a:off x="7988011" y="2465442"/>
            <a:ext cx="1638300" cy="0"/>
          </a:xfrm>
          <a:prstGeom prst="straightConnector1">
            <a:avLst/>
          </a:prstGeom>
          <a:noFill/>
          <a:ln cap="flat" cmpd="sng" w="19050">
            <a:solidFill>
              <a:srgbClr val="000000"/>
            </a:solidFill>
            <a:prstDash val="solid"/>
            <a:round/>
            <a:headEnd len="med" w="med" type="none"/>
            <a:tailEnd len="med" w="med" type="none"/>
          </a:ln>
        </p:spPr>
      </p:cxnSp>
      <p:grpSp>
        <p:nvGrpSpPr>
          <p:cNvPr id="2213" name="Google Shape;2213;p26"/>
          <p:cNvGrpSpPr/>
          <p:nvPr/>
        </p:nvGrpSpPr>
        <p:grpSpPr>
          <a:xfrm>
            <a:off x="8140411" y="2292405"/>
            <a:ext cx="473075" cy="228600"/>
            <a:chOff x="1287" y="2524"/>
            <a:chExt cx="260" cy="100"/>
          </a:xfrm>
        </p:grpSpPr>
        <p:sp>
          <p:nvSpPr>
            <p:cNvPr id="2214" name="Google Shape;2214;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5" name="Google Shape;2215;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6" name="Google Shape;2216;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7" name="Google Shape;2217;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18" name="Google Shape;2218;p26"/>
          <p:cNvGrpSpPr/>
          <p:nvPr/>
        </p:nvGrpSpPr>
        <p:grpSpPr>
          <a:xfrm>
            <a:off x="8935749" y="2282880"/>
            <a:ext cx="473075" cy="228600"/>
            <a:chOff x="1287" y="2524"/>
            <a:chExt cx="260" cy="100"/>
          </a:xfrm>
        </p:grpSpPr>
        <p:sp>
          <p:nvSpPr>
            <p:cNvPr id="2219" name="Google Shape;2219;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0" name="Google Shape;2220;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1" name="Google Shape;2221;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2" name="Google Shape;2222;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23" name="Google Shape;2223;p26"/>
          <p:cNvSpPr/>
          <p:nvPr/>
        </p:nvSpPr>
        <p:spPr>
          <a:xfrm>
            <a:off x="8877011" y="1949505"/>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224" name="Google Shape;2224;p26"/>
          <p:cNvGrpSpPr/>
          <p:nvPr/>
        </p:nvGrpSpPr>
        <p:grpSpPr>
          <a:xfrm>
            <a:off x="3128674" y="2152705"/>
            <a:ext cx="2695575" cy="3382962"/>
            <a:chOff x="3128674" y="2152705"/>
            <a:chExt cx="2695575" cy="3382962"/>
          </a:xfrm>
        </p:grpSpPr>
        <p:grpSp>
          <p:nvGrpSpPr>
            <p:cNvPr id="2225" name="Google Shape;2225;p26"/>
            <p:cNvGrpSpPr/>
            <p:nvPr/>
          </p:nvGrpSpPr>
          <p:grpSpPr>
            <a:xfrm>
              <a:off x="3301711" y="4192642"/>
              <a:ext cx="2173288" cy="1343025"/>
              <a:chOff x="3301711" y="4192642"/>
              <a:chExt cx="2173288" cy="1343025"/>
            </a:xfrm>
          </p:grpSpPr>
          <p:grpSp>
            <p:nvGrpSpPr>
              <p:cNvPr id="2226" name="Google Shape;2226;p26"/>
              <p:cNvGrpSpPr/>
              <p:nvPr/>
            </p:nvGrpSpPr>
            <p:grpSpPr>
              <a:xfrm>
                <a:off x="3450936" y="4883205"/>
                <a:ext cx="2024063" cy="652462"/>
                <a:chOff x="1079" y="3697"/>
                <a:chExt cx="1275" cy="411"/>
              </a:xfrm>
            </p:grpSpPr>
            <p:sp>
              <p:nvSpPr>
                <p:cNvPr id="2227" name="Google Shape;2227;p26"/>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28" name="Google Shape;2228;p26"/>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229" name="Google Shape;2229;p26"/>
                <p:cNvSpPr txBox="1"/>
                <p:nvPr/>
              </p:nvSpPr>
              <p:spPr>
                <a:xfrm>
                  <a:off x="1079" y="3822"/>
                  <a:ext cx="123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A,9157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 port: B,80</a:t>
                  </a:r>
                  <a:endParaRPr/>
                </a:p>
              </p:txBody>
            </p:sp>
          </p:grpSp>
          <p:grpSp>
            <p:nvGrpSpPr>
              <p:cNvPr id="2230" name="Google Shape;2230;p26"/>
              <p:cNvGrpSpPr/>
              <p:nvPr/>
            </p:nvGrpSpPr>
            <p:grpSpPr>
              <a:xfrm>
                <a:off x="3301711" y="4192642"/>
                <a:ext cx="1887538" cy="652463"/>
                <a:chOff x="2741" y="3750"/>
                <a:chExt cx="1189" cy="411"/>
              </a:xfrm>
            </p:grpSpPr>
            <p:sp>
              <p:nvSpPr>
                <p:cNvPr id="2231" name="Google Shape;2231;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32" name="Google Shape;2232;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33" name="Google Shape;2233;p26"/>
                <p:cNvSpPr txBox="1"/>
                <p:nvPr/>
              </p:nvSpPr>
              <p:spPr>
                <a:xfrm>
                  <a:off x="2813" y="3875"/>
                  <a:ext cx="1117"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B,80</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A,9157</a:t>
                  </a:r>
                  <a:endParaRPr/>
                </a:p>
              </p:txBody>
            </p:sp>
          </p:grpSp>
        </p:grpSp>
        <p:sp>
          <p:nvSpPr>
            <p:cNvPr id="2234" name="Google Shape;2234;p26"/>
            <p:cNvSpPr/>
            <p:nvPr/>
          </p:nvSpPr>
          <p:spPr>
            <a:xfrm>
              <a:off x="3128674" y="2152705"/>
              <a:ext cx="2695575" cy="2695575"/>
            </a:xfrm>
            <a:custGeom>
              <a:rect b="b" l="l" r="r" t="t"/>
              <a:pathLst>
                <a:path extrusionOk="0" h="1698" w="1698">
                  <a:moveTo>
                    <a:pt x="0" y="131"/>
                  </a:moveTo>
                  <a:lnTo>
                    <a:pt x="0" y="1698"/>
                  </a:lnTo>
                  <a:lnTo>
                    <a:pt x="1698" y="1690"/>
                  </a:lnTo>
                  <a:lnTo>
                    <a:pt x="1691" y="148"/>
                  </a:lnTo>
                  <a:lnTo>
                    <a:pt x="1443" y="0"/>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35" name="Google Shape;2235;p26"/>
          <p:cNvSpPr/>
          <p:nvPr/>
        </p:nvSpPr>
        <p:spPr>
          <a:xfrm>
            <a:off x="6114761" y="2184455"/>
            <a:ext cx="3089275" cy="3252787"/>
          </a:xfrm>
          <a:custGeom>
            <a:rect b="b" l="l" r="r" t="t"/>
            <a:pathLst>
              <a:path extrusionOk="0" h="1801" w="1946">
                <a:moveTo>
                  <a:pt x="0" y="0"/>
                </a:moveTo>
                <a:lnTo>
                  <a:pt x="0" y="1801"/>
                </a:lnTo>
                <a:lnTo>
                  <a:pt x="1946" y="1794"/>
                </a:lnTo>
                <a:lnTo>
                  <a:pt x="1925" y="132"/>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6" name="Google Shape;2236;p26"/>
          <p:cNvGrpSpPr/>
          <p:nvPr/>
        </p:nvGrpSpPr>
        <p:grpSpPr>
          <a:xfrm>
            <a:off x="6773574" y="2173342"/>
            <a:ext cx="2170112" cy="2876550"/>
            <a:chOff x="6773574" y="2173342"/>
            <a:chExt cx="2170112" cy="2876550"/>
          </a:xfrm>
        </p:grpSpPr>
        <p:sp>
          <p:nvSpPr>
            <p:cNvPr id="2237" name="Google Shape;2237;p26"/>
            <p:cNvSpPr/>
            <p:nvPr/>
          </p:nvSpPr>
          <p:spPr>
            <a:xfrm>
              <a:off x="6773574" y="2173342"/>
              <a:ext cx="1609725" cy="2465388"/>
            </a:xfrm>
            <a:custGeom>
              <a:rect b="b" l="l" r="r" t="t"/>
              <a:pathLst>
                <a:path extrusionOk="0" h="1480" w="1014">
                  <a:moveTo>
                    <a:pt x="0" y="0"/>
                  </a:moveTo>
                  <a:lnTo>
                    <a:pt x="0" y="1480"/>
                  </a:lnTo>
                  <a:lnTo>
                    <a:pt x="1014" y="1480"/>
                  </a:lnTo>
                  <a:lnTo>
                    <a:pt x="1014" y="146"/>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8" name="Google Shape;2238;p26"/>
            <p:cNvGrpSpPr/>
            <p:nvPr/>
          </p:nvGrpSpPr>
          <p:grpSpPr>
            <a:xfrm>
              <a:off x="6871999" y="4397430"/>
              <a:ext cx="2071687" cy="652462"/>
              <a:chOff x="2741" y="3750"/>
              <a:chExt cx="1305" cy="411"/>
            </a:xfrm>
          </p:grpSpPr>
          <p:sp>
            <p:nvSpPr>
              <p:cNvPr id="2239" name="Google Shape;2239;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0" name="Google Shape;2240;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1" name="Google Shape;2241;p26"/>
              <p:cNvSpPr txBox="1"/>
              <p:nvPr/>
            </p:nvSpPr>
            <p:spPr>
              <a:xfrm>
                <a:off x="2813" y="3875"/>
                <a:ext cx="123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C,5775</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grpSp>
      <p:grpSp>
        <p:nvGrpSpPr>
          <p:cNvPr id="2242" name="Google Shape;2242;p26"/>
          <p:cNvGrpSpPr/>
          <p:nvPr/>
        </p:nvGrpSpPr>
        <p:grpSpPr>
          <a:xfrm>
            <a:off x="6941849" y="5186417"/>
            <a:ext cx="2063750" cy="661988"/>
            <a:chOff x="2741" y="3750"/>
            <a:chExt cx="1300" cy="417"/>
          </a:xfrm>
        </p:grpSpPr>
        <p:sp>
          <p:nvSpPr>
            <p:cNvPr id="2243" name="Google Shape;2243;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4" name="Google Shape;2244;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5" name="Google Shape;2245;p26"/>
            <p:cNvSpPr txBox="1"/>
            <p:nvPr/>
          </p:nvSpPr>
          <p:spPr>
            <a:xfrm>
              <a:off x="2813" y="3875"/>
              <a:ext cx="1228" cy="29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C,9157</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sp>
        <p:nvSpPr>
          <p:cNvPr id="2246" name="Google Shape;2246;p26"/>
          <p:cNvSpPr txBox="1"/>
          <p:nvPr/>
        </p:nvSpPr>
        <p:spPr>
          <a:xfrm flipH="1">
            <a:off x="6681499" y="3414767"/>
            <a:ext cx="1147762"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server: IP address B</a:t>
            </a:r>
            <a:endParaRPr/>
          </a:p>
        </p:txBody>
      </p:sp>
      <p:grpSp>
        <p:nvGrpSpPr>
          <p:cNvPr id="2247" name="Google Shape;2247;p26"/>
          <p:cNvGrpSpPr/>
          <p:nvPr/>
        </p:nvGrpSpPr>
        <p:grpSpPr>
          <a:xfrm>
            <a:off x="4455824" y="2905180"/>
            <a:ext cx="358775" cy="704850"/>
            <a:chOff x="4140" y="429"/>
            <a:chExt cx="1425" cy="2396"/>
          </a:xfrm>
        </p:grpSpPr>
        <p:sp>
          <p:nvSpPr>
            <p:cNvPr id="2248" name="Google Shape;2248;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9" name="Google Shape;2249;p2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0" name="Google Shape;2250;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1" name="Google Shape;2251;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2" name="Google Shape;2252;p2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3" name="Google Shape;2253;p26"/>
            <p:cNvGrpSpPr/>
            <p:nvPr/>
          </p:nvGrpSpPr>
          <p:grpSpPr>
            <a:xfrm>
              <a:off x="4751" y="667"/>
              <a:ext cx="580" cy="146"/>
              <a:chOff x="617" y="2567"/>
              <a:chExt cx="724" cy="140"/>
            </a:xfrm>
          </p:grpSpPr>
          <p:sp>
            <p:nvSpPr>
              <p:cNvPr id="2254" name="Google Shape;2254;p2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5" name="Google Shape;2255;p2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56" name="Google Shape;2256;p2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7" name="Google Shape;2257;p26"/>
            <p:cNvGrpSpPr/>
            <p:nvPr/>
          </p:nvGrpSpPr>
          <p:grpSpPr>
            <a:xfrm>
              <a:off x="4745" y="996"/>
              <a:ext cx="580" cy="156"/>
              <a:chOff x="612" y="2570"/>
              <a:chExt cx="724" cy="162"/>
            </a:xfrm>
          </p:grpSpPr>
          <p:sp>
            <p:nvSpPr>
              <p:cNvPr id="2258" name="Google Shape;2258;p2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9" name="Google Shape;2259;p2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0" name="Google Shape;2260;p2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1" name="Google Shape;2261;p2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2" name="Google Shape;2262;p26"/>
            <p:cNvGrpSpPr/>
            <p:nvPr/>
          </p:nvGrpSpPr>
          <p:grpSpPr>
            <a:xfrm>
              <a:off x="4733" y="1627"/>
              <a:ext cx="586" cy="151"/>
              <a:chOff x="611" y="2568"/>
              <a:chExt cx="730" cy="139"/>
            </a:xfrm>
          </p:grpSpPr>
          <p:sp>
            <p:nvSpPr>
              <p:cNvPr id="2263" name="Google Shape;2263;p2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4" name="Google Shape;2264;p2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5" name="Google Shape;2265;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6" name="Google Shape;2266;p26"/>
            <p:cNvGrpSpPr/>
            <p:nvPr/>
          </p:nvGrpSpPr>
          <p:grpSpPr>
            <a:xfrm>
              <a:off x="4739" y="1325"/>
              <a:ext cx="580" cy="140"/>
              <a:chOff x="614" y="2566"/>
              <a:chExt cx="723" cy="140"/>
            </a:xfrm>
          </p:grpSpPr>
          <p:sp>
            <p:nvSpPr>
              <p:cNvPr id="2267" name="Google Shape;2267;p2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8" name="Google Shape;2268;p2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9" name="Google Shape;2269;p2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0" name="Google Shape;2270;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1" name="Google Shape;2271;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2" name="Google Shape;2272;p2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3" name="Google Shape;2273;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4" name="Google Shape;2274;p2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5" name="Google Shape;2275;p2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6" name="Google Shape;2276;p2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7" name="Google Shape;2277;p2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278" name="Google Shape;2278;p2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9" name="Google Shape;2279;p2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0" name="Google Shape;2280;p26"/>
          <p:cNvGrpSpPr/>
          <p:nvPr/>
        </p:nvGrpSpPr>
        <p:grpSpPr>
          <a:xfrm>
            <a:off x="1590386" y="3325867"/>
            <a:ext cx="711200" cy="669925"/>
            <a:chOff x="-44" y="1473"/>
            <a:chExt cx="981" cy="1105"/>
          </a:xfrm>
        </p:grpSpPr>
        <p:pic>
          <p:nvPicPr>
            <p:cNvPr descr="desktop_computer_stylized_medium" id="2281" name="Google Shape;2281;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2" name="Google Shape;2282;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3" name="Google Shape;2283;p26"/>
          <p:cNvGrpSpPr/>
          <p:nvPr/>
        </p:nvGrpSpPr>
        <p:grpSpPr>
          <a:xfrm flipH="1">
            <a:off x="9893011" y="3241730"/>
            <a:ext cx="711200" cy="669925"/>
            <a:chOff x="-44" y="1473"/>
            <a:chExt cx="981" cy="1105"/>
          </a:xfrm>
        </p:grpSpPr>
        <p:pic>
          <p:nvPicPr>
            <p:cNvPr descr="desktop_computer_stylized_medium" id="2284" name="Google Shape;2284;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5" name="Google Shape;2285;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86" name="Google Shape;2286;p26"/>
          <p:cNvSpPr txBox="1"/>
          <p:nvPr/>
        </p:nvSpPr>
        <p:spPr>
          <a:xfrm>
            <a:off x="822086" y="5737235"/>
            <a:ext cx="66428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Three segments, all destined to IP address: B,</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dest port: 80 are demultiplexed to </a:t>
            </a:r>
            <a:r>
              <a:rPr b="0" i="1" lang="en-US" sz="2400" u="none" cap="none" strike="noStrike">
                <a:solidFill>
                  <a:srgbClr val="C00000"/>
                </a:solidFill>
                <a:latin typeface="Calibri"/>
                <a:ea typeface="Calibri"/>
                <a:cs typeface="Calibri"/>
                <a:sym typeface="Calibri"/>
              </a:rPr>
              <a:t>different</a:t>
            </a:r>
            <a:r>
              <a:rPr b="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sockets</a:t>
            </a:r>
            <a:endParaRPr/>
          </a:p>
        </p:txBody>
      </p:sp>
      <p:sp>
        <p:nvSpPr>
          <p:cNvPr id="2287" name="Google Shape;2287;p26"/>
          <p:cNvSpPr/>
          <p:nvPr/>
        </p:nvSpPr>
        <p:spPr>
          <a:xfrm>
            <a:off x="4454237" y="5186417"/>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8" name="Google Shape;2288;p26"/>
          <p:cNvSpPr/>
          <p:nvPr/>
        </p:nvSpPr>
        <p:spPr>
          <a:xfrm>
            <a:off x="7577600" y="4694310"/>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9" name="Google Shape;2289;p26"/>
          <p:cNvSpPr/>
          <p:nvPr/>
        </p:nvSpPr>
        <p:spPr>
          <a:xfrm>
            <a:off x="7631575" y="5530882"/>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apache web server logo" id="2290" name="Google Shape;2290;p26"/>
          <p:cNvPicPr preferRelativeResize="0"/>
          <p:nvPr/>
        </p:nvPicPr>
        <p:blipFill rotWithShape="1">
          <a:blip r:embed="rId4">
            <a:alphaModFix/>
          </a:blip>
          <a:srcRect b="0" l="0" r="0" t="0"/>
          <a:stretch/>
        </p:blipFill>
        <p:spPr>
          <a:xfrm>
            <a:off x="5392538" y="1073700"/>
            <a:ext cx="1474756" cy="644858"/>
          </a:xfrm>
          <a:prstGeom prst="rect">
            <a:avLst/>
          </a:prstGeom>
          <a:noFill/>
          <a:ln>
            <a:noFill/>
          </a:ln>
        </p:spPr>
      </p:pic>
      <p:sp>
        <p:nvSpPr>
          <p:cNvPr id="2291" name="Google Shape;229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4"/>
                                        </p:tgtEl>
                                        <p:attrNameLst>
                                          <p:attrName>style.visibility</p:attrName>
                                        </p:attrNameLst>
                                      </p:cBhvr>
                                      <p:to>
                                        <p:strVal val="visible"/>
                                      </p:to>
                                    </p:set>
                                    <p:animEffect filter="fade" transition="in">
                                      <p:cBhvr>
                                        <p:cTn dur="500"/>
                                        <p:tgtEl>
                                          <p:spTgt spid="2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6"/>
                                        </p:tgtEl>
                                        <p:attrNameLst>
                                          <p:attrName>style.visibility</p:attrName>
                                        </p:attrNameLst>
                                      </p:cBhvr>
                                      <p:to>
                                        <p:strVal val="visible"/>
                                      </p:to>
                                    </p:set>
                                    <p:animEffect filter="fade" transition="in">
                                      <p:cBhvr>
                                        <p:cTn dur="500"/>
                                        <p:tgtEl>
                                          <p:spTgt spid="2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5"/>
                                        </p:tgtEl>
                                        <p:attrNameLst>
                                          <p:attrName>style.visibility</p:attrName>
                                        </p:attrNameLst>
                                      </p:cBhvr>
                                      <p:to>
                                        <p:strVal val="visible"/>
                                      </p:to>
                                    </p:set>
                                    <p:animEffect filter="fade" transition="in">
                                      <p:cBhvr>
                                        <p:cTn dur="500"/>
                                        <p:tgtEl>
                                          <p:spTgt spid="2235"/>
                                        </p:tgtEl>
                                      </p:cBhvr>
                                    </p:animEffect>
                                  </p:childTnLst>
                                </p:cTn>
                              </p:par>
                              <p:par>
                                <p:cTn fill="hold" nodeType="with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7"/>
                                        </p:tgtEl>
                                        <p:attrNameLst>
                                          <p:attrName>style.visibility</p:attrName>
                                        </p:attrNameLst>
                                      </p:cBhvr>
                                      <p:to>
                                        <p:strVal val="visible"/>
                                      </p:to>
                                    </p:set>
                                    <p:animEffect filter="fade" transition="in">
                                      <p:cBhvr>
                                        <p:cTn dur="500"/>
                                        <p:tgtEl>
                                          <p:spTgt spid="2287"/>
                                        </p:tgtEl>
                                      </p:cBhvr>
                                    </p:animEffect>
                                  </p:childTnLst>
                                </p:cTn>
                              </p:par>
                              <p:par>
                                <p:cTn fill="hold" nodeType="withEffect" presetClass="entr" presetID="10" presetSubtype="0">
                                  <p:stCondLst>
                                    <p:cond delay="0"/>
                                  </p:stCondLst>
                                  <p:childTnLst>
                                    <p:set>
                                      <p:cBhvr>
                                        <p:cTn dur="1" fill="hold">
                                          <p:stCondLst>
                                            <p:cond delay="0"/>
                                          </p:stCondLst>
                                        </p:cTn>
                                        <p:tgtEl>
                                          <p:spTgt spid="2288"/>
                                        </p:tgtEl>
                                        <p:attrNameLst>
                                          <p:attrName>style.visibility</p:attrName>
                                        </p:attrNameLst>
                                      </p:cBhvr>
                                      <p:to>
                                        <p:strVal val="visible"/>
                                      </p:to>
                                    </p:set>
                                    <p:animEffect filter="fade" transition="in">
                                      <p:cBhvr>
                                        <p:cTn dur="500"/>
                                        <p:tgtEl>
                                          <p:spTgt spid="2288"/>
                                        </p:tgtEl>
                                      </p:cBhvr>
                                    </p:animEffect>
                                  </p:childTnLst>
                                </p:cTn>
                              </p:par>
                              <p:par>
                                <p:cTn fill="hold" nodeType="with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500"/>
                                        <p:tgtEl>
                                          <p:spTgt spid="2289"/>
                                        </p:tgtEl>
                                      </p:cBhvr>
                                    </p:animEffect>
                                  </p:childTnLst>
                                </p:cTn>
                              </p:par>
                              <p:par>
                                <p:cTn fill="hold" nodeType="withEffect" presetClass="entr" presetID="10" presetSubtype="0">
                                  <p:stCondLst>
                                    <p:cond delay="0"/>
                                  </p:stCondLst>
                                  <p:childTnLst>
                                    <p:set>
                                      <p:cBhvr>
                                        <p:cTn dur="1" fill="hold">
                                          <p:stCondLst>
                                            <p:cond delay="0"/>
                                          </p:stCondLst>
                                        </p:cTn>
                                        <p:tgtEl>
                                          <p:spTgt spid="2286"/>
                                        </p:tgtEl>
                                        <p:attrNameLst>
                                          <p:attrName>style.visibility</p:attrName>
                                        </p:attrNameLst>
                                      </p:cBhvr>
                                      <p:to>
                                        <p:strVal val="visible"/>
                                      </p:to>
                                    </p:set>
                                    <p:animEffect filter="fade" transition="in">
                                      <p:cBhvr>
                                        <p:cTn dur="500"/>
                                        <p:tgtEl>
                                          <p:spTgt spid="2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27"/>
          <p:cNvSpPr txBox="1"/>
          <p:nvPr>
            <p:ph type="title"/>
          </p:nvPr>
        </p:nvSpPr>
        <p:spPr>
          <a:xfrm>
            <a:off x="798690" y="289325"/>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Summary</a:t>
            </a:r>
            <a:endParaRPr sz="6000"/>
          </a:p>
        </p:txBody>
      </p:sp>
      <p:sp>
        <p:nvSpPr>
          <p:cNvPr id="2298" name="Google Shape;2298;p27"/>
          <p:cNvSpPr txBox="1"/>
          <p:nvPr/>
        </p:nvSpPr>
        <p:spPr>
          <a:xfrm>
            <a:off x="798690" y="1610067"/>
            <a:ext cx="11100625" cy="5247933"/>
          </a:xfrm>
          <a:prstGeom prst="rect">
            <a:avLst/>
          </a:prstGeom>
          <a:noFill/>
          <a:ln>
            <a:noFill/>
          </a:ln>
        </p:spPr>
        <p:txBody>
          <a:bodyPr anchorCtr="0" anchor="t" bIns="45700" lIns="91425" spcFirstLastPara="1" rIns="91425" wrap="square" tIns="45700">
            <a:norm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 demultiplexing: based on segment, datagram header field values</a:t>
            </a:r>
            <a:endParaRPr/>
          </a:p>
          <a:p>
            <a:pPr indent="-339725" lvl="0" marL="463550" marR="0" rtl="0" algn="l">
              <a:lnSpc>
                <a:spcPct val="90000"/>
              </a:lnSpc>
              <a:spcBef>
                <a:spcPts val="1000"/>
              </a:spcBef>
              <a:spcAft>
                <a:spcPts val="0"/>
              </a:spcAft>
              <a:buClr>
                <a:srgbClr val="0000A3"/>
              </a:buClr>
              <a:buSzPts val="3200"/>
              <a:buFont typeface="Noto Sans Symbols"/>
              <a:buChar char="▪"/>
            </a:pPr>
            <a:r>
              <a:rPr b="1" i="0" lang="en-US" sz="3200" u="none" cap="none" strike="noStrike">
                <a:solidFill>
                  <a:srgbClr val="C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demultiplexing using destination port number (only)</a:t>
            </a:r>
            <a:endParaRPr/>
          </a:p>
          <a:p>
            <a:pPr indent="-339725" lvl="0" marL="463550" marR="0" rtl="0" algn="l">
              <a:lnSpc>
                <a:spcPct val="90000"/>
              </a:lnSpc>
              <a:spcBef>
                <a:spcPts val="1000"/>
              </a:spcBef>
              <a:spcAft>
                <a:spcPts val="0"/>
              </a:spcAft>
              <a:buClr>
                <a:srgbClr val="0000A3"/>
              </a:buClr>
              <a:buSzPts val="3600"/>
              <a:buFont typeface="Noto Sans Symbols"/>
              <a:buChar char="▪"/>
            </a:pPr>
            <a:r>
              <a:rPr b="1" i="0" lang="en-US" sz="3600" u="none" cap="none" strike="noStrike">
                <a:solidFill>
                  <a:srgbClr val="C00000"/>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demultiplexing using 4-tuple: source and destination IP addresses, and port numbers</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Multiplexing/demultiplexing happen at </a:t>
            </a:r>
            <a:r>
              <a:rPr b="0" i="1" lang="en-US" sz="3200" u="none" cap="none" strike="noStrike">
                <a:solidFill>
                  <a:srgbClr val="000000"/>
                </a:solidFill>
                <a:latin typeface="Calibri"/>
                <a:ea typeface="Calibri"/>
                <a:cs typeface="Calibri"/>
                <a:sym typeface="Calibri"/>
              </a:rPr>
              <a:t>all</a:t>
            </a:r>
            <a:r>
              <a:rPr b="0" i="0" lang="en-US" sz="3200" u="none" cap="none" strike="noStrike">
                <a:solidFill>
                  <a:srgbClr val="000000"/>
                </a:solidFill>
                <a:latin typeface="Calibri"/>
                <a:ea typeface="Calibri"/>
                <a:cs typeface="Calibri"/>
                <a:sym typeface="Calibri"/>
              </a:rPr>
              <a:t> layers</a:t>
            </a:r>
            <a:endParaRPr b="0" i="0" sz="2400" u="none" cap="none" strike="noStrike">
              <a:solidFill>
                <a:srgbClr val="000000"/>
              </a:solidFill>
              <a:latin typeface="Calibri"/>
              <a:ea typeface="Calibri"/>
              <a:cs typeface="Calibri"/>
              <a:sym typeface="Calibri"/>
            </a:endParaRPr>
          </a:p>
        </p:txBody>
      </p:sp>
      <p:sp>
        <p:nvSpPr>
          <p:cNvPr id="2299" name="Google Shape;229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2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306" name="Google Shape;2306;p2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0" lvl="0" marL="11747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307" name="Google Shape;230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308" name="Google Shape;2308;p2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15" name="Google Shape;2315;p29"/>
          <p:cNvSpPr txBox="1"/>
          <p:nvPr/>
        </p:nvSpPr>
        <p:spPr>
          <a:xfrm>
            <a:off x="618385" y="1528553"/>
            <a:ext cx="5550595" cy="2927537"/>
          </a:xfrm>
          <a:prstGeom prst="rect">
            <a:avLst/>
          </a:prstGeom>
          <a:noFill/>
          <a:ln>
            <a:noFill/>
          </a:ln>
        </p:spPr>
        <p:txBody>
          <a:bodyPr anchorCtr="0" anchor="t" bIns="45700" lIns="91425" spcFirstLastPara="1" rIns="91425" wrap="square" tIns="45700">
            <a:normAutofit fontScale="92500"/>
          </a:bodyPr>
          <a:lstStyle/>
          <a:p>
            <a:pPr indent="-330200" lvl="0" marL="460375" marR="0" rtl="0" algn="l">
              <a:lnSpc>
                <a:spcPct val="90000"/>
              </a:lnSpc>
              <a:spcBef>
                <a:spcPts val="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“no frills,” “bare bones” Internet transport protocol</a:t>
            </a:r>
            <a:endParaRPr/>
          </a:p>
          <a:p>
            <a:pPr indent="-330200" lvl="0" marL="460375" marR="0" rtl="0" algn="l">
              <a:lnSpc>
                <a:spcPct val="90000"/>
              </a:lnSpc>
              <a:spcBef>
                <a:spcPts val="10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“best effort” service, UDP segments may be:</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lost</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delivered out-of-order to app</a:t>
            </a:r>
            <a:endParaRPr/>
          </a:p>
        </p:txBody>
      </p:sp>
      <p:grpSp>
        <p:nvGrpSpPr>
          <p:cNvPr id="2316" name="Google Shape;2316;p29"/>
          <p:cNvGrpSpPr/>
          <p:nvPr/>
        </p:nvGrpSpPr>
        <p:grpSpPr>
          <a:xfrm>
            <a:off x="6568225" y="1335368"/>
            <a:ext cx="5029004" cy="5014363"/>
            <a:chOff x="4979987" y="2821302"/>
            <a:chExt cx="6630121" cy="3829830"/>
          </a:xfrm>
        </p:grpSpPr>
        <p:sp>
          <p:nvSpPr>
            <p:cNvPr id="2317" name="Google Shape;2317;p29"/>
            <p:cNvSpPr txBox="1"/>
            <p:nvPr/>
          </p:nvSpPr>
          <p:spPr>
            <a:xfrm>
              <a:off x="5218112" y="3235273"/>
              <a:ext cx="6059488" cy="3044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connection establishment (which can add RTT delay)</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simple: no connection state at sender, receiver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small header size</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congestion control</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UDP can blast away as fast as desired!</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can function in the face of congestion</a:t>
              </a:r>
              <a:endParaRPr/>
            </a:p>
          </p:txBody>
        </p:sp>
        <p:sp>
          <p:nvSpPr>
            <p:cNvPr id="2318" name="Google Shape;2318;p29"/>
            <p:cNvSpPr/>
            <p:nvPr/>
          </p:nvSpPr>
          <p:spPr>
            <a:xfrm>
              <a:off x="4979987" y="2988017"/>
              <a:ext cx="6630121" cy="366311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19" name="Google Shape;2319;p29"/>
            <p:cNvSpPr txBox="1"/>
            <p:nvPr/>
          </p:nvSpPr>
          <p:spPr>
            <a:xfrm>
              <a:off x="5124449" y="2821302"/>
              <a:ext cx="5102112" cy="37890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080"/>
                <a:buFont typeface="Noto Sans Symbols"/>
                <a:buNone/>
              </a:pPr>
              <a:r>
                <a:rPr b="0" i="0" lang="en-US" sz="3200" u="none" cap="none" strike="noStrike">
                  <a:solidFill>
                    <a:srgbClr val="CC0000"/>
                  </a:solidFill>
                  <a:latin typeface="Calibri"/>
                  <a:ea typeface="Calibri"/>
                  <a:cs typeface="Calibri"/>
                  <a:sym typeface="Calibri"/>
                </a:rPr>
                <a:t>Why is there a UDP?</a:t>
              </a:r>
              <a:endParaRPr b="0" i="0" sz="1800" u="none" cap="none" strike="noStrike">
                <a:solidFill>
                  <a:srgbClr val="000000"/>
                </a:solidFill>
                <a:latin typeface="Calibri"/>
                <a:ea typeface="Calibri"/>
                <a:cs typeface="Calibri"/>
                <a:sym typeface="Calibri"/>
              </a:endParaRPr>
            </a:p>
          </p:txBody>
        </p:sp>
      </p:grpSp>
      <p:sp>
        <p:nvSpPr>
          <p:cNvPr id="2320" name="Google Shape;2320;p29"/>
          <p:cNvSpPr txBox="1"/>
          <p:nvPr/>
        </p:nvSpPr>
        <p:spPr>
          <a:xfrm>
            <a:off x="641997" y="4404835"/>
            <a:ext cx="5550595" cy="2060359"/>
          </a:xfrm>
          <a:prstGeom prst="rect">
            <a:avLst/>
          </a:prstGeom>
          <a:noFill/>
          <a:ln>
            <a:noFill/>
          </a:ln>
        </p:spPr>
        <p:txBody>
          <a:bodyPr anchorCtr="0" anchor="t" bIns="45700" lIns="91425" spcFirstLastPara="1" rIns="91425" wrap="square" tIns="45700">
            <a:normAutofit fontScale="92500" lnSpcReduction="10000"/>
          </a:bodyPr>
          <a:lstStyle/>
          <a:p>
            <a:pPr indent="-333375" lvl="0" marL="460375" marR="0" rtl="0" algn="l">
              <a:lnSpc>
                <a:spcPct val="90000"/>
              </a:lnSpc>
              <a:spcBef>
                <a:spcPts val="0"/>
              </a:spcBef>
              <a:spcAft>
                <a:spcPts val="0"/>
              </a:spcAft>
              <a:buClr>
                <a:srgbClr val="0000A3"/>
              </a:buClr>
              <a:buSzPct val="100000"/>
              <a:buFont typeface="Noto Sans Symbols"/>
              <a:buChar char="▪"/>
            </a:pPr>
            <a:r>
              <a:rPr b="0" i="1" lang="en-US" sz="3200" u="none" cap="none" strike="noStrike">
                <a:solidFill>
                  <a:srgbClr val="CC0000"/>
                </a:solidFill>
                <a:latin typeface="Calibri"/>
                <a:ea typeface="Calibri"/>
                <a:cs typeface="Calibri"/>
                <a:sym typeface="Calibri"/>
              </a:rPr>
              <a:t>connectionless:</a:t>
            </a:r>
            <a:endParaRPr b="0" i="0" sz="36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no handshaking between UDP sender, receiver</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each UDP segment handled independently of others</a:t>
            </a:r>
            <a:endParaRPr/>
          </a:p>
        </p:txBody>
      </p:sp>
      <p:sp>
        <p:nvSpPr>
          <p:cNvPr id="2321" name="Google Shape;2321;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0"/>
                                        </p:tgtEl>
                                        <p:attrNameLst>
                                          <p:attrName>style.visibility</p:attrName>
                                        </p:attrNameLst>
                                      </p:cBhvr>
                                      <p:to>
                                        <p:strVal val="visible"/>
                                      </p:to>
                                    </p:set>
                                    <p:animEffect filter="fade" transition="in">
                                      <p:cBhvr>
                                        <p:cTn dur="500"/>
                                        <p:tgtEl>
                                          <p:spTgt spid="2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500"/>
                                        <p:tgtEl>
                                          <p:spTgt spid="2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sp>
        <p:nvSpPr>
          <p:cNvPr id="2327" name="Google Shape;2327;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28" name="Google Shape;2328;p30"/>
          <p:cNvSpPr/>
          <p:nvPr/>
        </p:nvSpPr>
        <p:spPr>
          <a:xfrm>
            <a:off x="798690" y="1543058"/>
            <a:ext cx="11100625" cy="4888778"/>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UDP use: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streaming multimedia apps (loss tolerant, rate sensitive)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SNMP</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HTTP/3</a:t>
            </a:r>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if reliable transfer needed over UDP (e.g., HTTP/3): </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needed reliability at application layer</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congestion control at application layer</a:t>
            </a:r>
            <a:endParaRPr/>
          </a:p>
        </p:txBody>
      </p:sp>
      <p:sp>
        <p:nvSpPr>
          <p:cNvPr id="2329" name="Google Shape;2329;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8"/>
                                        </p:tgtEl>
                                        <p:attrNameLst>
                                          <p:attrName>style.visibility</p:attrName>
                                        </p:attrNameLst>
                                      </p:cBhvr>
                                      <p:to>
                                        <p:strVal val="visible"/>
                                      </p:to>
                                    </p:set>
                                    <p:animEffect filter="fade" transition="in">
                                      <p:cBhvr>
                                        <p:cTn dur="500"/>
                                        <p:tgtEl>
                                          <p:spTgt spid="2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 </a:t>
            </a:r>
            <a:r>
              <a:rPr lang="en-US" sz="3600"/>
              <a:t>[RFC 768]</a:t>
            </a:r>
            <a:endParaRPr sz="4400"/>
          </a:p>
        </p:txBody>
      </p:sp>
      <p:pic>
        <p:nvPicPr>
          <p:cNvPr id="2336" name="Google Shape;2336;p31"/>
          <p:cNvPicPr preferRelativeResize="0"/>
          <p:nvPr/>
        </p:nvPicPr>
        <p:blipFill rotWithShape="1">
          <a:blip r:embed="rId3">
            <a:alphaModFix/>
          </a:blip>
          <a:srcRect b="0" l="0" r="0" t="0"/>
          <a:stretch/>
        </p:blipFill>
        <p:spPr>
          <a:xfrm>
            <a:off x="1885243" y="1232551"/>
            <a:ext cx="6509995" cy="5467403"/>
          </a:xfrm>
          <a:prstGeom prst="rect">
            <a:avLst/>
          </a:prstGeom>
          <a:noFill/>
          <a:ln>
            <a:noFill/>
          </a:ln>
        </p:spPr>
      </p:pic>
      <p:sp>
        <p:nvSpPr>
          <p:cNvPr id="2337" name="Google Shape;2337;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3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44" name="Google Shape;2344;p32"/>
          <p:cNvGrpSpPr/>
          <p:nvPr/>
        </p:nvGrpSpPr>
        <p:grpSpPr>
          <a:xfrm>
            <a:off x="10955688" y="4246759"/>
            <a:ext cx="549832" cy="1070215"/>
            <a:chOff x="4140" y="429"/>
            <a:chExt cx="1425" cy="2396"/>
          </a:xfrm>
        </p:grpSpPr>
        <p:sp>
          <p:nvSpPr>
            <p:cNvPr id="2345" name="Google Shape;2345;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6" name="Google Shape;2346;p3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7" name="Google Shape;2347;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8" name="Google Shape;2348;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9" name="Google Shape;2349;p3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0" name="Google Shape;2350;p32"/>
            <p:cNvGrpSpPr/>
            <p:nvPr/>
          </p:nvGrpSpPr>
          <p:grpSpPr>
            <a:xfrm>
              <a:off x="4751" y="667"/>
              <a:ext cx="580" cy="146"/>
              <a:chOff x="617" y="2567"/>
              <a:chExt cx="724" cy="140"/>
            </a:xfrm>
          </p:grpSpPr>
          <p:sp>
            <p:nvSpPr>
              <p:cNvPr id="2351" name="Google Shape;2351;p3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2" name="Google Shape;2352;p3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3" name="Google Shape;2353;p3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4" name="Google Shape;2354;p32"/>
            <p:cNvGrpSpPr/>
            <p:nvPr/>
          </p:nvGrpSpPr>
          <p:grpSpPr>
            <a:xfrm>
              <a:off x="4745" y="996"/>
              <a:ext cx="580" cy="156"/>
              <a:chOff x="612" y="2570"/>
              <a:chExt cx="724" cy="162"/>
            </a:xfrm>
          </p:grpSpPr>
          <p:sp>
            <p:nvSpPr>
              <p:cNvPr id="2355" name="Google Shape;2355;p3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6" name="Google Shape;2356;p3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7" name="Google Shape;2357;p3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8" name="Google Shape;2358;p3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9" name="Google Shape;2359;p32"/>
            <p:cNvGrpSpPr/>
            <p:nvPr/>
          </p:nvGrpSpPr>
          <p:grpSpPr>
            <a:xfrm>
              <a:off x="4733" y="1627"/>
              <a:ext cx="586" cy="151"/>
              <a:chOff x="611" y="2568"/>
              <a:chExt cx="730" cy="139"/>
            </a:xfrm>
          </p:grpSpPr>
          <p:sp>
            <p:nvSpPr>
              <p:cNvPr id="2360" name="Google Shape;2360;p3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1" name="Google Shape;2361;p3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2" name="Google Shape;2362;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63" name="Google Shape;2363;p32"/>
            <p:cNvGrpSpPr/>
            <p:nvPr/>
          </p:nvGrpSpPr>
          <p:grpSpPr>
            <a:xfrm>
              <a:off x="4739" y="1325"/>
              <a:ext cx="580" cy="140"/>
              <a:chOff x="614" y="2566"/>
              <a:chExt cx="723" cy="140"/>
            </a:xfrm>
          </p:grpSpPr>
          <p:sp>
            <p:nvSpPr>
              <p:cNvPr id="2364" name="Google Shape;2364;p3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5" name="Google Shape;2365;p3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6" name="Google Shape;2366;p3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7" name="Google Shape;2367;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8" name="Google Shape;2368;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9" name="Google Shape;2369;p3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0" name="Google Shape;2370;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1" name="Google Shape;2371;p3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2" name="Google Shape;2372;p3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3" name="Google Shape;2373;p3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4" name="Google Shape;2374;p3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375" name="Google Shape;2375;p3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6" name="Google Shape;2376;p3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77" name="Google Shape;2377;p32"/>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378" name="Google Shape;2378;p32"/>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379" name="Google Shape;2379;p32"/>
          <p:cNvGrpSpPr/>
          <p:nvPr/>
        </p:nvGrpSpPr>
        <p:grpSpPr>
          <a:xfrm>
            <a:off x="8510352" y="2078288"/>
            <a:ext cx="1946338" cy="2912558"/>
            <a:chOff x="8091785" y="2078288"/>
            <a:chExt cx="2364905" cy="2912558"/>
          </a:xfrm>
        </p:grpSpPr>
        <p:sp>
          <p:nvSpPr>
            <p:cNvPr id="2380" name="Google Shape;2380;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81" name="Google Shape;2381;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82" name="Google Shape;2382;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383" name="Google Shape;2383;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384" name="Google Shape;2384;p3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385" name="Google Shape;2385;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386" name="Google Shape;2386;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387" name="Google Shape;2387;p3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388" name="Google Shape;2388;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389" name="Google Shape;2389;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390" name="Google Shape;2390;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2391" name="Google Shape;2391;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cxnSp>
        <p:nvCxnSpPr>
          <p:cNvPr id="2392" name="Google Shape;2392;p32"/>
          <p:cNvCxnSpPr>
            <a:stCxn id="2385" idx="2"/>
          </p:cNvCxnSpPr>
          <p:nvPr/>
        </p:nvCxnSpPr>
        <p:spPr>
          <a:xfrm flipH="1">
            <a:off x="7971935" y="4973372"/>
            <a:ext cx="1473600" cy="474300"/>
          </a:xfrm>
          <a:prstGeom prst="straightConnector1">
            <a:avLst/>
          </a:prstGeom>
          <a:noFill/>
          <a:ln cap="flat" cmpd="sng" w="19050">
            <a:solidFill>
              <a:schemeClr val="dk1"/>
            </a:solidFill>
            <a:prstDash val="solid"/>
            <a:miter lim="800000"/>
            <a:headEnd len="sm" w="sm" type="none"/>
            <a:tailEnd len="sm" w="sm" type="none"/>
          </a:ln>
        </p:spPr>
      </p:cxnSp>
      <p:cxnSp>
        <p:nvCxnSpPr>
          <p:cNvPr id="2393" name="Google Shape;2393;p3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394" name="Google Shape;2394;p3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395" name="Google Shape;2395;p3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96" name="Google Shape;2396;p32"/>
          <p:cNvGrpSpPr/>
          <p:nvPr/>
        </p:nvGrpSpPr>
        <p:grpSpPr>
          <a:xfrm>
            <a:off x="1687770" y="2167472"/>
            <a:ext cx="2131701" cy="2912558"/>
            <a:chOff x="8091785" y="2078288"/>
            <a:chExt cx="2364905" cy="2912558"/>
          </a:xfrm>
        </p:grpSpPr>
        <p:sp>
          <p:nvSpPr>
            <p:cNvPr id="2397" name="Google Shape;2397;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98" name="Google Shape;2398;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99" name="Google Shape;2399;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00" name="Google Shape;2400;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01" name="Google Shape;2401;p3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02" name="Google Shape;2402;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03" name="Google Shape;2403;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04" name="Google Shape;2404;p3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05" name="Google Shape;2405;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06" name="Google Shape;2406;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07" name="Google Shape;2407;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08" name="Google Shape;2408;p32"/>
          <p:cNvGrpSpPr/>
          <p:nvPr/>
        </p:nvGrpSpPr>
        <p:grpSpPr>
          <a:xfrm>
            <a:off x="500734" y="4943580"/>
            <a:ext cx="1026523" cy="597153"/>
            <a:chOff x="7493876" y="2774731"/>
            <a:chExt cx="1481958" cy="894622"/>
          </a:xfrm>
        </p:grpSpPr>
        <p:sp>
          <p:nvSpPr>
            <p:cNvPr id="2409" name="Google Shape;2409;p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0" name="Google Shape;2410;p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11" name="Google Shape;2411;p32"/>
            <p:cNvGrpSpPr/>
            <p:nvPr/>
          </p:nvGrpSpPr>
          <p:grpSpPr>
            <a:xfrm>
              <a:off x="7713663" y="2848339"/>
              <a:ext cx="1042107" cy="425543"/>
              <a:chOff x="7786941" y="2884917"/>
              <a:chExt cx="897649" cy="353919"/>
            </a:xfrm>
          </p:grpSpPr>
          <p:sp>
            <p:nvSpPr>
              <p:cNvPr id="2412" name="Google Shape;2412;p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3" name="Google Shape;2413;p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4" name="Google Shape;2414;p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5" name="Google Shape;2415;p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16" name="Google Shape;2416;p32"/>
          <p:cNvGrpSpPr/>
          <p:nvPr/>
        </p:nvGrpSpPr>
        <p:grpSpPr>
          <a:xfrm>
            <a:off x="2462207" y="2756023"/>
            <a:ext cx="412750" cy="158750"/>
            <a:chOff x="1287" y="2524"/>
            <a:chExt cx="260" cy="100"/>
          </a:xfrm>
        </p:grpSpPr>
        <p:sp>
          <p:nvSpPr>
            <p:cNvPr id="2417" name="Google Shape;2417;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8" name="Google Shape;2418;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9" name="Google Shape;2419;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0" name="Google Shape;2420;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421" name="Google Shape;2421;p32"/>
          <p:cNvGrpSpPr/>
          <p:nvPr/>
        </p:nvGrpSpPr>
        <p:grpSpPr>
          <a:xfrm>
            <a:off x="9681144" y="2673610"/>
            <a:ext cx="412750" cy="158750"/>
            <a:chOff x="1287" y="2524"/>
            <a:chExt cx="260" cy="100"/>
          </a:xfrm>
        </p:grpSpPr>
        <p:sp>
          <p:nvSpPr>
            <p:cNvPr id="2422" name="Google Shape;2422;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3" name="Google Shape;2423;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4" name="Google Shape;2424;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5" name="Google Shape;2425;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26" name="Google Shape;242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1" name="Shape 2431"/>
        <p:cNvGrpSpPr/>
        <p:nvPr/>
      </p:nvGrpSpPr>
      <p:grpSpPr>
        <a:xfrm>
          <a:off x="0" y="0"/>
          <a:ext cx="0" cy="0"/>
          <a:chOff x="0" y="0"/>
          <a:chExt cx="0" cy="0"/>
        </a:xfrm>
      </p:grpSpPr>
      <p:grpSp>
        <p:nvGrpSpPr>
          <p:cNvPr id="2432" name="Google Shape;2432;p33"/>
          <p:cNvGrpSpPr/>
          <p:nvPr/>
        </p:nvGrpSpPr>
        <p:grpSpPr>
          <a:xfrm>
            <a:off x="2578811" y="4965666"/>
            <a:ext cx="6866725" cy="1028731"/>
            <a:chOff x="2578811" y="4965666"/>
            <a:chExt cx="6866725" cy="1028731"/>
          </a:xfrm>
        </p:grpSpPr>
        <p:cxnSp>
          <p:nvCxnSpPr>
            <p:cNvPr id="2433" name="Google Shape;2433;p3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2434" name="Google Shape;2434;p33"/>
            <p:cNvGrpSpPr/>
            <p:nvPr/>
          </p:nvGrpSpPr>
          <p:grpSpPr>
            <a:xfrm>
              <a:off x="4062521" y="4965666"/>
              <a:ext cx="5383015" cy="1028731"/>
              <a:chOff x="4062521" y="4965666"/>
              <a:chExt cx="5383015" cy="1028731"/>
            </a:xfrm>
          </p:grpSpPr>
          <p:cxnSp>
            <p:nvCxnSpPr>
              <p:cNvPr id="2435" name="Google Shape;2435;p3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2436" name="Google Shape;2436;p3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2437" name="Google Shape;2437;p3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8" name="Google Shape;2438;p3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39" name="Google Shape;2439;p33"/>
          <p:cNvGrpSpPr/>
          <p:nvPr/>
        </p:nvGrpSpPr>
        <p:grpSpPr>
          <a:xfrm>
            <a:off x="10955688" y="4246759"/>
            <a:ext cx="549832" cy="1070215"/>
            <a:chOff x="4140" y="429"/>
            <a:chExt cx="1425" cy="2396"/>
          </a:xfrm>
        </p:grpSpPr>
        <p:sp>
          <p:nvSpPr>
            <p:cNvPr id="2440" name="Google Shape;2440;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1" name="Google Shape;2441;p3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2" name="Google Shape;2442;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3" name="Google Shape;2443;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4" name="Google Shape;2444;p3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5" name="Google Shape;2445;p33"/>
            <p:cNvGrpSpPr/>
            <p:nvPr/>
          </p:nvGrpSpPr>
          <p:grpSpPr>
            <a:xfrm>
              <a:off x="4751" y="667"/>
              <a:ext cx="580" cy="146"/>
              <a:chOff x="617" y="2567"/>
              <a:chExt cx="724" cy="140"/>
            </a:xfrm>
          </p:grpSpPr>
          <p:sp>
            <p:nvSpPr>
              <p:cNvPr id="2446" name="Google Shape;2446;p3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7" name="Google Shape;2447;p3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8" name="Google Shape;2448;p3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9" name="Google Shape;2449;p33"/>
            <p:cNvGrpSpPr/>
            <p:nvPr/>
          </p:nvGrpSpPr>
          <p:grpSpPr>
            <a:xfrm>
              <a:off x="4745" y="996"/>
              <a:ext cx="580" cy="156"/>
              <a:chOff x="612" y="2570"/>
              <a:chExt cx="724" cy="162"/>
            </a:xfrm>
          </p:grpSpPr>
          <p:sp>
            <p:nvSpPr>
              <p:cNvPr id="2450" name="Google Shape;2450;p3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1" name="Google Shape;2451;p3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2" name="Google Shape;2452;p3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3" name="Google Shape;2453;p3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4" name="Google Shape;2454;p33"/>
            <p:cNvGrpSpPr/>
            <p:nvPr/>
          </p:nvGrpSpPr>
          <p:grpSpPr>
            <a:xfrm>
              <a:off x="4733" y="1627"/>
              <a:ext cx="586" cy="151"/>
              <a:chOff x="611" y="2568"/>
              <a:chExt cx="730" cy="139"/>
            </a:xfrm>
          </p:grpSpPr>
          <p:sp>
            <p:nvSpPr>
              <p:cNvPr id="2455" name="Google Shape;2455;p3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6" name="Google Shape;2456;p3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7" name="Google Shape;2457;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8" name="Google Shape;2458;p33"/>
            <p:cNvGrpSpPr/>
            <p:nvPr/>
          </p:nvGrpSpPr>
          <p:grpSpPr>
            <a:xfrm>
              <a:off x="4739" y="1325"/>
              <a:ext cx="580" cy="140"/>
              <a:chOff x="614" y="2566"/>
              <a:chExt cx="723" cy="140"/>
            </a:xfrm>
          </p:grpSpPr>
          <p:sp>
            <p:nvSpPr>
              <p:cNvPr id="2459" name="Google Shape;2459;p3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0" name="Google Shape;2460;p3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61" name="Google Shape;2461;p3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2" name="Google Shape;2462;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3" name="Google Shape;2463;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4" name="Google Shape;2464;p3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5" name="Google Shape;2465;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6" name="Google Shape;2466;p3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7" name="Google Shape;2467;p3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8" name="Google Shape;2468;p3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9" name="Google Shape;2469;p3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470" name="Google Shape;2470;p3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71" name="Google Shape;2471;p3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72" name="Google Shape;2472;p33"/>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473" name="Google Shape;2473;p33"/>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474" name="Google Shape;2474;p33"/>
          <p:cNvGrpSpPr/>
          <p:nvPr/>
        </p:nvGrpSpPr>
        <p:grpSpPr>
          <a:xfrm>
            <a:off x="8510352" y="2078288"/>
            <a:ext cx="1946338" cy="2912558"/>
            <a:chOff x="8091785" y="2078288"/>
            <a:chExt cx="2364905" cy="2912558"/>
          </a:xfrm>
        </p:grpSpPr>
        <p:sp>
          <p:nvSpPr>
            <p:cNvPr id="2475" name="Google Shape;2475;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76" name="Google Shape;2476;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77" name="Google Shape;2477;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78" name="Google Shape;2478;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79" name="Google Shape;2479;p3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480" name="Google Shape;2480;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81" name="Google Shape;2481;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82" name="Google Shape;2482;p3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83" name="Google Shape;2483;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84" name="Google Shape;2484;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85" name="Google Shape;2485;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86" name="Google Shape;2486;p33"/>
          <p:cNvGrpSpPr/>
          <p:nvPr/>
        </p:nvGrpSpPr>
        <p:grpSpPr>
          <a:xfrm>
            <a:off x="1687770" y="2167472"/>
            <a:ext cx="2131701" cy="2912558"/>
            <a:chOff x="8091785" y="2078288"/>
            <a:chExt cx="2364905" cy="2912558"/>
          </a:xfrm>
        </p:grpSpPr>
        <p:sp>
          <p:nvSpPr>
            <p:cNvPr id="2487" name="Google Shape;2487;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88" name="Google Shape;2488;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89" name="Google Shape;2489;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90" name="Google Shape;2490;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91" name="Google Shape;2491;p3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92" name="Google Shape;2492;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93" name="Google Shape;2493;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94" name="Google Shape;2494;p3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95" name="Google Shape;2495;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96" name="Google Shape;2496;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97" name="Google Shape;2497;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98" name="Google Shape;2498;p33"/>
          <p:cNvGrpSpPr/>
          <p:nvPr/>
        </p:nvGrpSpPr>
        <p:grpSpPr>
          <a:xfrm>
            <a:off x="500734" y="4943580"/>
            <a:ext cx="1026523" cy="597153"/>
            <a:chOff x="7493876" y="2774731"/>
            <a:chExt cx="1481958" cy="894622"/>
          </a:xfrm>
        </p:grpSpPr>
        <p:sp>
          <p:nvSpPr>
            <p:cNvPr id="2499" name="Google Shape;249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0" name="Google Shape;250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1" name="Google Shape;2501;p33"/>
            <p:cNvGrpSpPr/>
            <p:nvPr/>
          </p:nvGrpSpPr>
          <p:grpSpPr>
            <a:xfrm>
              <a:off x="7713663" y="2848339"/>
              <a:ext cx="1042107" cy="425543"/>
              <a:chOff x="7786941" y="2884917"/>
              <a:chExt cx="897649" cy="353919"/>
            </a:xfrm>
          </p:grpSpPr>
          <p:sp>
            <p:nvSpPr>
              <p:cNvPr id="2502" name="Google Shape;250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3" name="Google Shape;250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4" name="Google Shape;250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5" name="Google Shape;250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506" name="Google Shape;2506;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507" name="Google Shape;2507;p33"/>
          <p:cNvGrpSpPr/>
          <p:nvPr/>
        </p:nvGrpSpPr>
        <p:grpSpPr>
          <a:xfrm>
            <a:off x="2462207" y="2756023"/>
            <a:ext cx="412750" cy="158750"/>
            <a:chOff x="1287" y="2524"/>
            <a:chExt cx="260" cy="100"/>
          </a:xfrm>
        </p:grpSpPr>
        <p:sp>
          <p:nvSpPr>
            <p:cNvPr id="2508" name="Google Shape;2508;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09" name="Google Shape;2509;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0" name="Google Shape;2510;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1" name="Google Shape;2511;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12" name="Google Shape;2512;p33"/>
          <p:cNvGrpSpPr/>
          <p:nvPr/>
        </p:nvGrpSpPr>
        <p:grpSpPr>
          <a:xfrm>
            <a:off x="9681144" y="2673610"/>
            <a:ext cx="412750" cy="158750"/>
            <a:chOff x="1287" y="2524"/>
            <a:chExt cx="260" cy="100"/>
          </a:xfrm>
        </p:grpSpPr>
        <p:sp>
          <p:nvSpPr>
            <p:cNvPr id="2513" name="Google Shape;2513;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4" name="Google Shape;2514;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5" name="Google Shape;2515;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6" name="Google Shape;2516;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17" name="Google Shape;2517;p3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sender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518" name="Google Shape;2518;p33"/>
          <p:cNvSpPr/>
          <p:nvPr/>
        </p:nvSpPr>
        <p:spPr>
          <a:xfrm>
            <a:off x="8502120" y="2078245"/>
            <a:ext cx="1986815"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19" name="Google Shape;2519;p33"/>
          <p:cNvGrpSpPr/>
          <p:nvPr/>
        </p:nvGrpSpPr>
        <p:grpSpPr>
          <a:xfrm>
            <a:off x="9130164" y="2303106"/>
            <a:ext cx="1259074" cy="369332"/>
            <a:chOff x="8934916" y="2775692"/>
            <a:chExt cx="1259074" cy="369332"/>
          </a:xfrm>
        </p:grpSpPr>
        <p:sp>
          <p:nvSpPr>
            <p:cNvPr id="2520" name="Google Shape;2520;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1" name="Google Shape;2521;p3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522" name="Google Shape;2522;p33"/>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2523" name="Google Shape;2523;p33"/>
          <p:cNvSpPr txBox="1"/>
          <p:nvPr/>
        </p:nvSpPr>
        <p:spPr>
          <a:xfrm>
            <a:off x="4388186" y="2990916"/>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UDP segment header fields values</a:t>
            </a:r>
            <a:endParaRPr/>
          </a:p>
        </p:txBody>
      </p:sp>
      <p:sp>
        <p:nvSpPr>
          <p:cNvPr id="2524" name="Google Shape;2524;p33"/>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UDP segment</a:t>
            </a:r>
            <a:endParaRPr/>
          </a:p>
        </p:txBody>
      </p:sp>
      <p:sp>
        <p:nvSpPr>
          <p:cNvPr id="2525" name="Google Shape;2525;p33"/>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2526" name="Google Shape;2526;p33"/>
          <p:cNvSpPr/>
          <p:nvPr/>
        </p:nvSpPr>
        <p:spPr>
          <a:xfrm>
            <a:off x="169333" y="1343378"/>
            <a:ext cx="3723445" cy="4402666"/>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27" name="Google Shape;2527;p33"/>
          <p:cNvGrpSpPr/>
          <p:nvPr/>
        </p:nvGrpSpPr>
        <p:grpSpPr>
          <a:xfrm>
            <a:off x="8473556" y="2992506"/>
            <a:ext cx="1259074" cy="338554"/>
            <a:chOff x="8964789" y="2639236"/>
            <a:chExt cx="1259074" cy="338554"/>
          </a:xfrm>
        </p:grpSpPr>
        <p:sp>
          <p:nvSpPr>
            <p:cNvPr id="2528" name="Google Shape;2528;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9" name="Google Shape;2529;p33"/>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0" name="Google Shape;2530;p33"/>
          <p:cNvGrpSpPr/>
          <p:nvPr/>
        </p:nvGrpSpPr>
        <p:grpSpPr>
          <a:xfrm>
            <a:off x="8545052" y="3003638"/>
            <a:ext cx="1818022" cy="369332"/>
            <a:chOff x="7863122" y="5632673"/>
            <a:chExt cx="1818022" cy="369332"/>
          </a:xfrm>
        </p:grpSpPr>
        <p:grpSp>
          <p:nvGrpSpPr>
            <p:cNvPr id="2531" name="Google Shape;2531;p33"/>
            <p:cNvGrpSpPr/>
            <p:nvPr/>
          </p:nvGrpSpPr>
          <p:grpSpPr>
            <a:xfrm>
              <a:off x="7863122" y="5638955"/>
              <a:ext cx="1259074" cy="338554"/>
              <a:chOff x="8964789" y="2648929"/>
              <a:chExt cx="1259074" cy="338554"/>
            </a:xfrm>
          </p:grpSpPr>
          <p:sp>
            <p:nvSpPr>
              <p:cNvPr id="2532" name="Google Shape;2532;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3" name="Google Shape;2533;p3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4" name="Google Shape;2534;p33"/>
            <p:cNvGrpSpPr/>
            <p:nvPr/>
          </p:nvGrpSpPr>
          <p:grpSpPr>
            <a:xfrm>
              <a:off x="8422070" y="5632673"/>
              <a:ext cx="1259074" cy="369332"/>
              <a:chOff x="8934916" y="2778923"/>
              <a:chExt cx="1259074" cy="369332"/>
            </a:xfrm>
          </p:grpSpPr>
          <p:sp>
            <p:nvSpPr>
              <p:cNvPr id="2535" name="Google Shape;2535;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6" name="Google Shape;2536;p3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537" name="Google Shape;2537;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9"/>
                                        </p:tgtEl>
                                        <p:attrNameLst>
                                          <p:attrName>style.visibility</p:attrName>
                                        </p:attrNameLst>
                                      </p:cBhvr>
                                      <p:to>
                                        <p:strVal val="visible"/>
                                      </p:to>
                                    </p:set>
                                    <p:animEffect filter="fade" transition="in">
                                      <p:cBhvr>
                                        <p:cTn dur="500"/>
                                        <p:tgtEl>
                                          <p:spTgt spid="2519"/>
                                        </p:tgtEl>
                                      </p:cBhvr>
                                    </p:animEffect>
                                  </p:childTnLst>
                                </p:cTn>
                              </p:par>
                              <p:par>
                                <p:cTn fill="hold" nodeType="withEffect" presetClass="entr" presetID="10" presetSubtype="0">
                                  <p:stCondLst>
                                    <p:cond delay="0"/>
                                  </p:stCondLst>
                                  <p:childTnLst>
                                    <p:set>
                                      <p:cBhvr>
                                        <p:cTn dur="1" fill="hold">
                                          <p:stCondLst>
                                            <p:cond delay="0"/>
                                          </p:stCondLst>
                                        </p:cTn>
                                        <p:tgtEl>
                                          <p:spTgt spid="2522"/>
                                        </p:tgtEl>
                                        <p:attrNameLst>
                                          <p:attrName>style.visibility</p:attrName>
                                        </p:attrNameLst>
                                      </p:cBhvr>
                                      <p:to>
                                        <p:strVal val="visible"/>
                                      </p:to>
                                    </p:set>
                                    <p:animEffect filter="fade" transition="in">
                                      <p:cBhvr>
                                        <p:cTn dur="500"/>
                                        <p:tgtEl>
                                          <p:spTgt spid="2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7"/>
                                        </p:tgtEl>
                                        <p:attrNameLst>
                                          <p:attrName>style.visibility</p:attrName>
                                        </p:attrNameLst>
                                      </p:cBhvr>
                                      <p:to>
                                        <p:strVal val="visible"/>
                                      </p:to>
                                    </p:set>
                                    <p:animEffect filter="fade" transition="in">
                                      <p:cBhvr>
                                        <p:cTn dur="500"/>
                                        <p:tgtEl>
                                          <p:spTgt spid="2527"/>
                                        </p:tgtEl>
                                      </p:cBhvr>
                                    </p:animEffect>
                                  </p:childTnLst>
                                </p:cTn>
                              </p:par>
                              <p:par>
                                <p:cTn fill="hold" nodeType="withEffect" presetClass="entr" presetID="10" presetSubtype="0">
                                  <p:stCondLst>
                                    <p:cond delay="0"/>
                                  </p:stCondLst>
                                  <p:childTnLst>
                                    <p:set>
                                      <p:cBhvr>
                                        <p:cTn dur="1" fill="hold">
                                          <p:stCondLst>
                                            <p:cond delay="0"/>
                                          </p:stCondLst>
                                        </p:cTn>
                                        <p:tgtEl>
                                          <p:spTgt spid="2523"/>
                                        </p:tgtEl>
                                        <p:attrNameLst>
                                          <p:attrName>style.visibility</p:attrName>
                                        </p:attrNameLst>
                                      </p:cBhvr>
                                      <p:to>
                                        <p:strVal val="visible"/>
                                      </p:to>
                                    </p:set>
                                    <p:animEffect filter="fade" transition="in">
                                      <p:cBhvr>
                                        <p:cTn dur="500"/>
                                        <p:tgtEl>
                                          <p:spTgt spid="2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27"/>
                                        </p:tgtEl>
                                      </p:cBhvr>
                                    </p:animEffect>
                                    <p:set>
                                      <p:cBhvr>
                                        <p:cTn dur="1" fill="hold">
                                          <p:stCondLst>
                                            <p:cond delay="500"/>
                                          </p:stCondLst>
                                        </p:cTn>
                                        <p:tgtEl>
                                          <p:spTgt spid="252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19"/>
                                        </p:tgtEl>
                                      </p:cBhvr>
                                    </p:animEffect>
                                    <p:set>
                                      <p:cBhvr>
                                        <p:cTn dur="1" fill="hold">
                                          <p:stCondLst>
                                            <p:cond delay="500"/>
                                          </p:stCondLst>
                                        </p:cTn>
                                        <p:tgtEl>
                                          <p:spTgt spid="251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par>
                                <p:cTn fill="hold" nodeType="withEffect" presetClass="entr" presetID="10" presetSubtype="0">
                                  <p:stCondLst>
                                    <p:cond delay="0"/>
                                  </p:stCondLst>
                                  <p:childTnLst>
                                    <p:set>
                                      <p:cBhvr>
                                        <p:cTn dur="1" fill="hold">
                                          <p:stCondLst>
                                            <p:cond delay="0"/>
                                          </p:stCondLst>
                                        </p:cTn>
                                        <p:tgtEl>
                                          <p:spTgt spid="2524"/>
                                        </p:tgtEl>
                                        <p:attrNameLst>
                                          <p:attrName>style.visibility</p:attrName>
                                        </p:attrNameLst>
                                      </p:cBhvr>
                                      <p:to>
                                        <p:strVal val="visible"/>
                                      </p:to>
                                    </p:set>
                                    <p:animEffect filter="fade" transition="in">
                                      <p:cBhvr>
                                        <p:cTn dur="500"/>
                                        <p:tgtEl>
                                          <p:spTgt spid="2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34"/>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4" name="Google Shape;2544;p34"/>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5" name="Google Shape;2545;p34"/>
          <p:cNvGrpSpPr/>
          <p:nvPr/>
        </p:nvGrpSpPr>
        <p:grpSpPr>
          <a:xfrm>
            <a:off x="10955688" y="4246759"/>
            <a:ext cx="549832" cy="1070215"/>
            <a:chOff x="4140" y="429"/>
            <a:chExt cx="1425" cy="2396"/>
          </a:xfrm>
        </p:grpSpPr>
        <p:sp>
          <p:nvSpPr>
            <p:cNvPr id="2546" name="Google Shape;2546;p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7" name="Google Shape;2547;p3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8" name="Google Shape;2548;p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9" name="Google Shape;2549;p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0" name="Google Shape;2550;p3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1" name="Google Shape;2551;p34"/>
            <p:cNvGrpSpPr/>
            <p:nvPr/>
          </p:nvGrpSpPr>
          <p:grpSpPr>
            <a:xfrm>
              <a:off x="4751" y="667"/>
              <a:ext cx="580" cy="146"/>
              <a:chOff x="617" y="2567"/>
              <a:chExt cx="724" cy="140"/>
            </a:xfrm>
          </p:grpSpPr>
          <p:sp>
            <p:nvSpPr>
              <p:cNvPr id="2552" name="Google Shape;2552;p3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3" name="Google Shape;2553;p3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4" name="Google Shape;2554;p3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5" name="Google Shape;2555;p34"/>
            <p:cNvGrpSpPr/>
            <p:nvPr/>
          </p:nvGrpSpPr>
          <p:grpSpPr>
            <a:xfrm>
              <a:off x="4745" y="996"/>
              <a:ext cx="580" cy="156"/>
              <a:chOff x="612" y="2570"/>
              <a:chExt cx="724" cy="162"/>
            </a:xfrm>
          </p:grpSpPr>
          <p:sp>
            <p:nvSpPr>
              <p:cNvPr id="2556" name="Google Shape;2556;p3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7" name="Google Shape;2557;p3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8" name="Google Shape;2558;p3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9" name="Google Shape;2559;p3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0" name="Google Shape;2560;p34"/>
            <p:cNvGrpSpPr/>
            <p:nvPr/>
          </p:nvGrpSpPr>
          <p:grpSpPr>
            <a:xfrm>
              <a:off x="4733" y="1627"/>
              <a:ext cx="586" cy="151"/>
              <a:chOff x="611" y="2568"/>
              <a:chExt cx="730" cy="139"/>
            </a:xfrm>
          </p:grpSpPr>
          <p:sp>
            <p:nvSpPr>
              <p:cNvPr id="2561" name="Google Shape;2561;p3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2" name="Google Shape;2562;p3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3" name="Google Shape;2563;p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4" name="Google Shape;2564;p34"/>
            <p:cNvGrpSpPr/>
            <p:nvPr/>
          </p:nvGrpSpPr>
          <p:grpSpPr>
            <a:xfrm>
              <a:off x="4739" y="1325"/>
              <a:ext cx="580" cy="140"/>
              <a:chOff x="614" y="2566"/>
              <a:chExt cx="723" cy="140"/>
            </a:xfrm>
          </p:grpSpPr>
          <p:sp>
            <p:nvSpPr>
              <p:cNvPr id="2565" name="Google Shape;2565;p3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6" name="Google Shape;2566;p3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7" name="Google Shape;2567;p3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8" name="Google Shape;2568;p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9" name="Google Shape;2569;p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0" name="Google Shape;2570;p3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1" name="Google Shape;2571;p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2" name="Google Shape;2572;p3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3" name="Google Shape;2573;p3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4" name="Google Shape;2574;p3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5" name="Google Shape;2575;p3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576" name="Google Shape;2576;p3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7" name="Google Shape;2577;p3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78" name="Google Shape;2578;p34"/>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579" name="Google Shape;2579;p34"/>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580" name="Google Shape;2580;p34"/>
          <p:cNvGrpSpPr/>
          <p:nvPr/>
        </p:nvGrpSpPr>
        <p:grpSpPr>
          <a:xfrm>
            <a:off x="8510352" y="2078288"/>
            <a:ext cx="1946338" cy="2912558"/>
            <a:chOff x="8091785" y="2078288"/>
            <a:chExt cx="2364905" cy="2912558"/>
          </a:xfrm>
        </p:grpSpPr>
        <p:sp>
          <p:nvSpPr>
            <p:cNvPr id="2581" name="Google Shape;2581;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82" name="Google Shape;2582;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83" name="Google Shape;2583;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84" name="Google Shape;2584;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85" name="Google Shape;2585;p34"/>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586" name="Google Shape;2586;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87" name="Google Shape;2587;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88" name="Google Shape;2588;p34"/>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89" name="Google Shape;2589;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90" name="Google Shape;2590;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91" name="Google Shape;2591;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92" name="Google Shape;2592;p34"/>
          <p:cNvGrpSpPr/>
          <p:nvPr/>
        </p:nvGrpSpPr>
        <p:grpSpPr>
          <a:xfrm>
            <a:off x="1687770" y="2167472"/>
            <a:ext cx="2131701" cy="2912558"/>
            <a:chOff x="8091785" y="2078288"/>
            <a:chExt cx="2364905" cy="2912558"/>
          </a:xfrm>
        </p:grpSpPr>
        <p:sp>
          <p:nvSpPr>
            <p:cNvPr id="2593" name="Google Shape;2593;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94" name="Google Shape;2594;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95" name="Google Shape;2595;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96" name="Google Shape;2596;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97" name="Google Shape;2597;p34"/>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598" name="Google Shape;2598;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99" name="Google Shape;2599;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00" name="Google Shape;2600;p34"/>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01" name="Google Shape;2601;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02" name="Google Shape;2602;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03" name="Google Shape;2603;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04" name="Google Shape;2604;p34"/>
          <p:cNvGrpSpPr/>
          <p:nvPr/>
        </p:nvGrpSpPr>
        <p:grpSpPr>
          <a:xfrm>
            <a:off x="500734" y="4943580"/>
            <a:ext cx="1026523" cy="597153"/>
            <a:chOff x="7493876" y="2774731"/>
            <a:chExt cx="1481958" cy="894622"/>
          </a:xfrm>
        </p:grpSpPr>
        <p:sp>
          <p:nvSpPr>
            <p:cNvPr id="2605" name="Google Shape;260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06" name="Google Shape;260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07" name="Google Shape;2607;p34"/>
            <p:cNvGrpSpPr/>
            <p:nvPr/>
          </p:nvGrpSpPr>
          <p:grpSpPr>
            <a:xfrm>
              <a:off x="7713663" y="2848339"/>
              <a:ext cx="1042107" cy="425543"/>
              <a:chOff x="7786941" y="2884917"/>
              <a:chExt cx="897649" cy="353919"/>
            </a:xfrm>
          </p:grpSpPr>
          <p:sp>
            <p:nvSpPr>
              <p:cNvPr id="2608" name="Google Shape;260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9" name="Google Shape;260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0" name="Google Shape;261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1" name="Google Shape;261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612" name="Google Shape;2612;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613" name="Google Shape;2613;p34"/>
          <p:cNvGrpSpPr/>
          <p:nvPr/>
        </p:nvGrpSpPr>
        <p:grpSpPr>
          <a:xfrm>
            <a:off x="2462207" y="2756023"/>
            <a:ext cx="412750" cy="158750"/>
            <a:chOff x="1287" y="2524"/>
            <a:chExt cx="260" cy="100"/>
          </a:xfrm>
        </p:grpSpPr>
        <p:sp>
          <p:nvSpPr>
            <p:cNvPr id="2614" name="Google Shape;2614;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5" name="Google Shape;2615;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6" name="Google Shape;2616;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7" name="Google Shape;2617;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18" name="Google Shape;2618;p34"/>
          <p:cNvGrpSpPr/>
          <p:nvPr/>
        </p:nvGrpSpPr>
        <p:grpSpPr>
          <a:xfrm>
            <a:off x="9681144" y="2673610"/>
            <a:ext cx="412750" cy="158750"/>
            <a:chOff x="1287" y="2524"/>
            <a:chExt cx="260" cy="100"/>
          </a:xfrm>
        </p:grpSpPr>
        <p:sp>
          <p:nvSpPr>
            <p:cNvPr id="2619" name="Google Shape;2619;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0" name="Google Shape;2620;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1" name="Google Shape;2621;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2" name="Google Shape;2622;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23" name="Google Shape;2623;p34"/>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receiver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624" name="Google Shape;2624;p34"/>
          <p:cNvSpPr/>
          <p:nvPr/>
        </p:nvSpPr>
        <p:spPr>
          <a:xfrm>
            <a:off x="1655121" y="2160335"/>
            <a:ext cx="2199790"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25" name="Google Shape;2625;p34"/>
          <p:cNvGrpSpPr/>
          <p:nvPr/>
        </p:nvGrpSpPr>
        <p:grpSpPr>
          <a:xfrm>
            <a:off x="2355694" y="3088859"/>
            <a:ext cx="1259074" cy="369332"/>
            <a:chOff x="8934916" y="2775692"/>
            <a:chExt cx="1259074" cy="369332"/>
          </a:xfrm>
        </p:grpSpPr>
        <p:sp>
          <p:nvSpPr>
            <p:cNvPr id="2626" name="Google Shape;262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7" name="Google Shape;2627;p34"/>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628" name="Google Shape;2628;p34"/>
          <p:cNvSpPr txBox="1"/>
          <p:nvPr/>
        </p:nvSpPr>
        <p:spPr>
          <a:xfrm>
            <a:off x="4380155" y="3324883"/>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2629" name="Google Shape;2629;p34"/>
          <p:cNvSpPr txBox="1"/>
          <p:nvPr/>
        </p:nvSpPr>
        <p:spPr>
          <a:xfrm>
            <a:off x="4378217" y="2693557"/>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UDP checksum header value</a:t>
            </a:r>
            <a:endParaRPr/>
          </a:p>
        </p:txBody>
      </p:sp>
      <p:sp>
        <p:nvSpPr>
          <p:cNvPr id="2630" name="Google Shape;2630;p34"/>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2631" name="Google Shape;2631;p34"/>
          <p:cNvGrpSpPr/>
          <p:nvPr/>
        </p:nvGrpSpPr>
        <p:grpSpPr>
          <a:xfrm>
            <a:off x="1795827" y="3762839"/>
            <a:ext cx="1818022" cy="369332"/>
            <a:chOff x="7863122" y="5632673"/>
            <a:chExt cx="1818022" cy="369332"/>
          </a:xfrm>
        </p:grpSpPr>
        <p:grpSp>
          <p:nvGrpSpPr>
            <p:cNvPr id="2632" name="Google Shape;2632;p34"/>
            <p:cNvGrpSpPr/>
            <p:nvPr/>
          </p:nvGrpSpPr>
          <p:grpSpPr>
            <a:xfrm>
              <a:off x="7863122" y="5638955"/>
              <a:ext cx="1259074" cy="338554"/>
              <a:chOff x="8964789" y="2648929"/>
              <a:chExt cx="1259074" cy="338554"/>
            </a:xfrm>
          </p:grpSpPr>
          <p:sp>
            <p:nvSpPr>
              <p:cNvPr id="2633" name="Google Shape;2633;p34"/>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4" name="Google Shape;2634;p34"/>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35" name="Google Shape;2635;p34"/>
            <p:cNvGrpSpPr/>
            <p:nvPr/>
          </p:nvGrpSpPr>
          <p:grpSpPr>
            <a:xfrm>
              <a:off x="8422070" y="5632673"/>
              <a:ext cx="1259074" cy="369332"/>
              <a:chOff x="8934916" y="2778923"/>
              <a:chExt cx="1259074" cy="369332"/>
            </a:xfrm>
          </p:grpSpPr>
          <p:sp>
            <p:nvSpPr>
              <p:cNvPr id="2636" name="Google Shape;263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7" name="Google Shape;2637;p34"/>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638" name="Google Shape;2638;p34"/>
          <p:cNvSpPr txBox="1"/>
          <p:nvPr/>
        </p:nvSpPr>
        <p:spPr>
          <a:xfrm>
            <a:off x="4379533" y="3932414"/>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2639" name="Google Shape;2639;p34"/>
          <p:cNvSpPr/>
          <p:nvPr/>
        </p:nvSpPr>
        <p:spPr>
          <a:xfrm>
            <a:off x="8348341" y="2027305"/>
            <a:ext cx="3416536" cy="330284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40" name="Google Shape;2640;p34"/>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41" name="Google Shape;2641;p34"/>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cxnSp>
        <p:nvCxnSpPr>
          <p:cNvPr id="2642" name="Google Shape;2642;p34"/>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643" name="Google Shape;2643;p34"/>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644" name="Google Shape;2644;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1"/>
                                        </p:tgtEl>
                                        <p:attrNameLst>
                                          <p:attrName>style.visibility</p:attrName>
                                        </p:attrNameLst>
                                      </p:cBhvr>
                                      <p:to>
                                        <p:strVal val="visible"/>
                                      </p:to>
                                    </p:set>
                                    <p:animEffect filter="fade" transition="in">
                                      <p:cBhvr>
                                        <p:cTn dur="500"/>
                                        <p:tgtEl>
                                          <p:spTgt spid="2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0"/>
                                        </p:tgtEl>
                                        <p:attrNameLst>
                                          <p:attrName>style.visibility</p:attrName>
                                        </p:attrNameLst>
                                      </p:cBhvr>
                                      <p:to>
                                        <p:strVal val="visible"/>
                                      </p:to>
                                    </p:set>
                                    <p:animEffect filter="fade" transition="in">
                                      <p:cBhvr>
                                        <p:cTn dur="500"/>
                                        <p:tgtEl>
                                          <p:spTgt spid="2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0"/>
                                        </p:tgtEl>
                                        <p:attrNameLst>
                                          <p:attrName>style.visibility</p:attrName>
                                        </p:attrNameLst>
                                      </p:cBhvr>
                                      <p:to>
                                        <p:strVal val="visible"/>
                                      </p:to>
                                    </p:set>
                                    <p:animEffect filter="fade" transition="in">
                                      <p:cBhvr>
                                        <p:cTn dur="500"/>
                                        <p:tgtEl>
                                          <p:spTgt spid="2640"/>
                                        </p:tgtEl>
                                      </p:cBhvr>
                                    </p:animEffect>
                                  </p:childTnLst>
                                </p:cTn>
                              </p:par>
                              <p:par>
                                <p:cTn fill="hold" nodeType="withEffect" presetClass="entr" presetID="10" presetSubtype="0">
                                  <p:stCondLst>
                                    <p:cond delay="0"/>
                                  </p:stCondLst>
                                  <p:childTnLst>
                                    <p:set>
                                      <p:cBhvr>
                                        <p:cTn dur="1" fill="hold">
                                          <p:stCondLst>
                                            <p:cond delay="0"/>
                                          </p:stCondLst>
                                        </p:cTn>
                                        <p:tgtEl>
                                          <p:spTgt spid="2629"/>
                                        </p:tgtEl>
                                        <p:attrNameLst>
                                          <p:attrName>style.visibility</p:attrName>
                                        </p:attrNameLst>
                                      </p:cBhvr>
                                      <p:to>
                                        <p:strVal val="visible"/>
                                      </p:to>
                                    </p:set>
                                    <p:animEffect filter="fade" transition="in">
                                      <p:cBhvr>
                                        <p:cTn dur="500"/>
                                        <p:tgtEl>
                                          <p:spTgt spid="2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31"/>
                                        </p:tgtEl>
                                      </p:cBhvr>
                                    </p:animEffect>
                                    <p:set>
                                      <p:cBhvr>
                                        <p:cTn dur="1" fill="hold">
                                          <p:stCondLst>
                                            <p:cond delay="500"/>
                                          </p:stCondLst>
                                        </p:cTn>
                                        <p:tgtEl>
                                          <p:spTgt spid="26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40"/>
                                        </p:tgtEl>
                                      </p:cBhvr>
                                    </p:animEffect>
                                    <p:set>
                                      <p:cBhvr>
                                        <p:cTn dur="1" fill="hold">
                                          <p:stCondLst>
                                            <p:cond delay="500"/>
                                          </p:stCondLst>
                                        </p:cTn>
                                        <p:tgtEl>
                                          <p:spTgt spid="26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25"/>
                                        </p:tgtEl>
                                        <p:attrNameLst>
                                          <p:attrName>style.visibility</p:attrName>
                                        </p:attrNameLst>
                                      </p:cBhvr>
                                      <p:to>
                                        <p:strVal val="visible"/>
                                      </p:to>
                                    </p:set>
                                    <p:animEffect filter="fade" transition="in">
                                      <p:cBhvr>
                                        <p:cTn dur="500"/>
                                        <p:tgtEl>
                                          <p:spTgt spid="2625"/>
                                        </p:tgtEl>
                                      </p:cBhvr>
                                    </p:animEffect>
                                  </p:childTnLst>
                                </p:cTn>
                              </p:par>
                              <p:par>
                                <p:cTn fill="hold" nodeType="withEffect" presetClass="entr" presetID="10" presetSubtype="0">
                                  <p:stCondLst>
                                    <p:cond delay="0"/>
                                  </p:stCondLst>
                                  <p:childTnLst>
                                    <p:set>
                                      <p:cBhvr>
                                        <p:cTn dur="1" fill="hold">
                                          <p:stCondLst>
                                            <p:cond delay="0"/>
                                          </p:stCondLst>
                                        </p:cTn>
                                        <p:tgtEl>
                                          <p:spTgt spid="2628"/>
                                        </p:tgtEl>
                                        <p:attrNameLst>
                                          <p:attrName>style.visibility</p:attrName>
                                        </p:attrNameLst>
                                      </p:cBhvr>
                                      <p:to>
                                        <p:strVal val="visible"/>
                                      </p:to>
                                    </p:set>
                                    <p:animEffect filter="fade" transition="in">
                                      <p:cBhvr>
                                        <p:cTn dur="500"/>
                                        <p:tgtEl>
                                          <p:spTgt spid="2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8"/>
                                        </p:tgtEl>
                                        <p:attrNameLst>
                                          <p:attrName>style.visibility</p:attrName>
                                        </p:attrNameLst>
                                      </p:cBhvr>
                                      <p:to>
                                        <p:strVal val="visible"/>
                                      </p:to>
                                    </p:set>
                                    <p:animEffect filter="fade" transition="in">
                                      <p:cBhvr>
                                        <p:cTn dur="500"/>
                                        <p:tgtEl>
                                          <p:spTgt spid="2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segment </a:t>
            </a:r>
            <a:r>
              <a:rPr lang="en-US"/>
              <a:t>h</a:t>
            </a:r>
            <a:r>
              <a:rPr lang="en-US" sz="4400"/>
              <a:t>eader</a:t>
            </a:r>
            <a:endParaRPr/>
          </a:p>
        </p:txBody>
      </p:sp>
      <p:sp>
        <p:nvSpPr>
          <p:cNvPr id="2651" name="Google Shape;2651;p35"/>
          <p:cNvSpPr/>
          <p:nvPr/>
        </p:nvSpPr>
        <p:spPr>
          <a:xfrm>
            <a:off x="3902299" y="2017713"/>
            <a:ext cx="3324225" cy="3200400"/>
          </a:xfrm>
          <a:prstGeom prst="rect">
            <a:avLst/>
          </a:prstGeom>
          <a:solidFill>
            <a:srgbClr val="FFFFFF"/>
          </a:solidFill>
          <a:ln cap="flat" cmpd="sng" w="349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652" name="Google Shape;2652;p35"/>
          <p:cNvSpPr txBox="1"/>
          <p:nvPr/>
        </p:nvSpPr>
        <p:spPr>
          <a:xfrm>
            <a:off x="3941987" y="2030413"/>
            <a:ext cx="15636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source port #</a:t>
            </a:r>
            <a:endParaRPr b="0" i="0" sz="2400" u="none" cap="none" strike="noStrike">
              <a:solidFill>
                <a:srgbClr val="000000"/>
              </a:solidFill>
              <a:latin typeface="Tahoma"/>
              <a:ea typeface="Tahoma"/>
              <a:cs typeface="Tahoma"/>
              <a:sym typeface="Tahoma"/>
            </a:endParaRPr>
          </a:p>
        </p:txBody>
      </p:sp>
      <p:sp>
        <p:nvSpPr>
          <p:cNvPr id="2653" name="Google Shape;2653;p35"/>
          <p:cNvSpPr txBox="1"/>
          <p:nvPr/>
        </p:nvSpPr>
        <p:spPr>
          <a:xfrm>
            <a:off x="5727924" y="2030413"/>
            <a:ext cx="1328738"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dest port #</a:t>
            </a:r>
            <a:endParaRPr/>
          </a:p>
        </p:txBody>
      </p:sp>
      <p:cxnSp>
        <p:nvCxnSpPr>
          <p:cNvPr id="2654" name="Google Shape;2654;p35"/>
          <p:cNvCxnSpPr/>
          <p:nvPr/>
        </p:nvCxnSpPr>
        <p:spPr>
          <a:xfrm>
            <a:off x="3892774" y="2417763"/>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655" name="Google Shape;2655;p35"/>
          <p:cNvCxnSpPr/>
          <p:nvPr/>
        </p:nvCxnSpPr>
        <p:spPr>
          <a:xfrm>
            <a:off x="3883249" y="2817813"/>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656" name="Google Shape;2656;p35"/>
          <p:cNvCxnSpPr/>
          <p:nvPr/>
        </p:nvCxnSpPr>
        <p:spPr>
          <a:xfrm rot="10800000">
            <a:off x="5540599" y="2017713"/>
            <a:ext cx="0" cy="395287"/>
          </a:xfrm>
          <a:prstGeom prst="straightConnector1">
            <a:avLst/>
          </a:prstGeom>
          <a:noFill/>
          <a:ln cap="flat" cmpd="sng" w="19050">
            <a:solidFill>
              <a:srgbClr val="000000"/>
            </a:solidFill>
            <a:prstDash val="solid"/>
            <a:round/>
            <a:headEnd len="med" w="med" type="none"/>
            <a:tailEnd len="med" w="med" type="none"/>
          </a:ln>
        </p:spPr>
      </p:cxnSp>
      <p:sp>
        <p:nvSpPr>
          <p:cNvPr id="2657" name="Google Shape;2657;p35"/>
          <p:cNvSpPr txBox="1"/>
          <p:nvPr/>
        </p:nvSpPr>
        <p:spPr>
          <a:xfrm>
            <a:off x="5048474" y="1552575"/>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32 bits</a:t>
            </a:r>
            <a:endParaRPr/>
          </a:p>
        </p:txBody>
      </p:sp>
      <p:cxnSp>
        <p:nvCxnSpPr>
          <p:cNvPr id="2658" name="Google Shape;2658;p35"/>
          <p:cNvCxnSpPr/>
          <p:nvPr/>
        </p:nvCxnSpPr>
        <p:spPr>
          <a:xfrm>
            <a:off x="5997799" y="1784350"/>
            <a:ext cx="1200150" cy="4763"/>
          </a:xfrm>
          <a:prstGeom prst="straightConnector1">
            <a:avLst/>
          </a:prstGeom>
          <a:noFill/>
          <a:ln cap="flat" cmpd="sng" w="19050">
            <a:solidFill>
              <a:srgbClr val="000000"/>
            </a:solidFill>
            <a:prstDash val="solid"/>
            <a:round/>
            <a:headEnd len="med" w="med" type="none"/>
            <a:tailEnd len="med" w="med" type="triangle"/>
          </a:ln>
        </p:spPr>
      </p:cxnSp>
      <p:cxnSp>
        <p:nvCxnSpPr>
          <p:cNvPr id="2659" name="Google Shape;2659;p35"/>
          <p:cNvCxnSpPr/>
          <p:nvPr/>
        </p:nvCxnSpPr>
        <p:spPr>
          <a:xfrm rot="10800000">
            <a:off x="3888012" y="1793875"/>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660" name="Google Shape;2660;p35"/>
          <p:cNvSpPr txBox="1"/>
          <p:nvPr/>
        </p:nvSpPr>
        <p:spPr>
          <a:xfrm>
            <a:off x="4745262" y="3376613"/>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661" name="Google Shape;2661;p35"/>
          <p:cNvSpPr txBox="1"/>
          <p:nvPr/>
        </p:nvSpPr>
        <p:spPr>
          <a:xfrm>
            <a:off x="4338862" y="5292725"/>
            <a:ext cx="2524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 segment format</a:t>
            </a:r>
            <a:endParaRPr b="0" i="0" sz="2400" u="none" cap="none" strike="noStrike">
              <a:solidFill>
                <a:srgbClr val="000000"/>
              </a:solidFill>
              <a:latin typeface="Tahoma"/>
              <a:ea typeface="Tahoma"/>
              <a:cs typeface="Tahoma"/>
              <a:sym typeface="Tahoma"/>
            </a:endParaRPr>
          </a:p>
        </p:txBody>
      </p:sp>
      <p:cxnSp>
        <p:nvCxnSpPr>
          <p:cNvPr id="2662" name="Google Shape;2662;p35"/>
          <p:cNvCxnSpPr/>
          <p:nvPr/>
        </p:nvCxnSpPr>
        <p:spPr>
          <a:xfrm rot="10800000">
            <a:off x="5540599" y="2427288"/>
            <a:ext cx="0" cy="395287"/>
          </a:xfrm>
          <a:prstGeom prst="straightConnector1">
            <a:avLst/>
          </a:prstGeom>
          <a:noFill/>
          <a:ln cap="flat" cmpd="sng" w="19050">
            <a:solidFill>
              <a:srgbClr val="000000"/>
            </a:solidFill>
            <a:prstDash val="solid"/>
            <a:round/>
            <a:headEnd len="med" w="med" type="none"/>
            <a:tailEnd len="med" w="med" type="none"/>
          </a:ln>
        </p:spPr>
      </p:cxnSp>
      <p:sp>
        <p:nvSpPr>
          <p:cNvPr id="2663" name="Google Shape;2663;p35"/>
          <p:cNvSpPr txBox="1"/>
          <p:nvPr/>
        </p:nvSpPr>
        <p:spPr>
          <a:xfrm>
            <a:off x="4284887" y="2420938"/>
            <a:ext cx="8143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a:t>
            </a:r>
            <a:endParaRPr b="0" i="0" sz="2400" u="none" cap="none" strike="noStrike">
              <a:solidFill>
                <a:srgbClr val="000000"/>
              </a:solidFill>
              <a:latin typeface="Tahoma"/>
              <a:ea typeface="Tahoma"/>
              <a:cs typeface="Tahoma"/>
              <a:sym typeface="Tahoma"/>
            </a:endParaRPr>
          </a:p>
        </p:txBody>
      </p:sp>
      <p:sp>
        <p:nvSpPr>
          <p:cNvPr id="2664" name="Google Shape;2664;p35"/>
          <p:cNvSpPr txBox="1"/>
          <p:nvPr/>
        </p:nvSpPr>
        <p:spPr>
          <a:xfrm>
            <a:off x="5831112" y="2411413"/>
            <a:ext cx="11763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checksum</a:t>
            </a:r>
            <a:endParaRPr b="0" i="0" sz="2400" u="none" cap="none" strike="noStrike">
              <a:solidFill>
                <a:srgbClr val="000000"/>
              </a:solidFill>
              <a:latin typeface="Tahoma"/>
              <a:ea typeface="Tahoma"/>
              <a:cs typeface="Tahoma"/>
              <a:sym typeface="Tahoma"/>
            </a:endParaRPr>
          </a:p>
        </p:txBody>
      </p:sp>
      <p:sp>
        <p:nvSpPr>
          <p:cNvPr id="2665" name="Google Shape;2665;p35"/>
          <p:cNvSpPr txBox="1"/>
          <p:nvPr/>
        </p:nvSpPr>
        <p:spPr>
          <a:xfrm>
            <a:off x="7623398" y="3421856"/>
            <a:ext cx="24066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 in bytes of UDP segment, including header</a:t>
            </a:r>
            <a:endParaRPr b="0" i="0" sz="2400" u="none" cap="none" strike="noStrike">
              <a:solidFill>
                <a:srgbClr val="000000"/>
              </a:solidFill>
              <a:latin typeface="Tahoma"/>
              <a:ea typeface="Tahoma"/>
              <a:cs typeface="Tahoma"/>
              <a:sym typeface="Tahoma"/>
            </a:endParaRPr>
          </a:p>
        </p:txBody>
      </p:sp>
      <p:cxnSp>
        <p:nvCxnSpPr>
          <p:cNvPr id="2666" name="Google Shape;2666;p35"/>
          <p:cNvCxnSpPr/>
          <p:nvPr/>
        </p:nvCxnSpPr>
        <p:spPr>
          <a:xfrm rot="10800000">
            <a:off x="5142136" y="2597149"/>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67" name="Google Shape;2667;p35"/>
          <p:cNvSpPr/>
          <p:nvPr/>
        </p:nvSpPr>
        <p:spPr>
          <a:xfrm>
            <a:off x="3695142" y="1957213"/>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8" name="Google Shape;2668;p35"/>
          <p:cNvSpPr/>
          <p:nvPr/>
        </p:nvSpPr>
        <p:spPr>
          <a:xfrm>
            <a:off x="5331049" y="1955208"/>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9" name="Google Shape;2669;p35"/>
          <p:cNvSpPr/>
          <p:nvPr/>
        </p:nvSpPr>
        <p:spPr>
          <a:xfrm>
            <a:off x="3657042" y="2362801"/>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0" name="Google Shape;2670;p35"/>
          <p:cNvSpPr/>
          <p:nvPr/>
        </p:nvSpPr>
        <p:spPr>
          <a:xfrm>
            <a:off x="5290176" y="2341229"/>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1" name="Google Shape;2671;p35"/>
          <p:cNvSpPr/>
          <p:nvPr/>
        </p:nvSpPr>
        <p:spPr>
          <a:xfrm>
            <a:off x="4386800" y="3148706"/>
            <a:ext cx="2097870" cy="1560711"/>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72" name="Google Shape;2672;p35"/>
          <p:cNvCxnSpPr/>
          <p:nvPr/>
        </p:nvCxnSpPr>
        <p:spPr>
          <a:xfrm rot="10800000">
            <a:off x="5915202" y="3972404"/>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73" name="Google Shape;2673;p35"/>
          <p:cNvSpPr txBox="1"/>
          <p:nvPr/>
        </p:nvSpPr>
        <p:spPr>
          <a:xfrm>
            <a:off x="8032927" y="4969559"/>
            <a:ext cx="240665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data to/from application layer</a:t>
            </a:r>
            <a:endParaRPr b="0" i="0" sz="2400" u="none" cap="none" strike="noStrike">
              <a:solidFill>
                <a:srgbClr val="000000"/>
              </a:solidFill>
              <a:latin typeface="Tahoma"/>
              <a:ea typeface="Tahoma"/>
              <a:cs typeface="Tahoma"/>
              <a:sym typeface="Tahoma"/>
            </a:endParaRPr>
          </a:p>
        </p:txBody>
      </p:sp>
      <p:sp>
        <p:nvSpPr>
          <p:cNvPr id="2674" name="Google Shape;267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7"/>
                                        </p:tgtEl>
                                        <p:attrNameLst>
                                          <p:attrName>style.visibility</p:attrName>
                                        </p:attrNameLst>
                                      </p:cBhvr>
                                      <p:to>
                                        <p:strVal val="visible"/>
                                      </p:to>
                                    </p:set>
                                    <p:animEffect filter="fade" transition="in">
                                      <p:cBhvr>
                                        <p:cTn dur="500"/>
                                        <p:tgtEl>
                                          <p:spTgt spid="2667"/>
                                        </p:tgtEl>
                                      </p:cBhvr>
                                    </p:animEffect>
                                  </p:childTnLst>
                                </p:cTn>
                              </p:par>
                              <p:par>
                                <p:cTn fill="hold" nodeType="withEffect" presetClass="entr" presetID="10" presetSubtype="0">
                                  <p:stCondLst>
                                    <p:cond delay="0"/>
                                  </p:stCondLst>
                                  <p:childTnLst>
                                    <p:set>
                                      <p:cBhvr>
                                        <p:cTn dur="1" fill="hold">
                                          <p:stCondLst>
                                            <p:cond delay="0"/>
                                          </p:stCondLst>
                                        </p:cTn>
                                        <p:tgtEl>
                                          <p:spTgt spid="2668"/>
                                        </p:tgtEl>
                                        <p:attrNameLst>
                                          <p:attrName>style.visibility</p:attrName>
                                        </p:attrNameLst>
                                      </p:cBhvr>
                                      <p:to>
                                        <p:strVal val="visible"/>
                                      </p:to>
                                    </p:set>
                                    <p:animEffect filter="fade" transition="in">
                                      <p:cBhvr>
                                        <p:cTn dur="500"/>
                                        <p:tgtEl>
                                          <p:spTgt spid="2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9"/>
                                        </p:tgtEl>
                                        <p:attrNameLst>
                                          <p:attrName>style.visibility</p:attrName>
                                        </p:attrNameLst>
                                      </p:cBhvr>
                                      <p:to>
                                        <p:strVal val="visible"/>
                                      </p:to>
                                    </p:set>
                                    <p:animEffect filter="fade" transition="in">
                                      <p:cBhvr>
                                        <p:cTn dur="500"/>
                                        <p:tgtEl>
                                          <p:spTgt spid="2669"/>
                                        </p:tgtEl>
                                      </p:cBhvr>
                                    </p:animEffect>
                                  </p:childTnLst>
                                </p:cTn>
                              </p:par>
                              <p:par>
                                <p:cTn fill="hold" nodeType="withEffect" presetClass="entr" presetID="10" presetSubtype="0">
                                  <p:stCondLst>
                                    <p:cond delay="0"/>
                                  </p:stCondLst>
                                  <p:childTnLst>
                                    <p:set>
                                      <p:cBhvr>
                                        <p:cTn dur="1" fill="hold">
                                          <p:stCondLst>
                                            <p:cond delay="0"/>
                                          </p:stCondLst>
                                        </p:cTn>
                                        <p:tgtEl>
                                          <p:spTgt spid="2666"/>
                                        </p:tgtEl>
                                        <p:attrNameLst>
                                          <p:attrName>style.visibility</p:attrName>
                                        </p:attrNameLst>
                                      </p:cBhvr>
                                      <p:to>
                                        <p:strVal val="visible"/>
                                      </p:to>
                                    </p:set>
                                    <p:animEffect filter="fade" transition="in">
                                      <p:cBhvr>
                                        <p:cTn dur="500"/>
                                        <p:tgtEl>
                                          <p:spTgt spid="2666"/>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1"/>
                                        </p:tgtEl>
                                        <p:attrNameLst>
                                          <p:attrName>style.visibility</p:attrName>
                                        </p:attrNameLst>
                                      </p:cBhvr>
                                      <p:to>
                                        <p:strVal val="visible"/>
                                      </p:to>
                                    </p:set>
                                    <p:animEffect filter="fade" transition="in">
                                      <p:cBhvr>
                                        <p:cTn dur="500"/>
                                        <p:tgtEl>
                                          <p:spTgt spid="2671"/>
                                        </p:tgtEl>
                                      </p:cBhvr>
                                    </p:animEffect>
                                  </p:childTnLst>
                                </p:cTn>
                              </p:par>
                              <p:par>
                                <p:cTn fill="hold" nodeType="withEffect" presetClass="entr" presetID="10" presetSubtype="0">
                                  <p:stCondLst>
                                    <p:cond delay="0"/>
                                  </p:stCondLst>
                                  <p:childTnLst>
                                    <p:set>
                                      <p:cBhvr>
                                        <p:cTn dur="1" fill="hold">
                                          <p:stCondLst>
                                            <p:cond delay="0"/>
                                          </p:stCondLst>
                                        </p:cTn>
                                        <p:tgtEl>
                                          <p:spTgt spid="2672"/>
                                        </p:tgtEl>
                                        <p:attrNameLst>
                                          <p:attrName>style.visibility</p:attrName>
                                        </p:attrNameLst>
                                      </p:cBhvr>
                                      <p:to>
                                        <p:strVal val="visible"/>
                                      </p:to>
                                    </p:set>
                                    <p:animEffect filter="fade" transition="in">
                                      <p:cBhvr>
                                        <p:cTn dur="500"/>
                                        <p:tgtEl>
                                          <p:spTgt spid="2672"/>
                                        </p:tgtEl>
                                      </p:cBhvr>
                                    </p:animEffect>
                                  </p:childTnLst>
                                </p:cTn>
                              </p:par>
                              <p:par>
                                <p:cTn fill="hold" nodeType="withEffect" presetClass="entr" presetID="10" presetSubtype="0">
                                  <p:stCondLst>
                                    <p:cond delay="0"/>
                                  </p:stCondLst>
                                  <p:childTnLst>
                                    <p:set>
                                      <p:cBhvr>
                                        <p:cTn dur="1" fill="hold">
                                          <p:stCondLst>
                                            <p:cond delay="0"/>
                                          </p:stCondLst>
                                        </p:cTn>
                                        <p:tgtEl>
                                          <p:spTgt spid="2673"/>
                                        </p:tgtEl>
                                        <p:attrNameLst>
                                          <p:attrName>style.visibility</p:attrName>
                                        </p:attrNameLst>
                                      </p:cBhvr>
                                      <p:to>
                                        <p:strVal val="visible"/>
                                      </p:to>
                                    </p:set>
                                    <p:animEffect filter="fade" transition="in">
                                      <p:cBhvr>
                                        <p:cTn dur="500"/>
                                        <p:tgtEl>
                                          <p:spTgt spid="2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0"/>
                                        </p:tgtEl>
                                        <p:attrNameLst>
                                          <p:attrName>style.visibility</p:attrName>
                                        </p:attrNameLst>
                                      </p:cBhvr>
                                      <p:to>
                                        <p:strVal val="visible"/>
                                      </p:to>
                                    </p:set>
                                    <p:animEffect filter="fade" transition="in">
                                      <p:cBhvr>
                                        <p:cTn dur="500"/>
                                        <p:tgtEl>
                                          <p:spTgt spid="2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681" name="Google Shape;2681;p36"/>
          <p:cNvSpPr txBox="1"/>
          <p:nvPr/>
        </p:nvSpPr>
        <p:spPr>
          <a:xfrm>
            <a:off x="1270863" y="2652793"/>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Transmitted:            5               6                11</a:t>
            </a:r>
            <a:endParaRPr/>
          </a:p>
        </p:txBody>
      </p:sp>
      <p:sp>
        <p:nvSpPr>
          <p:cNvPr id="2682" name="Google Shape;2682;p36"/>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683" name="Google Shape;2683;p36"/>
          <p:cNvSpPr txBox="1"/>
          <p:nvPr/>
        </p:nvSpPr>
        <p:spPr>
          <a:xfrm>
            <a:off x="1717730" y="4429929"/>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Received:            4               6                11</a:t>
            </a:r>
            <a:endParaRPr/>
          </a:p>
        </p:txBody>
      </p:sp>
      <p:grpSp>
        <p:nvGrpSpPr>
          <p:cNvPr id="2684" name="Google Shape;2684;p36"/>
          <p:cNvGrpSpPr/>
          <p:nvPr/>
        </p:nvGrpSpPr>
        <p:grpSpPr>
          <a:xfrm>
            <a:off x="3781587" y="2118101"/>
            <a:ext cx="3789990" cy="374499"/>
            <a:chOff x="3781587" y="2118101"/>
            <a:chExt cx="3789990" cy="374499"/>
          </a:xfrm>
        </p:grpSpPr>
        <p:sp>
          <p:nvSpPr>
            <p:cNvPr id="2685" name="Google Shape;2685;p36"/>
            <p:cNvSpPr txBox="1"/>
            <p:nvPr/>
          </p:nvSpPr>
          <p:spPr>
            <a:xfrm>
              <a:off x="3781587" y="2123268"/>
              <a:ext cx="12104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r>
                <a:rPr b="0" baseline="30000" i="0" lang="en-US" sz="1800" u="none" cap="none" strike="noStrike">
                  <a:solidFill>
                    <a:srgbClr val="000000"/>
                  </a:solidFill>
                  <a:latin typeface="Calibri"/>
                  <a:ea typeface="Calibri"/>
                  <a:cs typeface="Calibri"/>
                  <a:sym typeface="Calibri"/>
                </a:rPr>
                <a:t>st</a:t>
              </a:r>
              <a:r>
                <a:rPr b="0" i="0" lang="en-US" sz="1800" u="none" cap="none" strike="noStrike">
                  <a:solidFill>
                    <a:srgbClr val="000000"/>
                  </a:solidFill>
                  <a:latin typeface="Calibri"/>
                  <a:ea typeface="Calibri"/>
                  <a:cs typeface="Calibri"/>
                  <a:sym typeface="Calibri"/>
                </a:rPr>
                <a:t> number</a:t>
              </a:r>
              <a:endParaRPr/>
            </a:p>
          </p:txBody>
        </p:sp>
        <p:sp>
          <p:nvSpPr>
            <p:cNvPr id="2686" name="Google Shape;2686;p36"/>
            <p:cNvSpPr txBox="1"/>
            <p:nvPr/>
          </p:nvSpPr>
          <p:spPr>
            <a:xfrm>
              <a:off x="5173851" y="2120685"/>
              <a:ext cx="12602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r>
                <a:rPr b="0" baseline="30000" i="0" lang="en-US" sz="1800" u="none" cap="none" strike="noStrike">
                  <a:solidFill>
                    <a:srgbClr val="000000"/>
                  </a:solidFill>
                  <a:latin typeface="Calibri"/>
                  <a:ea typeface="Calibri"/>
                  <a:cs typeface="Calibri"/>
                  <a:sym typeface="Calibri"/>
                </a:rPr>
                <a:t>nd</a:t>
              </a:r>
              <a:r>
                <a:rPr b="0" i="0" lang="en-US" sz="1800" u="none" cap="none" strike="noStrike">
                  <a:solidFill>
                    <a:srgbClr val="000000"/>
                  </a:solidFill>
                  <a:latin typeface="Calibri"/>
                  <a:ea typeface="Calibri"/>
                  <a:cs typeface="Calibri"/>
                  <a:sym typeface="Calibri"/>
                </a:rPr>
                <a:t> number</a:t>
              </a:r>
              <a:endParaRPr/>
            </a:p>
          </p:txBody>
        </p:sp>
        <p:sp>
          <p:nvSpPr>
            <p:cNvPr id="2687" name="Google Shape;2687;p36"/>
            <p:cNvSpPr txBox="1"/>
            <p:nvPr/>
          </p:nvSpPr>
          <p:spPr>
            <a:xfrm>
              <a:off x="6938070" y="2118101"/>
              <a:ext cx="63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sum</a:t>
              </a:r>
              <a:endParaRPr/>
            </a:p>
          </p:txBody>
        </p:sp>
      </p:grpSp>
      <p:sp>
        <p:nvSpPr>
          <p:cNvPr id="2688" name="Google Shape;2688;p36"/>
          <p:cNvSpPr/>
          <p:nvPr/>
        </p:nvSpPr>
        <p:spPr>
          <a:xfrm>
            <a:off x="5269424" y="3316637"/>
            <a:ext cx="1131376" cy="978408"/>
          </a:xfrm>
          <a:prstGeom prst="downArrow">
            <a:avLst>
              <a:gd fmla="val 50000" name="adj1"/>
              <a:gd fmla="val 50000" name="adj2"/>
            </a:avLst>
          </a:prstGeom>
          <a:gradFill>
            <a:gsLst>
              <a:gs pos="0">
                <a:srgbClr val="F5F7FC"/>
              </a:gs>
              <a:gs pos="55000">
                <a:srgbClr val="E47E9F"/>
              </a:gs>
              <a:gs pos="83000">
                <a:srgbClr val="CD0004"/>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89" name="Google Shape;2689;p36"/>
          <p:cNvGrpSpPr/>
          <p:nvPr/>
        </p:nvGrpSpPr>
        <p:grpSpPr>
          <a:xfrm>
            <a:off x="4005390" y="4866468"/>
            <a:ext cx="2218236" cy="1079841"/>
            <a:chOff x="4005390" y="4866468"/>
            <a:chExt cx="2218236" cy="1079841"/>
          </a:xfrm>
        </p:grpSpPr>
        <p:sp>
          <p:nvSpPr>
            <p:cNvPr id="2690" name="Google Shape;2690;p36"/>
            <p:cNvSpPr txBox="1"/>
            <p:nvPr/>
          </p:nvSpPr>
          <p:spPr>
            <a:xfrm>
              <a:off x="4005390" y="5238423"/>
              <a:ext cx="2218236"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receiver-computed </a:t>
              </a:r>
              <a:endParaRPr/>
            </a:p>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691" name="Google Shape;2691;p36"/>
            <p:cNvSpPr/>
            <p:nvPr/>
          </p:nvSpPr>
          <p:spPr>
            <a:xfrm rot="5400000">
              <a:off x="5005953" y="4107051"/>
              <a:ext cx="302449" cy="1821283"/>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2" name="Google Shape;2692;p36"/>
          <p:cNvGrpSpPr/>
          <p:nvPr/>
        </p:nvGrpSpPr>
        <p:grpSpPr>
          <a:xfrm>
            <a:off x="6880470" y="4879385"/>
            <a:ext cx="2604945" cy="1064343"/>
            <a:chOff x="6880470" y="4879385"/>
            <a:chExt cx="2604945" cy="1064343"/>
          </a:xfrm>
        </p:grpSpPr>
        <p:sp>
          <p:nvSpPr>
            <p:cNvPr id="2693" name="Google Shape;2693;p36"/>
            <p:cNvSpPr txBox="1"/>
            <p:nvPr/>
          </p:nvSpPr>
          <p:spPr>
            <a:xfrm>
              <a:off x="6880470" y="5235841"/>
              <a:ext cx="26049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sender-computed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 (as received)</a:t>
              </a:r>
              <a:endParaRPr/>
            </a:p>
          </p:txBody>
        </p:sp>
        <p:sp>
          <p:nvSpPr>
            <p:cNvPr id="2694" name="Google Shape;2694;p36"/>
            <p:cNvSpPr/>
            <p:nvPr/>
          </p:nvSpPr>
          <p:spPr>
            <a:xfrm rot="5400000">
              <a:off x="7219627" y="4631412"/>
              <a:ext cx="266054" cy="761999"/>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5" name="Google Shape;2695;p36"/>
          <p:cNvGrpSpPr/>
          <p:nvPr/>
        </p:nvGrpSpPr>
        <p:grpSpPr>
          <a:xfrm>
            <a:off x="6121831" y="5201334"/>
            <a:ext cx="821411" cy="1346699"/>
            <a:chOff x="6121831" y="5201334"/>
            <a:chExt cx="821411" cy="1346699"/>
          </a:xfrm>
        </p:grpSpPr>
        <p:pic>
          <p:nvPicPr>
            <p:cNvPr descr="Image result for error" id="2696" name="Google Shape;2696;p36"/>
            <p:cNvPicPr preferRelativeResize="0"/>
            <p:nvPr/>
          </p:nvPicPr>
          <p:blipFill rotWithShape="1">
            <a:blip r:embed="rId3">
              <a:alphaModFix/>
            </a:blip>
            <a:srcRect b="0" l="0" r="0" t="0"/>
            <a:stretch/>
          </p:blipFill>
          <p:spPr>
            <a:xfrm>
              <a:off x="6121831" y="5782776"/>
              <a:ext cx="821411" cy="765257"/>
            </a:xfrm>
            <a:prstGeom prst="rect">
              <a:avLst/>
            </a:prstGeom>
            <a:noFill/>
            <a:ln>
              <a:noFill/>
            </a:ln>
          </p:spPr>
        </p:pic>
        <p:sp>
          <p:nvSpPr>
            <p:cNvPr id="2697" name="Google Shape;2697;p36"/>
            <p:cNvSpPr txBox="1"/>
            <p:nvPr/>
          </p:nvSpPr>
          <p:spPr>
            <a:xfrm>
              <a:off x="6307811" y="5201334"/>
              <a:ext cx="4138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D0004"/>
                </a:buClr>
                <a:buSzPts val="3600"/>
                <a:buFont typeface="Calibri"/>
                <a:buNone/>
              </a:pPr>
              <a:r>
                <a:rPr b="1" i="0" lang="en-US" sz="3600" u="none" cap="none" strike="noStrike">
                  <a:solidFill>
                    <a:srgbClr val="CD0004"/>
                  </a:solidFill>
                  <a:latin typeface="Calibri"/>
                  <a:ea typeface="Calibri"/>
                  <a:cs typeface="Calibri"/>
                  <a:sym typeface="Calibri"/>
                </a:rPr>
                <a:t>=</a:t>
              </a:r>
              <a:endParaRPr/>
            </a:p>
          </p:txBody>
        </p:sp>
        <p:cxnSp>
          <p:nvCxnSpPr>
            <p:cNvPr id="2698" name="Google Shape;2698;p36"/>
            <p:cNvCxnSpPr/>
            <p:nvPr/>
          </p:nvCxnSpPr>
          <p:spPr>
            <a:xfrm flipH="1">
              <a:off x="6460174" y="5418195"/>
              <a:ext cx="108488" cy="247973"/>
            </a:xfrm>
            <a:prstGeom prst="straightConnector1">
              <a:avLst/>
            </a:prstGeom>
            <a:noFill/>
            <a:ln cap="flat" cmpd="sng" w="31750">
              <a:solidFill>
                <a:srgbClr val="CD0004"/>
              </a:solidFill>
              <a:prstDash val="solid"/>
              <a:miter lim="800000"/>
              <a:headEnd len="sm" w="sm" type="none"/>
              <a:tailEnd len="sm" w="sm" type="none"/>
            </a:ln>
          </p:spPr>
        </p:cxnSp>
      </p:grpSp>
      <p:sp>
        <p:nvSpPr>
          <p:cNvPr id="2699" name="Google Shape;2699;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4"/>
                                        </p:tgtEl>
                                        <p:attrNameLst>
                                          <p:attrName>style.visibility</p:attrName>
                                        </p:attrNameLst>
                                      </p:cBhvr>
                                      <p:to>
                                        <p:strVal val="visible"/>
                                      </p:to>
                                    </p:set>
                                    <p:animEffect filter="fade" transition="in">
                                      <p:cBhvr>
                                        <p:cTn dur="500"/>
                                        <p:tgtEl>
                                          <p:spTgt spid="2684"/>
                                        </p:tgtEl>
                                      </p:cBhvr>
                                    </p:animEffect>
                                  </p:childTnLst>
                                </p:cTn>
                              </p:par>
                              <p:par>
                                <p:cTn fill="hold" nodeType="withEffect" presetClass="entr" presetID="10" presetSubtype="0">
                                  <p:stCondLst>
                                    <p:cond delay="0"/>
                                  </p:stCondLst>
                                  <p:childTnLst>
                                    <p:set>
                                      <p:cBhvr>
                                        <p:cTn dur="1" fill="hold">
                                          <p:stCondLst>
                                            <p:cond delay="0"/>
                                          </p:stCondLst>
                                        </p:cTn>
                                        <p:tgtEl>
                                          <p:spTgt spid="2681"/>
                                        </p:tgtEl>
                                        <p:attrNameLst>
                                          <p:attrName>style.visibility</p:attrName>
                                        </p:attrNameLst>
                                      </p:cBhvr>
                                      <p:to>
                                        <p:strVal val="visible"/>
                                      </p:to>
                                    </p:set>
                                    <p:animEffect filter="fade" transition="in">
                                      <p:cBhvr>
                                        <p:cTn dur="500"/>
                                        <p:tgtEl>
                                          <p:spTgt spid="2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500"/>
                                        <p:tgtEl>
                                          <p:spTgt spid="26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500"/>
                                        <p:tgtEl>
                                          <p:spTgt spid="2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9"/>
                                        </p:tgtEl>
                                        <p:attrNameLst>
                                          <p:attrName>style.visibility</p:attrName>
                                        </p:attrNameLst>
                                      </p:cBhvr>
                                      <p:to>
                                        <p:strVal val="visible"/>
                                      </p:to>
                                    </p:set>
                                    <p:animEffect filter="fade" transition="in">
                                      <p:cBhvr>
                                        <p:cTn dur="1000"/>
                                        <p:tgtEl>
                                          <p:spTgt spid="2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2"/>
                                        </p:tgtEl>
                                        <p:attrNameLst>
                                          <p:attrName>style.visibility</p:attrName>
                                        </p:attrNameLst>
                                      </p:cBhvr>
                                      <p:to>
                                        <p:strVal val="visible"/>
                                      </p:to>
                                    </p:set>
                                    <p:animEffect filter="fade" transition="in">
                                      <p:cBhvr>
                                        <p:cTn dur="1000"/>
                                        <p:tgtEl>
                                          <p:spTgt spid="2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5"/>
                                        </p:tgtEl>
                                        <p:attrNameLst>
                                          <p:attrName>style.visibility</p:attrName>
                                        </p:attrNameLst>
                                      </p:cBhvr>
                                      <p:to>
                                        <p:strVal val="visible"/>
                                      </p:to>
                                    </p:set>
                                    <p:animEffect filter="fade" transition="in">
                                      <p:cBhvr>
                                        <p:cTn dur="1000"/>
                                        <p:tgtEl>
                                          <p:spTgt spid="26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06" name="Google Shape;2706;p37"/>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sender:</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07" name="Google Shape;2707;p37"/>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receiver</a:t>
            </a:r>
            <a:r>
              <a:rPr b="0" i="0" lang="en-US" sz="3500" u="none" cap="none" strike="noStrike">
                <a:solidFill>
                  <a:srgbClr val="CC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708" name="Google Shape;2708;p37"/>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09" name="Google Shape;270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7"/>
                                        </p:tgtEl>
                                        <p:attrNameLst>
                                          <p:attrName>style.visibility</p:attrName>
                                        </p:attrNameLst>
                                      </p:cBhvr>
                                      <p:to>
                                        <p:strVal val="visible"/>
                                      </p:to>
                                    </p:set>
                                    <p:animEffect filter="fade" transition="in">
                                      <p:cBhvr>
                                        <p:cTn dur="500"/>
                                        <p:tgtEl>
                                          <p:spTgt spid="2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4" name="Shape 2714"/>
        <p:cNvGrpSpPr/>
        <p:nvPr/>
      </p:nvGrpSpPr>
      <p:grpSpPr>
        <a:xfrm>
          <a:off x="0" y="0"/>
          <a:ext cx="0" cy="0"/>
          <a:chOff x="0" y="0"/>
          <a:chExt cx="0" cy="0"/>
        </a:xfrm>
      </p:grpSpPr>
      <p:sp>
        <p:nvSpPr>
          <p:cNvPr id="2715" name="Google Shape;2715;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an example</a:t>
            </a:r>
            <a:endParaRPr/>
          </a:p>
        </p:txBody>
      </p:sp>
      <p:sp>
        <p:nvSpPr>
          <p:cNvPr id="2716" name="Google Shape;2716;p38"/>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17" name="Google Shape;2717;p38"/>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18" name="Google Shape;2718;p38"/>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19" name="Google Shape;2719;p38"/>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20" name="Google Shape;2720;p38"/>
          <p:cNvSpPr txBox="1"/>
          <p:nvPr/>
        </p:nvSpPr>
        <p:spPr>
          <a:xfrm>
            <a:off x="798690" y="5071610"/>
            <a:ext cx="10367961" cy="10795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560"/>
              <a:buFont typeface="Noto Sans Symbols"/>
              <a:buNone/>
            </a:pPr>
            <a:r>
              <a:rPr b="0" i="1" lang="en-US" sz="2400" u="none" cap="none" strike="noStrike">
                <a:solidFill>
                  <a:srgbClr val="000000"/>
                </a:solidFill>
                <a:latin typeface="Calibri"/>
                <a:ea typeface="Calibri"/>
                <a:cs typeface="Calibri"/>
                <a:sym typeface="Calibri"/>
              </a:rPr>
              <a:t>Note:</a:t>
            </a:r>
            <a:r>
              <a:rPr b="0" i="0" lang="en-US" sz="2400" u="none" cap="none" strike="noStrike">
                <a:solidFill>
                  <a:srgbClr val="000000"/>
                </a:solidFill>
                <a:latin typeface="Calibri"/>
                <a:ea typeface="Calibri"/>
                <a:cs typeface="Calibri"/>
                <a:sym typeface="Calibri"/>
              </a:rPr>
              <a:t> when adding numbers, a carryout from the most significant bit needs to be added to the result</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21" name="Google Shape;2721;p38"/>
          <p:cNvSpPr txBox="1"/>
          <p:nvPr/>
        </p:nvSpPr>
        <p:spPr>
          <a:xfrm>
            <a:off x="850466" y="6260898"/>
            <a:ext cx="98572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2722" name="Google Shape;2722;p38"/>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23" name="Google Shape;2723;p38"/>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24" name="Google Shape;2724;p38"/>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sp>
        <p:nvSpPr>
          <p:cNvPr id="2725" name="Google Shape;2725;p38"/>
          <p:cNvSpPr/>
          <p:nvPr/>
        </p:nvSpPr>
        <p:spPr>
          <a:xfrm>
            <a:off x="2516833"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26" name="Google Shape;2726;p38"/>
          <p:cNvSpPr txBox="1"/>
          <p:nvPr/>
        </p:nvSpPr>
        <p:spPr>
          <a:xfrm>
            <a:off x="916633"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27" name="Google Shape;2727;p38"/>
          <p:cNvCxnSpPr/>
          <p:nvPr/>
        </p:nvCxnSpPr>
        <p:spPr>
          <a:xfrm rot="10800000">
            <a:off x="2440633"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28" name="Google Shape;2728;p38"/>
          <p:cNvSpPr/>
          <p:nvPr/>
        </p:nvSpPr>
        <p:spPr>
          <a:xfrm>
            <a:off x="2669233"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29" name="Google Shape;2729;p38"/>
          <p:cNvSpPr txBox="1"/>
          <p:nvPr/>
        </p:nvSpPr>
        <p:spPr>
          <a:xfrm>
            <a:off x="2475478"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sp>
        <p:nvSpPr>
          <p:cNvPr id="2730" name="Google Shape;2730;p38"/>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sp>
        <p:nvSpPr>
          <p:cNvPr id="2731" name="Google Shape;2731;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4"/>
                                        </p:tgtEl>
                                        <p:attrNameLst>
                                          <p:attrName>style.visibility</p:attrName>
                                        </p:attrNameLst>
                                      </p:cBhvr>
                                      <p:to>
                                        <p:strVal val="visible"/>
                                      </p:to>
                                    </p:set>
                                    <p:animEffect filter="fade" transition="in">
                                      <p:cBhvr>
                                        <p:cTn dur="500"/>
                                        <p:tgtEl>
                                          <p:spTgt spid="2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6"/>
                                        </p:tgtEl>
                                        <p:attrNameLst>
                                          <p:attrName>style.visibility</p:attrName>
                                        </p:attrNameLst>
                                      </p:cBhvr>
                                      <p:to>
                                        <p:strVal val="visible"/>
                                      </p:to>
                                    </p:set>
                                    <p:animEffect filter="fade" transition="in">
                                      <p:cBhvr>
                                        <p:cTn dur="500"/>
                                        <p:tgtEl>
                                          <p:spTgt spid="2726"/>
                                        </p:tgtEl>
                                      </p:cBhvr>
                                    </p:animEffect>
                                  </p:childTnLst>
                                </p:cTn>
                              </p:par>
                              <p:par>
                                <p:cTn fill="hold" nodeType="withEffect" presetClass="entr" presetID="10" presetSubtype="0">
                                  <p:stCondLst>
                                    <p:cond delay="0"/>
                                  </p:stCondLst>
                                  <p:childTnLst>
                                    <p:set>
                                      <p:cBhvr>
                                        <p:cTn dur="1" fill="hold">
                                          <p:stCondLst>
                                            <p:cond delay="0"/>
                                          </p:stCondLst>
                                        </p:cTn>
                                        <p:tgtEl>
                                          <p:spTgt spid="2725"/>
                                        </p:tgtEl>
                                        <p:attrNameLst>
                                          <p:attrName>style.visibility</p:attrName>
                                        </p:attrNameLst>
                                      </p:cBhvr>
                                      <p:to>
                                        <p:strVal val="visible"/>
                                      </p:to>
                                    </p:set>
                                    <p:animEffect filter="fade" transition="in">
                                      <p:cBhvr>
                                        <p:cTn dur="500"/>
                                        <p:tgtEl>
                                          <p:spTgt spid="2725"/>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728"/>
                                        </p:tgtEl>
                                        <p:attrNameLst>
                                          <p:attrName>style.visibility</p:attrName>
                                        </p:attrNameLst>
                                      </p:cBhvr>
                                      <p:to>
                                        <p:strVal val="visible"/>
                                      </p:to>
                                    </p:set>
                                    <p:animEffect filter="fade" transition="in">
                                      <p:cBhvr>
                                        <p:cTn dur="500"/>
                                        <p:tgtEl>
                                          <p:spTgt spid="2728"/>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727"/>
                                        </p:tgtEl>
                                        <p:attrNameLst>
                                          <p:attrName>style.visibility</p:attrName>
                                        </p:attrNameLst>
                                      </p:cBhvr>
                                      <p:to>
                                        <p:strVal val="visible"/>
                                      </p:to>
                                    </p:set>
                                    <p:animEffect filter="fade" transition="in">
                                      <p:cBhvr>
                                        <p:cTn dur="500"/>
                                        <p:tgtEl>
                                          <p:spTgt spid="2727"/>
                                        </p:tgtEl>
                                      </p:cBhvr>
                                    </p:animEffect>
                                  </p:childTnLst>
                                </p:cTn>
                              </p:par>
                              <p:par>
                                <p:cTn fill="hold" nodeType="with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5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9"/>
                                        </p:tgtEl>
                                        <p:attrNameLst>
                                          <p:attrName>style.visibility</p:attrName>
                                        </p:attrNameLst>
                                      </p:cBhvr>
                                      <p:to>
                                        <p:strVal val="visible"/>
                                      </p:to>
                                    </p:set>
                                    <p:animEffect filter="fade" transition="in">
                                      <p:cBhvr>
                                        <p:cTn dur="500"/>
                                        <p:tgtEl>
                                          <p:spTgt spid="2729"/>
                                        </p:tgtEl>
                                      </p:cBhvr>
                                    </p:animEffect>
                                  </p:childTnLst>
                                </p:cTn>
                              </p:par>
                              <p:par>
                                <p:cTn fill="hold" nodeType="withEffect" presetClass="entr" presetID="10" presetSubtype="0">
                                  <p:stCondLst>
                                    <p:cond delay="0"/>
                                  </p:stCondLst>
                                  <p:childTnLst>
                                    <p:set>
                                      <p:cBhvr>
                                        <p:cTn dur="1" fill="hold">
                                          <p:stCondLst>
                                            <p:cond delay="0"/>
                                          </p:stCondLst>
                                        </p:cTn>
                                        <p:tgtEl>
                                          <p:spTgt spid="2718"/>
                                        </p:tgtEl>
                                        <p:attrNameLst>
                                          <p:attrName>style.visibility</p:attrName>
                                        </p:attrNameLst>
                                      </p:cBhvr>
                                      <p:to>
                                        <p:strVal val="visible"/>
                                      </p:to>
                                    </p:set>
                                    <p:animEffect filter="fade" transition="in">
                                      <p:cBhvr>
                                        <p:cTn dur="500"/>
                                        <p:tgtEl>
                                          <p:spTgt spid="2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19"/>
                                        </p:tgtEl>
                                        <p:attrNameLst>
                                          <p:attrName>style.visibility</p:attrName>
                                        </p:attrNameLst>
                                      </p:cBhvr>
                                      <p:to>
                                        <p:strVal val="visible"/>
                                      </p:to>
                                    </p:set>
                                    <p:animEffect filter="fade" transition="in">
                                      <p:cBhvr>
                                        <p:cTn dur="500"/>
                                        <p:tgtEl>
                                          <p:spTgt spid="2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6" name="Shape 2736"/>
        <p:cNvGrpSpPr/>
        <p:nvPr/>
      </p:nvGrpSpPr>
      <p:grpSpPr>
        <a:xfrm>
          <a:off x="0" y="0"/>
          <a:ext cx="0" cy="0"/>
          <a:chOff x="0" y="0"/>
          <a:chExt cx="0" cy="0"/>
        </a:xfrm>
      </p:grpSpPr>
      <p:sp>
        <p:nvSpPr>
          <p:cNvPr id="2737" name="Google Shape;2737;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weak protection!</a:t>
            </a:r>
            <a:endParaRPr/>
          </a:p>
        </p:txBody>
      </p:sp>
      <p:sp>
        <p:nvSpPr>
          <p:cNvPr id="2738" name="Google Shape;2738;p39"/>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39" name="Google Shape;2739;p39"/>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40" name="Google Shape;2740;p39"/>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41" name="Google Shape;2741;p39"/>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42" name="Google Shape;2742;p39"/>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43" name="Google Shape;2743;p39"/>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44" name="Google Shape;2744;p39"/>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grpSp>
        <p:nvGrpSpPr>
          <p:cNvPr id="2745" name="Google Shape;2745;p39"/>
          <p:cNvGrpSpPr/>
          <p:nvPr/>
        </p:nvGrpSpPr>
        <p:grpSpPr>
          <a:xfrm>
            <a:off x="942391" y="3201536"/>
            <a:ext cx="8001000" cy="1123739"/>
            <a:chOff x="942391" y="3201536"/>
            <a:chExt cx="8001000" cy="1123739"/>
          </a:xfrm>
        </p:grpSpPr>
        <p:sp>
          <p:nvSpPr>
            <p:cNvPr id="2746" name="Google Shape;2746;p39"/>
            <p:cNvSpPr/>
            <p:nvPr/>
          </p:nvSpPr>
          <p:spPr>
            <a:xfrm>
              <a:off x="2542591"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47" name="Google Shape;2747;p39"/>
            <p:cNvSpPr txBox="1"/>
            <p:nvPr/>
          </p:nvSpPr>
          <p:spPr>
            <a:xfrm>
              <a:off x="942391"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48" name="Google Shape;2748;p39"/>
            <p:cNvCxnSpPr/>
            <p:nvPr/>
          </p:nvCxnSpPr>
          <p:spPr>
            <a:xfrm rot="10800000">
              <a:off x="2466391"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49" name="Google Shape;2749;p39"/>
            <p:cNvSpPr/>
            <p:nvPr/>
          </p:nvSpPr>
          <p:spPr>
            <a:xfrm>
              <a:off x="2694991"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0" name="Google Shape;2750;p39"/>
            <p:cNvSpPr txBox="1"/>
            <p:nvPr/>
          </p:nvSpPr>
          <p:spPr>
            <a:xfrm>
              <a:off x="2501236"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grpSp>
      <p:sp>
        <p:nvSpPr>
          <p:cNvPr id="2751" name="Google Shape;2751;p39"/>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grpSp>
        <p:nvGrpSpPr>
          <p:cNvPr id="2752" name="Google Shape;2752;p39"/>
          <p:cNvGrpSpPr/>
          <p:nvPr/>
        </p:nvGrpSpPr>
        <p:grpSpPr>
          <a:xfrm>
            <a:off x="7895417" y="1927511"/>
            <a:ext cx="2249559" cy="712515"/>
            <a:chOff x="9436187" y="4862446"/>
            <a:chExt cx="2249559" cy="712515"/>
          </a:xfrm>
        </p:grpSpPr>
        <p:sp>
          <p:nvSpPr>
            <p:cNvPr id="2753" name="Google Shape;2753;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4" name="Google Shape;2754;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5" name="Google Shape;2755;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a:t>
              </a:r>
              <a:endParaRPr/>
            </a:p>
          </p:txBody>
        </p:sp>
      </p:grpSp>
      <p:grpSp>
        <p:nvGrpSpPr>
          <p:cNvPr id="2756" name="Google Shape;2756;p39"/>
          <p:cNvGrpSpPr/>
          <p:nvPr/>
        </p:nvGrpSpPr>
        <p:grpSpPr>
          <a:xfrm>
            <a:off x="7910407" y="2289202"/>
            <a:ext cx="2249559" cy="712515"/>
            <a:chOff x="9436187" y="4862446"/>
            <a:chExt cx="2249559" cy="712515"/>
          </a:xfrm>
        </p:grpSpPr>
        <p:sp>
          <p:nvSpPr>
            <p:cNvPr id="2757" name="Google Shape;2757;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8" name="Google Shape;2758;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9" name="Google Shape;2759;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a:t>
              </a:r>
              <a:endParaRPr/>
            </a:p>
          </p:txBody>
        </p:sp>
      </p:grpSp>
      <p:grpSp>
        <p:nvGrpSpPr>
          <p:cNvPr id="2760" name="Google Shape;2760;p39"/>
          <p:cNvGrpSpPr/>
          <p:nvPr/>
        </p:nvGrpSpPr>
        <p:grpSpPr>
          <a:xfrm>
            <a:off x="8933167" y="3121843"/>
            <a:ext cx="2729496" cy="1754326"/>
            <a:chOff x="8933167" y="3121843"/>
            <a:chExt cx="2729496" cy="1754326"/>
          </a:xfrm>
        </p:grpSpPr>
        <p:sp>
          <p:nvSpPr>
            <p:cNvPr id="2761" name="Google Shape;2761;p39"/>
            <p:cNvSpPr/>
            <p:nvPr/>
          </p:nvSpPr>
          <p:spPr>
            <a:xfrm>
              <a:off x="8933167" y="3244723"/>
              <a:ext cx="247697" cy="1504855"/>
            </a:xfrm>
            <a:prstGeom prst="rightBrace">
              <a:avLst>
                <a:gd fmla="val 8333" name="adj1"/>
                <a:gd fmla="val 50000" name="adj2"/>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2" name="Google Shape;2762;p39"/>
            <p:cNvSpPr txBox="1"/>
            <p:nvPr/>
          </p:nvSpPr>
          <p:spPr>
            <a:xfrm>
              <a:off x="9259241" y="3121843"/>
              <a:ext cx="2403422"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 though numbers have changed (bit flips), </a:t>
              </a:r>
              <a:r>
                <a:rPr b="0" i="1" lang="en-US" sz="2400" u="none" cap="none" strike="noStrike">
                  <a:solidFill>
                    <a:srgbClr val="C00000"/>
                  </a:solidFill>
                  <a:latin typeface="Calibri"/>
                  <a:ea typeface="Calibri"/>
                  <a:cs typeface="Calibri"/>
                  <a:sym typeface="Calibri"/>
                </a:rPr>
                <a:t>no</a:t>
              </a:r>
              <a:r>
                <a:rPr b="0" i="0" lang="en-US" sz="2400" u="none" cap="none" strike="noStrike">
                  <a:solidFill>
                    <a:srgbClr val="000000"/>
                  </a:solidFill>
                  <a:latin typeface="Calibri"/>
                  <a:ea typeface="Calibri"/>
                  <a:cs typeface="Calibri"/>
                  <a:sym typeface="Calibri"/>
                </a:rPr>
                <a:t> change in checksum!</a:t>
              </a:r>
              <a:endParaRPr/>
            </a:p>
          </p:txBody>
        </p:sp>
      </p:grpSp>
      <p:sp>
        <p:nvSpPr>
          <p:cNvPr id="2763" name="Google Shape;2763;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2"/>
                                        </p:tgtEl>
                                        <p:attrNameLst>
                                          <p:attrName>style.visibility</p:attrName>
                                        </p:attrNameLst>
                                      </p:cBhvr>
                                      <p:to>
                                        <p:strVal val="visible"/>
                                      </p:to>
                                    </p:set>
                                    <p:animEffect filter="fade" transition="in">
                                      <p:cBhvr>
                                        <p:cTn dur="500"/>
                                        <p:tgtEl>
                                          <p:spTgt spid="2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6"/>
                                        </p:tgtEl>
                                        <p:attrNameLst>
                                          <p:attrName>style.visibility</p:attrName>
                                        </p:attrNameLst>
                                      </p:cBhvr>
                                      <p:to>
                                        <p:strVal val="visible"/>
                                      </p:to>
                                    </p:set>
                                    <p:animEffect filter="fade" transition="in">
                                      <p:cBhvr>
                                        <p:cTn dur="500"/>
                                        <p:tgtEl>
                                          <p:spTgt spid="2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0"/>
                                        </p:tgtEl>
                                        <p:attrNameLst>
                                          <p:attrName>style.visibility</p:attrName>
                                        </p:attrNameLst>
                                      </p:cBhvr>
                                      <p:to>
                                        <p:strVal val="visible"/>
                                      </p:to>
                                    </p:set>
                                    <p:animEffect filter="fade" transition="in">
                                      <p:cBhvr>
                                        <p:cTn dur="500"/>
                                        <p:tgtEl>
                                          <p:spTgt spid="2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8" name="Shape 2768"/>
        <p:cNvGrpSpPr/>
        <p:nvPr/>
      </p:nvGrpSpPr>
      <p:grpSpPr>
        <a:xfrm>
          <a:off x="0" y="0"/>
          <a:ext cx="0" cy="0"/>
          <a:chOff x="0" y="0"/>
          <a:chExt cx="0" cy="0"/>
        </a:xfrm>
      </p:grpSpPr>
      <p:sp>
        <p:nvSpPr>
          <p:cNvPr id="2769" name="Google Shape;2769;p40"/>
          <p:cNvSpPr txBox="1"/>
          <p:nvPr>
            <p:ph type="title"/>
          </p:nvPr>
        </p:nvSpPr>
        <p:spPr>
          <a:xfrm>
            <a:off x="662184" y="196879"/>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Summary</a:t>
            </a:r>
            <a:r>
              <a:rPr b="0" lang="en-US" sz="4800"/>
              <a:t>: UDP</a:t>
            </a:r>
            <a:endParaRPr/>
          </a:p>
        </p:txBody>
      </p:sp>
      <p:sp>
        <p:nvSpPr>
          <p:cNvPr id="2770" name="Google Shape;2770;p40"/>
          <p:cNvSpPr txBox="1"/>
          <p:nvPr/>
        </p:nvSpPr>
        <p:spPr>
          <a:xfrm>
            <a:off x="525681" y="1403321"/>
            <a:ext cx="11373633" cy="5247933"/>
          </a:xfrm>
          <a:prstGeom prst="rect">
            <a:avLst/>
          </a:prstGeom>
          <a:noFill/>
          <a:ln>
            <a:noFill/>
          </a:ln>
        </p:spPr>
        <p:txBody>
          <a:bodyPr anchorCtr="0" anchor="t" bIns="45700" lIns="91425" spcFirstLastPara="1" rIns="91425" wrap="square" tIns="45700">
            <a:no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“no frills” protocol: </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segments may be lost, delivered out of order</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best effort service: “send and hope for the best”</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UDP has its plusses:</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no setup/handshaking needed (no RTT incurred)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can function when network service is compromised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helps with reliability (checksum)</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build additional functionality on top of UDP in application layer (e.g., HTTP/3)</a:t>
            </a:r>
            <a:endParaRPr b="0" i="0" sz="2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0" st="0"/>
                                            </p:txEl>
                                          </p:spTgt>
                                        </p:tgtEl>
                                        <p:attrNameLst>
                                          <p:attrName>style.visibility</p:attrName>
                                        </p:attrNameLst>
                                      </p:cBhvr>
                                      <p:to>
                                        <p:strVal val="visible"/>
                                      </p:to>
                                    </p:set>
                                    <p:animEffect filter="fade" transition="in">
                                      <p:cBhvr>
                                        <p:cTn dur="500"/>
                                        <p:tgtEl>
                                          <p:spTgt spid="27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1" st="1"/>
                                            </p:txEl>
                                          </p:spTgt>
                                        </p:tgtEl>
                                        <p:attrNameLst>
                                          <p:attrName>style.visibility</p:attrName>
                                        </p:attrNameLst>
                                      </p:cBhvr>
                                      <p:to>
                                        <p:strVal val="visible"/>
                                      </p:to>
                                    </p:set>
                                    <p:animEffect filter="fade" transition="in">
                                      <p:cBhvr>
                                        <p:cTn dur="500"/>
                                        <p:tgtEl>
                                          <p:spTgt spid="27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2" st="2"/>
                                            </p:txEl>
                                          </p:spTgt>
                                        </p:tgtEl>
                                        <p:attrNameLst>
                                          <p:attrName>style.visibility</p:attrName>
                                        </p:attrNameLst>
                                      </p:cBhvr>
                                      <p:to>
                                        <p:strVal val="visible"/>
                                      </p:to>
                                    </p:set>
                                    <p:animEffect filter="fade" transition="in">
                                      <p:cBhvr>
                                        <p:cTn dur="500"/>
                                        <p:tgtEl>
                                          <p:spTgt spid="27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3" st="3"/>
                                            </p:txEl>
                                          </p:spTgt>
                                        </p:tgtEl>
                                        <p:attrNameLst>
                                          <p:attrName>style.visibility</p:attrName>
                                        </p:attrNameLst>
                                      </p:cBhvr>
                                      <p:to>
                                        <p:strVal val="visible"/>
                                      </p:to>
                                    </p:set>
                                    <p:animEffect filter="fade" transition="in">
                                      <p:cBhvr>
                                        <p:cTn dur="500"/>
                                        <p:tgtEl>
                                          <p:spTgt spid="27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4" st="4"/>
                                            </p:txEl>
                                          </p:spTgt>
                                        </p:tgtEl>
                                        <p:attrNameLst>
                                          <p:attrName>style.visibility</p:attrName>
                                        </p:attrNameLst>
                                      </p:cBhvr>
                                      <p:to>
                                        <p:strVal val="visible"/>
                                      </p:to>
                                    </p:set>
                                    <p:animEffect filter="fade" transition="in">
                                      <p:cBhvr>
                                        <p:cTn dur="500"/>
                                        <p:tgtEl>
                                          <p:spTgt spid="27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5" st="5"/>
                                            </p:txEl>
                                          </p:spTgt>
                                        </p:tgtEl>
                                        <p:attrNameLst>
                                          <p:attrName>style.visibility</p:attrName>
                                        </p:attrNameLst>
                                      </p:cBhvr>
                                      <p:to>
                                        <p:strVal val="visible"/>
                                      </p:to>
                                    </p:set>
                                    <p:animEffect filter="fade" transition="in">
                                      <p:cBhvr>
                                        <p:cTn dur="500"/>
                                        <p:tgtEl>
                                          <p:spTgt spid="27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6" st="6"/>
                                            </p:txEl>
                                          </p:spTgt>
                                        </p:tgtEl>
                                        <p:attrNameLst>
                                          <p:attrName>style.visibility</p:attrName>
                                        </p:attrNameLst>
                                      </p:cBhvr>
                                      <p:to>
                                        <p:strVal val="visible"/>
                                      </p:to>
                                    </p:set>
                                    <p:animEffect filter="fade" transition="in">
                                      <p:cBhvr>
                                        <p:cTn dur="500"/>
                                        <p:tgtEl>
                                          <p:spTgt spid="27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7" st="7"/>
                                            </p:txEl>
                                          </p:spTgt>
                                        </p:tgtEl>
                                        <p:attrNameLst>
                                          <p:attrName>style.visibility</p:attrName>
                                        </p:attrNameLst>
                                      </p:cBhvr>
                                      <p:to>
                                        <p:strVal val="visible"/>
                                      </p:to>
                                    </p:set>
                                    <p:animEffect filter="fade" transition="in">
                                      <p:cBhvr>
                                        <p:cTn dur="500"/>
                                        <p:tgtEl>
                                          <p:spTgt spid="277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4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777" name="Google Shape;2777;p41"/>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010086"/>
              </a:buClr>
              <a:buSzPts val="3200"/>
              <a:buChar char="▪"/>
            </a:pPr>
            <a:r>
              <a:rPr lang="en-US" sz="3200"/>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778" name="Google Shape;2778;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779" name="Google Shape;2779;p4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4" name="Shape 2784"/>
        <p:cNvGrpSpPr/>
        <p:nvPr/>
      </p:nvGrpSpPr>
      <p:grpSpPr>
        <a:xfrm>
          <a:off x="0" y="0"/>
          <a:ext cx="0" cy="0"/>
          <a:chOff x="0" y="0"/>
          <a:chExt cx="0" cy="0"/>
        </a:xfrm>
      </p:grpSpPr>
      <p:sp>
        <p:nvSpPr>
          <p:cNvPr id="2785" name="Google Shape;2785;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786" name="Google Shape;2786;p42"/>
          <p:cNvGrpSpPr/>
          <p:nvPr/>
        </p:nvGrpSpPr>
        <p:grpSpPr>
          <a:xfrm>
            <a:off x="238849" y="1911780"/>
            <a:ext cx="5147343" cy="2073847"/>
            <a:chOff x="737513" y="2398718"/>
            <a:chExt cx="5595549" cy="2073847"/>
          </a:xfrm>
        </p:grpSpPr>
        <p:sp>
          <p:nvSpPr>
            <p:cNvPr id="2787" name="Google Shape;2787;p42"/>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88" name="Google Shape;2788;p42"/>
            <p:cNvGrpSpPr/>
            <p:nvPr/>
          </p:nvGrpSpPr>
          <p:grpSpPr>
            <a:xfrm>
              <a:off x="1442223" y="2551892"/>
              <a:ext cx="1245036" cy="593992"/>
              <a:chOff x="9852456" y="608434"/>
              <a:chExt cx="1245036" cy="593992"/>
            </a:xfrm>
          </p:grpSpPr>
          <p:sp>
            <p:nvSpPr>
              <p:cNvPr id="2789" name="Google Shape;2789;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0" name="Google Shape;2790;p42"/>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791" name="Google Shape;2791;p42"/>
            <p:cNvGrpSpPr/>
            <p:nvPr/>
          </p:nvGrpSpPr>
          <p:grpSpPr>
            <a:xfrm>
              <a:off x="2038693" y="3003923"/>
              <a:ext cx="577241" cy="307777"/>
              <a:chOff x="9950444" y="999755"/>
              <a:chExt cx="577241" cy="307777"/>
            </a:xfrm>
          </p:grpSpPr>
          <p:sp>
            <p:nvSpPr>
              <p:cNvPr id="2792" name="Google Shape;2792;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3" name="Google Shape;2793;p42"/>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794" name="Google Shape;2794;p42"/>
            <p:cNvGrpSpPr/>
            <p:nvPr/>
          </p:nvGrpSpPr>
          <p:grpSpPr>
            <a:xfrm>
              <a:off x="1175476" y="2432423"/>
              <a:ext cx="545509" cy="512284"/>
              <a:chOff x="-44" y="1473"/>
              <a:chExt cx="981" cy="1105"/>
            </a:xfrm>
          </p:grpSpPr>
          <p:pic>
            <p:nvPicPr>
              <p:cNvPr descr="desktop_computer_stylized_medium" id="2795" name="Google Shape;2795;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96" name="Google Shape;2796;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97" name="Google Shape;2797;p42"/>
            <p:cNvGrpSpPr/>
            <p:nvPr/>
          </p:nvGrpSpPr>
          <p:grpSpPr>
            <a:xfrm>
              <a:off x="4756576" y="2530702"/>
              <a:ext cx="1245036" cy="593992"/>
              <a:chOff x="9852456" y="608434"/>
              <a:chExt cx="1245036" cy="593992"/>
            </a:xfrm>
          </p:grpSpPr>
          <p:sp>
            <p:nvSpPr>
              <p:cNvPr id="2798" name="Google Shape;2798;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9" name="Google Shape;2799;p42"/>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800" name="Google Shape;2800;p42"/>
            <p:cNvGrpSpPr/>
            <p:nvPr/>
          </p:nvGrpSpPr>
          <p:grpSpPr>
            <a:xfrm>
              <a:off x="4815705" y="3003923"/>
              <a:ext cx="577241" cy="307777"/>
              <a:chOff x="9678159" y="981583"/>
              <a:chExt cx="577241" cy="307777"/>
            </a:xfrm>
          </p:grpSpPr>
          <p:sp>
            <p:nvSpPr>
              <p:cNvPr id="2801" name="Google Shape;2801;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2" name="Google Shape;2802;p42"/>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03" name="Google Shape;2803;p42"/>
            <p:cNvGrpSpPr/>
            <p:nvPr/>
          </p:nvGrpSpPr>
          <p:grpSpPr>
            <a:xfrm>
              <a:off x="5854223" y="2398718"/>
              <a:ext cx="230514" cy="466725"/>
              <a:chOff x="4140" y="429"/>
              <a:chExt cx="1425" cy="2396"/>
            </a:xfrm>
          </p:grpSpPr>
          <p:sp>
            <p:nvSpPr>
              <p:cNvPr id="2804" name="Google Shape;2804;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5" name="Google Shape;2805;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6" name="Google Shape;2806;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7" name="Google Shape;2807;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8" name="Google Shape;2808;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09" name="Google Shape;2809;p42"/>
              <p:cNvGrpSpPr/>
              <p:nvPr/>
            </p:nvGrpSpPr>
            <p:grpSpPr>
              <a:xfrm>
                <a:off x="4751" y="667"/>
                <a:ext cx="580" cy="146"/>
                <a:chOff x="617" y="2567"/>
                <a:chExt cx="724" cy="140"/>
              </a:xfrm>
            </p:grpSpPr>
            <p:sp>
              <p:nvSpPr>
                <p:cNvPr id="2810" name="Google Shape;2810;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1" name="Google Shape;2811;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2" name="Google Shape;2812;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3" name="Google Shape;2813;p42"/>
              <p:cNvGrpSpPr/>
              <p:nvPr/>
            </p:nvGrpSpPr>
            <p:grpSpPr>
              <a:xfrm>
                <a:off x="4745" y="996"/>
                <a:ext cx="580" cy="156"/>
                <a:chOff x="612" y="2570"/>
                <a:chExt cx="724" cy="162"/>
              </a:xfrm>
            </p:grpSpPr>
            <p:sp>
              <p:nvSpPr>
                <p:cNvPr id="2814" name="Google Shape;2814;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5" name="Google Shape;2815;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6" name="Google Shape;2816;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7" name="Google Shape;2817;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8" name="Google Shape;2818;p42"/>
              <p:cNvGrpSpPr/>
              <p:nvPr/>
            </p:nvGrpSpPr>
            <p:grpSpPr>
              <a:xfrm>
                <a:off x="4733" y="1627"/>
                <a:ext cx="586" cy="151"/>
                <a:chOff x="611" y="2568"/>
                <a:chExt cx="730" cy="139"/>
              </a:xfrm>
            </p:grpSpPr>
            <p:sp>
              <p:nvSpPr>
                <p:cNvPr id="2819" name="Google Shape;2819;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0" name="Google Shape;2820;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1" name="Google Shape;2821;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22" name="Google Shape;2822;p42"/>
              <p:cNvGrpSpPr/>
              <p:nvPr/>
            </p:nvGrpSpPr>
            <p:grpSpPr>
              <a:xfrm>
                <a:off x="4739" y="1325"/>
                <a:ext cx="580" cy="140"/>
                <a:chOff x="614" y="2566"/>
                <a:chExt cx="723" cy="140"/>
              </a:xfrm>
            </p:grpSpPr>
            <p:sp>
              <p:nvSpPr>
                <p:cNvPr id="2823" name="Google Shape;2823;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4" name="Google Shape;2824;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5" name="Google Shape;2825;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6" name="Google Shape;2826;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7" name="Google Shape;2827;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8" name="Google Shape;2828;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9" name="Google Shape;2829;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0" name="Google Shape;2830;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1" name="Google Shape;2831;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2" name="Google Shape;2832;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3" name="Google Shape;2833;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834" name="Google Shape;2834;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5" name="Google Shape;2835;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36" name="Google Shape;2836;p42"/>
            <p:cNvGrpSpPr/>
            <p:nvPr/>
          </p:nvGrpSpPr>
          <p:grpSpPr>
            <a:xfrm>
              <a:off x="2669417" y="3423937"/>
              <a:ext cx="2003932" cy="369332"/>
              <a:chOff x="7504363" y="3141846"/>
              <a:chExt cx="2003932" cy="369332"/>
            </a:xfrm>
          </p:grpSpPr>
          <p:grpSp>
            <p:nvGrpSpPr>
              <p:cNvPr id="2837" name="Google Shape;2837;p42"/>
              <p:cNvGrpSpPr/>
              <p:nvPr/>
            </p:nvGrpSpPr>
            <p:grpSpPr>
              <a:xfrm>
                <a:off x="7504363" y="3183676"/>
                <a:ext cx="2003932" cy="306163"/>
                <a:chOff x="1616358" y="2551230"/>
                <a:chExt cx="2141698" cy="218510"/>
              </a:xfrm>
            </p:grpSpPr>
            <p:sp>
              <p:nvSpPr>
                <p:cNvPr id="2838" name="Google Shape;2838;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39" name="Google Shape;2839;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0" name="Google Shape;2840;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1" name="Google Shape;2841;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42" name="Google Shape;2842;p42"/>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843" name="Google Shape;2843;p42"/>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4" name="Google Shape;2844;p42"/>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45" name="Google Shape;2845;p42"/>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6" name="Google Shape;2846;p42"/>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847" name="Google Shape;2847;p42"/>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848" name="Google Shape;2848;p42"/>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2849" name="Google Shape;2849;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4" name="Shape 2854"/>
        <p:cNvGrpSpPr/>
        <p:nvPr/>
      </p:nvGrpSpPr>
      <p:grpSpPr>
        <a:xfrm>
          <a:off x="0" y="0"/>
          <a:ext cx="0" cy="0"/>
          <a:chOff x="0" y="0"/>
          <a:chExt cx="0" cy="0"/>
        </a:xfrm>
      </p:grpSpPr>
      <p:sp>
        <p:nvSpPr>
          <p:cNvPr id="2855" name="Google Shape;2855;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856" name="Google Shape;2856;p43"/>
          <p:cNvGrpSpPr/>
          <p:nvPr/>
        </p:nvGrpSpPr>
        <p:grpSpPr>
          <a:xfrm>
            <a:off x="6226081" y="1900904"/>
            <a:ext cx="5598584" cy="4095684"/>
            <a:chOff x="6226081" y="2364366"/>
            <a:chExt cx="5598584" cy="4095684"/>
          </a:xfrm>
        </p:grpSpPr>
        <p:grpSp>
          <p:nvGrpSpPr>
            <p:cNvPr id="2857" name="Google Shape;2857;p43"/>
            <p:cNvGrpSpPr/>
            <p:nvPr/>
          </p:nvGrpSpPr>
          <p:grpSpPr>
            <a:xfrm>
              <a:off x="6944646" y="2545250"/>
              <a:ext cx="1245036" cy="593992"/>
              <a:chOff x="9852456" y="608434"/>
              <a:chExt cx="1245036" cy="593992"/>
            </a:xfrm>
          </p:grpSpPr>
          <p:sp>
            <p:nvSpPr>
              <p:cNvPr id="2858" name="Google Shape;2858;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59" name="Google Shape;2859;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2860" name="Google Shape;2860;p43"/>
            <p:cNvGrpSpPr/>
            <p:nvPr/>
          </p:nvGrpSpPr>
          <p:grpSpPr>
            <a:xfrm>
              <a:off x="7541116" y="2997281"/>
              <a:ext cx="577241" cy="338554"/>
              <a:chOff x="9950444" y="999755"/>
              <a:chExt cx="577241" cy="338554"/>
            </a:xfrm>
          </p:grpSpPr>
          <p:sp>
            <p:nvSpPr>
              <p:cNvPr id="2861" name="Google Shape;2861;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2" name="Google Shape;2862;p43"/>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63" name="Google Shape;2863;p43"/>
            <p:cNvGrpSpPr/>
            <p:nvPr/>
          </p:nvGrpSpPr>
          <p:grpSpPr>
            <a:xfrm>
              <a:off x="6677899" y="2425781"/>
              <a:ext cx="545509" cy="512284"/>
              <a:chOff x="-44" y="1473"/>
              <a:chExt cx="981" cy="1105"/>
            </a:xfrm>
          </p:grpSpPr>
          <p:pic>
            <p:nvPicPr>
              <p:cNvPr descr="desktop_computer_stylized_medium" id="2864" name="Google Shape;2864;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65" name="Google Shape;2865;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66" name="Google Shape;2866;p43"/>
            <p:cNvGrpSpPr/>
            <p:nvPr/>
          </p:nvGrpSpPr>
          <p:grpSpPr>
            <a:xfrm>
              <a:off x="10189724" y="2496350"/>
              <a:ext cx="1245036" cy="593992"/>
              <a:chOff x="9852456" y="608434"/>
              <a:chExt cx="1245036" cy="593992"/>
            </a:xfrm>
          </p:grpSpPr>
          <p:sp>
            <p:nvSpPr>
              <p:cNvPr id="2867" name="Google Shape;2867;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68" name="Google Shape;2868;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2869" name="Google Shape;2869;p43"/>
            <p:cNvGrpSpPr/>
            <p:nvPr/>
          </p:nvGrpSpPr>
          <p:grpSpPr>
            <a:xfrm>
              <a:off x="10248853" y="2969571"/>
              <a:ext cx="577241" cy="338554"/>
              <a:chOff x="9678159" y="981583"/>
              <a:chExt cx="577241" cy="338554"/>
            </a:xfrm>
          </p:grpSpPr>
          <p:sp>
            <p:nvSpPr>
              <p:cNvPr id="2870" name="Google Shape;2870;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1" name="Google Shape;2871;p43"/>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72" name="Google Shape;2872;p43"/>
            <p:cNvGrpSpPr/>
            <p:nvPr/>
          </p:nvGrpSpPr>
          <p:grpSpPr>
            <a:xfrm>
              <a:off x="11287371" y="2364366"/>
              <a:ext cx="230514" cy="466725"/>
              <a:chOff x="4140" y="429"/>
              <a:chExt cx="1425" cy="2396"/>
            </a:xfrm>
          </p:grpSpPr>
          <p:sp>
            <p:nvSpPr>
              <p:cNvPr id="2873" name="Google Shape;2873;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4" name="Google Shape;2874;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5" name="Google Shape;2875;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6" name="Google Shape;2876;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7" name="Google Shape;2877;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78" name="Google Shape;2878;p43"/>
              <p:cNvGrpSpPr/>
              <p:nvPr/>
            </p:nvGrpSpPr>
            <p:grpSpPr>
              <a:xfrm>
                <a:off x="4751" y="667"/>
                <a:ext cx="580" cy="146"/>
                <a:chOff x="617" y="2567"/>
                <a:chExt cx="724" cy="140"/>
              </a:xfrm>
            </p:grpSpPr>
            <p:sp>
              <p:nvSpPr>
                <p:cNvPr id="2879" name="Google Shape;2879;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0" name="Google Shape;2880;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1" name="Google Shape;2881;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2" name="Google Shape;2882;p43"/>
              <p:cNvGrpSpPr/>
              <p:nvPr/>
            </p:nvGrpSpPr>
            <p:grpSpPr>
              <a:xfrm>
                <a:off x="4745" y="996"/>
                <a:ext cx="580" cy="156"/>
                <a:chOff x="612" y="2570"/>
                <a:chExt cx="724" cy="162"/>
              </a:xfrm>
            </p:grpSpPr>
            <p:sp>
              <p:nvSpPr>
                <p:cNvPr id="2883" name="Google Shape;2883;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4" name="Google Shape;2884;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5" name="Google Shape;2885;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6" name="Google Shape;2886;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7" name="Google Shape;2887;p43"/>
              <p:cNvGrpSpPr/>
              <p:nvPr/>
            </p:nvGrpSpPr>
            <p:grpSpPr>
              <a:xfrm>
                <a:off x="4733" y="1627"/>
                <a:ext cx="586" cy="151"/>
                <a:chOff x="611" y="2568"/>
                <a:chExt cx="730" cy="139"/>
              </a:xfrm>
            </p:grpSpPr>
            <p:sp>
              <p:nvSpPr>
                <p:cNvPr id="2888" name="Google Shape;2888;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9" name="Google Shape;2889;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0" name="Google Shape;2890;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91" name="Google Shape;2891;p43"/>
              <p:cNvGrpSpPr/>
              <p:nvPr/>
            </p:nvGrpSpPr>
            <p:grpSpPr>
              <a:xfrm>
                <a:off x="4739" y="1325"/>
                <a:ext cx="580" cy="140"/>
                <a:chOff x="614" y="2566"/>
                <a:chExt cx="723" cy="140"/>
              </a:xfrm>
            </p:grpSpPr>
            <p:sp>
              <p:nvSpPr>
                <p:cNvPr id="2892" name="Google Shape;2892;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3" name="Google Shape;2893;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4" name="Google Shape;2894;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5" name="Google Shape;2895;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6" name="Google Shape;2896;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7" name="Google Shape;2897;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8" name="Google Shape;2898;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9" name="Google Shape;2899;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0" name="Google Shape;2900;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1" name="Google Shape;2901;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2" name="Google Shape;2902;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03" name="Google Shape;2903;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4" name="Google Shape;2904;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905" name="Google Shape;2905;p43"/>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06" name="Google Shape;2906;p43"/>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07" name="Google Shape;2907;p43"/>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08" name="Google Shape;2908;p43"/>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09" name="Google Shape;2909;p43"/>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2910" name="Google Shape;2910;p43"/>
            <p:cNvGrpSpPr/>
            <p:nvPr/>
          </p:nvGrpSpPr>
          <p:grpSpPr>
            <a:xfrm>
              <a:off x="6573835" y="5301907"/>
              <a:ext cx="5250830" cy="481581"/>
              <a:chOff x="6737055" y="3471301"/>
              <a:chExt cx="5250830" cy="481581"/>
            </a:xfrm>
          </p:grpSpPr>
          <p:grpSp>
            <p:nvGrpSpPr>
              <p:cNvPr id="2911" name="Google Shape;2911;p43"/>
              <p:cNvGrpSpPr/>
              <p:nvPr/>
            </p:nvGrpSpPr>
            <p:grpSpPr>
              <a:xfrm>
                <a:off x="8324240" y="3583550"/>
                <a:ext cx="2044628" cy="369332"/>
                <a:chOff x="7504363" y="3155701"/>
                <a:chExt cx="2044628" cy="369332"/>
              </a:xfrm>
            </p:grpSpPr>
            <p:grpSp>
              <p:nvGrpSpPr>
                <p:cNvPr id="2912" name="Google Shape;2912;p43"/>
                <p:cNvGrpSpPr/>
                <p:nvPr/>
              </p:nvGrpSpPr>
              <p:grpSpPr>
                <a:xfrm>
                  <a:off x="7504363" y="3183676"/>
                  <a:ext cx="2003932" cy="306163"/>
                  <a:chOff x="1616358" y="2551230"/>
                  <a:chExt cx="2141698" cy="218510"/>
                </a:xfrm>
              </p:grpSpPr>
              <p:sp>
                <p:nvSpPr>
                  <p:cNvPr id="2913" name="Google Shape;2913;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4" name="Google Shape;2914;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5" name="Google Shape;2915;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6" name="Google Shape;2916;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17" name="Google Shape;2917;p43"/>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2918" name="Google Shape;2918;p43"/>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19" name="Google Shape;2919;p43"/>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2920" name="Google Shape;2920;p43"/>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2921" name="Google Shape;2921;p43"/>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2922" name="Google Shape;2922;p43"/>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2923" name="Google Shape;2923;p43"/>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2924" name="Google Shape;2924;p43"/>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2925" name="Google Shape;2925;p43"/>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2926" name="Google Shape;2926;p43"/>
            <p:cNvGrpSpPr/>
            <p:nvPr/>
          </p:nvGrpSpPr>
          <p:grpSpPr>
            <a:xfrm>
              <a:off x="7535361" y="5023850"/>
              <a:ext cx="632009" cy="632009"/>
              <a:chOff x="7408199" y="4955748"/>
              <a:chExt cx="632009" cy="632009"/>
            </a:xfrm>
          </p:grpSpPr>
          <p:cxnSp>
            <p:nvCxnSpPr>
              <p:cNvPr id="2927" name="Google Shape;2927;p43"/>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28" name="Google Shape;2928;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2929" name="Google Shape;2929;p43"/>
            <p:cNvGrpSpPr/>
            <p:nvPr/>
          </p:nvGrpSpPr>
          <p:grpSpPr>
            <a:xfrm rot="-5400000">
              <a:off x="10248530" y="5019008"/>
              <a:ext cx="632009" cy="632009"/>
              <a:chOff x="7408199" y="4948974"/>
              <a:chExt cx="632009" cy="632009"/>
            </a:xfrm>
          </p:grpSpPr>
          <p:cxnSp>
            <p:nvCxnSpPr>
              <p:cNvPr id="2930" name="Google Shape;2930;p43"/>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31" name="Google Shape;2931;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2932" name="Google Shape;2932;p43"/>
          <p:cNvGrpSpPr/>
          <p:nvPr/>
        </p:nvGrpSpPr>
        <p:grpSpPr>
          <a:xfrm>
            <a:off x="238849" y="1911780"/>
            <a:ext cx="5147343" cy="2073847"/>
            <a:chOff x="737513" y="2398718"/>
            <a:chExt cx="5595549" cy="2073847"/>
          </a:xfrm>
        </p:grpSpPr>
        <p:sp>
          <p:nvSpPr>
            <p:cNvPr id="2933" name="Google Shape;2933;p43"/>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34" name="Google Shape;2934;p43"/>
            <p:cNvGrpSpPr/>
            <p:nvPr/>
          </p:nvGrpSpPr>
          <p:grpSpPr>
            <a:xfrm>
              <a:off x="1442223" y="2551892"/>
              <a:ext cx="1245036" cy="593992"/>
              <a:chOff x="9852456" y="608434"/>
              <a:chExt cx="1245036" cy="593992"/>
            </a:xfrm>
          </p:grpSpPr>
          <p:sp>
            <p:nvSpPr>
              <p:cNvPr id="2935" name="Google Shape;2935;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36" name="Google Shape;2936;p43"/>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937" name="Google Shape;2937;p43"/>
            <p:cNvGrpSpPr/>
            <p:nvPr/>
          </p:nvGrpSpPr>
          <p:grpSpPr>
            <a:xfrm>
              <a:off x="2038693" y="3003923"/>
              <a:ext cx="577241" cy="307777"/>
              <a:chOff x="9950444" y="999755"/>
              <a:chExt cx="577241" cy="307777"/>
            </a:xfrm>
          </p:grpSpPr>
          <p:sp>
            <p:nvSpPr>
              <p:cNvPr id="2938" name="Google Shape;2938;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9" name="Google Shape;2939;p43"/>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0" name="Google Shape;2940;p43"/>
            <p:cNvGrpSpPr/>
            <p:nvPr/>
          </p:nvGrpSpPr>
          <p:grpSpPr>
            <a:xfrm>
              <a:off x="1175476" y="2432423"/>
              <a:ext cx="545509" cy="512284"/>
              <a:chOff x="-44" y="1473"/>
              <a:chExt cx="981" cy="1105"/>
            </a:xfrm>
          </p:grpSpPr>
          <p:pic>
            <p:nvPicPr>
              <p:cNvPr descr="desktop_computer_stylized_medium" id="2941" name="Google Shape;2941;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2" name="Google Shape;2942;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43" name="Google Shape;2943;p43"/>
            <p:cNvGrpSpPr/>
            <p:nvPr/>
          </p:nvGrpSpPr>
          <p:grpSpPr>
            <a:xfrm>
              <a:off x="4756576" y="2530702"/>
              <a:ext cx="1245036" cy="593992"/>
              <a:chOff x="9852456" y="608434"/>
              <a:chExt cx="1245036" cy="593992"/>
            </a:xfrm>
          </p:grpSpPr>
          <p:sp>
            <p:nvSpPr>
              <p:cNvPr id="2944" name="Google Shape;2944;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45" name="Google Shape;2945;p43"/>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946" name="Google Shape;2946;p43"/>
            <p:cNvGrpSpPr/>
            <p:nvPr/>
          </p:nvGrpSpPr>
          <p:grpSpPr>
            <a:xfrm>
              <a:off x="4815705" y="3003923"/>
              <a:ext cx="577241" cy="307777"/>
              <a:chOff x="9678159" y="981583"/>
              <a:chExt cx="577241" cy="307777"/>
            </a:xfrm>
          </p:grpSpPr>
          <p:sp>
            <p:nvSpPr>
              <p:cNvPr id="2947" name="Google Shape;2947;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8" name="Google Shape;2948;p43"/>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9" name="Google Shape;2949;p43"/>
            <p:cNvGrpSpPr/>
            <p:nvPr/>
          </p:nvGrpSpPr>
          <p:grpSpPr>
            <a:xfrm>
              <a:off x="5854223" y="2398718"/>
              <a:ext cx="230514" cy="466725"/>
              <a:chOff x="4140" y="429"/>
              <a:chExt cx="1425" cy="2396"/>
            </a:xfrm>
          </p:grpSpPr>
          <p:sp>
            <p:nvSpPr>
              <p:cNvPr id="2950" name="Google Shape;2950;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1" name="Google Shape;2951;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2" name="Google Shape;2952;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3" name="Google Shape;2953;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4" name="Google Shape;2954;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5" name="Google Shape;2955;p43"/>
              <p:cNvGrpSpPr/>
              <p:nvPr/>
            </p:nvGrpSpPr>
            <p:grpSpPr>
              <a:xfrm>
                <a:off x="4751" y="667"/>
                <a:ext cx="580" cy="146"/>
                <a:chOff x="617" y="2567"/>
                <a:chExt cx="724" cy="140"/>
              </a:xfrm>
            </p:grpSpPr>
            <p:sp>
              <p:nvSpPr>
                <p:cNvPr id="2956" name="Google Shape;2956;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7" name="Google Shape;2957;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58" name="Google Shape;2958;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9" name="Google Shape;2959;p43"/>
              <p:cNvGrpSpPr/>
              <p:nvPr/>
            </p:nvGrpSpPr>
            <p:grpSpPr>
              <a:xfrm>
                <a:off x="4745" y="996"/>
                <a:ext cx="580" cy="156"/>
                <a:chOff x="612" y="2570"/>
                <a:chExt cx="724" cy="162"/>
              </a:xfrm>
            </p:grpSpPr>
            <p:sp>
              <p:nvSpPr>
                <p:cNvPr id="2960" name="Google Shape;2960;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1" name="Google Shape;2961;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2" name="Google Shape;2962;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3" name="Google Shape;2963;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4" name="Google Shape;2964;p43"/>
              <p:cNvGrpSpPr/>
              <p:nvPr/>
            </p:nvGrpSpPr>
            <p:grpSpPr>
              <a:xfrm>
                <a:off x="4733" y="1627"/>
                <a:ext cx="586" cy="151"/>
                <a:chOff x="611" y="2568"/>
                <a:chExt cx="730" cy="139"/>
              </a:xfrm>
            </p:grpSpPr>
            <p:sp>
              <p:nvSpPr>
                <p:cNvPr id="2965" name="Google Shape;2965;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6" name="Google Shape;2966;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7" name="Google Shape;2967;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8" name="Google Shape;2968;p43"/>
              <p:cNvGrpSpPr/>
              <p:nvPr/>
            </p:nvGrpSpPr>
            <p:grpSpPr>
              <a:xfrm>
                <a:off x="4739" y="1325"/>
                <a:ext cx="580" cy="140"/>
                <a:chOff x="614" y="2566"/>
                <a:chExt cx="723" cy="140"/>
              </a:xfrm>
            </p:grpSpPr>
            <p:sp>
              <p:nvSpPr>
                <p:cNvPr id="2969" name="Google Shape;2969;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0" name="Google Shape;2970;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1" name="Google Shape;2971;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2" name="Google Shape;2972;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3" name="Google Shape;2973;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4" name="Google Shape;2974;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5" name="Google Shape;2975;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6" name="Google Shape;2976;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7" name="Google Shape;2977;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8" name="Google Shape;2978;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9" name="Google Shape;2979;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80" name="Google Shape;2980;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1" name="Google Shape;2981;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82" name="Google Shape;2982;p43"/>
            <p:cNvGrpSpPr/>
            <p:nvPr/>
          </p:nvGrpSpPr>
          <p:grpSpPr>
            <a:xfrm>
              <a:off x="2669417" y="3423937"/>
              <a:ext cx="2003932" cy="369332"/>
              <a:chOff x="7504363" y="3141846"/>
              <a:chExt cx="2003932" cy="369332"/>
            </a:xfrm>
          </p:grpSpPr>
          <p:grpSp>
            <p:nvGrpSpPr>
              <p:cNvPr id="2983" name="Google Shape;2983;p43"/>
              <p:cNvGrpSpPr/>
              <p:nvPr/>
            </p:nvGrpSpPr>
            <p:grpSpPr>
              <a:xfrm>
                <a:off x="7504363" y="3183676"/>
                <a:ext cx="2003932" cy="306163"/>
                <a:chOff x="1616358" y="2551230"/>
                <a:chExt cx="2141698" cy="218510"/>
              </a:xfrm>
            </p:grpSpPr>
            <p:sp>
              <p:nvSpPr>
                <p:cNvPr id="2984" name="Google Shape;2984;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5" name="Google Shape;2985;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6" name="Google Shape;2986;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7" name="Google Shape;2987;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88" name="Google Shape;2988;p43"/>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989" name="Google Shape;2989;p43"/>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0" name="Google Shape;2990;p43"/>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991" name="Google Shape;2991;p43"/>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2" name="Google Shape;2992;p43"/>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93" name="Google Shape;2993;p43"/>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94" name="Google Shape;2994;p43"/>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2995" name="Google Shape;2995;p43"/>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6" name="Google Shape;2996;p43"/>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7" name="Google Shape;2997;p43"/>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8" name="Google Shape;2998;p43"/>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9" name="Google Shape;2999;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96"/>
                                        </p:tgtEl>
                                        <p:attrNameLst>
                                          <p:attrName>style.visibility</p:attrName>
                                        </p:attrNameLst>
                                      </p:cBhvr>
                                      <p:to>
                                        <p:strVal val="visible"/>
                                      </p:to>
                                    </p:set>
                                    <p:animEffect filter="fade" transition="in">
                                      <p:cBhvr>
                                        <p:cTn dur="500"/>
                                        <p:tgtEl>
                                          <p:spTgt spid="29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56"/>
                                        </p:tgtEl>
                                        <p:attrNameLst>
                                          <p:attrName>style.visibility</p:attrName>
                                        </p:attrNameLst>
                                      </p:cBhvr>
                                      <p:to>
                                        <p:strVal val="visible"/>
                                      </p:to>
                                    </p:set>
                                    <p:animEffect filter="fade" transition="in">
                                      <p:cBhvr>
                                        <p:cTn dur="1000"/>
                                        <p:tgtEl>
                                          <p:spTgt spid="2856"/>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2996"/>
                                        </p:tgtEl>
                                      </p:cBhvr>
                                    </p:animEffect>
                                    <p:set>
                                      <p:cBhvr>
                                        <p:cTn dur="1" fill="hold">
                                          <p:stCondLst>
                                            <p:cond delay="500"/>
                                          </p:stCondLst>
                                        </p:cTn>
                                        <p:tgtEl>
                                          <p:spTgt spid="29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7"/>
                                        </p:tgtEl>
                                        <p:attrNameLst>
                                          <p:attrName>style.visibility</p:attrName>
                                        </p:attrNameLst>
                                      </p:cBhvr>
                                      <p:to>
                                        <p:strVal val="visible"/>
                                      </p:to>
                                    </p:set>
                                    <p:animEffect filter="fade" transition="in">
                                      <p:cBhvr>
                                        <p:cTn dur="500"/>
                                        <p:tgtEl>
                                          <p:spTgt spid="2997"/>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2998"/>
                                        </p:tgtEl>
                                        <p:attrNameLst>
                                          <p:attrName>style.visibility</p:attrName>
                                        </p:attrNameLst>
                                      </p:cBhvr>
                                      <p:to>
                                        <p:strVal val="visible"/>
                                      </p:to>
                                    </p:set>
                                    <p:animEffect filter="fade" transition="in">
                                      <p:cBhvr>
                                        <p:cTn dur="500"/>
                                        <p:tgtEl>
                                          <p:spTgt spid="2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4" name="Shape 3004"/>
        <p:cNvGrpSpPr/>
        <p:nvPr/>
      </p:nvGrpSpPr>
      <p:grpSpPr>
        <a:xfrm>
          <a:off x="0" y="0"/>
          <a:ext cx="0" cy="0"/>
          <a:chOff x="0" y="0"/>
          <a:chExt cx="0" cy="0"/>
        </a:xfrm>
      </p:grpSpPr>
      <p:sp>
        <p:nvSpPr>
          <p:cNvPr id="3005" name="Google Shape;3005;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06" name="Google Shape;3006;p44"/>
          <p:cNvGrpSpPr/>
          <p:nvPr/>
        </p:nvGrpSpPr>
        <p:grpSpPr>
          <a:xfrm>
            <a:off x="6226081" y="1900904"/>
            <a:ext cx="5598584" cy="4095684"/>
            <a:chOff x="6226081" y="2364366"/>
            <a:chExt cx="5598584" cy="4095684"/>
          </a:xfrm>
        </p:grpSpPr>
        <p:grpSp>
          <p:nvGrpSpPr>
            <p:cNvPr id="3007" name="Google Shape;3007;p44"/>
            <p:cNvGrpSpPr/>
            <p:nvPr/>
          </p:nvGrpSpPr>
          <p:grpSpPr>
            <a:xfrm>
              <a:off x="6944646" y="2545250"/>
              <a:ext cx="1245036" cy="593992"/>
              <a:chOff x="9852456" y="608434"/>
              <a:chExt cx="1245036" cy="593992"/>
            </a:xfrm>
          </p:grpSpPr>
          <p:sp>
            <p:nvSpPr>
              <p:cNvPr id="3008" name="Google Shape;3008;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09" name="Google Shape;3009;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10" name="Google Shape;3010;p44"/>
            <p:cNvGrpSpPr/>
            <p:nvPr/>
          </p:nvGrpSpPr>
          <p:grpSpPr>
            <a:xfrm>
              <a:off x="7541116" y="2997281"/>
              <a:ext cx="577241" cy="338554"/>
              <a:chOff x="9950444" y="999755"/>
              <a:chExt cx="577241" cy="338554"/>
            </a:xfrm>
          </p:grpSpPr>
          <p:sp>
            <p:nvSpPr>
              <p:cNvPr id="3011" name="Google Shape;3011;p44"/>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2" name="Google Shape;3012;p44"/>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13" name="Google Shape;3013;p44"/>
            <p:cNvGrpSpPr/>
            <p:nvPr/>
          </p:nvGrpSpPr>
          <p:grpSpPr>
            <a:xfrm>
              <a:off x="6677899" y="2425781"/>
              <a:ext cx="545509" cy="512284"/>
              <a:chOff x="-44" y="1473"/>
              <a:chExt cx="981" cy="1105"/>
            </a:xfrm>
          </p:grpSpPr>
          <p:pic>
            <p:nvPicPr>
              <p:cNvPr descr="desktop_computer_stylized_medium" id="3014" name="Google Shape;3014;p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5" name="Google Shape;3015;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016" name="Google Shape;3016;p44"/>
            <p:cNvGrpSpPr/>
            <p:nvPr/>
          </p:nvGrpSpPr>
          <p:grpSpPr>
            <a:xfrm>
              <a:off x="10189724" y="2496350"/>
              <a:ext cx="1245036" cy="593992"/>
              <a:chOff x="9852456" y="608434"/>
              <a:chExt cx="1245036" cy="593992"/>
            </a:xfrm>
          </p:grpSpPr>
          <p:sp>
            <p:nvSpPr>
              <p:cNvPr id="3017" name="Google Shape;3017;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18" name="Google Shape;3018;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019" name="Google Shape;3019;p44"/>
            <p:cNvGrpSpPr/>
            <p:nvPr/>
          </p:nvGrpSpPr>
          <p:grpSpPr>
            <a:xfrm>
              <a:off x="10248853" y="2969571"/>
              <a:ext cx="577241" cy="338554"/>
              <a:chOff x="9678159" y="981583"/>
              <a:chExt cx="577241" cy="338554"/>
            </a:xfrm>
          </p:grpSpPr>
          <p:sp>
            <p:nvSpPr>
              <p:cNvPr id="3020" name="Google Shape;3020;p44"/>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1" name="Google Shape;3021;p44"/>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2" name="Google Shape;3022;p44"/>
            <p:cNvGrpSpPr/>
            <p:nvPr/>
          </p:nvGrpSpPr>
          <p:grpSpPr>
            <a:xfrm>
              <a:off x="11287371" y="2364366"/>
              <a:ext cx="230514" cy="466725"/>
              <a:chOff x="4140" y="429"/>
              <a:chExt cx="1425" cy="2396"/>
            </a:xfrm>
          </p:grpSpPr>
          <p:sp>
            <p:nvSpPr>
              <p:cNvPr id="3023" name="Google Shape;3023;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4" name="Google Shape;3024;p4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5" name="Google Shape;3025;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6" name="Google Shape;3026;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7" name="Google Shape;3027;p4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28" name="Google Shape;3028;p44"/>
              <p:cNvGrpSpPr/>
              <p:nvPr/>
            </p:nvGrpSpPr>
            <p:grpSpPr>
              <a:xfrm>
                <a:off x="4751" y="667"/>
                <a:ext cx="580" cy="146"/>
                <a:chOff x="617" y="2567"/>
                <a:chExt cx="724" cy="140"/>
              </a:xfrm>
            </p:grpSpPr>
            <p:sp>
              <p:nvSpPr>
                <p:cNvPr id="3029" name="Google Shape;3029;p4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0" name="Google Shape;3030;p4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1" name="Google Shape;3031;p4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2" name="Google Shape;3032;p44"/>
              <p:cNvGrpSpPr/>
              <p:nvPr/>
            </p:nvGrpSpPr>
            <p:grpSpPr>
              <a:xfrm>
                <a:off x="4745" y="996"/>
                <a:ext cx="580" cy="156"/>
                <a:chOff x="612" y="2570"/>
                <a:chExt cx="724" cy="162"/>
              </a:xfrm>
            </p:grpSpPr>
            <p:sp>
              <p:nvSpPr>
                <p:cNvPr id="3033" name="Google Shape;3033;p4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4" name="Google Shape;3034;p4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5" name="Google Shape;3035;p4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6" name="Google Shape;3036;p4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7" name="Google Shape;3037;p44"/>
              <p:cNvGrpSpPr/>
              <p:nvPr/>
            </p:nvGrpSpPr>
            <p:grpSpPr>
              <a:xfrm>
                <a:off x="4733" y="1627"/>
                <a:ext cx="586" cy="151"/>
                <a:chOff x="611" y="2568"/>
                <a:chExt cx="730" cy="139"/>
              </a:xfrm>
            </p:grpSpPr>
            <p:sp>
              <p:nvSpPr>
                <p:cNvPr id="3038" name="Google Shape;3038;p4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9" name="Google Shape;3039;p4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0" name="Google Shape;3040;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1" name="Google Shape;3041;p44"/>
              <p:cNvGrpSpPr/>
              <p:nvPr/>
            </p:nvGrpSpPr>
            <p:grpSpPr>
              <a:xfrm>
                <a:off x="4739" y="1325"/>
                <a:ext cx="580" cy="140"/>
                <a:chOff x="614" y="2566"/>
                <a:chExt cx="723" cy="140"/>
              </a:xfrm>
            </p:grpSpPr>
            <p:sp>
              <p:nvSpPr>
                <p:cNvPr id="3042" name="Google Shape;3042;p4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3" name="Google Shape;3043;p4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4" name="Google Shape;3044;p4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5" name="Google Shape;3045;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6" name="Google Shape;3046;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7" name="Google Shape;3047;p4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8" name="Google Shape;3048;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9" name="Google Shape;3049;p4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0" name="Google Shape;3050;p4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1" name="Google Shape;3051;p4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2" name="Google Shape;3052;p4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053" name="Google Shape;3053;p4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4" name="Google Shape;3054;p4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055" name="Google Shape;3055;p44"/>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56" name="Google Shape;3056;p44"/>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57" name="Google Shape;3057;p44"/>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58" name="Google Shape;3058;p44"/>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59" name="Google Shape;3059;p44"/>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060" name="Google Shape;3060;p44"/>
            <p:cNvGrpSpPr/>
            <p:nvPr/>
          </p:nvGrpSpPr>
          <p:grpSpPr>
            <a:xfrm>
              <a:off x="6573835" y="5301907"/>
              <a:ext cx="5250830" cy="481581"/>
              <a:chOff x="6737055" y="3471301"/>
              <a:chExt cx="5250830" cy="481581"/>
            </a:xfrm>
          </p:grpSpPr>
          <p:grpSp>
            <p:nvGrpSpPr>
              <p:cNvPr id="3061" name="Google Shape;3061;p44"/>
              <p:cNvGrpSpPr/>
              <p:nvPr/>
            </p:nvGrpSpPr>
            <p:grpSpPr>
              <a:xfrm>
                <a:off x="8324240" y="3583550"/>
                <a:ext cx="2044628" cy="369332"/>
                <a:chOff x="7504363" y="3155701"/>
                <a:chExt cx="2044628" cy="369332"/>
              </a:xfrm>
            </p:grpSpPr>
            <p:grpSp>
              <p:nvGrpSpPr>
                <p:cNvPr id="3062" name="Google Shape;3062;p44"/>
                <p:cNvGrpSpPr/>
                <p:nvPr/>
              </p:nvGrpSpPr>
              <p:grpSpPr>
                <a:xfrm>
                  <a:off x="7504363" y="3183676"/>
                  <a:ext cx="2003932" cy="306163"/>
                  <a:chOff x="1616358" y="2551230"/>
                  <a:chExt cx="2141698" cy="218510"/>
                </a:xfrm>
              </p:grpSpPr>
              <p:sp>
                <p:nvSpPr>
                  <p:cNvPr id="3063" name="Google Shape;3063;p44"/>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4" name="Google Shape;3064;p44"/>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5" name="Google Shape;3065;p44"/>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6" name="Google Shape;3066;p44"/>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067" name="Google Shape;3067;p44"/>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068" name="Google Shape;3068;p44"/>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69" name="Google Shape;3069;p44"/>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070" name="Google Shape;3070;p44"/>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071" name="Google Shape;3071;p44"/>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072" name="Google Shape;3072;p44"/>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073" name="Google Shape;3073;p44"/>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074" name="Google Shape;3074;p44"/>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075" name="Google Shape;3075;p44"/>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076" name="Google Shape;3076;p44"/>
            <p:cNvGrpSpPr/>
            <p:nvPr/>
          </p:nvGrpSpPr>
          <p:grpSpPr>
            <a:xfrm>
              <a:off x="7535361" y="5023850"/>
              <a:ext cx="632009" cy="632009"/>
              <a:chOff x="7408199" y="4955748"/>
              <a:chExt cx="632009" cy="632009"/>
            </a:xfrm>
          </p:grpSpPr>
          <p:cxnSp>
            <p:nvCxnSpPr>
              <p:cNvPr id="3077" name="Google Shape;3077;p44"/>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78" name="Google Shape;3078;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079" name="Google Shape;3079;p44"/>
            <p:cNvGrpSpPr/>
            <p:nvPr/>
          </p:nvGrpSpPr>
          <p:grpSpPr>
            <a:xfrm rot="-5400000">
              <a:off x="10248530" y="5019008"/>
              <a:ext cx="632009" cy="632009"/>
              <a:chOff x="7408199" y="4948974"/>
              <a:chExt cx="632009" cy="632009"/>
            </a:xfrm>
          </p:grpSpPr>
          <p:cxnSp>
            <p:nvCxnSpPr>
              <p:cNvPr id="3080" name="Google Shape;3080;p44"/>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1" name="Google Shape;3081;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082" name="Google Shape;3082;p44"/>
          <p:cNvGrpSpPr/>
          <p:nvPr/>
        </p:nvGrpSpPr>
        <p:grpSpPr>
          <a:xfrm>
            <a:off x="995688" y="3550466"/>
            <a:ext cx="9016751" cy="2246769"/>
            <a:chOff x="995688" y="4013928"/>
            <a:chExt cx="9016751" cy="2246769"/>
          </a:xfrm>
        </p:grpSpPr>
        <p:sp>
          <p:nvSpPr>
            <p:cNvPr id="3083" name="Google Shape;3083;p44"/>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084" name="Google Shape;3084;p44"/>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085" name="Google Shape;3085;p44"/>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086" name="Google Shape;3086;p44"/>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7" name="Google Shape;3087;p44"/>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8" name="Google Shape;308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2"/>
                                        </p:tgtEl>
                                        <p:attrNameLst>
                                          <p:attrName>style.visibility</p:attrName>
                                        </p:attrNameLst>
                                      </p:cBhvr>
                                      <p:to>
                                        <p:strVal val="visible"/>
                                      </p:to>
                                    </p:set>
                                    <p:animEffect filter="fade" transition="in">
                                      <p:cBhvr>
                                        <p:cTn dur="1000"/>
                                        <p:tgtEl>
                                          <p:spTgt spid="30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3" name="Shape 3093"/>
        <p:cNvGrpSpPr/>
        <p:nvPr/>
      </p:nvGrpSpPr>
      <p:grpSpPr>
        <a:xfrm>
          <a:off x="0" y="0"/>
          <a:ext cx="0" cy="0"/>
          <a:chOff x="0" y="0"/>
          <a:chExt cx="0" cy="0"/>
        </a:xfrm>
      </p:grpSpPr>
      <p:sp>
        <p:nvSpPr>
          <p:cNvPr id="3094" name="Google Shape;3094;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95" name="Google Shape;3095;p45"/>
          <p:cNvGrpSpPr/>
          <p:nvPr/>
        </p:nvGrpSpPr>
        <p:grpSpPr>
          <a:xfrm>
            <a:off x="6226081" y="1900904"/>
            <a:ext cx="5598584" cy="4095684"/>
            <a:chOff x="6226081" y="2364366"/>
            <a:chExt cx="5598584" cy="4095684"/>
          </a:xfrm>
        </p:grpSpPr>
        <p:grpSp>
          <p:nvGrpSpPr>
            <p:cNvPr id="3096" name="Google Shape;3096;p45"/>
            <p:cNvGrpSpPr/>
            <p:nvPr/>
          </p:nvGrpSpPr>
          <p:grpSpPr>
            <a:xfrm>
              <a:off x="6944646" y="2545250"/>
              <a:ext cx="1245036" cy="593992"/>
              <a:chOff x="9852456" y="608434"/>
              <a:chExt cx="1245036" cy="593992"/>
            </a:xfrm>
          </p:grpSpPr>
          <p:sp>
            <p:nvSpPr>
              <p:cNvPr id="3097" name="Google Shape;3097;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98" name="Google Shape;3098;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99" name="Google Shape;3099;p45"/>
            <p:cNvGrpSpPr/>
            <p:nvPr/>
          </p:nvGrpSpPr>
          <p:grpSpPr>
            <a:xfrm>
              <a:off x="7541116" y="2997281"/>
              <a:ext cx="577241" cy="338554"/>
              <a:chOff x="9950444" y="999755"/>
              <a:chExt cx="577241" cy="338554"/>
            </a:xfrm>
          </p:grpSpPr>
          <p:sp>
            <p:nvSpPr>
              <p:cNvPr id="3100" name="Google Shape;3100;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1" name="Google Shape;3101;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02" name="Google Shape;3102;p45"/>
            <p:cNvGrpSpPr/>
            <p:nvPr/>
          </p:nvGrpSpPr>
          <p:grpSpPr>
            <a:xfrm>
              <a:off x="6677899" y="2425781"/>
              <a:ext cx="545509" cy="512284"/>
              <a:chOff x="-44" y="1473"/>
              <a:chExt cx="981" cy="1105"/>
            </a:xfrm>
          </p:grpSpPr>
          <p:pic>
            <p:nvPicPr>
              <p:cNvPr descr="desktop_computer_stylized_medium" id="3103" name="Google Shape;3103;p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4" name="Google Shape;3104;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05" name="Google Shape;3105;p45"/>
            <p:cNvGrpSpPr/>
            <p:nvPr/>
          </p:nvGrpSpPr>
          <p:grpSpPr>
            <a:xfrm>
              <a:off x="10189724" y="2496350"/>
              <a:ext cx="1245036" cy="593992"/>
              <a:chOff x="9852456" y="608434"/>
              <a:chExt cx="1245036" cy="593992"/>
            </a:xfrm>
          </p:grpSpPr>
          <p:sp>
            <p:nvSpPr>
              <p:cNvPr id="3106" name="Google Shape;3106;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07" name="Google Shape;3107;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08" name="Google Shape;3108;p45"/>
            <p:cNvGrpSpPr/>
            <p:nvPr/>
          </p:nvGrpSpPr>
          <p:grpSpPr>
            <a:xfrm>
              <a:off x="10248853" y="2969571"/>
              <a:ext cx="577241" cy="338554"/>
              <a:chOff x="9678159" y="981583"/>
              <a:chExt cx="577241" cy="338554"/>
            </a:xfrm>
          </p:grpSpPr>
          <p:sp>
            <p:nvSpPr>
              <p:cNvPr id="3109" name="Google Shape;3109;p45"/>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0" name="Google Shape;3110;p45"/>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11" name="Google Shape;3111;p45"/>
            <p:cNvGrpSpPr/>
            <p:nvPr/>
          </p:nvGrpSpPr>
          <p:grpSpPr>
            <a:xfrm>
              <a:off x="11287371" y="2364366"/>
              <a:ext cx="230514" cy="466725"/>
              <a:chOff x="4140" y="429"/>
              <a:chExt cx="1425" cy="2396"/>
            </a:xfrm>
          </p:grpSpPr>
          <p:sp>
            <p:nvSpPr>
              <p:cNvPr id="3112" name="Google Shape;3112;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3" name="Google Shape;3113;p4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4" name="Google Shape;3114;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5" name="Google Shape;3115;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6" name="Google Shape;3116;p4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7" name="Google Shape;3117;p45"/>
              <p:cNvGrpSpPr/>
              <p:nvPr/>
            </p:nvGrpSpPr>
            <p:grpSpPr>
              <a:xfrm>
                <a:off x="4751" y="667"/>
                <a:ext cx="580" cy="146"/>
                <a:chOff x="617" y="2567"/>
                <a:chExt cx="724" cy="140"/>
              </a:xfrm>
            </p:grpSpPr>
            <p:sp>
              <p:nvSpPr>
                <p:cNvPr id="3118" name="Google Shape;3118;p4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9" name="Google Shape;3119;p4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0" name="Google Shape;3120;p4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1" name="Google Shape;3121;p45"/>
              <p:cNvGrpSpPr/>
              <p:nvPr/>
            </p:nvGrpSpPr>
            <p:grpSpPr>
              <a:xfrm>
                <a:off x="4745" y="996"/>
                <a:ext cx="580" cy="156"/>
                <a:chOff x="612" y="2570"/>
                <a:chExt cx="724" cy="162"/>
              </a:xfrm>
            </p:grpSpPr>
            <p:sp>
              <p:nvSpPr>
                <p:cNvPr id="3122" name="Google Shape;3122;p4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3" name="Google Shape;3123;p4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4" name="Google Shape;3124;p4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5" name="Google Shape;3125;p4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6" name="Google Shape;3126;p45"/>
              <p:cNvGrpSpPr/>
              <p:nvPr/>
            </p:nvGrpSpPr>
            <p:grpSpPr>
              <a:xfrm>
                <a:off x="4733" y="1627"/>
                <a:ext cx="586" cy="151"/>
                <a:chOff x="611" y="2568"/>
                <a:chExt cx="730" cy="139"/>
              </a:xfrm>
            </p:grpSpPr>
            <p:sp>
              <p:nvSpPr>
                <p:cNvPr id="3127" name="Google Shape;3127;p4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8" name="Google Shape;3128;p4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9" name="Google Shape;3129;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30" name="Google Shape;3130;p45"/>
              <p:cNvGrpSpPr/>
              <p:nvPr/>
            </p:nvGrpSpPr>
            <p:grpSpPr>
              <a:xfrm>
                <a:off x="4739" y="1325"/>
                <a:ext cx="580" cy="140"/>
                <a:chOff x="614" y="2566"/>
                <a:chExt cx="723" cy="140"/>
              </a:xfrm>
            </p:grpSpPr>
            <p:sp>
              <p:nvSpPr>
                <p:cNvPr id="3131" name="Google Shape;3131;p4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2" name="Google Shape;3132;p4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33" name="Google Shape;3133;p4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4" name="Google Shape;3134;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5" name="Google Shape;3135;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6" name="Google Shape;3136;p4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7" name="Google Shape;3137;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8" name="Google Shape;3138;p4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9" name="Google Shape;3139;p4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0" name="Google Shape;3140;p4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1" name="Google Shape;3141;p4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42" name="Google Shape;3142;p4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3" name="Google Shape;3143;p4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144" name="Google Shape;3144;p45"/>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45" name="Google Shape;3145;p45"/>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6" name="Google Shape;3146;p45"/>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47" name="Google Shape;3147;p45"/>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48" name="Google Shape;3148;p45"/>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149" name="Google Shape;3149;p45"/>
            <p:cNvGrpSpPr/>
            <p:nvPr/>
          </p:nvGrpSpPr>
          <p:grpSpPr>
            <a:xfrm>
              <a:off x="6573835" y="5301907"/>
              <a:ext cx="5250830" cy="481581"/>
              <a:chOff x="6737055" y="3471301"/>
              <a:chExt cx="5250830" cy="481581"/>
            </a:xfrm>
          </p:grpSpPr>
          <p:grpSp>
            <p:nvGrpSpPr>
              <p:cNvPr id="3150" name="Google Shape;3150;p45"/>
              <p:cNvGrpSpPr/>
              <p:nvPr/>
            </p:nvGrpSpPr>
            <p:grpSpPr>
              <a:xfrm>
                <a:off x="8324240" y="3583550"/>
                <a:ext cx="2044628" cy="369332"/>
                <a:chOff x="7504363" y="3155701"/>
                <a:chExt cx="2044628" cy="369332"/>
              </a:xfrm>
            </p:grpSpPr>
            <p:grpSp>
              <p:nvGrpSpPr>
                <p:cNvPr id="3151" name="Google Shape;3151;p45"/>
                <p:cNvGrpSpPr/>
                <p:nvPr/>
              </p:nvGrpSpPr>
              <p:grpSpPr>
                <a:xfrm>
                  <a:off x="7504363" y="3183676"/>
                  <a:ext cx="2003932" cy="306163"/>
                  <a:chOff x="1616358" y="2551230"/>
                  <a:chExt cx="2141698" cy="218510"/>
                </a:xfrm>
              </p:grpSpPr>
              <p:sp>
                <p:nvSpPr>
                  <p:cNvPr id="3152" name="Google Shape;3152;p45"/>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3" name="Google Shape;3153;p45"/>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4" name="Google Shape;3154;p45"/>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45"/>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156" name="Google Shape;3156;p45"/>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157" name="Google Shape;3157;p45"/>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58" name="Google Shape;3158;p45"/>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159" name="Google Shape;3159;p45"/>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160" name="Google Shape;3160;p45"/>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161" name="Google Shape;3161;p45"/>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162" name="Google Shape;3162;p45"/>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163" name="Google Shape;3163;p45"/>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164" name="Google Shape;3164;p45"/>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165" name="Google Shape;3165;p45"/>
            <p:cNvGrpSpPr/>
            <p:nvPr/>
          </p:nvGrpSpPr>
          <p:grpSpPr>
            <a:xfrm>
              <a:off x="7535361" y="5023850"/>
              <a:ext cx="632009" cy="632009"/>
              <a:chOff x="7408199" y="4955748"/>
              <a:chExt cx="632009" cy="632009"/>
            </a:xfrm>
          </p:grpSpPr>
          <p:cxnSp>
            <p:nvCxnSpPr>
              <p:cNvPr id="3166" name="Google Shape;3166;p45"/>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67" name="Google Shape;3167;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168" name="Google Shape;3168;p45"/>
            <p:cNvGrpSpPr/>
            <p:nvPr/>
          </p:nvGrpSpPr>
          <p:grpSpPr>
            <a:xfrm rot="-5400000">
              <a:off x="10248530" y="5019008"/>
              <a:ext cx="632009" cy="632009"/>
              <a:chOff x="7408199" y="4948974"/>
              <a:chExt cx="632009" cy="632009"/>
            </a:xfrm>
          </p:grpSpPr>
          <p:cxnSp>
            <p:nvCxnSpPr>
              <p:cNvPr id="3169" name="Google Shape;3169;p45"/>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70" name="Google Shape;3170;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171" name="Google Shape;3171;p45"/>
          <p:cNvGrpSpPr/>
          <p:nvPr/>
        </p:nvGrpSpPr>
        <p:grpSpPr>
          <a:xfrm>
            <a:off x="1042183" y="3581463"/>
            <a:ext cx="8970256" cy="2246769"/>
            <a:chOff x="1042183" y="4044925"/>
            <a:chExt cx="8970256" cy="2246769"/>
          </a:xfrm>
        </p:grpSpPr>
        <p:sp>
          <p:nvSpPr>
            <p:cNvPr id="3172" name="Google Shape;3172;p45"/>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3173" name="Google Shape;3173;p45"/>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174" name="Google Shape;3174;p45"/>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175" name="Google Shape;3175;p45"/>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6" name="Google Shape;3176;p45"/>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3177" name="Google Shape;3177;p45"/>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3178" name="Google Shape;3178;p45"/>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3179" name="Google Shape;3179;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71"/>
                                        </p:tgtEl>
                                        <p:attrNameLst>
                                          <p:attrName>style.visibility</p:attrName>
                                        </p:attrNameLst>
                                      </p:cBhvr>
                                      <p:to>
                                        <p:strVal val="visible"/>
                                      </p:to>
                                    </p:set>
                                    <p:animEffect filter="fade" transition="in">
                                      <p:cBhvr>
                                        <p:cTn dur="1000"/>
                                        <p:tgtEl>
                                          <p:spTgt spid="3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7"/>
                                        </p:tgtEl>
                                        <p:attrNameLst>
                                          <p:attrName>style.visibility</p:attrName>
                                        </p:attrNameLst>
                                      </p:cBhvr>
                                      <p:to>
                                        <p:strVal val="visible"/>
                                      </p:to>
                                    </p:set>
                                    <p:animEffect filter="fade" transition="in">
                                      <p:cBhvr>
                                        <p:cTn dur="500"/>
                                        <p:tgtEl>
                                          <p:spTgt spid="3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8"/>
                                        </p:tgtEl>
                                        <p:attrNameLst>
                                          <p:attrName>style.visibility</p:attrName>
                                        </p:attrNameLst>
                                      </p:cBhvr>
                                      <p:to>
                                        <p:strVal val="visible"/>
                                      </p:to>
                                    </p:set>
                                    <p:animEffect filter="fade" transition="in">
                                      <p:cBhvr>
                                        <p:cTn dur="1000"/>
                                        <p:tgtEl>
                                          <p:spTgt spid="3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4" name="Shape 3184"/>
        <p:cNvGrpSpPr/>
        <p:nvPr/>
      </p:nvGrpSpPr>
      <p:grpSpPr>
        <a:xfrm>
          <a:off x="0" y="0"/>
          <a:ext cx="0" cy="0"/>
          <a:chOff x="0" y="0"/>
          <a:chExt cx="0" cy="0"/>
        </a:xfrm>
      </p:grpSpPr>
      <p:sp>
        <p:nvSpPr>
          <p:cNvPr id="3185" name="Google Shape;3185;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3186" name="Google Shape;3186;p46"/>
          <p:cNvGrpSpPr/>
          <p:nvPr/>
        </p:nvGrpSpPr>
        <p:grpSpPr>
          <a:xfrm>
            <a:off x="2579501" y="2165159"/>
            <a:ext cx="7088417" cy="3419122"/>
            <a:chOff x="2293693" y="1943479"/>
            <a:chExt cx="7088417" cy="3419122"/>
          </a:xfrm>
        </p:grpSpPr>
        <p:grpSp>
          <p:nvGrpSpPr>
            <p:cNvPr id="3187" name="Google Shape;3187;p46"/>
            <p:cNvGrpSpPr/>
            <p:nvPr/>
          </p:nvGrpSpPr>
          <p:grpSpPr>
            <a:xfrm>
              <a:off x="3481010" y="2124363"/>
              <a:ext cx="1245036" cy="593992"/>
              <a:chOff x="9852456" y="608434"/>
              <a:chExt cx="1245036" cy="593992"/>
            </a:xfrm>
          </p:grpSpPr>
          <p:sp>
            <p:nvSpPr>
              <p:cNvPr id="3188" name="Google Shape;3188;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89" name="Google Shape;3189;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190" name="Google Shape;3190;p46"/>
            <p:cNvGrpSpPr/>
            <p:nvPr/>
          </p:nvGrpSpPr>
          <p:grpSpPr>
            <a:xfrm>
              <a:off x="4077480" y="2576394"/>
              <a:ext cx="577241" cy="338554"/>
              <a:chOff x="9950444" y="999755"/>
              <a:chExt cx="577241" cy="338554"/>
            </a:xfrm>
          </p:grpSpPr>
          <p:sp>
            <p:nvSpPr>
              <p:cNvPr id="3191" name="Google Shape;3191;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2" name="Google Shape;3192;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93" name="Google Shape;3193;p46"/>
            <p:cNvGrpSpPr/>
            <p:nvPr/>
          </p:nvGrpSpPr>
          <p:grpSpPr>
            <a:xfrm>
              <a:off x="3214263" y="2004894"/>
              <a:ext cx="545509" cy="512284"/>
              <a:chOff x="-44" y="1473"/>
              <a:chExt cx="981" cy="1105"/>
            </a:xfrm>
          </p:grpSpPr>
          <p:pic>
            <p:nvPicPr>
              <p:cNvPr descr="desktop_computer_stylized_medium" id="3194" name="Google Shape;3194;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96" name="Google Shape;3196;p46"/>
            <p:cNvGrpSpPr/>
            <p:nvPr/>
          </p:nvGrpSpPr>
          <p:grpSpPr>
            <a:xfrm>
              <a:off x="6726088" y="2075463"/>
              <a:ext cx="1245036" cy="593992"/>
              <a:chOff x="9852456" y="608434"/>
              <a:chExt cx="1245036" cy="593992"/>
            </a:xfrm>
          </p:grpSpPr>
          <p:sp>
            <p:nvSpPr>
              <p:cNvPr id="3197" name="Google Shape;3197;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98" name="Google Shape;3198;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99" name="Google Shape;3199;p46"/>
            <p:cNvGrpSpPr/>
            <p:nvPr/>
          </p:nvGrpSpPr>
          <p:grpSpPr>
            <a:xfrm>
              <a:off x="6785217" y="2548684"/>
              <a:ext cx="577241" cy="338554"/>
              <a:chOff x="9678159" y="981583"/>
              <a:chExt cx="577241" cy="338554"/>
            </a:xfrm>
          </p:grpSpPr>
          <p:sp>
            <p:nvSpPr>
              <p:cNvPr id="3200" name="Google Shape;3200;p46"/>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1" name="Google Shape;3201;p46"/>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02" name="Google Shape;3202;p46"/>
            <p:cNvGrpSpPr/>
            <p:nvPr/>
          </p:nvGrpSpPr>
          <p:grpSpPr>
            <a:xfrm>
              <a:off x="7823735" y="1943479"/>
              <a:ext cx="230514" cy="466725"/>
              <a:chOff x="4140" y="429"/>
              <a:chExt cx="1425" cy="2396"/>
            </a:xfrm>
          </p:grpSpPr>
          <p:sp>
            <p:nvSpPr>
              <p:cNvPr id="3203" name="Google Shape;3203;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4" name="Google Shape;3204;p4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5" name="Google Shape;3205;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6" name="Google Shape;3206;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7" name="Google Shape;3207;p4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08" name="Google Shape;3208;p46"/>
              <p:cNvGrpSpPr/>
              <p:nvPr/>
            </p:nvGrpSpPr>
            <p:grpSpPr>
              <a:xfrm>
                <a:off x="4751" y="667"/>
                <a:ext cx="580" cy="146"/>
                <a:chOff x="617" y="2567"/>
                <a:chExt cx="724" cy="140"/>
              </a:xfrm>
            </p:grpSpPr>
            <p:sp>
              <p:nvSpPr>
                <p:cNvPr id="3209" name="Google Shape;3209;p4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0" name="Google Shape;3210;p4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1" name="Google Shape;3211;p4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2" name="Google Shape;3212;p46"/>
              <p:cNvGrpSpPr/>
              <p:nvPr/>
            </p:nvGrpSpPr>
            <p:grpSpPr>
              <a:xfrm>
                <a:off x="4745" y="996"/>
                <a:ext cx="580" cy="156"/>
                <a:chOff x="612" y="2570"/>
                <a:chExt cx="724" cy="162"/>
              </a:xfrm>
            </p:grpSpPr>
            <p:sp>
              <p:nvSpPr>
                <p:cNvPr id="3213" name="Google Shape;3213;p4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4" name="Google Shape;3214;p4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5" name="Google Shape;3215;p4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6" name="Google Shape;3216;p4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7" name="Google Shape;3217;p46"/>
              <p:cNvGrpSpPr/>
              <p:nvPr/>
            </p:nvGrpSpPr>
            <p:grpSpPr>
              <a:xfrm>
                <a:off x="4733" y="1627"/>
                <a:ext cx="586" cy="151"/>
                <a:chOff x="611" y="2568"/>
                <a:chExt cx="730" cy="139"/>
              </a:xfrm>
            </p:grpSpPr>
            <p:sp>
              <p:nvSpPr>
                <p:cNvPr id="3218" name="Google Shape;3218;p4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9" name="Google Shape;3219;p4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0" name="Google Shape;3220;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21" name="Google Shape;3221;p46"/>
              <p:cNvGrpSpPr/>
              <p:nvPr/>
            </p:nvGrpSpPr>
            <p:grpSpPr>
              <a:xfrm>
                <a:off x="4739" y="1325"/>
                <a:ext cx="580" cy="140"/>
                <a:chOff x="614" y="2566"/>
                <a:chExt cx="723" cy="140"/>
              </a:xfrm>
            </p:grpSpPr>
            <p:sp>
              <p:nvSpPr>
                <p:cNvPr id="3222" name="Google Shape;3222;p4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3" name="Google Shape;3223;p4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4" name="Google Shape;3224;p4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5" name="Google Shape;3225;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6" name="Google Shape;3226;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7" name="Google Shape;3227;p4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8" name="Google Shape;3228;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9" name="Google Shape;3229;p4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0" name="Google Shape;3230;p4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1" name="Google Shape;3231;p4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2" name="Google Shape;3232;p4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33" name="Google Shape;3233;p4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4" name="Google Shape;3234;p4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235" name="Google Shape;3235;p46"/>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36" name="Google Shape;3236;p46"/>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3237" name="Google Shape;3237;p46"/>
            <p:cNvGrpSpPr/>
            <p:nvPr/>
          </p:nvGrpSpPr>
          <p:grpSpPr>
            <a:xfrm>
              <a:off x="3110199" y="4881020"/>
              <a:ext cx="5250830" cy="481581"/>
              <a:chOff x="6737055" y="3471301"/>
              <a:chExt cx="5250830" cy="481581"/>
            </a:xfrm>
          </p:grpSpPr>
          <p:grpSp>
            <p:nvGrpSpPr>
              <p:cNvPr id="3238" name="Google Shape;3238;p46"/>
              <p:cNvGrpSpPr/>
              <p:nvPr/>
            </p:nvGrpSpPr>
            <p:grpSpPr>
              <a:xfrm>
                <a:off x="8324240" y="3583550"/>
                <a:ext cx="2044628" cy="369332"/>
                <a:chOff x="7504363" y="3155701"/>
                <a:chExt cx="2044628" cy="369332"/>
              </a:xfrm>
            </p:grpSpPr>
            <p:grpSp>
              <p:nvGrpSpPr>
                <p:cNvPr id="3239" name="Google Shape;3239;p46"/>
                <p:cNvGrpSpPr/>
                <p:nvPr/>
              </p:nvGrpSpPr>
              <p:grpSpPr>
                <a:xfrm>
                  <a:off x="7504363" y="3183676"/>
                  <a:ext cx="2003932" cy="306163"/>
                  <a:chOff x="1616358" y="2551230"/>
                  <a:chExt cx="2141698" cy="218510"/>
                </a:xfrm>
              </p:grpSpPr>
              <p:sp>
                <p:nvSpPr>
                  <p:cNvPr id="3240" name="Google Shape;3240;p46"/>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1" name="Google Shape;3241;p46"/>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2" name="Google Shape;3242;p46"/>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3" name="Google Shape;3243;p46"/>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44" name="Google Shape;3244;p46"/>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45" name="Google Shape;3245;p46"/>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46" name="Google Shape;3246;p46"/>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3247" name="Google Shape;3247;p46"/>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248" name="Google Shape;3248;p46"/>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249" name="Google Shape;3249;p46"/>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3250" name="Google Shape;3250;p46"/>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3251" name="Google Shape;3251;p46"/>
            <p:cNvGrpSpPr/>
            <p:nvPr/>
          </p:nvGrpSpPr>
          <p:grpSpPr>
            <a:xfrm>
              <a:off x="4071725" y="4602963"/>
              <a:ext cx="632009" cy="632009"/>
              <a:chOff x="7408199" y="4955748"/>
              <a:chExt cx="632009" cy="632009"/>
            </a:xfrm>
          </p:grpSpPr>
          <p:cxnSp>
            <p:nvCxnSpPr>
              <p:cNvPr id="3252" name="Google Shape;3252;p46"/>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3" name="Google Shape;3253;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254" name="Google Shape;3254;p46"/>
            <p:cNvGrpSpPr/>
            <p:nvPr/>
          </p:nvGrpSpPr>
          <p:grpSpPr>
            <a:xfrm rot="-5400000">
              <a:off x="6784894" y="4598122"/>
              <a:ext cx="632009" cy="632009"/>
              <a:chOff x="7408199" y="4948974"/>
              <a:chExt cx="632009" cy="632009"/>
            </a:xfrm>
          </p:grpSpPr>
          <p:cxnSp>
            <p:nvCxnSpPr>
              <p:cNvPr id="3255" name="Google Shape;3255;p46"/>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6" name="Google Shape;3256;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3257" name="Google Shape;3257;p46"/>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3258" name="Google Shape;3258;p46"/>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3259" name="Google Shape;3259;p46"/>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3260" name="Google Shape;3260;p46"/>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3261" name="Google Shape;3261;p46"/>
            <p:cNvGrpSpPr/>
            <p:nvPr/>
          </p:nvGrpSpPr>
          <p:grpSpPr>
            <a:xfrm>
              <a:off x="4198761" y="4538107"/>
              <a:ext cx="1129178" cy="338554"/>
              <a:chOff x="4492148" y="4699180"/>
              <a:chExt cx="1129178" cy="338554"/>
            </a:xfrm>
          </p:grpSpPr>
          <p:grpSp>
            <p:nvGrpSpPr>
              <p:cNvPr id="3262" name="Google Shape;3262;p46"/>
              <p:cNvGrpSpPr/>
              <p:nvPr/>
            </p:nvGrpSpPr>
            <p:grpSpPr>
              <a:xfrm>
                <a:off x="5044085" y="4699180"/>
                <a:ext cx="577241" cy="338554"/>
                <a:chOff x="9950444" y="999755"/>
                <a:chExt cx="577241" cy="338554"/>
              </a:xfrm>
            </p:grpSpPr>
            <p:sp>
              <p:nvSpPr>
                <p:cNvPr id="3263" name="Google Shape;3263;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4" name="Google Shape;3264;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65" name="Google Shape;3265;p46"/>
              <p:cNvGrpSpPr/>
              <p:nvPr/>
            </p:nvGrpSpPr>
            <p:grpSpPr>
              <a:xfrm>
                <a:off x="4492148" y="4738794"/>
                <a:ext cx="684009" cy="276999"/>
                <a:chOff x="9965227" y="1039458"/>
                <a:chExt cx="684009" cy="276999"/>
              </a:xfrm>
            </p:grpSpPr>
            <p:sp>
              <p:nvSpPr>
                <p:cNvPr id="3266" name="Google Shape;3266;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7" name="Google Shape;3267;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3268" name="Google Shape;3268;p46"/>
            <p:cNvGrpSpPr/>
            <p:nvPr/>
          </p:nvGrpSpPr>
          <p:grpSpPr>
            <a:xfrm>
              <a:off x="6194588" y="4534824"/>
              <a:ext cx="1129178" cy="338554"/>
              <a:chOff x="4492148" y="4699180"/>
              <a:chExt cx="1129178" cy="338554"/>
            </a:xfrm>
          </p:grpSpPr>
          <p:grpSp>
            <p:nvGrpSpPr>
              <p:cNvPr id="3269" name="Google Shape;3269;p46"/>
              <p:cNvGrpSpPr/>
              <p:nvPr/>
            </p:nvGrpSpPr>
            <p:grpSpPr>
              <a:xfrm>
                <a:off x="5044085" y="4699180"/>
                <a:ext cx="577241" cy="338554"/>
                <a:chOff x="9950444" y="999755"/>
                <a:chExt cx="577241" cy="338554"/>
              </a:xfrm>
            </p:grpSpPr>
            <p:sp>
              <p:nvSpPr>
                <p:cNvPr id="3270" name="Google Shape;3270;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1" name="Google Shape;3271;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72" name="Google Shape;3272;p46"/>
              <p:cNvGrpSpPr/>
              <p:nvPr/>
            </p:nvGrpSpPr>
            <p:grpSpPr>
              <a:xfrm>
                <a:off x="4492148" y="4738794"/>
                <a:ext cx="684009" cy="276999"/>
                <a:chOff x="9965227" y="1039458"/>
                <a:chExt cx="684009" cy="276999"/>
              </a:xfrm>
            </p:grpSpPr>
            <p:sp>
              <p:nvSpPr>
                <p:cNvPr id="3273" name="Google Shape;3273;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4" name="Google Shape;3274;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3275" name="Google Shape;3275;p46"/>
          <p:cNvGrpSpPr/>
          <p:nvPr/>
        </p:nvGrpSpPr>
        <p:grpSpPr>
          <a:xfrm>
            <a:off x="352441" y="1450769"/>
            <a:ext cx="3206750" cy="1430338"/>
            <a:chOff x="240" y="920"/>
            <a:chExt cx="2020" cy="901"/>
          </a:xfrm>
        </p:grpSpPr>
        <p:sp>
          <p:nvSpPr>
            <p:cNvPr id="3276" name="Google Shape;3276;p46"/>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3277" name="Google Shape;3277;p46"/>
            <p:cNvGrpSpPr/>
            <p:nvPr/>
          </p:nvGrpSpPr>
          <p:grpSpPr>
            <a:xfrm>
              <a:off x="240" y="921"/>
              <a:ext cx="2020" cy="900"/>
              <a:chOff x="240" y="933"/>
              <a:chExt cx="2020" cy="900"/>
            </a:xfrm>
          </p:grpSpPr>
          <p:cxnSp>
            <p:nvCxnSpPr>
              <p:cNvPr id="3278" name="Google Shape;3278;p46"/>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3279" name="Google Shape;3279;p46"/>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0" name="Google Shape;3280;p46"/>
          <p:cNvGrpSpPr/>
          <p:nvPr/>
        </p:nvGrpSpPr>
        <p:grpSpPr>
          <a:xfrm>
            <a:off x="665618" y="5097921"/>
            <a:ext cx="3074988" cy="1393825"/>
            <a:chOff x="218" y="3055"/>
            <a:chExt cx="1937" cy="878"/>
          </a:xfrm>
        </p:grpSpPr>
        <p:sp>
          <p:nvSpPr>
            <p:cNvPr id="3281" name="Google Shape;3281;p46"/>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3282" name="Google Shape;3282;p46"/>
            <p:cNvGrpSpPr/>
            <p:nvPr/>
          </p:nvGrpSpPr>
          <p:grpSpPr>
            <a:xfrm>
              <a:off x="218" y="3055"/>
              <a:ext cx="1937" cy="867"/>
              <a:chOff x="218" y="3055"/>
              <a:chExt cx="1937" cy="867"/>
            </a:xfrm>
          </p:grpSpPr>
          <p:cxnSp>
            <p:nvCxnSpPr>
              <p:cNvPr id="3283" name="Google Shape;3283;p46"/>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3284" name="Google Shape;3284;p46"/>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5" name="Google Shape;3285;p46"/>
          <p:cNvGrpSpPr/>
          <p:nvPr/>
        </p:nvGrpSpPr>
        <p:grpSpPr>
          <a:xfrm>
            <a:off x="8446406" y="5042355"/>
            <a:ext cx="3122613" cy="1520825"/>
            <a:chOff x="3071" y="2986"/>
            <a:chExt cx="1967" cy="958"/>
          </a:xfrm>
        </p:grpSpPr>
        <p:sp>
          <p:nvSpPr>
            <p:cNvPr id="3286" name="Google Shape;3286;p46"/>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3287" name="Google Shape;3287;p46"/>
            <p:cNvGrpSpPr/>
            <p:nvPr/>
          </p:nvGrpSpPr>
          <p:grpSpPr>
            <a:xfrm>
              <a:off x="3071" y="2986"/>
              <a:ext cx="1937" cy="943"/>
              <a:chOff x="3071" y="2986"/>
              <a:chExt cx="1937" cy="943"/>
            </a:xfrm>
          </p:grpSpPr>
          <p:cxnSp>
            <p:nvCxnSpPr>
              <p:cNvPr id="3288" name="Google Shape;3288;p46"/>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3289" name="Google Shape;3289;p46"/>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0" name="Google Shape;3290;p46"/>
          <p:cNvGrpSpPr/>
          <p:nvPr/>
        </p:nvGrpSpPr>
        <p:grpSpPr>
          <a:xfrm>
            <a:off x="8824801" y="1555220"/>
            <a:ext cx="3063876" cy="1571625"/>
            <a:chOff x="3138" y="936"/>
            <a:chExt cx="1930" cy="990"/>
          </a:xfrm>
        </p:grpSpPr>
        <p:sp>
          <p:nvSpPr>
            <p:cNvPr id="3291" name="Google Shape;3291;p46"/>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3292" name="Google Shape;3292;p46"/>
            <p:cNvGrpSpPr/>
            <p:nvPr/>
          </p:nvGrpSpPr>
          <p:grpSpPr>
            <a:xfrm>
              <a:off x="3138" y="942"/>
              <a:ext cx="1899" cy="984"/>
              <a:chOff x="3138" y="942"/>
              <a:chExt cx="1899" cy="984"/>
            </a:xfrm>
          </p:grpSpPr>
          <p:cxnSp>
            <p:nvCxnSpPr>
              <p:cNvPr id="3293" name="Google Shape;3293;p46"/>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3294" name="Google Shape;3294;p46"/>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5" name="Google Shape;3295;p46"/>
          <p:cNvGrpSpPr/>
          <p:nvPr/>
        </p:nvGrpSpPr>
        <p:grpSpPr>
          <a:xfrm>
            <a:off x="4390890" y="5513755"/>
            <a:ext cx="3819165" cy="1064365"/>
            <a:chOff x="2631911" y="5334147"/>
            <a:chExt cx="3819165" cy="1064365"/>
          </a:xfrm>
        </p:grpSpPr>
        <p:sp>
          <p:nvSpPr>
            <p:cNvPr id="3296" name="Google Shape;3296;p46"/>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3297" name="Google Shape;3297;p46"/>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3298" name="Google Shape;3298;p46"/>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3299" name="Google Shape;3299;p46"/>
          <p:cNvGrpSpPr/>
          <p:nvPr/>
        </p:nvGrpSpPr>
        <p:grpSpPr>
          <a:xfrm>
            <a:off x="4175224" y="3108918"/>
            <a:ext cx="3819165" cy="674861"/>
            <a:chOff x="2418275" y="5437546"/>
            <a:chExt cx="3819165" cy="674861"/>
          </a:xfrm>
        </p:grpSpPr>
        <p:sp>
          <p:nvSpPr>
            <p:cNvPr id="3300" name="Google Shape;3300;p46"/>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3301" name="Google Shape;3301;p46"/>
            <p:cNvCxnSpPr>
              <a:stCxn id="3192"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3302" name="Google Shape;3302;p46"/>
            <p:cNvCxnSpPr>
              <a:stCxn id="3201"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3303" name="Google Shape;3303;p46"/>
          <p:cNvGrpSpPr/>
          <p:nvPr/>
        </p:nvGrpSpPr>
        <p:grpSpPr>
          <a:xfrm>
            <a:off x="5125651" y="4114827"/>
            <a:ext cx="1774588" cy="687847"/>
            <a:chOff x="5125651" y="4114827"/>
            <a:chExt cx="1774588" cy="687847"/>
          </a:xfrm>
        </p:grpSpPr>
        <p:sp>
          <p:nvSpPr>
            <p:cNvPr id="3304" name="Google Shape;3304;p46"/>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3305" name="Google Shape;3305;p46"/>
            <p:cNvGrpSpPr/>
            <p:nvPr/>
          </p:nvGrpSpPr>
          <p:grpSpPr>
            <a:xfrm flipH="1" rot="10800000">
              <a:off x="5125651" y="4373167"/>
              <a:ext cx="1774588" cy="429507"/>
              <a:chOff x="8970705" y="3780959"/>
              <a:chExt cx="2707737" cy="429507"/>
            </a:xfrm>
          </p:grpSpPr>
          <p:cxnSp>
            <p:nvCxnSpPr>
              <p:cNvPr id="3306" name="Google Shape;3306;p46"/>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3307" name="Google Shape;3307;p46"/>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3308" name="Google Shape;3308;p46"/>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9" name="Google Shape;3309;p46"/>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0" name="Google Shape;3310;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75"/>
                                        </p:tgtEl>
                                        <p:attrNameLst>
                                          <p:attrName>style.visibility</p:attrName>
                                        </p:attrNameLst>
                                      </p:cBhvr>
                                      <p:to>
                                        <p:strVal val="visible"/>
                                      </p:to>
                                    </p:set>
                                    <p:anim calcmode="lin" valueType="num">
                                      <p:cBhvr additive="base">
                                        <p:cTn dur="500"/>
                                        <p:tgtEl>
                                          <p:spTgt spid="32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80"/>
                                        </p:tgtEl>
                                        <p:attrNameLst>
                                          <p:attrName>style.visibility</p:attrName>
                                        </p:attrNameLst>
                                      </p:cBhvr>
                                      <p:to>
                                        <p:strVal val="visible"/>
                                      </p:to>
                                    </p:set>
                                    <p:anim calcmode="lin" valueType="num">
                                      <p:cBhvr additive="base">
                                        <p:cTn dur="500"/>
                                        <p:tgtEl>
                                          <p:spTgt spid="328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85"/>
                                        </p:tgtEl>
                                        <p:attrNameLst>
                                          <p:attrName>style.visibility</p:attrName>
                                        </p:attrNameLst>
                                      </p:cBhvr>
                                      <p:to>
                                        <p:strVal val="visible"/>
                                      </p:to>
                                    </p:set>
                                    <p:anim calcmode="lin" valueType="num">
                                      <p:cBhvr additive="base">
                                        <p:cTn dur="500"/>
                                        <p:tgtEl>
                                          <p:spTgt spid="32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90"/>
                                        </p:tgtEl>
                                        <p:attrNameLst>
                                          <p:attrName>style.visibility</p:attrName>
                                        </p:attrNameLst>
                                      </p:cBhvr>
                                      <p:to>
                                        <p:strVal val="visible"/>
                                      </p:to>
                                    </p:set>
                                    <p:anim calcmode="lin" valueType="num">
                                      <p:cBhvr additive="base">
                                        <p:cTn dur="500"/>
                                        <p:tgtEl>
                                          <p:spTgt spid="32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5"/>
                                        </p:tgtEl>
                                        <p:attrNameLst>
                                          <p:attrName>style.visibility</p:attrName>
                                        </p:attrNameLst>
                                      </p:cBhvr>
                                      <p:to>
                                        <p:strVal val="visible"/>
                                      </p:to>
                                    </p:set>
                                    <p:animEffect filter="fade" transition="in">
                                      <p:cBhvr>
                                        <p:cTn dur="500"/>
                                        <p:tgtEl>
                                          <p:spTgt spid="3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9"/>
                                        </p:tgtEl>
                                        <p:attrNameLst>
                                          <p:attrName>style.visibility</p:attrName>
                                        </p:attrNameLst>
                                      </p:cBhvr>
                                      <p:to>
                                        <p:strVal val="visible"/>
                                      </p:to>
                                    </p:set>
                                    <p:animEffect filter="fade" transition="in">
                                      <p:cBhvr>
                                        <p:cTn dur="500"/>
                                        <p:tgtEl>
                                          <p:spTgt spid="3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3"/>
                                        </p:tgtEl>
                                        <p:attrNameLst>
                                          <p:attrName>style.visibility</p:attrName>
                                        </p:attrNameLst>
                                      </p:cBhvr>
                                      <p:to>
                                        <p:strVal val="visible"/>
                                      </p:to>
                                    </p:set>
                                    <p:animEffect filter="fade" transition="in">
                                      <p:cBhvr>
                                        <p:cTn dur="500"/>
                                        <p:tgtEl>
                                          <p:spTgt spid="3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5" name="Shape 3315"/>
        <p:cNvGrpSpPr/>
        <p:nvPr/>
      </p:nvGrpSpPr>
      <p:grpSpPr>
        <a:xfrm>
          <a:off x="0" y="0"/>
          <a:ext cx="0" cy="0"/>
          <a:chOff x="0" y="0"/>
          <a:chExt cx="0" cy="0"/>
        </a:xfrm>
      </p:grpSpPr>
      <p:sp>
        <p:nvSpPr>
          <p:cNvPr id="3316" name="Google Shape;3316;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3317" name="Google Shape;3317;p47"/>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in both directions!</a:t>
            </a:r>
            <a:endParaRPr/>
          </a:p>
        </p:txBody>
      </p:sp>
      <p:sp>
        <p:nvSpPr>
          <p:cNvPr id="3318" name="Google Shape;3318;p47"/>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19" name="Google Shape;3319;p47"/>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0" name="Google Shape;3320;p47"/>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3321" name="Google Shape;3321;p47"/>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2" name="Google Shape;3322;p47"/>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3" name="Google Shape;3323;p47"/>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4" name="Google Shape;3324;p47"/>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3325" name="Google Shape;3325;p47"/>
          <p:cNvSpPr txBox="1"/>
          <p:nvPr/>
        </p:nvSpPr>
        <p:spPr>
          <a:xfrm>
            <a:off x="5100280" y="4216669"/>
            <a:ext cx="31527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3326" name="Google Shape;3326;p47"/>
          <p:cNvSpPr txBox="1"/>
          <p:nvPr/>
        </p:nvSpPr>
        <p:spPr>
          <a:xfrm>
            <a:off x="5027255" y="4511944"/>
            <a:ext cx="342106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3327" name="Google Shape;3327;p47"/>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3328" name="Google Shape;3328;p47"/>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3329" name="Google Shape;3329;p47"/>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30" name="Google Shape;3330;p47"/>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331" name="Google Shape;3331;p47"/>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3332" name="Google Shape;3332;p47"/>
          <p:cNvSpPr txBox="1"/>
          <p:nvPr/>
        </p:nvSpPr>
        <p:spPr>
          <a:xfrm>
            <a:off x="5560655" y="5312044"/>
            <a:ext cx="742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3333" name="Google Shape;3333;p47"/>
          <p:cNvSpPr txBox="1"/>
          <p:nvPr/>
        </p:nvSpPr>
        <p:spPr>
          <a:xfrm>
            <a:off x="5520967" y="5616844"/>
            <a:ext cx="89058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3334" name="Google Shape;3334;p47"/>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3335" name="Google Shape;3335;p47"/>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
        <p:nvSpPr>
          <p:cNvPr id="3336" name="Google Shape;3336;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8"/>
                                        </p:tgtEl>
                                        <p:attrNameLst>
                                          <p:attrName>style.visibility</p:attrName>
                                        </p:attrNameLst>
                                      </p:cBhvr>
                                      <p:to>
                                        <p:strVal val="visible"/>
                                      </p:to>
                                    </p:set>
                                    <p:animEffect filter="fade" transition="in">
                                      <p:cBhvr>
                                        <p:cTn dur="500"/>
                                        <p:tgtEl>
                                          <p:spTgt spid="3318"/>
                                        </p:tgtEl>
                                      </p:cBhvr>
                                    </p:animEffect>
                                  </p:childTnLst>
                                </p:cTn>
                              </p:par>
                              <p:par>
                                <p:cTn fill="hold" nodeType="withEffect" presetClass="entr" presetID="10" presetSubtype="0">
                                  <p:stCondLst>
                                    <p:cond delay="0"/>
                                  </p:stCondLst>
                                  <p:childTnLst>
                                    <p:set>
                                      <p:cBhvr>
                                        <p:cTn dur="1" fill="hold">
                                          <p:stCondLst>
                                            <p:cond delay="0"/>
                                          </p:stCondLst>
                                        </p:cTn>
                                        <p:tgtEl>
                                          <p:spTgt spid="3319"/>
                                        </p:tgtEl>
                                        <p:attrNameLst>
                                          <p:attrName>style.visibility</p:attrName>
                                        </p:attrNameLst>
                                      </p:cBhvr>
                                      <p:to>
                                        <p:strVal val="visible"/>
                                      </p:to>
                                    </p:set>
                                    <p:animEffect filter="fade" transition="in">
                                      <p:cBhvr>
                                        <p:cTn dur="500"/>
                                        <p:tgtEl>
                                          <p:spTgt spid="3319"/>
                                        </p:tgtEl>
                                      </p:cBhvr>
                                    </p:animEffect>
                                  </p:childTnLst>
                                </p:cTn>
                              </p:par>
                              <p:par>
                                <p:cTn fill="hold" nodeType="withEffect" presetClass="entr" presetID="10" presetSubtype="0">
                                  <p:stCondLst>
                                    <p:cond delay="0"/>
                                  </p:stCondLst>
                                  <p:childTnLst>
                                    <p:set>
                                      <p:cBhvr>
                                        <p:cTn dur="1" fill="hold">
                                          <p:stCondLst>
                                            <p:cond delay="0"/>
                                          </p:stCondLst>
                                        </p:cTn>
                                        <p:tgtEl>
                                          <p:spTgt spid="3320"/>
                                        </p:tgtEl>
                                        <p:attrNameLst>
                                          <p:attrName>style.visibility</p:attrName>
                                        </p:attrNameLst>
                                      </p:cBhvr>
                                      <p:to>
                                        <p:strVal val="visible"/>
                                      </p:to>
                                    </p:set>
                                    <p:animEffect filter="fade" transition="in">
                                      <p:cBhvr>
                                        <p:cTn dur="500"/>
                                        <p:tgtEl>
                                          <p:spTgt spid="3320"/>
                                        </p:tgtEl>
                                      </p:cBhvr>
                                    </p:animEffect>
                                  </p:childTnLst>
                                </p:cTn>
                              </p:par>
                              <p:par>
                                <p:cTn fill="hold" nodeType="withEffect" presetClass="entr" presetID="10" presetSubtype="0">
                                  <p:stCondLst>
                                    <p:cond delay="0"/>
                                  </p:stCondLst>
                                  <p:childTnLst>
                                    <p:set>
                                      <p:cBhvr>
                                        <p:cTn dur="1" fill="hold">
                                          <p:stCondLst>
                                            <p:cond delay="0"/>
                                          </p:stCondLst>
                                        </p:cTn>
                                        <p:tgtEl>
                                          <p:spTgt spid="3321"/>
                                        </p:tgtEl>
                                        <p:attrNameLst>
                                          <p:attrName>style.visibility</p:attrName>
                                        </p:attrNameLst>
                                      </p:cBhvr>
                                      <p:to>
                                        <p:strVal val="visible"/>
                                      </p:to>
                                    </p:set>
                                    <p:animEffect filter="fade" transition="in">
                                      <p:cBhvr>
                                        <p:cTn dur="500"/>
                                        <p:tgtEl>
                                          <p:spTgt spid="3321"/>
                                        </p:tgtEl>
                                      </p:cBhvr>
                                    </p:animEffect>
                                  </p:childTnLst>
                                </p:cTn>
                              </p:par>
                              <p:par>
                                <p:cTn fill="hold" nodeType="withEffect" presetClass="entr" presetID="10" presetSubtype="0">
                                  <p:stCondLst>
                                    <p:cond delay="0"/>
                                  </p:stCondLst>
                                  <p:childTnLst>
                                    <p:set>
                                      <p:cBhvr>
                                        <p:cTn dur="1" fill="hold">
                                          <p:stCondLst>
                                            <p:cond delay="0"/>
                                          </p:stCondLst>
                                        </p:cTn>
                                        <p:tgtEl>
                                          <p:spTgt spid="3322"/>
                                        </p:tgtEl>
                                        <p:attrNameLst>
                                          <p:attrName>style.visibility</p:attrName>
                                        </p:attrNameLst>
                                      </p:cBhvr>
                                      <p:to>
                                        <p:strVal val="visible"/>
                                      </p:to>
                                    </p:set>
                                    <p:animEffect filter="fade" transition="in">
                                      <p:cBhvr>
                                        <p:cTn dur="500"/>
                                        <p:tgtEl>
                                          <p:spTgt spid="3322"/>
                                        </p:tgtEl>
                                      </p:cBhvr>
                                    </p:animEffect>
                                  </p:childTnLst>
                                </p:cTn>
                              </p:par>
                              <p:par>
                                <p:cTn fill="hold" nodeType="withEffect" presetClass="entr" presetID="10" presetSubtype="0">
                                  <p:stCondLst>
                                    <p:cond delay="0"/>
                                  </p:stCondLst>
                                  <p:childTnLst>
                                    <p:set>
                                      <p:cBhvr>
                                        <p:cTn dur="1" fill="hold">
                                          <p:stCondLst>
                                            <p:cond delay="0"/>
                                          </p:stCondLst>
                                        </p:cTn>
                                        <p:tgtEl>
                                          <p:spTgt spid="3323"/>
                                        </p:tgtEl>
                                        <p:attrNameLst>
                                          <p:attrName>style.visibility</p:attrName>
                                        </p:attrNameLst>
                                      </p:cBhvr>
                                      <p:to>
                                        <p:strVal val="visible"/>
                                      </p:to>
                                    </p:set>
                                    <p:animEffect filter="fade" transition="in">
                                      <p:cBhvr>
                                        <p:cTn dur="500"/>
                                        <p:tgtEl>
                                          <p:spTgt spid="3323"/>
                                        </p:tgtEl>
                                      </p:cBhvr>
                                    </p:animEffect>
                                  </p:childTnLst>
                                </p:cTn>
                              </p:par>
                              <p:par>
                                <p:cTn fill="hold" nodeType="withEffect" presetClass="entr" presetID="10" presetSubtype="0">
                                  <p:stCondLst>
                                    <p:cond delay="0"/>
                                  </p:stCondLst>
                                  <p:childTnLst>
                                    <p:set>
                                      <p:cBhvr>
                                        <p:cTn dur="1" fill="hold">
                                          <p:stCondLst>
                                            <p:cond delay="0"/>
                                          </p:stCondLst>
                                        </p:cTn>
                                        <p:tgtEl>
                                          <p:spTgt spid="3324"/>
                                        </p:tgtEl>
                                        <p:attrNameLst>
                                          <p:attrName>style.visibility</p:attrName>
                                        </p:attrNameLst>
                                      </p:cBhvr>
                                      <p:to>
                                        <p:strVal val="visible"/>
                                      </p:to>
                                    </p:set>
                                    <p:animEffect filter="fade" transition="in">
                                      <p:cBhvr>
                                        <p:cTn dur="500"/>
                                        <p:tgtEl>
                                          <p:spTgt spid="3324"/>
                                        </p:tgtEl>
                                      </p:cBhvr>
                                    </p:animEffect>
                                  </p:childTnLst>
                                </p:cTn>
                              </p:par>
                              <p:par>
                                <p:cTn fill="hold" nodeType="withEffect" presetClass="entr" presetID="10" presetSubtype="0">
                                  <p:stCondLst>
                                    <p:cond delay="0"/>
                                  </p:stCondLst>
                                  <p:childTnLst>
                                    <p:set>
                                      <p:cBhvr>
                                        <p:cTn dur="1" fill="hold">
                                          <p:stCondLst>
                                            <p:cond delay="0"/>
                                          </p:stCondLst>
                                        </p:cTn>
                                        <p:tgtEl>
                                          <p:spTgt spid="3325"/>
                                        </p:tgtEl>
                                        <p:attrNameLst>
                                          <p:attrName>style.visibility</p:attrName>
                                        </p:attrNameLst>
                                      </p:cBhvr>
                                      <p:to>
                                        <p:strVal val="visible"/>
                                      </p:to>
                                    </p:set>
                                    <p:animEffect filter="fade" transition="in">
                                      <p:cBhvr>
                                        <p:cTn dur="500"/>
                                        <p:tgtEl>
                                          <p:spTgt spid="3325"/>
                                        </p:tgtEl>
                                      </p:cBhvr>
                                    </p:animEffect>
                                  </p:childTnLst>
                                </p:cTn>
                              </p:par>
                              <p:par>
                                <p:cTn fill="hold" nodeType="withEffect" presetClass="entr" presetID="10" presetSubtype="0">
                                  <p:stCondLst>
                                    <p:cond delay="0"/>
                                  </p:stCondLst>
                                  <p:childTnLst>
                                    <p:set>
                                      <p:cBhvr>
                                        <p:cTn dur="1" fill="hold">
                                          <p:stCondLst>
                                            <p:cond delay="0"/>
                                          </p:stCondLst>
                                        </p:cTn>
                                        <p:tgtEl>
                                          <p:spTgt spid="3326"/>
                                        </p:tgtEl>
                                        <p:attrNameLst>
                                          <p:attrName>style.visibility</p:attrName>
                                        </p:attrNameLst>
                                      </p:cBhvr>
                                      <p:to>
                                        <p:strVal val="visible"/>
                                      </p:to>
                                    </p:set>
                                    <p:animEffect filter="fade" transition="in">
                                      <p:cBhvr>
                                        <p:cTn dur="500"/>
                                        <p:tgtEl>
                                          <p:spTgt spid="3326"/>
                                        </p:tgtEl>
                                      </p:cBhvr>
                                    </p:animEffect>
                                  </p:childTnLst>
                                </p:cTn>
                              </p:par>
                              <p:par>
                                <p:cTn fill="hold" nodeType="withEffect" presetClass="entr" presetID="10" presetSubtype="0">
                                  <p:stCondLst>
                                    <p:cond delay="0"/>
                                  </p:stCondLst>
                                  <p:childTnLst>
                                    <p:set>
                                      <p:cBhvr>
                                        <p:cTn dur="1" fill="hold">
                                          <p:stCondLst>
                                            <p:cond delay="0"/>
                                          </p:stCondLst>
                                        </p:cTn>
                                        <p:tgtEl>
                                          <p:spTgt spid="3327"/>
                                        </p:tgtEl>
                                        <p:attrNameLst>
                                          <p:attrName>style.visibility</p:attrName>
                                        </p:attrNameLst>
                                      </p:cBhvr>
                                      <p:to>
                                        <p:strVal val="visible"/>
                                      </p:to>
                                    </p:set>
                                    <p:animEffect filter="fade" transition="in">
                                      <p:cBhvr>
                                        <p:cTn dur="500"/>
                                        <p:tgtEl>
                                          <p:spTgt spid="3327"/>
                                        </p:tgtEl>
                                      </p:cBhvr>
                                    </p:animEffect>
                                  </p:childTnLst>
                                </p:cTn>
                              </p:par>
                              <p:par>
                                <p:cTn fill="hold" nodeType="withEffect" presetClass="entr" presetID="10" presetSubtype="0">
                                  <p:stCondLst>
                                    <p:cond delay="0"/>
                                  </p:stCondLst>
                                  <p:childTnLst>
                                    <p:set>
                                      <p:cBhvr>
                                        <p:cTn dur="1" fill="hold">
                                          <p:stCondLst>
                                            <p:cond delay="0"/>
                                          </p:stCondLst>
                                        </p:cTn>
                                        <p:tgtEl>
                                          <p:spTgt spid="3328"/>
                                        </p:tgtEl>
                                        <p:attrNameLst>
                                          <p:attrName>style.visibility</p:attrName>
                                        </p:attrNameLst>
                                      </p:cBhvr>
                                      <p:to>
                                        <p:strVal val="visible"/>
                                      </p:to>
                                    </p:set>
                                    <p:animEffect filter="fade" transition="in">
                                      <p:cBhvr>
                                        <p:cTn dur="500"/>
                                        <p:tgtEl>
                                          <p:spTgt spid="3328"/>
                                        </p:tgtEl>
                                      </p:cBhvr>
                                    </p:animEffect>
                                  </p:childTnLst>
                                </p:cTn>
                              </p:par>
                              <p:par>
                                <p:cTn fill="hold" nodeType="withEffect" presetClass="entr" presetID="10" presetSubtype="0">
                                  <p:stCondLst>
                                    <p:cond delay="0"/>
                                  </p:stCondLst>
                                  <p:childTnLst>
                                    <p:set>
                                      <p:cBhvr>
                                        <p:cTn dur="1" fill="hold">
                                          <p:stCondLst>
                                            <p:cond delay="0"/>
                                          </p:stCondLst>
                                        </p:cTn>
                                        <p:tgtEl>
                                          <p:spTgt spid="3329"/>
                                        </p:tgtEl>
                                        <p:attrNameLst>
                                          <p:attrName>style.visibility</p:attrName>
                                        </p:attrNameLst>
                                      </p:cBhvr>
                                      <p:to>
                                        <p:strVal val="visible"/>
                                      </p:to>
                                    </p:set>
                                    <p:animEffect filter="fade" transition="in">
                                      <p:cBhvr>
                                        <p:cTn dur="500"/>
                                        <p:tgtEl>
                                          <p:spTgt spid="3329"/>
                                        </p:tgtEl>
                                      </p:cBhvr>
                                    </p:animEffect>
                                  </p:childTnLst>
                                </p:cTn>
                              </p:par>
                              <p:par>
                                <p:cTn fill="hold" nodeType="withEffect" presetClass="entr" presetID="10" presetSubtype="0">
                                  <p:stCondLst>
                                    <p:cond delay="0"/>
                                  </p:stCondLst>
                                  <p:childTnLst>
                                    <p:set>
                                      <p:cBhvr>
                                        <p:cTn dur="1" fill="hold">
                                          <p:stCondLst>
                                            <p:cond delay="0"/>
                                          </p:stCondLst>
                                        </p:cTn>
                                        <p:tgtEl>
                                          <p:spTgt spid="3330"/>
                                        </p:tgtEl>
                                        <p:attrNameLst>
                                          <p:attrName>style.visibility</p:attrName>
                                        </p:attrNameLst>
                                      </p:cBhvr>
                                      <p:to>
                                        <p:strVal val="visible"/>
                                      </p:to>
                                    </p:set>
                                    <p:animEffect filter="fade" transition="in">
                                      <p:cBhvr>
                                        <p:cTn dur="500"/>
                                        <p:tgtEl>
                                          <p:spTgt spid="3330"/>
                                        </p:tgtEl>
                                      </p:cBhvr>
                                    </p:animEffect>
                                  </p:childTnLst>
                                </p:cTn>
                              </p:par>
                              <p:par>
                                <p:cTn fill="hold" nodeType="withEffect" presetClass="entr" presetID="10" presetSubtype="0">
                                  <p:stCondLst>
                                    <p:cond delay="0"/>
                                  </p:stCondLst>
                                  <p:childTnLst>
                                    <p:set>
                                      <p:cBhvr>
                                        <p:cTn dur="1" fill="hold">
                                          <p:stCondLst>
                                            <p:cond delay="0"/>
                                          </p:stCondLst>
                                        </p:cTn>
                                        <p:tgtEl>
                                          <p:spTgt spid="3331"/>
                                        </p:tgtEl>
                                        <p:attrNameLst>
                                          <p:attrName>style.visibility</p:attrName>
                                        </p:attrNameLst>
                                      </p:cBhvr>
                                      <p:to>
                                        <p:strVal val="visible"/>
                                      </p:to>
                                    </p:set>
                                    <p:animEffect filter="fade" transition="in">
                                      <p:cBhvr>
                                        <p:cTn dur="500"/>
                                        <p:tgtEl>
                                          <p:spTgt spid="3331"/>
                                        </p:tgtEl>
                                      </p:cBhvr>
                                    </p:animEffect>
                                  </p:childTnLst>
                                </p:cTn>
                              </p:par>
                              <p:par>
                                <p:cTn fill="hold" nodeType="withEffect" presetClass="entr" presetID="10" presetSubtype="0">
                                  <p:stCondLst>
                                    <p:cond delay="0"/>
                                  </p:stCondLst>
                                  <p:childTnLst>
                                    <p:set>
                                      <p:cBhvr>
                                        <p:cTn dur="1" fill="hold">
                                          <p:stCondLst>
                                            <p:cond delay="0"/>
                                          </p:stCondLst>
                                        </p:cTn>
                                        <p:tgtEl>
                                          <p:spTgt spid="3332"/>
                                        </p:tgtEl>
                                        <p:attrNameLst>
                                          <p:attrName>style.visibility</p:attrName>
                                        </p:attrNameLst>
                                      </p:cBhvr>
                                      <p:to>
                                        <p:strVal val="visible"/>
                                      </p:to>
                                    </p:set>
                                    <p:animEffect filter="fade" transition="in">
                                      <p:cBhvr>
                                        <p:cTn dur="500"/>
                                        <p:tgtEl>
                                          <p:spTgt spid="3332"/>
                                        </p:tgtEl>
                                      </p:cBhvr>
                                    </p:animEffect>
                                  </p:childTnLst>
                                </p:cTn>
                              </p:par>
                              <p:par>
                                <p:cTn fill="hold" nodeType="withEffect" presetClass="entr" presetID="10" presetSubtype="0">
                                  <p:stCondLst>
                                    <p:cond delay="0"/>
                                  </p:stCondLst>
                                  <p:childTnLst>
                                    <p:set>
                                      <p:cBhvr>
                                        <p:cTn dur="1" fill="hold">
                                          <p:stCondLst>
                                            <p:cond delay="0"/>
                                          </p:stCondLst>
                                        </p:cTn>
                                        <p:tgtEl>
                                          <p:spTgt spid="3333"/>
                                        </p:tgtEl>
                                        <p:attrNameLst>
                                          <p:attrName>style.visibility</p:attrName>
                                        </p:attrNameLst>
                                      </p:cBhvr>
                                      <p:to>
                                        <p:strVal val="visible"/>
                                      </p:to>
                                    </p:set>
                                    <p:animEffect filter="fade" transition="in">
                                      <p:cBhvr>
                                        <p:cTn dur="500"/>
                                        <p:tgtEl>
                                          <p:spTgt spid="3333"/>
                                        </p:tgtEl>
                                      </p:cBhvr>
                                    </p:animEffect>
                                  </p:childTnLst>
                                </p:cTn>
                              </p:par>
                              <p:par>
                                <p:cTn fill="hold" nodeType="with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par>
                                <p:cTn fill="hold" nodeType="withEffect" presetClass="entr" presetID="10" presetSubtype="0">
                                  <p:stCondLst>
                                    <p:cond delay="0"/>
                                  </p:stCondLst>
                                  <p:childTnLst>
                                    <p:set>
                                      <p:cBhvr>
                                        <p:cTn dur="1" fill="hold">
                                          <p:stCondLst>
                                            <p:cond delay="0"/>
                                          </p:stCondLst>
                                        </p:cTn>
                                        <p:tgtEl>
                                          <p:spTgt spid="3335"/>
                                        </p:tgtEl>
                                        <p:attrNameLst>
                                          <p:attrName>style.visibility</p:attrName>
                                        </p:attrNameLst>
                                      </p:cBhvr>
                                      <p:to>
                                        <p:strVal val="visible"/>
                                      </p:to>
                                    </p:set>
                                    <p:animEffect filter="fade" transition="in">
                                      <p:cBhvr>
                                        <p:cTn dur="500"/>
                                        <p:tgtEl>
                                          <p:spTgt spid="3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1" name="Shape 3341"/>
        <p:cNvGrpSpPr/>
        <p:nvPr/>
      </p:nvGrpSpPr>
      <p:grpSpPr>
        <a:xfrm>
          <a:off x="0" y="0"/>
          <a:ext cx="0" cy="0"/>
          <a:chOff x="0" y="0"/>
          <a:chExt cx="0" cy="0"/>
        </a:xfrm>
      </p:grpSpPr>
      <p:sp>
        <p:nvSpPr>
          <p:cNvPr id="3342" name="Google Shape;3342;p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3343" name="Google Shape;3343;p48"/>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3344" name="Google Shape;3344;p48"/>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45" name="Google Shape;3345;p48"/>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3346" name="Google Shape;3346;p48"/>
          <p:cNvGrpSpPr/>
          <p:nvPr/>
        </p:nvGrpSpPr>
        <p:grpSpPr>
          <a:xfrm>
            <a:off x="3261921" y="4671474"/>
            <a:ext cx="2255838" cy="428625"/>
            <a:chOff x="3084121" y="4379374"/>
            <a:chExt cx="2255838" cy="428625"/>
          </a:xfrm>
        </p:grpSpPr>
        <p:sp>
          <p:nvSpPr>
            <p:cNvPr id="3347" name="Google Shape;3347;p48"/>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348" name="Google Shape;3348;p48"/>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3349" name="Google Shape;3349;p48"/>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3350" name="Google Shape;3350;p48"/>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51" name="Google Shape;3351;p48"/>
          <p:cNvGrpSpPr/>
          <p:nvPr/>
        </p:nvGrpSpPr>
        <p:grpSpPr>
          <a:xfrm>
            <a:off x="9597441" y="4742597"/>
            <a:ext cx="1541462" cy="336550"/>
            <a:chOff x="9419641" y="4450497"/>
            <a:chExt cx="1541462" cy="336550"/>
          </a:xfrm>
        </p:grpSpPr>
        <p:cxnSp>
          <p:nvCxnSpPr>
            <p:cNvPr id="3352" name="Google Shape;3352;p48"/>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3353" name="Google Shape;3353;p48"/>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3354" name="Google Shape;3354;p48"/>
          <p:cNvGrpSpPr/>
          <p:nvPr/>
        </p:nvGrpSpPr>
        <p:grpSpPr>
          <a:xfrm>
            <a:off x="6812375" y="4666397"/>
            <a:ext cx="2496141" cy="1027113"/>
            <a:chOff x="6075775" y="5479197"/>
            <a:chExt cx="2496141" cy="1027113"/>
          </a:xfrm>
        </p:grpSpPr>
        <p:sp>
          <p:nvSpPr>
            <p:cNvPr id="3355" name="Google Shape;3355;p48"/>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356" name="Google Shape;3356;p48"/>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3357" name="Google Shape;3357;p48"/>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3358" name="Google Shape;3358;p48"/>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3359" name="Google Shape;3359;p48"/>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3360" name="Google Shape;3360;p48"/>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3361" name="Google Shape;3361;p48"/>
          <p:cNvGrpSpPr/>
          <p:nvPr/>
        </p:nvGrpSpPr>
        <p:grpSpPr>
          <a:xfrm>
            <a:off x="706840" y="4601624"/>
            <a:ext cx="2271310" cy="1027112"/>
            <a:chOff x="262340" y="5579524"/>
            <a:chExt cx="2271310" cy="1027112"/>
          </a:xfrm>
        </p:grpSpPr>
        <p:grpSp>
          <p:nvGrpSpPr>
            <p:cNvPr id="3362" name="Google Shape;3362;p48"/>
            <p:cNvGrpSpPr/>
            <p:nvPr/>
          </p:nvGrpSpPr>
          <p:grpSpPr>
            <a:xfrm>
              <a:off x="262340" y="5579524"/>
              <a:ext cx="2201069" cy="1027112"/>
              <a:chOff x="795740" y="4614324"/>
              <a:chExt cx="2201069" cy="1027112"/>
            </a:xfrm>
          </p:grpSpPr>
          <p:cxnSp>
            <p:nvCxnSpPr>
              <p:cNvPr id="3363" name="Google Shape;3363;p48"/>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3364" name="Google Shape;3364;p48"/>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365" name="Google Shape;3365;p48"/>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366" name="Google Shape;3366;p48"/>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
        <p:nvSpPr>
          <p:cNvPr id="3367" name="Google Shape;3367;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0"/>
                                        </p:tgtEl>
                                        <p:attrNameLst>
                                          <p:attrName>style.visibility</p:attrName>
                                        </p:attrNameLst>
                                      </p:cBhvr>
                                      <p:to>
                                        <p:strVal val="visible"/>
                                      </p:to>
                                    </p:set>
                                    <p:animEffect filter="fade" transition="in">
                                      <p:cBhvr>
                                        <p:cTn dur="500"/>
                                        <p:tgtEl>
                                          <p:spTgt spid="3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1"/>
                                        </p:tgtEl>
                                        <p:attrNameLst>
                                          <p:attrName>style.visibility</p:attrName>
                                        </p:attrNameLst>
                                      </p:cBhvr>
                                      <p:to>
                                        <p:strVal val="visible"/>
                                      </p:to>
                                    </p:set>
                                    <p:animEffect filter="fade" transition="in">
                                      <p:cBhvr>
                                        <p:cTn dur="500"/>
                                        <p:tgtEl>
                                          <p:spTgt spid="3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4"/>
                                        </p:tgtEl>
                                        <p:attrNameLst>
                                          <p:attrName>style.visibility</p:attrName>
                                        </p:attrNameLst>
                                      </p:cBhvr>
                                      <p:to>
                                        <p:strVal val="visible"/>
                                      </p:to>
                                    </p:set>
                                    <p:animEffect filter="fade" transition="in">
                                      <p:cBhvr>
                                        <p:cTn dur="500"/>
                                        <p:tgtEl>
                                          <p:spTgt spid="33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46"/>
                                        </p:tgtEl>
                                        <p:attrNameLst>
                                          <p:attrName>style.visibility</p:attrName>
                                        </p:attrNameLst>
                                      </p:cBhvr>
                                      <p:to>
                                        <p:strVal val="visible"/>
                                      </p:to>
                                    </p:set>
                                    <p:animEffect filter="fade" transition="in">
                                      <p:cBhvr>
                                        <p:cTn dur="500"/>
                                        <p:tgtEl>
                                          <p:spTgt spid="33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5"/>
                                        </p:tgtEl>
                                        <p:attrNameLst>
                                          <p:attrName>style.visibility</p:attrName>
                                        </p:attrNameLst>
                                      </p:cBhvr>
                                      <p:to>
                                        <p:strVal val="visible"/>
                                      </p:to>
                                    </p:set>
                                    <p:animEffect filter="fade" transition="in">
                                      <p:cBhvr>
                                        <p:cTn dur="500"/>
                                        <p:tgtEl>
                                          <p:spTgt spid="3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500"/>
                                        <p:tgtEl>
                                          <p:spTgt spid="3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0"/>
                                        </p:tgtEl>
                                        <p:attrNameLst>
                                          <p:attrName>style.visibility</p:attrName>
                                        </p:attrNameLst>
                                      </p:cBhvr>
                                      <p:to>
                                        <p:strVal val="visible"/>
                                      </p:to>
                                    </p:set>
                                    <p:animEffect filter="fade" transition="in">
                                      <p:cBhvr>
                                        <p:cTn dur="500"/>
                                        <p:tgtEl>
                                          <p:spTgt spid="33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51"/>
                                        </p:tgtEl>
                                        <p:attrNameLst>
                                          <p:attrName>style.visibility</p:attrName>
                                        </p:attrNameLst>
                                      </p:cBhvr>
                                      <p:to>
                                        <p:strVal val="visible"/>
                                      </p:to>
                                    </p:set>
                                    <p:animEffect filter="fade" transition="in">
                                      <p:cBhvr>
                                        <p:cTn dur="500"/>
                                        <p:tgtEl>
                                          <p:spTgt spid="33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9"/>
                                        </p:tgtEl>
                                        <p:attrNameLst>
                                          <p:attrName>style.visibility</p:attrName>
                                        </p:attrNameLst>
                                      </p:cBhvr>
                                      <p:to>
                                        <p:strVal val="visible"/>
                                      </p:to>
                                    </p:set>
                                    <p:animEffect filter="fade" transition="in">
                                      <p:cBhvr>
                                        <p:cTn dur="500"/>
                                        <p:tgtEl>
                                          <p:spTgt spid="3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9"/>
                                        </p:tgtEl>
                                        <p:attrNameLst>
                                          <p:attrName>style.visibility</p:attrName>
                                        </p:attrNameLst>
                                      </p:cBhvr>
                                      <p:to>
                                        <p:strVal val="visible"/>
                                      </p:to>
                                    </p:set>
                                    <p:animEffect filter="fade" transition="in">
                                      <p:cBhvr>
                                        <p:cTn dur="500"/>
                                        <p:tgtEl>
                                          <p:spTgt spid="3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2" name="Shape 3372"/>
        <p:cNvGrpSpPr/>
        <p:nvPr/>
      </p:nvGrpSpPr>
      <p:grpSpPr>
        <a:xfrm>
          <a:off x="0" y="0"/>
          <a:ext cx="0" cy="0"/>
          <a:chOff x="0" y="0"/>
          <a:chExt cx="0" cy="0"/>
        </a:xfrm>
      </p:grpSpPr>
      <p:sp>
        <p:nvSpPr>
          <p:cNvPr id="3373" name="Google Shape;3373;p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74" name="Google Shape;3374;p49"/>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75" name="Google Shape;3375;p49"/>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3376" name="Google Shape;3376;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1" name="Shape 3381"/>
        <p:cNvGrpSpPr/>
        <p:nvPr/>
      </p:nvGrpSpPr>
      <p:grpSpPr>
        <a:xfrm>
          <a:off x="0" y="0"/>
          <a:ext cx="0" cy="0"/>
          <a:chOff x="0" y="0"/>
          <a:chExt cx="0" cy="0"/>
        </a:xfrm>
      </p:grpSpPr>
      <p:sp>
        <p:nvSpPr>
          <p:cNvPr id="3382" name="Google Shape;3382;p5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83" name="Google Shape;3383;p50"/>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84" name="Google Shape;3384;p50"/>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3385" name="Google Shape;3385;p50"/>
          <p:cNvGrpSpPr/>
          <p:nvPr/>
        </p:nvGrpSpPr>
        <p:grpSpPr>
          <a:xfrm>
            <a:off x="937549" y="5087784"/>
            <a:ext cx="10729731" cy="1466850"/>
            <a:chOff x="1552" y="2800"/>
            <a:chExt cx="2578" cy="924"/>
          </a:xfrm>
        </p:grpSpPr>
        <p:sp>
          <p:nvSpPr>
            <p:cNvPr id="3386" name="Google Shape;3386;p50"/>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7" name="Google Shape;3387;p50"/>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8" name="Google Shape;3388;p50"/>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389" name="Google Shape;3389;p5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390" name="Google Shape;3390;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0" st="0"/>
                                            </p:txEl>
                                          </p:spTgt>
                                        </p:tgtEl>
                                        <p:attrNameLst>
                                          <p:attrName>style.visibility</p:attrName>
                                        </p:attrNameLst>
                                      </p:cBhvr>
                                      <p:to>
                                        <p:strVal val="visible"/>
                                      </p:to>
                                    </p:set>
                                    <p:animEffect filter="fade" transition="in">
                                      <p:cBhvr>
                                        <p:cTn dur="500"/>
                                        <p:tgtEl>
                                          <p:spTgt spid="3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1" st="1"/>
                                            </p:txEl>
                                          </p:spTgt>
                                        </p:tgtEl>
                                        <p:attrNameLst>
                                          <p:attrName>style.visibility</p:attrName>
                                        </p:attrNameLst>
                                      </p:cBhvr>
                                      <p:to>
                                        <p:strVal val="visible"/>
                                      </p:to>
                                    </p:set>
                                    <p:animEffect filter="fade" transition="in">
                                      <p:cBhvr>
                                        <p:cTn dur="500"/>
                                        <p:tgtEl>
                                          <p:spTgt spid="3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2" st="2"/>
                                            </p:txEl>
                                          </p:spTgt>
                                        </p:tgtEl>
                                        <p:attrNameLst>
                                          <p:attrName>style.visibility</p:attrName>
                                        </p:attrNameLst>
                                      </p:cBhvr>
                                      <p:to>
                                        <p:strVal val="visible"/>
                                      </p:to>
                                    </p:set>
                                    <p:animEffect filter="fade" transition="in">
                                      <p:cBhvr>
                                        <p:cTn dur="500"/>
                                        <p:tgtEl>
                                          <p:spTgt spid="3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5"/>
                                        </p:tgtEl>
                                        <p:attrNameLst>
                                          <p:attrName>style.visibility</p:attrName>
                                        </p:attrNameLst>
                                      </p:cBhvr>
                                      <p:to>
                                        <p:strVal val="visible"/>
                                      </p:to>
                                    </p:set>
                                    <p:animEffect filter="fade" transition="in">
                                      <p:cBhvr>
                                        <p:cTn dur="500"/>
                                        <p:tgtEl>
                                          <p:spTgt spid="3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5" name="Shape 3395"/>
        <p:cNvGrpSpPr/>
        <p:nvPr/>
      </p:nvGrpSpPr>
      <p:grpSpPr>
        <a:xfrm>
          <a:off x="0" y="0"/>
          <a:ext cx="0" cy="0"/>
          <a:chOff x="0" y="0"/>
          <a:chExt cx="0" cy="0"/>
        </a:xfrm>
      </p:grpSpPr>
      <p:sp>
        <p:nvSpPr>
          <p:cNvPr id="3396" name="Google Shape;3396;p51"/>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7" name="Google Shape;3397;p51"/>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8" name="Google Shape;3398;p5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3399" name="Google Shape;3399;p51"/>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0" name="Google Shape;3400;p51"/>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01" name="Google Shape;3401;p51"/>
          <p:cNvGrpSpPr/>
          <p:nvPr/>
        </p:nvGrpSpPr>
        <p:grpSpPr>
          <a:xfrm>
            <a:off x="5004826" y="2400535"/>
            <a:ext cx="3673475" cy="919271"/>
            <a:chOff x="5004826" y="2400535"/>
            <a:chExt cx="3673475" cy="919271"/>
          </a:xfrm>
        </p:grpSpPr>
        <p:sp>
          <p:nvSpPr>
            <p:cNvPr id="3402" name="Google Shape;3402;p51"/>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3" name="Google Shape;3403;p51"/>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04" name="Google Shape;3404;p51"/>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05" name="Google Shape;3405;p51"/>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06" name="Google Shape;3406;p51"/>
          <p:cNvGrpSpPr/>
          <p:nvPr/>
        </p:nvGrpSpPr>
        <p:grpSpPr>
          <a:xfrm>
            <a:off x="4044388" y="2362543"/>
            <a:ext cx="1074738" cy="962025"/>
            <a:chOff x="1540" y="2116"/>
            <a:chExt cx="677" cy="606"/>
          </a:xfrm>
        </p:grpSpPr>
        <p:sp>
          <p:nvSpPr>
            <p:cNvPr id="3407" name="Google Shape;3407;p51"/>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8" name="Google Shape;3408;p51"/>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09" name="Google Shape;3409;p51"/>
          <p:cNvGrpSpPr/>
          <p:nvPr/>
        </p:nvGrpSpPr>
        <p:grpSpPr>
          <a:xfrm>
            <a:off x="8325876" y="2721318"/>
            <a:ext cx="3394075" cy="1036638"/>
            <a:chOff x="8325876" y="2721318"/>
            <a:chExt cx="3394075" cy="1036638"/>
          </a:xfrm>
        </p:grpSpPr>
        <p:grpSp>
          <p:nvGrpSpPr>
            <p:cNvPr id="3410" name="Google Shape;3410;p51"/>
            <p:cNvGrpSpPr/>
            <p:nvPr/>
          </p:nvGrpSpPr>
          <p:grpSpPr>
            <a:xfrm>
              <a:off x="8325876" y="2721318"/>
              <a:ext cx="3394075" cy="630238"/>
              <a:chOff x="2222" y="2804"/>
              <a:chExt cx="2138" cy="397"/>
            </a:xfrm>
          </p:grpSpPr>
          <p:sp>
            <p:nvSpPr>
              <p:cNvPr id="3411" name="Google Shape;3411;p51"/>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12" name="Google Shape;3412;p51"/>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13" name="Google Shape;3413;p51"/>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14" name="Google Shape;3414;p51"/>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15" name="Google Shape;3415;p51"/>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16" name="Google Shape;3416;p51"/>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17" name="Google Shape;3417;p51"/>
          <p:cNvGrpSpPr/>
          <p:nvPr/>
        </p:nvGrpSpPr>
        <p:grpSpPr>
          <a:xfrm>
            <a:off x="8049650" y="4591214"/>
            <a:ext cx="4142349" cy="1379872"/>
            <a:chOff x="8049650" y="4591214"/>
            <a:chExt cx="4142349" cy="1379872"/>
          </a:xfrm>
        </p:grpSpPr>
        <p:grpSp>
          <p:nvGrpSpPr>
            <p:cNvPr id="3418" name="Google Shape;3418;p51"/>
            <p:cNvGrpSpPr/>
            <p:nvPr/>
          </p:nvGrpSpPr>
          <p:grpSpPr>
            <a:xfrm>
              <a:off x="8049650" y="5037504"/>
              <a:ext cx="4142349" cy="933582"/>
              <a:chOff x="8049650" y="5037504"/>
              <a:chExt cx="4142349" cy="933582"/>
            </a:xfrm>
          </p:grpSpPr>
          <p:sp>
            <p:nvSpPr>
              <p:cNvPr id="3419" name="Google Shape;3419;p51"/>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20" name="Google Shape;3420;p51"/>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21" name="Google Shape;3421;p51"/>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22" name="Google Shape;3422;p51"/>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23" name="Google Shape;3423;p51"/>
          <p:cNvGrpSpPr/>
          <p:nvPr/>
        </p:nvGrpSpPr>
        <p:grpSpPr>
          <a:xfrm>
            <a:off x="2756926" y="1340193"/>
            <a:ext cx="3643312" cy="1027113"/>
            <a:chOff x="2756926" y="1340193"/>
            <a:chExt cx="3643312" cy="1027113"/>
          </a:xfrm>
        </p:grpSpPr>
        <p:sp>
          <p:nvSpPr>
            <p:cNvPr id="3424" name="Google Shape;3424;p51"/>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25" name="Google Shape;3425;p51"/>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26" name="Google Shape;3426;p51"/>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7" name="Google Shape;3427;p51"/>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28" name="Google Shape;3428;p51"/>
          <p:cNvGrpSpPr/>
          <p:nvPr/>
        </p:nvGrpSpPr>
        <p:grpSpPr>
          <a:xfrm>
            <a:off x="2270357" y="3283338"/>
            <a:ext cx="3548062" cy="989290"/>
            <a:chOff x="2270357" y="3283338"/>
            <a:chExt cx="3548062" cy="989290"/>
          </a:xfrm>
        </p:grpSpPr>
        <p:sp>
          <p:nvSpPr>
            <p:cNvPr id="3429" name="Google Shape;3429;p51"/>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30" name="Google Shape;3430;p51"/>
            <p:cNvGrpSpPr/>
            <p:nvPr/>
          </p:nvGrpSpPr>
          <p:grpSpPr>
            <a:xfrm>
              <a:off x="2270357" y="3545923"/>
              <a:ext cx="3548062" cy="726705"/>
              <a:chOff x="2270357" y="3545923"/>
              <a:chExt cx="3548062" cy="726705"/>
            </a:xfrm>
          </p:grpSpPr>
          <p:sp>
            <p:nvSpPr>
              <p:cNvPr id="3431" name="Google Shape;3431;p51"/>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32" name="Google Shape;3432;p51"/>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33" name="Google Shape;3433;p51"/>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34" name="Google Shape;3434;p51"/>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35" name="Google Shape;3435;p51"/>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36" name="Google Shape;3436;p51"/>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437" name="Google Shape;3437;p51"/>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8" name="Google Shape;3438;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3"/>
                                        </p:tgtEl>
                                        <p:attrNameLst>
                                          <p:attrName>style.visibility</p:attrName>
                                        </p:attrNameLst>
                                      </p:cBhvr>
                                      <p:to>
                                        <p:strVal val="visible"/>
                                      </p:to>
                                    </p:set>
                                    <p:animEffect filter="fade" transition="in">
                                      <p:cBhvr>
                                        <p:cTn dur="500"/>
                                        <p:tgtEl>
                                          <p:spTgt spid="3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8"/>
                                        </p:tgtEl>
                                        <p:attrNameLst>
                                          <p:attrName>style.visibility</p:attrName>
                                        </p:attrNameLst>
                                      </p:cBhvr>
                                      <p:to>
                                        <p:strVal val="visible"/>
                                      </p:to>
                                    </p:set>
                                    <p:animEffect filter="fade" transition="in">
                                      <p:cBhvr>
                                        <p:cTn dur="500"/>
                                        <p:tgtEl>
                                          <p:spTgt spid="3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1"/>
                                        </p:tgtEl>
                                        <p:attrNameLst>
                                          <p:attrName>style.visibility</p:attrName>
                                        </p:attrNameLst>
                                      </p:cBhvr>
                                      <p:to>
                                        <p:strVal val="visible"/>
                                      </p:to>
                                    </p:set>
                                    <p:animEffect filter="fade" transition="in">
                                      <p:cBhvr>
                                        <p:cTn dur="500"/>
                                        <p:tgtEl>
                                          <p:spTgt spid="3401"/>
                                        </p:tgtEl>
                                      </p:cBhvr>
                                    </p:animEffect>
                                  </p:childTnLst>
                                </p:cTn>
                              </p:par>
                              <p:par>
                                <p:cTn fill="hold" nodeType="with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37"/>
                                        </p:tgtEl>
                                      </p:cBhvr>
                                    </p:animEffect>
                                    <p:set>
                                      <p:cBhvr>
                                        <p:cTn dur="1" fill="hold">
                                          <p:stCondLst>
                                            <p:cond delay="500"/>
                                          </p:stCondLst>
                                        </p:cTn>
                                        <p:tgtEl>
                                          <p:spTgt spid="34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9"/>
                                        </p:tgtEl>
                                        <p:attrNameLst>
                                          <p:attrName>style.visibility</p:attrName>
                                        </p:attrNameLst>
                                      </p:cBhvr>
                                      <p:to>
                                        <p:strVal val="visible"/>
                                      </p:to>
                                    </p:set>
                                    <p:animEffect filter="fade" transition="in">
                                      <p:cBhvr>
                                        <p:cTn dur="500"/>
                                        <p:tgtEl>
                                          <p:spTgt spid="3409"/>
                                        </p:tgtEl>
                                      </p:cBhvr>
                                    </p:animEffect>
                                  </p:childTnLst>
                                </p:cTn>
                              </p:par>
                              <p:par>
                                <p:cTn fill="hold" nodeType="withEffect" presetClass="entr" presetID="10" presetSubtype="0">
                                  <p:stCondLst>
                                    <p:cond delay="0"/>
                                  </p:stCondLst>
                                  <p:childTnLst>
                                    <p:set>
                                      <p:cBhvr>
                                        <p:cTn dur="1" fill="hold">
                                          <p:stCondLst>
                                            <p:cond delay="0"/>
                                          </p:stCondLst>
                                        </p:cTn>
                                        <p:tgtEl>
                                          <p:spTgt spid="3397"/>
                                        </p:tgtEl>
                                        <p:attrNameLst>
                                          <p:attrName>style.visibility</p:attrName>
                                        </p:attrNameLst>
                                      </p:cBhvr>
                                      <p:to>
                                        <p:strVal val="visible"/>
                                      </p:to>
                                    </p:set>
                                    <p:animEffect filter="fade" transition="in">
                                      <p:cBhvr>
                                        <p:cTn dur="500"/>
                                        <p:tgtEl>
                                          <p:spTgt spid="3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7"/>
                                        </p:tgtEl>
                                        <p:attrNameLst>
                                          <p:attrName>style.visibility</p:attrName>
                                        </p:attrNameLst>
                                      </p:cBhvr>
                                      <p:to>
                                        <p:strVal val="visible"/>
                                      </p:to>
                                    </p:set>
                                    <p:animEffect filter="fade" transition="in">
                                      <p:cBhvr>
                                        <p:cTn dur="500"/>
                                        <p:tgtEl>
                                          <p:spTgt spid="3417"/>
                                        </p:tgtEl>
                                      </p:cBhvr>
                                    </p:animEffect>
                                  </p:childTnLst>
                                </p:cTn>
                              </p:par>
                              <p:par>
                                <p:cTn fill="hold" nodeType="withEffect" presetClass="entr" presetID="10" presetSubtype="0">
                                  <p:stCondLst>
                                    <p:cond delay="0"/>
                                  </p:stCondLst>
                                  <p:childTnLst>
                                    <p:set>
                                      <p:cBhvr>
                                        <p:cTn dur="1" fill="hold">
                                          <p:stCondLst>
                                            <p:cond delay="0"/>
                                          </p:stCondLst>
                                        </p:cTn>
                                        <p:tgtEl>
                                          <p:spTgt spid="3396"/>
                                        </p:tgtEl>
                                        <p:attrNameLst>
                                          <p:attrName>style.visibility</p:attrName>
                                        </p:attrNameLst>
                                      </p:cBhvr>
                                      <p:to>
                                        <p:strVal val="visible"/>
                                      </p:to>
                                    </p:set>
                                    <p:animEffect filter="fade" transition="in">
                                      <p:cBhvr>
                                        <p:cTn dur="500"/>
                                        <p:tgtEl>
                                          <p:spTgt spid="3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sp>
        <p:nvSpPr>
          <p:cNvPr id="3444" name="Google Shape;3444;p5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3445" name="Google Shape;3445;p52"/>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46" name="Google Shape;3446;p52"/>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47" name="Google Shape;3447;p52"/>
          <p:cNvGrpSpPr/>
          <p:nvPr/>
        </p:nvGrpSpPr>
        <p:grpSpPr>
          <a:xfrm>
            <a:off x="5004826" y="2400535"/>
            <a:ext cx="3673475" cy="919271"/>
            <a:chOff x="5004826" y="2400535"/>
            <a:chExt cx="3673475" cy="919271"/>
          </a:xfrm>
        </p:grpSpPr>
        <p:sp>
          <p:nvSpPr>
            <p:cNvPr id="3448" name="Google Shape;3448;p52"/>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9" name="Google Shape;3449;p52"/>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50" name="Google Shape;3450;p52"/>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51" name="Google Shape;3451;p52"/>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52" name="Google Shape;3452;p52"/>
          <p:cNvGrpSpPr/>
          <p:nvPr/>
        </p:nvGrpSpPr>
        <p:grpSpPr>
          <a:xfrm>
            <a:off x="4044388" y="2362543"/>
            <a:ext cx="1074738" cy="962025"/>
            <a:chOff x="1540" y="2116"/>
            <a:chExt cx="677" cy="606"/>
          </a:xfrm>
        </p:grpSpPr>
        <p:sp>
          <p:nvSpPr>
            <p:cNvPr id="3453" name="Google Shape;3453;p52"/>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54" name="Google Shape;3454;p52"/>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55" name="Google Shape;3455;p52"/>
          <p:cNvGrpSpPr/>
          <p:nvPr/>
        </p:nvGrpSpPr>
        <p:grpSpPr>
          <a:xfrm>
            <a:off x="8325876" y="2721318"/>
            <a:ext cx="3394075" cy="1036638"/>
            <a:chOff x="8325876" y="2721318"/>
            <a:chExt cx="3394075" cy="1036638"/>
          </a:xfrm>
        </p:grpSpPr>
        <p:grpSp>
          <p:nvGrpSpPr>
            <p:cNvPr id="3456" name="Google Shape;3456;p52"/>
            <p:cNvGrpSpPr/>
            <p:nvPr/>
          </p:nvGrpSpPr>
          <p:grpSpPr>
            <a:xfrm>
              <a:off x="8325876" y="2721318"/>
              <a:ext cx="3394075" cy="630238"/>
              <a:chOff x="2222" y="2804"/>
              <a:chExt cx="2138" cy="397"/>
            </a:xfrm>
          </p:grpSpPr>
          <p:sp>
            <p:nvSpPr>
              <p:cNvPr id="3457" name="Google Shape;3457;p52"/>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58" name="Google Shape;3458;p52"/>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59" name="Google Shape;3459;p52"/>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60" name="Google Shape;3460;p52"/>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61" name="Google Shape;3461;p52"/>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62" name="Google Shape;3462;p52"/>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63" name="Google Shape;3463;p52"/>
          <p:cNvGrpSpPr/>
          <p:nvPr/>
        </p:nvGrpSpPr>
        <p:grpSpPr>
          <a:xfrm>
            <a:off x="8049650" y="4591214"/>
            <a:ext cx="4142349" cy="1379872"/>
            <a:chOff x="8049650" y="4591214"/>
            <a:chExt cx="4142349" cy="1379872"/>
          </a:xfrm>
        </p:grpSpPr>
        <p:grpSp>
          <p:nvGrpSpPr>
            <p:cNvPr id="3464" name="Google Shape;3464;p52"/>
            <p:cNvGrpSpPr/>
            <p:nvPr/>
          </p:nvGrpSpPr>
          <p:grpSpPr>
            <a:xfrm>
              <a:off x="8049650" y="5037504"/>
              <a:ext cx="4142349" cy="933582"/>
              <a:chOff x="8049650" y="5037504"/>
              <a:chExt cx="4142349" cy="933582"/>
            </a:xfrm>
          </p:grpSpPr>
          <p:sp>
            <p:nvSpPr>
              <p:cNvPr id="3465" name="Google Shape;3465;p52"/>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66" name="Google Shape;3466;p52"/>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67" name="Google Shape;3467;p52"/>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68" name="Google Shape;3468;p52"/>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69" name="Google Shape;3469;p52"/>
          <p:cNvGrpSpPr/>
          <p:nvPr/>
        </p:nvGrpSpPr>
        <p:grpSpPr>
          <a:xfrm>
            <a:off x="2756926" y="1340193"/>
            <a:ext cx="3643312" cy="1027113"/>
            <a:chOff x="2756926" y="1340193"/>
            <a:chExt cx="3643312" cy="1027113"/>
          </a:xfrm>
        </p:grpSpPr>
        <p:sp>
          <p:nvSpPr>
            <p:cNvPr id="3470" name="Google Shape;3470;p52"/>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71" name="Google Shape;3471;p52"/>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72" name="Google Shape;3472;p52"/>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3" name="Google Shape;3473;p52"/>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74" name="Google Shape;3474;p52"/>
          <p:cNvGrpSpPr/>
          <p:nvPr/>
        </p:nvGrpSpPr>
        <p:grpSpPr>
          <a:xfrm>
            <a:off x="2270357" y="3283338"/>
            <a:ext cx="3548062" cy="989290"/>
            <a:chOff x="2270357" y="3283338"/>
            <a:chExt cx="3548062" cy="989290"/>
          </a:xfrm>
        </p:grpSpPr>
        <p:sp>
          <p:nvSpPr>
            <p:cNvPr id="3475" name="Google Shape;3475;p52"/>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76" name="Google Shape;3476;p52"/>
            <p:cNvGrpSpPr/>
            <p:nvPr/>
          </p:nvGrpSpPr>
          <p:grpSpPr>
            <a:xfrm>
              <a:off x="2270357" y="3545923"/>
              <a:ext cx="3548062" cy="726705"/>
              <a:chOff x="2270357" y="3545923"/>
              <a:chExt cx="3548062" cy="726705"/>
            </a:xfrm>
          </p:grpSpPr>
          <p:sp>
            <p:nvSpPr>
              <p:cNvPr id="3477" name="Google Shape;3477;p52"/>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78" name="Google Shape;3478;p52"/>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79" name="Google Shape;3479;p52"/>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80" name="Google Shape;3480;p52"/>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81" name="Google Shape;3481;p52"/>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82" name="Google Shape;3482;p52"/>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3483" name="Google Shape;3483;p52"/>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3484" name="Google Shape;3484;p52"/>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3485" name="Google Shape;3485;p52"/>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6" name="Google Shape;3486;p52"/>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7" name="Google Shape;3487;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4"/>
                                        </p:tgtEl>
                                        <p:attrNameLst>
                                          <p:attrName>style.visibility</p:attrName>
                                        </p:attrNameLst>
                                      </p:cBhvr>
                                      <p:to>
                                        <p:strVal val="visible"/>
                                      </p:to>
                                    </p:set>
                                    <p:animEffect filter="fade" transition="in">
                                      <p:cBhvr>
                                        <p:cTn dur="1000"/>
                                        <p:tgtEl>
                                          <p:spTgt spid="3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gtEl>
                                        <p:attrNameLst>
                                          <p:attrName>style.visibility</p:attrName>
                                        </p:attrNameLst>
                                      </p:cBhvr>
                                      <p:to>
                                        <p:strVal val="visible"/>
                                      </p:to>
                                    </p:set>
                                    <p:animEffect filter="fade" transition="in">
                                      <p:cBhvr>
                                        <p:cTn dur="500"/>
                                        <p:tgtEl>
                                          <p:spTgt spid="3485"/>
                                        </p:tgtEl>
                                      </p:cBhvr>
                                    </p:animEffect>
                                  </p:childTnLst>
                                </p:cTn>
                              </p:par>
                              <p:par>
                                <p:cTn fill="hold" nodeType="withEffect" presetClass="entr" presetID="10" presetSubtype="0">
                                  <p:stCondLst>
                                    <p:cond delay="0"/>
                                  </p:stCondLst>
                                  <p:childTnLst>
                                    <p:set>
                                      <p:cBhvr>
                                        <p:cTn dur="1" fill="hold">
                                          <p:stCondLst>
                                            <p:cond delay="0"/>
                                          </p:stCondLst>
                                        </p:cTn>
                                        <p:tgtEl>
                                          <p:spTgt spid="3486"/>
                                        </p:tgtEl>
                                        <p:attrNameLst>
                                          <p:attrName>style.visibility</p:attrName>
                                        </p:attrNameLst>
                                      </p:cBhvr>
                                      <p:to>
                                        <p:strVal val="visible"/>
                                      </p:to>
                                    </p:set>
                                    <p:animEffect filter="fade" transition="in">
                                      <p:cBhvr>
                                        <p:cTn dur="500"/>
                                        <p:tgtEl>
                                          <p:spTgt spid="3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2" name="Shape 3492"/>
        <p:cNvGrpSpPr/>
        <p:nvPr/>
      </p:nvGrpSpPr>
      <p:grpSpPr>
        <a:xfrm>
          <a:off x="0" y="0"/>
          <a:ext cx="0" cy="0"/>
          <a:chOff x="0" y="0"/>
          <a:chExt cx="0" cy="0"/>
        </a:xfrm>
      </p:grpSpPr>
      <p:sp>
        <p:nvSpPr>
          <p:cNvPr id="3493" name="Google Shape;3493;p5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3494" name="Google Shape;3494;p53"/>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95" name="Google Shape;3495;p53"/>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496" name="Google Shape;3496;p53"/>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97" name="Google Shape;3497;p53"/>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98" name="Google Shape;3498;p53"/>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9" name="Google Shape;3499;p53"/>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0" name="Google Shape;3500;p53"/>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1" name="Google Shape;3501;p53"/>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02" name="Google Shape;3502;p53"/>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03" name="Google Shape;3503;p53"/>
          <p:cNvGrpSpPr/>
          <p:nvPr/>
        </p:nvGrpSpPr>
        <p:grpSpPr>
          <a:xfrm>
            <a:off x="8325876" y="3094378"/>
            <a:ext cx="1828800" cy="257175"/>
            <a:chOff x="2222" y="3039"/>
            <a:chExt cx="1152" cy="162"/>
          </a:xfrm>
        </p:grpSpPr>
        <p:sp>
          <p:nvSpPr>
            <p:cNvPr id="3504" name="Google Shape;3504;p53"/>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05" name="Google Shape;3505;p53"/>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3506" name="Google Shape;3506;p53"/>
          <p:cNvGrpSpPr/>
          <p:nvPr/>
        </p:nvGrpSpPr>
        <p:grpSpPr>
          <a:xfrm>
            <a:off x="4044388" y="2362543"/>
            <a:ext cx="1074738" cy="962025"/>
            <a:chOff x="1540" y="2116"/>
            <a:chExt cx="677" cy="606"/>
          </a:xfrm>
        </p:grpSpPr>
        <p:sp>
          <p:nvSpPr>
            <p:cNvPr id="3507" name="Google Shape;3507;p53"/>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08" name="Google Shape;3508;p53"/>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09" name="Google Shape;3509;p53"/>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0" name="Google Shape;3510;p53"/>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11" name="Google Shape;3511;p53"/>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12" name="Google Shape;3512;p53"/>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13" name="Google Shape;3513;p53"/>
          <p:cNvGrpSpPr/>
          <p:nvPr/>
        </p:nvGrpSpPr>
        <p:grpSpPr>
          <a:xfrm>
            <a:off x="2101288" y="2306981"/>
            <a:ext cx="1333500" cy="1004887"/>
            <a:chOff x="220" y="1365"/>
            <a:chExt cx="840" cy="633"/>
          </a:xfrm>
        </p:grpSpPr>
        <p:cxnSp>
          <p:nvCxnSpPr>
            <p:cNvPr id="3514" name="Google Shape;3514;p53"/>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5" name="Google Shape;3515;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16" name="Google Shape;3516;p53"/>
          <p:cNvGrpSpPr/>
          <p:nvPr/>
        </p:nvGrpSpPr>
        <p:grpSpPr>
          <a:xfrm>
            <a:off x="8086163" y="3637306"/>
            <a:ext cx="1414463" cy="1033462"/>
            <a:chOff x="3990" y="2203"/>
            <a:chExt cx="891" cy="651"/>
          </a:xfrm>
        </p:grpSpPr>
        <p:cxnSp>
          <p:nvCxnSpPr>
            <p:cNvPr id="3517" name="Google Shape;3517;p53"/>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8" name="Google Shape;3518;p53"/>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19" name="Google Shape;3519;p53"/>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20" name="Google Shape;3520;p53"/>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21" name="Google Shape;3521;p53"/>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3"/>
          <p:cNvGrpSpPr/>
          <p:nvPr/>
        </p:nvGrpSpPr>
        <p:grpSpPr>
          <a:xfrm>
            <a:off x="2099701" y="2306981"/>
            <a:ext cx="1333500" cy="1004887"/>
            <a:chOff x="220" y="1365"/>
            <a:chExt cx="840" cy="633"/>
          </a:xfrm>
        </p:grpSpPr>
        <p:cxnSp>
          <p:nvCxnSpPr>
            <p:cNvPr id="3523" name="Google Shape;3523;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24" name="Google Shape;3524;p53"/>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25" name="Google Shape;3525;p53"/>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26" name="Google Shape;3526;p53"/>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27" name="Google Shape;3527;p53"/>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8" name="Google Shape;3528;p53"/>
          <p:cNvGrpSpPr/>
          <p:nvPr/>
        </p:nvGrpSpPr>
        <p:grpSpPr>
          <a:xfrm>
            <a:off x="2099701" y="2306981"/>
            <a:ext cx="1333500" cy="1004887"/>
            <a:chOff x="220" y="1365"/>
            <a:chExt cx="840" cy="633"/>
          </a:xfrm>
        </p:grpSpPr>
        <p:cxnSp>
          <p:nvCxnSpPr>
            <p:cNvPr id="3529" name="Google Shape;3529;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30" name="Google Shape;3530;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31" name="Google Shape;3531;p53"/>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2" name="Google Shape;3532;p53"/>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3533" name="Google Shape;3533;p53"/>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34" name="Google Shape;3534;p53"/>
          <p:cNvGrpSpPr/>
          <p:nvPr/>
        </p:nvGrpSpPr>
        <p:grpSpPr>
          <a:xfrm>
            <a:off x="2271408" y="3285357"/>
            <a:ext cx="3548062" cy="989290"/>
            <a:chOff x="2270357" y="3283338"/>
            <a:chExt cx="3548062" cy="989290"/>
          </a:xfrm>
        </p:grpSpPr>
        <p:sp>
          <p:nvSpPr>
            <p:cNvPr id="3535" name="Google Shape;3535;p53"/>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536" name="Google Shape;3536;p53"/>
            <p:cNvGrpSpPr/>
            <p:nvPr/>
          </p:nvGrpSpPr>
          <p:grpSpPr>
            <a:xfrm>
              <a:off x="2270357" y="3545923"/>
              <a:ext cx="3548062" cy="726705"/>
              <a:chOff x="2270357" y="3545923"/>
              <a:chExt cx="3548062" cy="726705"/>
            </a:xfrm>
          </p:grpSpPr>
          <p:sp>
            <p:nvSpPr>
              <p:cNvPr id="3537" name="Google Shape;3537;p53"/>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38" name="Google Shape;3538;p53"/>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539" name="Google Shape;3539;p53"/>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3540" name="Google Shape;3540;p53"/>
          <p:cNvGrpSpPr/>
          <p:nvPr/>
        </p:nvGrpSpPr>
        <p:grpSpPr>
          <a:xfrm>
            <a:off x="8049650" y="5037504"/>
            <a:ext cx="4142349" cy="933582"/>
            <a:chOff x="8049650" y="5037504"/>
            <a:chExt cx="4142349" cy="933582"/>
          </a:xfrm>
        </p:grpSpPr>
        <p:sp>
          <p:nvSpPr>
            <p:cNvPr id="3541" name="Google Shape;3541;p53"/>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542" name="Google Shape;3542;p53"/>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543" name="Google Shape;3543;p53"/>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544" name="Google Shape;3544;p53"/>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545" name="Google Shape;3545;p53"/>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546" name="Google Shape;3546;p53"/>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547" name="Google Shape;3547;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3"/>
                                        </p:tgtEl>
                                        <p:attrNameLst>
                                          <p:attrName>style.visibility</p:attrName>
                                        </p:attrNameLst>
                                      </p:cBhvr>
                                      <p:to>
                                        <p:strVal val="visible"/>
                                      </p:to>
                                    </p:set>
                                    <p:animEffect filter="fade" transition="in">
                                      <p:cBhvr>
                                        <p:cTn dur="500"/>
                                        <p:tgtEl>
                                          <p:spTgt spid="3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0"/>
                                        </p:tgtEl>
                                        <p:attrNameLst>
                                          <p:attrName>style.visibility</p:attrName>
                                        </p:attrNameLst>
                                      </p:cBhvr>
                                      <p:to>
                                        <p:strVal val="visible"/>
                                      </p:to>
                                    </p:set>
                                    <p:animEffect filter="fade" transition="in">
                                      <p:cBhvr>
                                        <p:cTn dur="1000"/>
                                        <p:tgtEl>
                                          <p:spTgt spid="3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1"/>
                                        </p:tgtEl>
                                        <p:attrNameLst>
                                          <p:attrName>style.visibility</p:attrName>
                                        </p:attrNameLst>
                                      </p:cBhvr>
                                      <p:to>
                                        <p:strVal val="visible"/>
                                      </p:to>
                                    </p:set>
                                    <p:animEffect filter="fade" transition="in">
                                      <p:cBhvr>
                                        <p:cTn dur="1000"/>
                                        <p:tgtEl>
                                          <p:spTgt spid="3521"/>
                                        </p:tgtEl>
                                      </p:cBhvr>
                                    </p:animEffect>
                                  </p:childTnLst>
                                </p:cTn>
                              </p:par>
                              <p:par>
                                <p:cTn fill="hold" nodeType="withEffect" presetClass="entr" presetID="1" presetSubtype="0">
                                  <p:stCondLst>
                                    <p:cond delay="0"/>
                                  </p:stCondLst>
                                  <p:childTnLst>
                                    <p:set>
                                      <p:cBhvr>
                                        <p:cTn dur="1" fill="hold">
                                          <p:stCondLst>
                                            <p:cond delay="0"/>
                                          </p:stCondLst>
                                        </p:cTn>
                                        <p:tgtEl>
                                          <p:spTgt spid="3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6"/>
                                        </p:tgtEl>
                                        <p:attrNameLst>
                                          <p:attrName>style.visibility</p:attrName>
                                        </p:attrNameLst>
                                      </p:cBhvr>
                                      <p:to>
                                        <p:strVal val="visible"/>
                                      </p:to>
                                    </p:set>
                                    <p:animEffect filter="fade" transition="in">
                                      <p:cBhvr>
                                        <p:cTn dur="1000"/>
                                        <p:tgtEl>
                                          <p:spTgt spid="3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7"/>
                                        </p:tgtEl>
                                        <p:attrNameLst>
                                          <p:attrName>style.visibility</p:attrName>
                                        </p:attrNameLst>
                                      </p:cBhvr>
                                      <p:to>
                                        <p:strVal val="visible"/>
                                      </p:to>
                                    </p:set>
                                    <p:animEffect filter="fade" transition="in">
                                      <p:cBhvr>
                                        <p:cTn dur="1000"/>
                                        <p:tgtEl>
                                          <p:spTgt spid="352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2" name="Shape 3552"/>
        <p:cNvGrpSpPr/>
        <p:nvPr/>
      </p:nvGrpSpPr>
      <p:grpSpPr>
        <a:xfrm>
          <a:off x="0" y="0"/>
          <a:ext cx="0" cy="0"/>
          <a:chOff x="0" y="0"/>
          <a:chExt cx="0" cy="0"/>
        </a:xfrm>
      </p:grpSpPr>
      <p:sp>
        <p:nvSpPr>
          <p:cNvPr id="3553" name="Google Shape;3553;p5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3554" name="Google Shape;3554;p54"/>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55" name="Google Shape;3555;p54"/>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556" name="Google Shape;3556;p54"/>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57" name="Google Shape;3557;p54"/>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558" name="Google Shape;3558;p54"/>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59" name="Google Shape;3559;p54"/>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0" name="Google Shape;3560;p54"/>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1" name="Google Shape;3561;p54"/>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62" name="Google Shape;3562;p54"/>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63" name="Google Shape;3563;p54"/>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64" name="Google Shape;3564;p54"/>
          <p:cNvGrpSpPr/>
          <p:nvPr/>
        </p:nvGrpSpPr>
        <p:grpSpPr>
          <a:xfrm>
            <a:off x="4043877" y="2362543"/>
            <a:ext cx="1074738" cy="962025"/>
            <a:chOff x="1540" y="2116"/>
            <a:chExt cx="677" cy="606"/>
          </a:xfrm>
        </p:grpSpPr>
        <p:sp>
          <p:nvSpPr>
            <p:cNvPr id="3565" name="Google Shape;3565;p54"/>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6" name="Google Shape;3566;p54"/>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67" name="Google Shape;3567;p54"/>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8" name="Google Shape;3568;p54"/>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9" name="Google Shape;3569;p54"/>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70" name="Google Shape;3570;p54"/>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71" name="Google Shape;3571;p54"/>
          <p:cNvGrpSpPr/>
          <p:nvPr/>
        </p:nvGrpSpPr>
        <p:grpSpPr>
          <a:xfrm>
            <a:off x="2100777" y="2306981"/>
            <a:ext cx="1333500" cy="1004887"/>
            <a:chOff x="220" y="1365"/>
            <a:chExt cx="840" cy="633"/>
          </a:xfrm>
        </p:grpSpPr>
        <p:cxnSp>
          <p:nvCxnSpPr>
            <p:cNvPr id="3572" name="Google Shape;3572;p54"/>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3" name="Google Shape;3573;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74" name="Google Shape;3574;p54"/>
          <p:cNvGrpSpPr/>
          <p:nvPr/>
        </p:nvGrpSpPr>
        <p:grpSpPr>
          <a:xfrm>
            <a:off x="8085652" y="3637306"/>
            <a:ext cx="1414463" cy="1033462"/>
            <a:chOff x="3990" y="2203"/>
            <a:chExt cx="891" cy="651"/>
          </a:xfrm>
        </p:grpSpPr>
        <p:cxnSp>
          <p:nvCxnSpPr>
            <p:cNvPr id="3575" name="Google Shape;3575;p54"/>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6" name="Google Shape;3576;p54"/>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77" name="Google Shape;3577;p54"/>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78" name="Google Shape;3578;p54"/>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79" name="Google Shape;3579;p54"/>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0" name="Google Shape;3580;p54"/>
          <p:cNvGrpSpPr/>
          <p:nvPr/>
        </p:nvGrpSpPr>
        <p:grpSpPr>
          <a:xfrm>
            <a:off x="2099190" y="2306981"/>
            <a:ext cx="1333500" cy="1004887"/>
            <a:chOff x="220" y="1365"/>
            <a:chExt cx="840" cy="633"/>
          </a:xfrm>
        </p:grpSpPr>
        <p:cxnSp>
          <p:nvCxnSpPr>
            <p:cNvPr id="3581" name="Google Shape;3581;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2" name="Google Shape;3582;p54"/>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3" name="Google Shape;3583;p54"/>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84" name="Google Shape;3584;p54"/>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85" name="Google Shape;3585;p54"/>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6" name="Google Shape;3586;p54"/>
          <p:cNvGrpSpPr/>
          <p:nvPr/>
        </p:nvGrpSpPr>
        <p:grpSpPr>
          <a:xfrm>
            <a:off x="2099190" y="2306981"/>
            <a:ext cx="1333500" cy="1004887"/>
            <a:chOff x="220" y="1365"/>
            <a:chExt cx="840" cy="633"/>
          </a:xfrm>
        </p:grpSpPr>
        <p:cxnSp>
          <p:nvCxnSpPr>
            <p:cNvPr id="3587" name="Google Shape;3587;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8" name="Google Shape;3588;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9" name="Google Shape;3589;p54"/>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90" name="Google Shape;3590;p54"/>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3591" name="Google Shape;3591;p54"/>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592" name="Google Shape;3592;p54"/>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3593" name="Google Shape;3593;p54"/>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94" name="Google Shape;3594;p54"/>
          <p:cNvGrpSpPr/>
          <p:nvPr/>
        </p:nvGrpSpPr>
        <p:grpSpPr>
          <a:xfrm>
            <a:off x="8325876" y="3094378"/>
            <a:ext cx="1828800" cy="257175"/>
            <a:chOff x="2222" y="3039"/>
            <a:chExt cx="1152" cy="162"/>
          </a:xfrm>
        </p:grpSpPr>
        <p:sp>
          <p:nvSpPr>
            <p:cNvPr id="3595" name="Google Shape;3595;p54"/>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96" name="Google Shape;3596;p54"/>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597" name="Google Shape;3597;p54"/>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98" name="Google Shape;3598;p54"/>
          <p:cNvGrpSpPr/>
          <p:nvPr/>
        </p:nvGrpSpPr>
        <p:grpSpPr>
          <a:xfrm>
            <a:off x="8049650" y="5037504"/>
            <a:ext cx="4142349" cy="933582"/>
            <a:chOff x="8049650" y="5037504"/>
            <a:chExt cx="4142349" cy="933582"/>
          </a:xfrm>
        </p:grpSpPr>
        <p:sp>
          <p:nvSpPr>
            <p:cNvPr id="3599" name="Google Shape;3599;p54"/>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600" name="Google Shape;3600;p54"/>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1" name="Google Shape;3601;p54"/>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3602" name="Google Shape;3602;p54"/>
          <p:cNvGrpSpPr/>
          <p:nvPr/>
        </p:nvGrpSpPr>
        <p:grpSpPr>
          <a:xfrm>
            <a:off x="2271408" y="3285357"/>
            <a:ext cx="3548062" cy="989290"/>
            <a:chOff x="2270357" y="3283338"/>
            <a:chExt cx="3548062" cy="989290"/>
          </a:xfrm>
        </p:grpSpPr>
        <p:sp>
          <p:nvSpPr>
            <p:cNvPr id="3603" name="Google Shape;3603;p54"/>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604" name="Google Shape;3604;p54"/>
            <p:cNvGrpSpPr/>
            <p:nvPr/>
          </p:nvGrpSpPr>
          <p:grpSpPr>
            <a:xfrm>
              <a:off x="2270357" y="3545923"/>
              <a:ext cx="3548062" cy="726705"/>
              <a:chOff x="2270357" y="3545923"/>
              <a:chExt cx="3548062" cy="726705"/>
            </a:xfrm>
          </p:grpSpPr>
          <p:sp>
            <p:nvSpPr>
              <p:cNvPr id="3605" name="Google Shape;3605;p54"/>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6" name="Google Shape;3606;p54"/>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607" name="Google Shape;3607;p54"/>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608" name="Google Shape;3608;p54"/>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609" name="Google Shape;3609;p54"/>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610" name="Google Shape;3610;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500"/>
                                        <p:tgtEl>
                                          <p:spTgt spid="3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4"/>
                                        </p:tgtEl>
                                        <p:attrNameLst>
                                          <p:attrName>style.visibility</p:attrName>
                                        </p:attrNameLst>
                                      </p:cBhvr>
                                      <p:to>
                                        <p:strVal val="visible"/>
                                      </p:to>
                                    </p:set>
                                    <p:animEffect filter="fade" transition="in">
                                      <p:cBhvr>
                                        <p:cTn dur="500"/>
                                        <p:tgtEl>
                                          <p:spTgt spid="3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1000"/>
                                        <p:tgtEl>
                                          <p:spTgt spid="3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9"/>
                                        </p:tgtEl>
                                        <p:attrNameLst>
                                          <p:attrName>style.visibility</p:attrName>
                                        </p:attrNameLst>
                                      </p:cBhvr>
                                      <p:to>
                                        <p:strVal val="visible"/>
                                      </p:to>
                                    </p:set>
                                    <p:animEffect filter="fade" transition="in">
                                      <p:cBhvr>
                                        <p:cTn dur="1000"/>
                                        <p:tgtEl>
                                          <p:spTgt spid="3579"/>
                                        </p:tgtEl>
                                      </p:cBhvr>
                                    </p:animEffect>
                                  </p:childTnLst>
                                </p:cTn>
                              </p:par>
                              <p:par>
                                <p:cTn fill="hold" nodeType="withEffect" presetClass="entr" presetID="1" presetSubtype="0">
                                  <p:stCondLst>
                                    <p:cond delay="0"/>
                                  </p:stCondLst>
                                  <p:childTnLst>
                                    <p:set>
                                      <p:cBhvr>
                                        <p:cTn dur="1" fill="hold">
                                          <p:stCondLst>
                                            <p:cond delay="0"/>
                                          </p:stCondLst>
                                        </p:cTn>
                                        <p:tgtEl>
                                          <p:spTgt spid="3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0"/>
                                        </p:tgtEl>
                                        <p:attrNameLst>
                                          <p:attrName>style.visibility</p:attrName>
                                        </p:attrNameLst>
                                      </p:cBhvr>
                                      <p:to>
                                        <p:strVal val="visible"/>
                                      </p:to>
                                    </p:set>
                                    <p:animEffect filter="fade" transition="in">
                                      <p:cBhvr>
                                        <p:cTn dur="1000"/>
                                        <p:tgtEl>
                                          <p:spTgt spid="3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1000"/>
                                        <p:tgtEl>
                                          <p:spTgt spid="3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1000"/>
                                        <p:tgtEl>
                                          <p:spTgt spid="3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3"/>
                                        </p:tgtEl>
                                        <p:attrNameLst>
                                          <p:attrName>style.visibility</p:attrName>
                                        </p:attrNameLst>
                                      </p:cBhvr>
                                      <p:to>
                                        <p:strVal val="visible"/>
                                      </p:to>
                                    </p:set>
                                    <p:animEffect filter="fade" transition="in">
                                      <p:cBhvr>
                                        <p:cTn dur="2000"/>
                                        <p:tgtEl>
                                          <p:spTgt spid="3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1000"/>
                                        <p:tgtEl>
                                          <p:spTgt spid="3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5"/>
                                        </p:tgtEl>
                                        <p:attrNameLst>
                                          <p:attrName>style.visibility</p:attrName>
                                        </p:attrNameLst>
                                      </p:cBhvr>
                                      <p:to>
                                        <p:strVal val="visible"/>
                                      </p:to>
                                    </p:set>
                                    <p:animEffect filter="fade" transition="in">
                                      <p:cBhvr>
                                        <p:cTn dur="1000"/>
                                        <p:tgtEl>
                                          <p:spTgt spid="35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5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3617" name="Google Shape;3617;p55"/>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618" name="Google Shape;3618;p55"/>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3619" name="Google Shape;3619;p55"/>
          <p:cNvGrpSpPr/>
          <p:nvPr/>
        </p:nvGrpSpPr>
        <p:grpSpPr>
          <a:xfrm>
            <a:off x="3103667" y="4578498"/>
            <a:ext cx="5984666" cy="1603375"/>
            <a:chOff x="1552" y="2800"/>
            <a:chExt cx="2578" cy="1010"/>
          </a:xfrm>
        </p:grpSpPr>
        <p:sp>
          <p:nvSpPr>
            <p:cNvPr id="3620" name="Google Shape;3620;p55"/>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1" name="Google Shape;3621;p55"/>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2" name="Google Shape;3622;p55"/>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623" name="Google Shape;3623;p55"/>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624" name="Google Shape;3624;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7"/>
                                        </p:tgtEl>
                                        <p:attrNameLst>
                                          <p:attrName>style.visibility</p:attrName>
                                        </p:attrNameLst>
                                      </p:cBhvr>
                                      <p:to>
                                        <p:strVal val="visible"/>
                                      </p:to>
                                    </p:set>
                                    <p:animEffect filter="fade" transition="in">
                                      <p:cBhvr>
                                        <p:cTn dur="500"/>
                                        <p:tgtEl>
                                          <p:spTgt spid="3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8"/>
                                        </p:tgtEl>
                                        <p:attrNameLst>
                                          <p:attrName>style.visibility</p:attrName>
                                        </p:attrNameLst>
                                      </p:cBhvr>
                                      <p:to>
                                        <p:strVal val="visible"/>
                                      </p:to>
                                    </p:set>
                                    <p:animEffect filter="fade" transition="in">
                                      <p:cBhvr>
                                        <p:cTn dur="500"/>
                                        <p:tgtEl>
                                          <p:spTgt spid="3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9"/>
                                        </p:tgtEl>
                                        <p:attrNameLst>
                                          <p:attrName>style.visibility</p:attrName>
                                        </p:attrNameLst>
                                      </p:cBhvr>
                                      <p:to>
                                        <p:strVal val="visible"/>
                                      </p:to>
                                    </p:set>
                                    <p:animEffect filter="fade" transition="in">
                                      <p:cBhvr>
                                        <p:cTn dur="500"/>
                                        <p:tgtEl>
                                          <p:spTgt spid="3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9" name="Shape 3629"/>
        <p:cNvGrpSpPr/>
        <p:nvPr/>
      </p:nvGrpSpPr>
      <p:grpSpPr>
        <a:xfrm>
          <a:off x="0" y="0"/>
          <a:ext cx="0" cy="0"/>
          <a:chOff x="0" y="0"/>
          <a:chExt cx="0" cy="0"/>
        </a:xfrm>
      </p:grpSpPr>
      <p:sp>
        <p:nvSpPr>
          <p:cNvPr id="3630" name="Google Shape;3630;p5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3631" name="Google Shape;3631;p56"/>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2" name="Google Shape;3632;p56"/>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3633" name="Google Shape;3633;p56"/>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3634" name="Google Shape;3634;p56"/>
          <p:cNvGrpSpPr/>
          <p:nvPr/>
        </p:nvGrpSpPr>
        <p:grpSpPr>
          <a:xfrm>
            <a:off x="6492339" y="2383039"/>
            <a:ext cx="1089025" cy="865188"/>
            <a:chOff x="2848" y="1499"/>
            <a:chExt cx="660" cy="510"/>
          </a:xfrm>
        </p:grpSpPr>
        <p:sp>
          <p:nvSpPr>
            <p:cNvPr id="3635" name="Google Shape;3635;p56"/>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6" name="Google Shape;3636;p56"/>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37" name="Google Shape;3637;p56"/>
          <p:cNvGrpSpPr/>
          <p:nvPr/>
        </p:nvGrpSpPr>
        <p:grpSpPr>
          <a:xfrm>
            <a:off x="4914364" y="1394027"/>
            <a:ext cx="3694113" cy="1087437"/>
            <a:chOff x="4914364" y="1394027"/>
            <a:chExt cx="3694113" cy="1087437"/>
          </a:xfrm>
        </p:grpSpPr>
        <p:sp>
          <p:nvSpPr>
            <p:cNvPr id="3638" name="Google Shape;3638;p56"/>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639" name="Google Shape;3639;p56"/>
            <p:cNvGrpSpPr/>
            <p:nvPr/>
          </p:nvGrpSpPr>
          <p:grpSpPr>
            <a:xfrm>
              <a:off x="4928652" y="1394027"/>
              <a:ext cx="2852737" cy="1087437"/>
              <a:chOff x="4928652" y="1394027"/>
              <a:chExt cx="2852737" cy="1087437"/>
            </a:xfrm>
          </p:grpSpPr>
          <p:sp>
            <p:nvSpPr>
              <p:cNvPr id="3640" name="Google Shape;3640;p56"/>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41" name="Google Shape;3641;p56"/>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3642" name="Google Shape;3642;p56"/>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3643" name="Google Shape;3643;p56"/>
          <p:cNvGrpSpPr/>
          <p:nvPr/>
        </p:nvGrpSpPr>
        <p:grpSpPr>
          <a:xfrm>
            <a:off x="7265819" y="1999849"/>
            <a:ext cx="3627361" cy="1207103"/>
            <a:chOff x="7265819" y="1999849"/>
            <a:chExt cx="3627361" cy="1207103"/>
          </a:xfrm>
        </p:grpSpPr>
        <p:sp>
          <p:nvSpPr>
            <p:cNvPr id="3644" name="Google Shape;3644;p56"/>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45" name="Google Shape;3645;p56"/>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46" name="Google Shape;3646;p56"/>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47" name="Google Shape;3647;p56"/>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3648" name="Google Shape;3648;p56"/>
          <p:cNvGrpSpPr/>
          <p:nvPr/>
        </p:nvGrpSpPr>
        <p:grpSpPr>
          <a:xfrm>
            <a:off x="5155664" y="4908752"/>
            <a:ext cx="3763963" cy="984250"/>
            <a:chOff x="5155664" y="4908752"/>
            <a:chExt cx="3763963" cy="984250"/>
          </a:xfrm>
        </p:grpSpPr>
        <p:sp>
          <p:nvSpPr>
            <p:cNvPr id="3649" name="Google Shape;3649;p56"/>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0" name="Google Shape;3650;p56"/>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1" name="Google Shape;3651;p56"/>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52" name="Google Shape;3652;p56"/>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3653" name="Google Shape;3653;p56"/>
          <p:cNvGrpSpPr/>
          <p:nvPr/>
        </p:nvGrpSpPr>
        <p:grpSpPr>
          <a:xfrm>
            <a:off x="1859796" y="4436442"/>
            <a:ext cx="3008971" cy="1404172"/>
            <a:chOff x="1859796" y="4436442"/>
            <a:chExt cx="3008971" cy="1404172"/>
          </a:xfrm>
        </p:grpSpPr>
        <p:sp>
          <p:nvSpPr>
            <p:cNvPr id="3654" name="Google Shape;3654;p56"/>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5" name="Google Shape;3655;p56"/>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6" name="Google Shape;3656;p56"/>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57" name="Google Shape;3657;p56"/>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3658" name="Google Shape;3658;p56"/>
          <p:cNvGrpSpPr/>
          <p:nvPr/>
        </p:nvGrpSpPr>
        <p:grpSpPr>
          <a:xfrm>
            <a:off x="6643152" y="4329314"/>
            <a:ext cx="1117600" cy="823913"/>
            <a:chOff x="4156" y="2812"/>
            <a:chExt cx="704" cy="519"/>
          </a:xfrm>
        </p:grpSpPr>
        <p:sp>
          <p:nvSpPr>
            <p:cNvPr id="3659" name="Google Shape;3659;p56"/>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0" name="Google Shape;3660;p56"/>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1" name="Google Shape;3661;p56"/>
          <p:cNvGrpSpPr/>
          <p:nvPr/>
        </p:nvGrpSpPr>
        <p:grpSpPr>
          <a:xfrm>
            <a:off x="4453989" y="4275339"/>
            <a:ext cx="1046163" cy="823913"/>
            <a:chOff x="4916" y="3266"/>
            <a:chExt cx="659" cy="519"/>
          </a:xfrm>
        </p:grpSpPr>
        <p:sp>
          <p:nvSpPr>
            <p:cNvPr id="3662" name="Google Shape;3662;p56"/>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3" name="Google Shape;3663;p56"/>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4" name="Google Shape;3664;p56"/>
          <p:cNvGrpSpPr/>
          <p:nvPr/>
        </p:nvGrpSpPr>
        <p:grpSpPr>
          <a:xfrm>
            <a:off x="7340063" y="2989465"/>
            <a:ext cx="3184985" cy="1470025"/>
            <a:chOff x="7340063" y="2989464"/>
            <a:chExt cx="3184985" cy="1470025"/>
          </a:xfrm>
        </p:grpSpPr>
        <p:sp>
          <p:nvSpPr>
            <p:cNvPr id="3665" name="Google Shape;3665;p56"/>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66" name="Google Shape;3666;p56"/>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3667" name="Google Shape;3667;p56"/>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3668" name="Google Shape;3668;p56"/>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669" name="Google Shape;3669;p56"/>
          <p:cNvGrpSpPr/>
          <p:nvPr/>
        </p:nvGrpSpPr>
        <p:grpSpPr>
          <a:xfrm>
            <a:off x="768495" y="3049789"/>
            <a:ext cx="3918857" cy="1284288"/>
            <a:chOff x="768495" y="3049789"/>
            <a:chExt cx="3918857" cy="1284288"/>
          </a:xfrm>
        </p:grpSpPr>
        <p:sp>
          <p:nvSpPr>
            <p:cNvPr id="3670" name="Google Shape;3670;p56"/>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71" name="Google Shape;3671;p56"/>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672" name="Google Shape;3672;p56"/>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3673" name="Google Shape;3673;p56"/>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674" name="Google Shape;3674;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7"/>
                                        </p:tgtEl>
                                        <p:attrNameLst>
                                          <p:attrName>style.visibility</p:attrName>
                                        </p:attrNameLst>
                                      </p:cBhvr>
                                      <p:to>
                                        <p:strVal val="visible"/>
                                      </p:to>
                                    </p:set>
                                    <p:animEffect filter="fade" transition="in">
                                      <p:cBhvr>
                                        <p:cTn dur="500"/>
                                        <p:tgtEl>
                                          <p:spTgt spid="3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4"/>
                                        </p:tgtEl>
                                        <p:attrNameLst>
                                          <p:attrName>style.visibility</p:attrName>
                                        </p:attrNameLst>
                                      </p:cBhvr>
                                      <p:to>
                                        <p:strVal val="visible"/>
                                      </p:to>
                                    </p:set>
                                    <p:animEffect filter="fade" transition="in">
                                      <p:cBhvr>
                                        <p:cTn dur="500"/>
                                        <p:tgtEl>
                                          <p:spTgt spid="3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8"/>
                                        </p:tgtEl>
                                        <p:attrNameLst>
                                          <p:attrName>style.visibility</p:attrName>
                                        </p:attrNameLst>
                                      </p:cBhvr>
                                      <p:to>
                                        <p:strVal val="visible"/>
                                      </p:to>
                                    </p:set>
                                    <p:animEffect filter="fade" transition="in">
                                      <p:cBhvr>
                                        <p:cTn dur="500"/>
                                        <p:tgtEl>
                                          <p:spTgt spid="3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9"/>
                                        </p:tgtEl>
                                        <p:attrNameLst>
                                          <p:attrName>style.visibility</p:attrName>
                                        </p:attrNameLst>
                                      </p:cBhvr>
                                      <p:to>
                                        <p:strVal val="visible"/>
                                      </p:to>
                                    </p:set>
                                    <p:animEffect filter="fade" transition="in">
                                      <p:cBhvr>
                                        <p:cTn dur="500"/>
                                        <p:tgtEl>
                                          <p:spTgt spid="3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3"/>
                                        </p:tgtEl>
                                        <p:attrNameLst>
                                          <p:attrName>style.visibility</p:attrName>
                                        </p:attrNameLst>
                                      </p:cBhvr>
                                      <p:to>
                                        <p:strVal val="visible"/>
                                      </p:to>
                                    </p:set>
                                    <p:animEffect filter="fade" transition="in">
                                      <p:cBhvr>
                                        <p:cTn dur="500"/>
                                        <p:tgtEl>
                                          <p:spTgt spid="3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3"/>
                                        </p:tgtEl>
                                        <p:attrNameLst>
                                          <p:attrName>style.visibility</p:attrName>
                                        </p:attrNameLst>
                                      </p:cBhvr>
                                      <p:to>
                                        <p:strVal val="visible"/>
                                      </p:to>
                                    </p:set>
                                    <p:animEffect filter="fade" transition="in">
                                      <p:cBhvr>
                                        <p:cTn dur="500"/>
                                        <p:tgtEl>
                                          <p:spTgt spid="3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9" name="Shape 3679"/>
        <p:cNvGrpSpPr/>
        <p:nvPr/>
      </p:nvGrpSpPr>
      <p:grpSpPr>
        <a:xfrm>
          <a:off x="0" y="0"/>
          <a:ext cx="0" cy="0"/>
          <a:chOff x="0" y="0"/>
          <a:chExt cx="0" cy="0"/>
        </a:xfrm>
      </p:grpSpPr>
      <p:sp>
        <p:nvSpPr>
          <p:cNvPr id="3680" name="Google Shape;3680;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3681" name="Google Shape;3681;p57"/>
          <p:cNvGrpSpPr/>
          <p:nvPr/>
        </p:nvGrpSpPr>
        <p:grpSpPr>
          <a:xfrm>
            <a:off x="4764244" y="3345999"/>
            <a:ext cx="817563" cy="795338"/>
            <a:chOff x="963" y="1131"/>
            <a:chExt cx="515" cy="501"/>
          </a:xfrm>
        </p:grpSpPr>
        <p:sp>
          <p:nvSpPr>
            <p:cNvPr id="3682" name="Google Shape;3682;p57"/>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83" name="Google Shape;3683;p57"/>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3684" name="Google Shape;3684;p57"/>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3685" name="Google Shape;3685;p57"/>
          <p:cNvGrpSpPr/>
          <p:nvPr/>
        </p:nvGrpSpPr>
        <p:grpSpPr>
          <a:xfrm>
            <a:off x="4688044" y="4161974"/>
            <a:ext cx="3862388" cy="2187575"/>
            <a:chOff x="4688044" y="4161974"/>
            <a:chExt cx="3862388" cy="2187575"/>
          </a:xfrm>
        </p:grpSpPr>
        <p:sp>
          <p:nvSpPr>
            <p:cNvPr id="3686" name="Google Shape;3686;p57"/>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87" name="Google Shape;3687;p57"/>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688" name="Google Shape;3688;p57"/>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3689" name="Google Shape;3689;p57"/>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0" name="Google Shape;3690;p57"/>
          <p:cNvGrpSpPr/>
          <p:nvPr/>
        </p:nvGrpSpPr>
        <p:grpSpPr>
          <a:xfrm>
            <a:off x="6462869" y="3380924"/>
            <a:ext cx="825500" cy="796925"/>
            <a:chOff x="4398" y="3133"/>
            <a:chExt cx="520" cy="502"/>
          </a:xfrm>
        </p:grpSpPr>
        <p:sp>
          <p:nvSpPr>
            <p:cNvPr id="3691" name="Google Shape;3691;p57"/>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92" name="Google Shape;3692;p57"/>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3" name="Google Shape;3693;p57"/>
          <p:cNvGrpSpPr/>
          <p:nvPr/>
        </p:nvGrpSpPr>
        <p:grpSpPr>
          <a:xfrm>
            <a:off x="4849969" y="1277487"/>
            <a:ext cx="3981450" cy="2101850"/>
            <a:chOff x="4849969" y="1277487"/>
            <a:chExt cx="3981450" cy="2101850"/>
          </a:xfrm>
        </p:grpSpPr>
        <p:sp>
          <p:nvSpPr>
            <p:cNvPr id="3694" name="Google Shape;3694;p57"/>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695" name="Google Shape;3695;p57"/>
            <p:cNvGrpSpPr/>
            <p:nvPr/>
          </p:nvGrpSpPr>
          <p:grpSpPr>
            <a:xfrm>
              <a:off x="4849969" y="1277487"/>
              <a:ext cx="3981450" cy="1231900"/>
              <a:chOff x="4849969" y="1277487"/>
              <a:chExt cx="3981450" cy="1231900"/>
            </a:xfrm>
          </p:grpSpPr>
          <p:sp>
            <p:nvSpPr>
              <p:cNvPr id="3696" name="Google Shape;3696;p57"/>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3697" name="Google Shape;3697;p57"/>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3698" name="Google Shape;3698;p57"/>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3699" name="Google Shape;3699;p57"/>
          <p:cNvGrpSpPr/>
          <p:nvPr/>
        </p:nvGrpSpPr>
        <p:grpSpPr>
          <a:xfrm>
            <a:off x="7028916" y="2655437"/>
            <a:ext cx="3840853" cy="1309628"/>
            <a:chOff x="7028916" y="2655437"/>
            <a:chExt cx="3840853" cy="1309628"/>
          </a:xfrm>
        </p:grpSpPr>
        <p:sp>
          <p:nvSpPr>
            <p:cNvPr id="3700" name="Google Shape;3700;p57"/>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01" name="Google Shape;3701;p57"/>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2" name="Google Shape;3702;p57"/>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03" name="Google Shape;3703;p57"/>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3704" name="Google Shape;3704;p57"/>
          <p:cNvGrpSpPr/>
          <p:nvPr/>
        </p:nvGrpSpPr>
        <p:grpSpPr>
          <a:xfrm>
            <a:off x="7078824" y="3592896"/>
            <a:ext cx="3662358" cy="1234241"/>
            <a:chOff x="7078824" y="3592896"/>
            <a:chExt cx="3662358" cy="1234241"/>
          </a:xfrm>
        </p:grpSpPr>
        <p:sp>
          <p:nvSpPr>
            <p:cNvPr id="3705" name="Google Shape;3705;p57"/>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06" name="Google Shape;3706;p57"/>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07" name="Google Shape;3707;p57"/>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8" name="Google Shape;3708;p57"/>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709" name="Google Shape;3709;p57"/>
          <p:cNvGrpSpPr/>
          <p:nvPr/>
        </p:nvGrpSpPr>
        <p:grpSpPr>
          <a:xfrm>
            <a:off x="1919444" y="3529396"/>
            <a:ext cx="2989258" cy="1254878"/>
            <a:chOff x="1919444" y="3529396"/>
            <a:chExt cx="2989258" cy="1254878"/>
          </a:xfrm>
        </p:grpSpPr>
        <p:sp>
          <p:nvSpPr>
            <p:cNvPr id="3710" name="Google Shape;3710;p57"/>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11" name="Google Shape;3711;p57"/>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3712" name="Google Shape;3712;p57"/>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3" name="Google Shape;3713;p57"/>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714" name="Google Shape;3714;p57"/>
          <p:cNvGrpSpPr/>
          <p:nvPr/>
        </p:nvGrpSpPr>
        <p:grpSpPr>
          <a:xfrm>
            <a:off x="1867057" y="2591937"/>
            <a:ext cx="3087687" cy="1385828"/>
            <a:chOff x="1867057" y="2591937"/>
            <a:chExt cx="3087687" cy="1385828"/>
          </a:xfrm>
        </p:grpSpPr>
        <p:sp>
          <p:nvSpPr>
            <p:cNvPr id="3715" name="Google Shape;3715;p57"/>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16" name="Google Shape;3716;p57"/>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17" name="Google Shape;3717;p57"/>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8" name="Google Shape;3718;p57"/>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719" name="Google Shape;3719;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3"/>
                                        </p:tgtEl>
                                        <p:attrNameLst>
                                          <p:attrName>style.visibility</p:attrName>
                                        </p:attrNameLst>
                                      </p:cBhvr>
                                      <p:to>
                                        <p:strVal val="visible"/>
                                      </p:to>
                                    </p:set>
                                    <p:animEffect filter="fade" transition="in">
                                      <p:cBhvr>
                                        <p:cTn dur="500"/>
                                        <p:tgtEl>
                                          <p:spTgt spid="3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5"/>
                                        </p:tgtEl>
                                        <p:attrNameLst>
                                          <p:attrName>style.visibility</p:attrName>
                                        </p:attrNameLst>
                                      </p:cBhvr>
                                      <p:to>
                                        <p:strVal val="visible"/>
                                      </p:to>
                                    </p:set>
                                    <p:animEffect filter="fade" transition="in">
                                      <p:cBhvr>
                                        <p:cTn dur="500"/>
                                        <p:tgtEl>
                                          <p:spTgt spid="3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500"/>
                                        <p:tgtEl>
                                          <p:spTgt spid="3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4"/>
                                        </p:tgtEl>
                                        <p:attrNameLst>
                                          <p:attrName>style.visibility</p:attrName>
                                        </p:attrNameLst>
                                      </p:cBhvr>
                                      <p:to>
                                        <p:strVal val="visible"/>
                                      </p:to>
                                    </p:set>
                                    <p:animEffect filter="fade" transition="in">
                                      <p:cBhvr>
                                        <p:cTn dur="500"/>
                                        <p:tgtEl>
                                          <p:spTgt spid="3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9"/>
                                        </p:tgtEl>
                                        <p:attrNameLst>
                                          <p:attrName>style.visibility</p:attrName>
                                        </p:attrNameLst>
                                      </p:cBhvr>
                                      <p:to>
                                        <p:strVal val="visible"/>
                                      </p:to>
                                    </p:set>
                                    <p:animEffect filter="fade" transition="in">
                                      <p:cBhvr>
                                        <p:cTn dur="500"/>
                                        <p:tgtEl>
                                          <p:spTgt spid="3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500"/>
                                        <p:tgtEl>
                                          <p:spTgt spid="37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4" name="Shape 3724"/>
        <p:cNvGrpSpPr/>
        <p:nvPr/>
      </p:nvGrpSpPr>
      <p:grpSpPr>
        <a:xfrm>
          <a:off x="0" y="0"/>
          <a:ext cx="0" cy="0"/>
          <a:chOff x="0" y="0"/>
          <a:chExt cx="0" cy="0"/>
        </a:xfrm>
      </p:grpSpPr>
      <p:sp>
        <p:nvSpPr>
          <p:cNvPr id="3725" name="Google Shape;3725;p5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3726" name="Google Shape;3726;p58"/>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727" name="Google Shape;3727;p58"/>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3728" name="Google Shape;3728;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5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3735" name="Google Shape;3735;p59"/>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3736" name="Google Shape;3736;p59"/>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3737" name="Google Shape;3737;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2" name="Shape 3742"/>
        <p:cNvGrpSpPr/>
        <p:nvPr/>
      </p:nvGrpSpPr>
      <p:grpSpPr>
        <a:xfrm>
          <a:off x="0" y="0"/>
          <a:ext cx="0" cy="0"/>
          <a:chOff x="0" y="0"/>
          <a:chExt cx="0" cy="0"/>
        </a:xfrm>
      </p:grpSpPr>
      <p:sp>
        <p:nvSpPr>
          <p:cNvPr id="3743" name="Google Shape;3743;p6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3744" name="Google Shape;3744;p60"/>
          <p:cNvGrpSpPr/>
          <p:nvPr/>
        </p:nvGrpSpPr>
        <p:grpSpPr>
          <a:xfrm>
            <a:off x="3740933" y="1183947"/>
            <a:ext cx="6508750" cy="2841625"/>
            <a:chOff x="1529" y="780"/>
            <a:chExt cx="4100" cy="1790"/>
          </a:xfrm>
        </p:grpSpPr>
        <p:grpSp>
          <p:nvGrpSpPr>
            <p:cNvPr id="3745" name="Google Shape;3745;p60"/>
            <p:cNvGrpSpPr/>
            <p:nvPr/>
          </p:nvGrpSpPr>
          <p:grpSpPr>
            <a:xfrm>
              <a:off x="1651" y="1399"/>
              <a:ext cx="669" cy="528"/>
              <a:chOff x="1441" y="2062"/>
              <a:chExt cx="669" cy="528"/>
            </a:xfrm>
          </p:grpSpPr>
          <p:sp>
            <p:nvSpPr>
              <p:cNvPr id="3746" name="Google Shape;3746;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47" name="Google Shape;3747;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3748" name="Google Shape;3748;p60"/>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749" name="Google Shape;3749;p60"/>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750" name="Google Shape;3750;p60"/>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3751" name="Google Shape;3751;p60"/>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3752" name="Google Shape;3752;p60"/>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3" name="Google Shape;3753;p60"/>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4" name="Google Shape;3754;p60"/>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55" name="Google Shape;3755;p60"/>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756" name="Google Shape;3756;p60"/>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3757" name="Google Shape;3757;p60"/>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8" name="Google Shape;3758;p60"/>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759" name="Google Shape;3759;p60"/>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3760" name="Google Shape;3760;p60"/>
            <p:cNvGrpSpPr/>
            <p:nvPr/>
          </p:nvGrpSpPr>
          <p:grpSpPr>
            <a:xfrm>
              <a:off x="3135" y="1365"/>
              <a:ext cx="669" cy="528"/>
              <a:chOff x="1441" y="2062"/>
              <a:chExt cx="669" cy="528"/>
            </a:xfrm>
          </p:grpSpPr>
          <p:sp>
            <p:nvSpPr>
              <p:cNvPr id="3761" name="Google Shape;3761;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62" name="Google Shape;3762;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3763" name="Google Shape;3763;p60"/>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3764" name="Google Shape;3764;p60"/>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3765" name="Google Shape;3765;p60"/>
          <p:cNvGrpSpPr/>
          <p:nvPr/>
        </p:nvGrpSpPr>
        <p:grpSpPr>
          <a:xfrm>
            <a:off x="1313645" y="3769985"/>
            <a:ext cx="7234238" cy="2535237"/>
            <a:chOff x="0" y="2409"/>
            <a:chExt cx="4557" cy="1597"/>
          </a:xfrm>
        </p:grpSpPr>
        <p:sp>
          <p:nvSpPr>
            <p:cNvPr id="3766" name="Google Shape;3766;p60"/>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3767" name="Google Shape;3767;p60"/>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768" name="Google Shape;3768;p60"/>
            <p:cNvGrpSpPr/>
            <p:nvPr/>
          </p:nvGrpSpPr>
          <p:grpSpPr>
            <a:xfrm>
              <a:off x="0" y="2409"/>
              <a:ext cx="3510" cy="1168"/>
              <a:chOff x="0" y="2409"/>
              <a:chExt cx="3510" cy="1168"/>
            </a:xfrm>
          </p:grpSpPr>
          <p:grpSp>
            <p:nvGrpSpPr>
              <p:cNvPr id="3769" name="Google Shape;3769;p60"/>
              <p:cNvGrpSpPr/>
              <p:nvPr/>
            </p:nvGrpSpPr>
            <p:grpSpPr>
              <a:xfrm>
                <a:off x="1529" y="2687"/>
                <a:ext cx="534" cy="501"/>
                <a:chOff x="3570" y="3063"/>
                <a:chExt cx="534" cy="501"/>
              </a:xfrm>
            </p:grpSpPr>
            <p:sp>
              <p:nvSpPr>
                <p:cNvPr id="3770" name="Google Shape;3770;p60"/>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71" name="Google Shape;3771;p60"/>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3772" name="Google Shape;3772;p60"/>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73" name="Google Shape;3773;p60"/>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4" name="Google Shape;3774;p60"/>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3775" name="Google Shape;3775;p60"/>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6" name="Google Shape;3776;p60"/>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3777" name="Google Shape;3777;p60"/>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3778" name="Google Shape;3778;p60"/>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79" name="Google Shape;3779;p60"/>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3780" name="Google Shape;3780;p60"/>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781" name="Google Shape;3781;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6" name="Shape 3786"/>
        <p:cNvGrpSpPr/>
        <p:nvPr/>
      </p:nvGrpSpPr>
      <p:grpSpPr>
        <a:xfrm>
          <a:off x="0" y="0"/>
          <a:ext cx="0" cy="0"/>
          <a:chOff x="0" y="0"/>
          <a:chExt cx="0" cy="0"/>
        </a:xfrm>
      </p:grpSpPr>
      <p:sp>
        <p:nvSpPr>
          <p:cNvPr id="3787" name="Google Shape;3787;p6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88" name="Google Shape;3788;p61"/>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3789" name="Google Shape;3789;p61"/>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3790" name="Google Shape;3790;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9"/>
                                        </p:tgtEl>
                                        <p:attrNameLst>
                                          <p:attrName>style.visibility</p:attrName>
                                        </p:attrNameLst>
                                      </p:cBhvr>
                                      <p:to>
                                        <p:strVal val="visible"/>
                                      </p:to>
                                    </p:set>
                                    <p:animEffect filter="fade" transition="in">
                                      <p:cBhvr>
                                        <p:cTn dur="500"/>
                                        <p:tgtEl>
                                          <p:spTgt spid="3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id="3796" name="Google Shape;3796;p6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97" name="Google Shape;3797;p62"/>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3798" name="Google Shape;3798;p62"/>
          <p:cNvGrpSpPr/>
          <p:nvPr/>
        </p:nvGrpSpPr>
        <p:grpSpPr>
          <a:xfrm>
            <a:off x="3852654" y="4876800"/>
            <a:ext cx="3484723" cy="1905000"/>
            <a:chOff x="3667124" y="4359729"/>
            <a:chExt cx="3484723" cy="1905000"/>
          </a:xfrm>
        </p:grpSpPr>
        <p:pic>
          <p:nvPicPr>
            <p:cNvPr descr="Image result for red alarm clock" id="3799" name="Google Shape;3799;p62"/>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3800" name="Google Shape;3800;p62"/>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3801" name="Google Shape;3801;p62"/>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3802" name="Google Shape;3802;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801">
                                            <p:txEl>
                                              <p:pRg end="0" st="0"/>
                                            </p:txEl>
                                          </p:spTgt>
                                        </p:tgtEl>
                                        <p:attrNameLst>
                                          <p:attrName>style.visibility</p:attrName>
                                        </p:attrNameLst>
                                      </p:cBhvr>
                                      <p:to>
                                        <p:strVal val="visible"/>
                                      </p:to>
                                    </p:set>
                                    <p:animEffect filter="fade" transition="in">
                                      <p:cBhvr>
                                        <p:cTn dur="500"/>
                                        <p:tgtEl>
                                          <p:spTgt spid="38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7" name="Shape 3807"/>
        <p:cNvGrpSpPr/>
        <p:nvPr/>
      </p:nvGrpSpPr>
      <p:grpSpPr>
        <a:xfrm>
          <a:off x="0" y="0"/>
          <a:ext cx="0" cy="0"/>
          <a:chOff x="0" y="0"/>
          <a:chExt cx="0" cy="0"/>
        </a:xfrm>
      </p:grpSpPr>
      <p:sp>
        <p:nvSpPr>
          <p:cNvPr id="3808" name="Google Shape;3808;p63"/>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9" name="Google Shape;3809;p63"/>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0" name="Google Shape;3810;p63"/>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1" name="Google Shape;3811;p63"/>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2" name="Google Shape;3812;p6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13" name="Google Shape;3813;p63"/>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14" name="Google Shape;3814;p63"/>
          <p:cNvGrpSpPr/>
          <p:nvPr/>
        </p:nvGrpSpPr>
        <p:grpSpPr>
          <a:xfrm>
            <a:off x="7099636" y="2184072"/>
            <a:ext cx="889000" cy="865187"/>
            <a:chOff x="445" y="1273"/>
            <a:chExt cx="560" cy="545"/>
          </a:xfrm>
        </p:grpSpPr>
        <p:sp>
          <p:nvSpPr>
            <p:cNvPr id="3815" name="Google Shape;3815;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16" name="Google Shape;3816;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17" name="Google Shape;3817;p63"/>
          <p:cNvGrpSpPr/>
          <p:nvPr/>
        </p:nvGrpSpPr>
        <p:grpSpPr>
          <a:xfrm>
            <a:off x="4758073" y="1183947"/>
            <a:ext cx="3860800" cy="1144587"/>
            <a:chOff x="4758073" y="1183947"/>
            <a:chExt cx="3860800" cy="1144587"/>
          </a:xfrm>
        </p:grpSpPr>
        <p:sp>
          <p:nvSpPr>
            <p:cNvPr id="3818" name="Google Shape;3818;p63"/>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19" name="Google Shape;3819;p63"/>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0" name="Google Shape;3820;p63"/>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21" name="Google Shape;3821;p63"/>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22" name="Google Shape;3822;p63"/>
          <p:cNvGrpSpPr/>
          <p:nvPr/>
        </p:nvGrpSpPr>
        <p:grpSpPr>
          <a:xfrm>
            <a:off x="7191711" y="4098597"/>
            <a:ext cx="1189037" cy="850900"/>
            <a:chOff x="4090" y="3230"/>
            <a:chExt cx="749" cy="536"/>
          </a:xfrm>
        </p:grpSpPr>
        <p:sp>
          <p:nvSpPr>
            <p:cNvPr id="3823" name="Google Shape;3823;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24" name="Google Shape;3824;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25" name="Google Shape;3825;p63"/>
          <p:cNvGrpSpPr/>
          <p:nvPr/>
        </p:nvGrpSpPr>
        <p:grpSpPr>
          <a:xfrm>
            <a:off x="5054936" y="4832022"/>
            <a:ext cx="3444875" cy="1038225"/>
            <a:chOff x="5054936" y="4832022"/>
            <a:chExt cx="3444875" cy="1038225"/>
          </a:xfrm>
        </p:grpSpPr>
        <p:sp>
          <p:nvSpPr>
            <p:cNvPr id="3826" name="Google Shape;3826;p63"/>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27" name="Google Shape;3827;p63"/>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28" name="Google Shape;3828;p63"/>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9" name="Google Shape;3829;p63"/>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30" name="Google Shape;3830;p63"/>
          <p:cNvGrpSpPr/>
          <p:nvPr/>
        </p:nvGrpSpPr>
        <p:grpSpPr>
          <a:xfrm>
            <a:off x="7858461" y="2912734"/>
            <a:ext cx="2309812" cy="1184275"/>
            <a:chOff x="7858461" y="2912734"/>
            <a:chExt cx="2309812" cy="1184275"/>
          </a:xfrm>
        </p:grpSpPr>
        <p:sp>
          <p:nvSpPr>
            <p:cNvPr id="3831" name="Google Shape;3831;p63"/>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2" name="Google Shape;3832;p63"/>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3" name="Google Shape;3833;p63"/>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34" name="Google Shape;3834;p63"/>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35" name="Google Shape;3835;p63"/>
          <p:cNvGrpSpPr/>
          <p:nvPr/>
        </p:nvGrpSpPr>
        <p:grpSpPr>
          <a:xfrm>
            <a:off x="2638761" y="2958772"/>
            <a:ext cx="1933239" cy="1239836"/>
            <a:chOff x="2638761" y="2958772"/>
            <a:chExt cx="1933239" cy="1239836"/>
          </a:xfrm>
        </p:grpSpPr>
        <p:sp>
          <p:nvSpPr>
            <p:cNvPr id="3836" name="Google Shape;3836;p63"/>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7" name="Google Shape;3837;p63"/>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8" name="Google Shape;3838;p63"/>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39" name="Google Shape;3839;p63"/>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0" name="Google Shape;3840;p63"/>
          <p:cNvGrpSpPr/>
          <p:nvPr/>
        </p:nvGrpSpPr>
        <p:grpSpPr>
          <a:xfrm>
            <a:off x="4157998" y="2228522"/>
            <a:ext cx="1189038" cy="850900"/>
            <a:chOff x="4090" y="3230"/>
            <a:chExt cx="749" cy="536"/>
          </a:xfrm>
        </p:grpSpPr>
        <p:sp>
          <p:nvSpPr>
            <p:cNvPr id="3841" name="Google Shape;3841;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2" name="Google Shape;3842;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3" name="Google Shape;3843;p63"/>
          <p:cNvGrpSpPr/>
          <p:nvPr/>
        </p:nvGrpSpPr>
        <p:grpSpPr>
          <a:xfrm>
            <a:off x="4369136" y="4082722"/>
            <a:ext cx="889000" cy="865187"/>
            <a:chOff x="445" y="1273"/>
            <a:chExt cx="560" cy="545"/>
          </a:xfrm>
        </p:grpSpPr>
        <p:sp>
          <p:nvSpPr>
            <p:cNvPr id="3844" name="Google Shape;3844;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5" name="Google Shape;3845;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3846" name="Google Shape;3846;p63"/>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7" name="Google Shape;3847;p63"/>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8" name="Google Shape;3848;p63"/>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9" name="Google Shape;3849;p63"/>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0" name="Google Shape;3850;p63"/>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1" name="Google Shape;3851;p63"/>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2" name="Google Shape;3852;p63"/>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3" name="Google Shape;3853;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6"/>
                                        </p:tgtEl>
                                        <p:attrNameLst>
                                          <p:attrName>style.visibility</p:attrName>
                                        </p:attrNameLst>
                                      </p:cBhvr>
                                      <p:to>
                                        <p:strVal val="visible"/>
                                      </p:to>
                                    </p:set>
                                    <p:animEffect filter="fade" transition="in">
                                      <p:cBhvr>
                                        <p:cTn dur="500"/>
                                        <p:tgtEl>
                                          <p:spTgt spid="3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46"/>
                                        </p:tgtEl>
                                      </p:cBhvr>
                                    </p:animEffect>
                                    <p:set>
                                      <p:cBhvr>
                                        <p:cTn dur="1" fill="hold">
                                          <p:stCondLst>
                                            <p:cond delay="500"/>
                                          </p:stCondLst>
                                        </p:cTn>
                                        <p:tgtEl>
                                          <p:spTgt spid="38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47"/>
                                        </p:tgtEl>
                                        <p:attrNameLst>
                                          <p:attrName>style.visibility</p:attrName>
                                        </p:attrNameLst>
                                      </p:cBhvr>
                                      <p:to>
                                        <p:strVal val="visible"/>
                                      </p:to>
                                    </p:set>
                                    <p:animEffect filter="fade" transition="in">
                                      <p:cBhvr>
                                        <p:cTn dur="500"/>
                                        <p:tgtEl>
                                          <p:spTgt spid="3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8"/>
                                        </p:tgtEl>
                                        <p:attrNameLst>
                                          <p:attrName>style.visibility</p:attrName>
                                        </p:attrNameLst>
                                      </p:cBhvr>
                                      <p:to>
                                        <p:strVal val="visible"/>
                                      </p:to>
                                    </p:set>
                                    <p:animEffect filter="fade" transition="in">
                                      <p:cBhvr>
                                        <p:cTn dur="500"/>
                                        <p:tgtEl>
                                          <p:spTgt spid="3848"/>
                                        </p:tgtEl>
                                      </p:cBhvr>
                                    </p:animEffect>
                                  </p:childTnLst>
                                </p:cTn>
                              </p:par>
                              <p:par>
                                <p:cTn fill="hold" nodeType="withEffect" presetClass="exit" presetID="10" presetSubtype="0">
                                  <p:stCondLst>
                                    <p:cond delay="0"/>
                                  </p:stCondLst>
                                  <p:childTnLst>
                                    <p:animEffect filter="fade" transition="out">
                                      <p:cBhvr>
                                        <p:cTn dur="500"/>
                                        <p:tgtEl>
                                          <p:spTgt spid="3847"/>
                                        </p:tgtEl>
                                      </p:cBhvr>
                                    </p:animEffect>
                                    <p:set>
                                      <p:cBhvr>
                                        <p:cTn dur="1" fill="hold">
                                          <p:stCondLst>
                                            <p:cond delay="500"/>
                                          </p:stCondLst>
                                        </p:cTn>
                                        <p:tgtEl>
                                          <p:spTgt spid="38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500"/>
                                        <p:tgtEl>
                                          <p:spTgt spid="3817"/>
                                        </p:tgtEl>
                                      </p:cBhvr>
                                    </p:animEffect>
                                  </p:childTnLst>
                                </p:cTn>
                              </p:par>
                              <p:par>
                                <p:cTn fill="hold" nodeType="withEffect" presetClass="exit" presetID="10" presetSubtype="0">
                                  <p:stCondLst>
                                    <p:cond delay="0"/>
                                  </p:stCondLst>
                                  <p:childTnLst>
                                    <p:animEffect filter="fade" transition="out">
                                      <p:cBhvr>
                                        <p:cTn dur="500"/>
                                        <p:tgtEl>
                                          <p:spTgt spid="3848"/>
                                        </p:tgtEl>
                                      </p:cBhvr>
                                    </p:animEffect>
                                    <p:set>
                                      <p:cBhvr>
                                        <p:cTn dur="1" fill="hold">
                                          <p:stCondLst>
                                            <p:cond delay="500"/>
                                          </p:stCondLst>
                                        </p:cTn>
                                        <p:tgtEl>
                                          <p:spTgt spid="38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1"/>
                                        </p:tgtEl>
                                        <p:attrNameLst>
                                          <p:attrName>style.visibility</p:attrName>
                                        </p:attrNameLst>
                                      </p:cBhvr>
                                      <p:to>
                                        <p:strVal val="visible"/>
                                      </p:to>
                                    </p:set>
                                    <p:animEffect filter="fade" transition="in">
                                      <p:cBhvr>
                                        <p:cTn dur="500"/>
                                        <p:tgtEl>
                                          <p:spTgt spid="38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49"/>
                                        </p:tgtEl>
                                        <p:attrNameLst>
                                          <p:attrName>style.visibility</p:attrName>
                                        </p:attrNameLst>
                                      </p:cBhvr>
                                      <p:to>
                                        <p:strVal val="visible"/>
                                      </p:to>
                                    </p:set>
                                    <p:animEffect filter="fade" transition="in">
                                      <p:cBhvr>
                                        <p:cTn dur="500"/>
                                        <p:tgtEl>
                                          <p:spTgt spid="3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0"/>
                                        </p:tgtEl>
                                        <p:attrNameLst>
                                          <p:attrName>style.visibility</p:attrName>
                                        </p:attrNameLst>
                                      </p:cBhvr>
                                      <p:to>
                                        <p:strVal val="visible"/>
                                      </p:to>
                                    </p:set>
                                    <p:animEffect filter="fade" transition="in">
                                      <p:cBhvr>
                                        <p:cTn dur="500"/>
                                        <p:tgtEl>
                                          <p:spTgt spid="3830"/>
                                        </p:tgtEl>
                                      </p:cBhvr>
                                    </p:animEffect>
                                  </p:childTnLst>
                                </p:cTn>
                              </p:par>
                              <p:par>
                                <p:cTn fill="hold" nodeType="withEffect" presetClass="exit" presetID="10" presetSubtype="0">
                                  <p:stCondLst>
                                    <p:cond delay="0"/>
                                  </p:stCondLst>
                                  <p:childTnLst>
                                    <p:animEffect filter="fade" transition="out">
                                      <p:cBhvr>
                                        <p:cTn dur="500"/>
                                        <p:tgtEl>
                                          <p:spTgt spid="3849"/>
                                        </p:tgtEl>
                                      </p:cBhvr>
                                    </p:animEffect>
                                    <p:set>
                                      <p:cBhvr>
                                        <p:cTn dur="1" fill="hold">
                                          <p:stCondLst>
                                            <p:cond delay="500"/>
                                          </p:stCondLst>
                                        </p:cTn>
                                        <p:tgtEl>
                                          <p:spTgt spid="384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0"/>
                                        </p:tgtEl>
                                        <p:attrNameLst>
                                          <p:attrName>style.visibility</p:attrName>
                                        </p:attrNameLst>
                                      </p:cBhvr>
                                      <p:to>
                                        <p:strVal val="visible"/>
                                      </p:to>
                                    </p:set>
                                    <p:animEffect filter="fade" transition="in">
                                      <p:cBhvr>
                                        <p:cTn dur="500"/>
                                        <p:tgtEl>
                                          <p:spTgt spid="38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0"/>
                                        </p:tgtEl>
                                        <p:attrNameLst>
                                          <p:attrName>style.visibility</p:attrName>
                                        </p:attrNameLst>
                                      </p:cBhvr>
                                      <p:to>
                                        <p:strVal val="visible"/>
                                      </p:to>
                                    </p:set>
                                    <p:animEffect filter="fade" transition="in">
                                      <p:cBhvr>
                                        <p:cTn dur="500"/>
                                        <p:tgtEl>
                                          <p:spTgt spid="3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5"/>
                                        </p:tgtEl>
                                        <p:attrNameLst>
                                          <p:attrName>style.visibility</p:attrName>
                                        </p:attrNameLst>
                                      </p:cBhvr>
                                      <p:to>
                                        <p:strVal val="visible"/>
                                      </p:to>
                                    </p:set>
                                    <p:animEffect filter="fade" transition="in">
                                      <p:cBhvr>
                                        <p:cTn dur="500"/>
                                        <p:tgtEl>
                                          <p:spTgt spid="3825"/>
                                        </p:tgtEl>
                                      </p:cBhvr>
                                    </p:animEffect>
                                  </p:childTnLst>
                                </p:cTn>
                              </p:par>
                              <p:par>
                                <p:cTn fill="hold" nodeType="withEffect" presetClass="exit" presetID="10" presetSubtype="0">
                                  <p:stCondLst>
                                    <p:cond delay="0"/>
                                  </p:stCondLst>
                                  <p:childTnLst>
                                    <p:animEffect filter="fade" transition="out">
                                      <p:cBhvr>
                                        <p:cTn dur="500"/>
                                        <p:tgtEl>
                                          <p:spTgt spid="3850"/>
                                        </p:tgtEl>
                                      </p:cBhvr>
                                    </p:animEffect>
                                    <p:set>
                                      <p:cBhvr>
                                        <p:cTn dur="1" fill="hold">
                                          <p:stCondLst>
                                            <p:cond delay="500"/>
                                          </p:stCondLst>
                                        </p:cTn>
                                        <p:tgtEl>
                                          <p:spTgt spid="38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09"/>
                                        </p:tgtEl>
                                        <p:attrNameLst>
                                          <p:attrName>style.visibility</p:attrName>
                                        </p:attrNameLst>
                                      </p:cBhvr>
                                      <p:to>
                                        <p:strVal val="visible"/>
                                      </p:to>
                                    </p:set>
                                    <p:animEffect filter="fade" transition="in">
                                      <p:cBhvr>
                                        <p:cTn dur="500"/>
                                        <p:tgtEl>
                                          <p:spTgt spid="38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1"/>
                                        </p:tgtEl>
                                        <p:attrNameLst>
                                          <p:attrName>style.visibility</p:attrName>
                                        </p:attrNameLst>
                                      </p:cBhvr>
                                      <p:to>
                                        <p:strVal val="visible"/>
                                      </p:to>
                                    </p:set>
                                    <p:animEffect filter="fade" transition="in">
                                      <p:cBhvr>
                                        <p:cTn dur="500"/>
                                        <p:tgtEl>
                                          <p:spTgt spid="3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5"/>
                                        </p:tgtEl>
                                        <p:attrNameLst>
                                          <p:attrName>style.visibility</p:attrName>
                                        </p:attrNameLst>
                                      </p:cBhvr>
                                      <p:to>
                                        <p:strVal val="visible"/>
                                      </p:to>
                                    </p:set>
                                    <p:animEffect filter="fade" transition="in">
                                      <p:cBhvr>
                                        <p:cTn dur="500"/>
                                        <p:tgtEl>
                                          <p:spTgt spid="3835"/>
                                        </p:tgtEl>
                                      </p:cBhvr>
                                    </p:animEffect>
                                  </p:childTnLst>
                                </p:cTn>
                              </p:par>
                              <p:par>
                                <p:cTn fill="hold" nodeType="withEffect" presetClass="entr" presetID="10" presetSubtype="0">
                                  <p:stCondLst>
                                    <p:cond delay="0"/>
                                  </p:stCondLst>
                                  <p:childTnLst>
                                    <p:set>
                                      <p:cBhvr>
                                        <p:cTn dur="1" fill="hold">
                                          <p:stCondLst>
                                            <p:cond delay="0"/>
                                          </p:stCondLst>
                                        </p:cTn>
                                        <p:tgtEl>
                                          <p:spTgt spid="3808"/>
                                        </p:tgtEl>
                                        <p:attrNameLst>
                                          <p:attrName>style.visibility</p:attrName>
                                        </p:attrNameLst>
                                      </p:cBhvr>
                                      <p:to>
                                        <p:strVal val="visible"/>
                                      </p:to>
                                    </p:set>
                                    <p:animEffect filter="fade" transition="in">
                                      <p:cBhvr>
                                        <p:cTn dur="500"/>
                                        <p:tgtEl>
                                          <p:spTgt spid="3808"/>
                                        </p:tgtEl>
                                      </p:cBhvr>
                                    </p:animEffect>
                                  </p:childTnLst>
                                </p:cTn>
                              </p:par>
                              <p:par>
                                <p:cTn fill="hold" nodeType="withEffect" presetClass="exit" presetID="10" presetSubtype="0">
                                  <p:stCondLst>
                                    <p:cond delay="0"/>
                                  </p:stCondLst>
                                  <p:childTnLst>
                                    <p:animEffect filter="fade" transition="out">
                                      <p:cBhvr>
                                        <p:cTn dur="500"/>
                                        <p:tgtEl>
                                          <p:spTgt spid="3851"/>
                                        </p:tgtEl>
                                      </p:cBhvr>
                                    </p:animEffect>
                                    <p:set>
                                      <p:cBhvr>
                                        <p:cTn dur="1" fill="hold">
                                          <p:stCondLst>
                                            <p:cond delay="500"/>
                                          </p:stCondLst>
                                        </p:cTn>
                                        <p:tgtEl>
                                          <p:spTgt spid="385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2"/>
                                        </p:tgtEl>
                                        <p:attrNameLst>
                                          <p:attrName>style.visibility</p:attrName>
                                        </p:attrNameLst>
                                      </p:cBhvr>
                                      <p:to>
                                        <p:strVal val="visible"/>
                                      </p:to>
                                    </p:set>
                                    <p:animEffect filter="fade" transition="in">
                                      <p:cBhvr>
                                        <p:cTn dur="500"/>
                                        <p:tgtEl>
                                          <p:spTgt spid="38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8" name="Shape 3858"/>
        <p:cNvGrpSpPr/>
        <p:nvPr/>
      </p:nvGrpSpPr>
      <p:grpSpPr>
        <a:xfrm>
          <a:off x="0" y="0"/>
          <a:ext cx="0" cy="0"/>
          <a:chOff x="0" y="0"/>
          <a:chExt cx="0" cy="0"/>
        </a:xfrm>
      </p:grpSpPr>
      <p:sp>
        <p:nvSpPr>
          <p:cNvPr id="3859" name="Google Shape;3859;p64"/>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0" name="Google Shape;3860;p64"/>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1" name="Google Shape;3861;p64"/>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2" name="Google Shape;3862;p64"/>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3" name="Google Shape;3863;p6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64" name="Google Shape;3864;p64"/>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65" name="Google Shape;3865;p64"/>
          <p:cNvGrpSpPr/>
          <p:nvPr/>
        </p:nvGrpSpPr>
        <p:grpSpPr>
          <a:xfrm>
            <a:off x="7099636" y="2184072"/>
            <a:ext cx="889000" cy="865187"/>
            <a:chOff x="445" y="1273"/>
            <a:chExt cx="560" cy="545"/>
          </a:xfrm>
        </p:grpSpPr>
        <p:sp>
          <p:nvSpPr>
            <p:cNvPr id="3866" name="Google Shape;3866;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67" name="Google Shape;3867;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68" name="Google Shape;3868;p64"/>
          <p:cNvGrpSpPr/>
          <p:nvPr/>
        </p:nvGrpSpPr>
        <p:grpSpPr>
          <a:xfrm>
            <a:off x="4758073" y="1183947"/>
            <a:ext cx="3860800" cy="1144587"/>
            <a:chOff x="4758073" y="1183947"/>
            <a:chExt cx="3860800" cy="1144587"/>
          </a:xfrm>
        </p:grpSpPr>
        <p:sp>
          <p:nvSpPr>
            <p:cNvPr id="3869" name="Google Shape;3869;p64"/>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0" name="Google Shape;3870;p64"/>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71" name="Google Shape;3871;p64"/>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72" name="Google Shape;3872;p64"/>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73" name="Google Shape;3873;p64"/>
          <p:cNvGrpSpPr/>
          <p:nvPr/>
        </p:nvGrpSpPr>
        <p:grpSpPr>
          <a:xfrm>
            <a:off x="7191711" y="4098597"/>
            <a:ext cx="1189037" cy="850900"/>
            <a:chOff x="4090" y="3230"/>
            <a:chExt cx="749" cy="536"/>
          </a:xfrm>
        </p:grpSpPr>
        <p:sp>
          <p:nvSpPr>
            <p:cNvPr id="3874" name="Google Shape;3874;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75" name="Google Shape;3875;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76" name="Google Shape;3876;p64"/>
          <p:cNvGrpSpPr/>
          <p:nvPr/>
        </p:nvGrpSpPr>
        <p:grpSpPr>
          <a:xfrm>
            <a:off x="5054936" y="4832022"/>
            <a:ext cx="3444875" cy="1038225"/>
            <a:chOff x="5054936" y="4832022"/>
            <a:chExt cx="3444875" cy="1038225"/>
          </a:xfrm>
        </p:grpSpPr>
        <p:sp>
          <p:nvSpPr>
            <p:cNvPr id="3877" name="Google Shape;3877;p64"/>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78" name="Google Shape;3878;p64"/>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9" name="Google Shape;3879;p64"/>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80" name="Google Shape;3880;p64"/>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81" name="Google Shape;3881;p64"/>
          <p:cNvGrpSpPr/>
          <p:nvPr/>
        </p:nvGrpSpPr>
        <p:grpSpPr>
          <a:xfrm>
            <a:off x="7858461" y="2912734"/>
            <a:ext cx="2309812" cy="1184275"/>
            <a:chOff x="7858461" y="2912734"/>
            <a:chExt cx="2309812" cy="1184275"/>
          </a:xfrm>
        </p:grpSpPr>
        <p:sp>
          <p:nvSpPr>
            <p:cNvPr id="3882" name="Google Shape;3882;p64"/>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3" name="Google Shape;3883;p64"/>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4" name="Google Shape;3884;p64"/>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85" name="Google Shape;3885;p64"/>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86" name="Google Shape;3886;p64"/>
          <p:cNvGrpSpPr/>
          <p:nvPr/>
        </p:nvGrpSpPr>
        <p:grpSpPr>
          <a:xfrm>
            <a:off x="2638761" y="2958772"/>
            <a:ext cx="1945938" cy="1239836"/>
            <a:chOff x="2638761" y="2958772"/>
            <a:chExt cx="1945938" cy="1239836"/>
          </a:xfrm>
        </p:grpSpPr>
        <p:sp>
          <p:nvSpPr>
            <p:cNvPr id="3887" name="Google Shape;3887;p64"/>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8" name="Google Shape;3888;p64"/>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9" name="Google Shape;3889;p64"/>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90" name="Google Shape;3890;p64"/>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91" name="Google Shape;3891;p64"/>
          <p:cNvGrpSpPr/>
          <p:nvPr/>
        </p:nvGrpSpPr>
        <p:grpSpPr>
          <a:xfrm>
            <a:off x="7977523" y="2372984"/>
            <a:ext cx="2447925" cy="741363"/>
            <a:chOff x="7977523" y="2372984"/>
            <a:chExt cx="2447925" cy="741363"/>
          </a:xfrm>
        </p:grpSpPr>
        <p:sp>
          <p:nvSpPr>
            <p:cNvPr id="3892" name="Google Shape;3892;p64"/>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3" name="Google Shape;3893;p64"/>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94" name="Google Shape;3894;p64"/>
            <p:cNvGrpSpPr/>
            <p:nvPr/>
          </p:nvGrpSpPr>
          <p:grpSpPr>
            <a:xfrm>
              <a:off x="7977523" y="2372984"/>
              <a:ext cx="2447925" cy="741363"/>
              <a:chOff x="7977523" y="2372984"/>
              <a:chExt cx="2447925" cy="741363"/>
            </a:xfrm>
          </p:grpSpPr>
          <p:sp>
            <p:nvSpPr>
              <p:cNvPr id="3895" name="Google Shape;3895;p64"/>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96" name="Google Shape;3896;p64"/>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97" name="Google Shape;3897;p64"/>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898" name="Google Shape;3898;p64"/>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3899" name="Google Shape;3899;p64"/>
          <p:cNvGrpSpPr/>
          <p:nvPr/>
        </p:nvGrpSpPr>
        <p:grpSpPr>
          <a:xfrm>
            <a:off x="4157998" y="2228522"/>
            <a:ext cx="1189038" cy="850900"/>
            <a:chOff x="4090" y="3230"/>
            <a:chExt cx="749" cy="536"/>
          </a:xfrm>
        </p:grpSpPr>
        <p:sp>
          <p:nvSpPr>
            <p:cNvPr id="3900" name="Google Shape;3900;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1" name="Google Shape;3901;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2" name="Google Shape;3902;p64"/>
          <p:cNvGrpSpPr/>
          <p:nvPr/>
        </p:nvGrpSpPr>
        <p:grpSpPr>
          <a:xfrm>
            <a:off x="4369136" y="4082722"/>
            <a:ext cx="889000" cy="865187"/>
            <a:chOff x="445" y="1273"/>
            <a:chExt cx="560" cy="545"/>
          </a:xfrm>
        </p:grpSpPr>
        <p:sp>
          <p:nvSpPr>
            <p:cNvPr id="3903" name="Google Shape;3903;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4" name="Google Shape;3904;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5" name="Google Shape;3905;p64"/>
          <p:cNvGrpSpPr/>
          <p:nvPr/>
        </p:nvGrpSpPr>
        <p:grpSpPr>
          <a:xfrm>
            <a:off x="8164848" y="4466897"/>
            <a:ext cx="1760538" cy="890587"/>
            <a:chOff x="8164848" y="4466897"/>
            <a:chExt cx="1760538" cy="890587"/>
          </a:xfrm>
        </p:grpSpPr>
        <p:sp>
          <p:nvSpPr>
            <p:cNvPr id="3906" name="Google Shape;3906;p64"/>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07" name="Google Shape;3907;p64"/>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3908" name="Google Shape;3908;p64"/>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09" name="Google Shape;3909;p64"/>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3910" name="Google Shape;3910;p64"/>
          <p:cNvGrpSpPr/>
          <p:nvPr/>
        </p:nvGrpSpPr>
        <p:grpSpPr>
          <a:xfrm>
            <a:off x="7807661" y="1290309"/>
            <a:ext cx="2117725" cy="1144588"/>
            <a:chOff x="7807661" y="1290309"/>
            <a:chExt cx="2117725" cy="1144588"/>
          </a:xfrm>
        </p:grpSpPr>
        <p:sp>
          <p:nvSpPr>
            <p:cNvPr id="3911" name="Google Shape;3911;p64"/>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2" name="Google Shape;3912;p64"/>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3913" name="Google Shape;3913;p64"/>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3914" name="Google Shape;3914;p64"/>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15" name="Google Shape;3915;p64"/>
          <p:cNvGrpSpPr/>
          <p:nvPr/>
        </p:nvGrpSpPr>
        <p:grpSpPr>
          <a:xfrm>
            <a:off x="2775286" y="1876097"/>
            <a:ext cx="1549400" cy="890587"/>
            <a:chOff x="2775286" y="1876097"/>
            <a:chExt cx="1549400" cy="890587"/>
          </a:xfrm>
        </p:grpSpPr>
        <p:sp>
          <p:nvSpPr>
            <p:cNvPr id="3916" name="Google Shape;3916;p64"/>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17" name="Google Shape;3917;p64"/>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3918" name="Google Shape;3918;p64"/>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9" name="Google Shape;3919;p64"/>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20" name="Google Shape;3920;p64"/>
          <p:cNvGrpSpPr/>
          <p:nvPr/>
        </p:nvGrpSpPr>
        <p:grpSpPr>
          <a:xfrm>
            <a:off x="2367298" y="4307189"/>
            <a:ext cx="1973263" cy="725996"/>
            <a:chOff x="2367298" y="4307189"/>
            <a:chExt cx="1973263" cy="725996"/>
          </a:xfrm>
        </p:grpSpPr>
        <p:sp>
          <p:nvSpPr>
            <p:cNvPr id="3921" name="Google Shape;3921;p64"/>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64"/>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3" name="Google Shape;3923;p64"/>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24" name="Google Shape;3924;p64"/>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925" name="Google Shape;3925;p64"/>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926" name="Google Shape;3926;p64"/>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927" name="Google Shape;3927;p64"/>
          <p:cNvGrpSpPr/>
          <p:nvPr/>
        </p:nvGrpSpPr>
        <p:grpSpPr>
          <a:xfrm>
            <a:off x="3029286" y="4795509"/>
            <a:ext cx="1631950" cy="1428750"/>
            <a:chOff x="3029286" y="4795509"/>
            <a:chExt cx="1631950" cy="1428750"/>
          </a:xfrm>
        </p:grpSpPr>
        <p:sp>
          <p:nvSpPr>
            <p:cNvPr id="3928" name="Google Shape;3928;p64"/>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3929" name="Google Shape;3929;p64"/>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3930" name="Google Shape;3930;p64"/>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31" name="Google Shape;3931;p64"/>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932" name="Google Shape;3932;p64"/>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3" name="Google Shape;3933;p64"/>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4" name="Google Shape;3934;p64"/>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5" name="Google Shape;3935;p64"/>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6" name="Google Shape;393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32"/>
                                        </p:tgtEl>
                                        <p:attrNameLst>
                                          <p:attrName>style.visibility</p:attrName>
                                        </p:attrNameLst>
                                      </p:cBhvr>
                                      <p:to>
                                        <p:strVal val="visible"/>
                                      </p:to>
                                    </p:set>
                                    <p:animEffect filter="fade" transition="in">
                                      <p:cBhvr>
                                        <p:cTn dur="500"/>
                                        <p:tgtEl>
                                          <p:spTgt spid="39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1"/>
                                        </p:tgtEl>
                                        <p:attrNameLst>
                                          <p:attrName>style.visibility</p:attrName>
                                        </p:attrNameLst>
                                      </p:cBhvr>
                                      <p:to>
                                        <p:strVal val="visible"/>
                                      </p:to>
                                    </p:set>
                                    <p:animEffect filter="fade" transition="in">
                                      <p:cBhvr>
                                        <p:cTn dur="500"/>
                                        <p:tgtEl>
                                          <p:spTgt spid="3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0"/>
                                        </p:tgtEl>
                                        <p:attrNameLst>
                                          <p:attrName>style.visibility</p:attrName>
                                        </p:attrNameLst>
                                      </p:cBhvr>
                                      <p:to>
                                        <p:strVal val="visible"/>
                                      </p:to>
                                    </p:set>
                                    <p:animEffect filter="fade" transition="in">
                                      <p:cBhvr>
                                        <p:cTn dur="500"/>
                                        <p:tgtEl>
                                          <p:spTgt spid="3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2"/>
                                        </p:tgtEl>
                                      </p:cBhvr>
                                    </p:animEffect>
                                    <p:set>
                                      <p:cBhvr>
                                        <p:cTn dur="1" fill="hold">
                                          <p:stCondLst>
                                            <p:cond delay="500"/>
                                          </p:stCondLst>
                                        </p:cTn>
                                        <p:tgtEl>
                                          <p:spTgt spid="393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3"/>
                                        </p:tgtEl>
                                        <p:attrNameLst>
                                          <p:attrName>style.visibility</p:attrName>
                                        </p:attrNameLst>
                                      </p:cBhvr>
                                      <p:to>
                                        <p:strVal val="visible"/>
                                      </p:to>
                                    </p:set>
                                    <p:animEffect filter="fade" transition="in">
                                      <p:cBhvr>
                                        <p:cTn dur="500"/>
                                        <p:tgtEl>
                                          <p:spTgt spid="39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05"/>
                                        </p:tgtEl>
                                        <p:attrNameLst>
                                          <p:attrName>style.visibility</p:attrName>
                                        </p:attrNameLst>
                                      </p:cBhvr>
                                      <p:to>
                                        <p:strVal val="visible"/>
                                      </p:to>
                                    </p:set>
                                    <p:animEffect filter="fade" transition="in">
                                      <p:cBhvr>
                                        <p:cTn dur="500"/>
                                        <p:tgtEl>
                                          <p:spTgt spid="3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3"/>
                                        </p:tgtEl>
                                      </p:cBhvr>
                                    </p:animEffect>
                                    <p:set>
                                      <p:cBhvr>
                                        <p:cTn dur="1" fill="hold">
                                          <p:stCondLst>
                                            <p:cond delay="500"/>
                                          </p:stCondLst>
                                        </p:cTn>
                                        <p:tgtEl>
                                          <p:spTgt spid="393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4"/>
                                        </p:tgtEl>
                                        <p:attrNameLst>
                                          <p:attrName>style.visibility</p:attrName>
                                        </p:attrNameLst>
                                      </p:cBhvr>
                                      <p:to>
                                        <p:strVal val="visible"/>
                                      </p:to>
                                    </p:set>
                                    <p:animEffect filter="fade" transition="in">
                                      <p:cBhvr>
                                        <p:cTn dur="500"/>
                                        <p:tgtEl>
                                          <p:spTgt spid="3934"/>
                                        </p:tgtEl>
                                      </p:cBhvr>
                                    </p:animEffect>
                                  </p:childTnLst>
                                </p:cTn>
                              </p:par>
                              <p:par>
                                <p:cTn fill="hold" nodeType="with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7"/>
                                        </p:tgtEl>
                                        <p:attrNameLst>
                                          <p:attrName>style.visibility</p:attrName>
                                        </p:attrNameLst>
                                      </p:cBhvr>
                                      <p:to>
                                        <p:strVal val="visible"/>
                                      </p:to>
                                    </p:set>
                                    <p:animEffect filter="fade" transition="in">
                                      <p:cBhvr>
                                        <p:cTn dur="500"/>
                                        <p:tgtEl>
                                          <p:spTgt spid="3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4"/>
                                        </p:tgtEl>
                                      </p:cBhvr>
                                    </p:animEffect>
                                    <p:set>
                                      <p:cBhvr>
                                        <p:cTn dur="1" fill="hold">
                                          <p:stCondLst>
                                            <p:cond delay="500"/>
                                          </p:stCondLst>
                                        </p:cTn>
                                        <p:tgtEl>
                                          <p:spTgt spid="393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35"/>
                                        </p:tgtEl>
                                        <p:attrNameLst>
                                          <p:attrName>style.visibility</p:attrName>
                                        </p:attrNameLst>
                                      </p:cBhvr>
                                      <p:to>
                                        <p:strVal val="visible"/>
                                      </p:to>
                                    </p:set>
                                    <p:animEffect filter="fade" transition="in">
                                      <p:cBhvr>
                                        <p:cTn dur="500"/>
                                        <p:tgtEl>
                                          <p:spTgt spid="3935"/>
                                        </p:tgtEl>
                                      </p:cBhvr>
                                    </p:animEffect>
                                  </p:childTnLst>
                                </p:cTn>
                              </p:par>
                              <p:par>
                                <p:cTn fill="hold" nodeType="withEffect" presetClass="entr" presetID="10" presetSubtype="0">
                                  <p:stCondLst>
                                    <p:cond delay="0"/>
                                  </p:stCondLst>
                                  <p:childTnLst>
                                    <p:set>
                                      <p:cBhvr>
                                        <p:cTn dur="1" fill="hold">
                                          <p:stCondLst>
                                            <p:cond delay="0"/>
                                          </p:stCondLst>
                                        </p:cTn>
                                        <p:tgtEl>
                                          <p:spTgt spid="3915"/>
                                        </p:tgtEl>
                                        <p:attrNameLst>
                                          <p:attrName>style.visibility</p:attrName>
                                        </p:attrNameLst>
                                      </p:cBhvr>
                                      <p:to>
                                        <p:strVal val="visible"/>
                                      </p:to>
                                    </p:set>
                                    <p:animEffect filter="fade" transition="in">
                                      <p:cBhvr>
                                        <p:cTn dur="500"/>
                                        <p:tgtEl>
                                          <p:spTgt spid="3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1" name="Shape 3941"/>
        <p:cNvGrpSpPr/>
        <p:nvPr/>
      </p:nvGrpSpPr>
      <p:grpSpPr>
        <a:xfrm>
          <a:off x="0" y="0"/>
          <a:ext cx="0" cy="0"/>
          <a:chOff x="0" y="0"/>
          <a:chExt cx="0" cy="0"/>
        </a:xfrm>
      </p:grpSpPr>
      <p:sp>
        <p:nvSpPr>
          <p:cNvPr id="3942" name="Google Shape;3942;p6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3943" name="Google Shape;3943;p65"/>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44" name="Google Shape;3944;p65"/>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45" name="Google Shape;3945;p65"/>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46" name="Google Shape;3946;p65"/>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47" name="Google Shape;3947;p65"/>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48" name="Google Shape;3948;p65"/>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49" name="Google Shape;3949;p65"/>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50" name="Google Shape;3950;p65"/>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51" name="Google Shape;3951;p65"/>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2" name="Google Shape;3952;p65"/>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53" name="Google Shape;3953;p65"/>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54" name="Google Shape;3954;p65"/>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5" name="Google Shape;3955;p65"/>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56" name="Google Shape;3956;p65"/>
          <p:cNvGrpSpPr/>
          <p:nvPr/>
        </p:nvGrpSpPr>
        <p:grpSpPr>
          <a:xfrm>
            <a:off x="2341048" y="2022075"/>
            <a:ext cx="1471613" cy="512762"/>
            <a:chOff x="850" y="1159"/>
            <a:chExt cx="927" cy="323"/>
          </a:xfrm>
        </p:grpSpPr>
        <p:cxnSp>
          <p:nvCxnSpPr>
            <p:cNvPr id="3957" name="Google Shape;3957;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58" name="Google Shape;3958;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59" name="Google Shape;3959;p65"/>
          <p:cNvGrpSpPr/>
          <p:nvPr/>
        </p:nvGrpSpPr>
        <p:grpSpPr>
          <a:xfrm>
            <a:off x="2334698" y="3758800"/>
            <a:ext cx="1471613" cy="487362"/>
            <a:chOff x="846" y="2253"/>
            <a:chExt cx="927" cy="307"/>
          </a:xfrm>
        </p:grpSpPr>
        <p:cxnSp>
          <p:nvCxnSpPr>
            <p:cNvPr id="3960" name="Google Shape;3960;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1" name="Google Shape;3961;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62" name="Google Shape;3962;p65"/>
          <p:cNvGrpSpPr/>
          <p:nvPr/>
        </p:nvGrpSpPr>
        <p:grpSpPr>
          <a:xfrm>
            <a:off x="2348986" y="2896787"/>
            <a:ext cx="1471612" cy="504825"/>
            <a:chOff x="855" y="1710"/>
            <a:chExt cx="927" cy="318"/>
          </a:xfrm>
        </p:grpSpPr>
        <p:cxnSp>
          <p:nvCxnSpPr>
            <p:cNvPr id="3963" name="Google Shape;3963;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4" name="Google Shape;3964;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965" name="Google Shape;3965;p65"/>
          <p:cNvGrpSpPr/>
          <p:nvPr/>
        </p:nvGrpSpPr>
        <p:grpSpPr>
          <a:xfrm>
            <a:off x="2334698" y="3361925"/>
            <a:ext cx="1471613" cy="471487"/>
            <a:chOff x="846" y="2003"/>
            <a:chExt cx="927" cy="297"/>
          </a:xfrm>
        </p:grpSpPr>
        <p:cxnSp>
          <p:nvCxnSpPr>
            <p:cNvPr id="3966" name="Google Shape;3966;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67" name="Google Shape;3967;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68" name="Google Shape;3968;p65"/>
          <p:cNvGrpSpPr/>
          <p:nvPr/>
        </p:nvGrpSpPr>
        <p:grpSpPr>
          <a:xfrm>
            <a:off x="2326761" y="2522137"/>
            <a:ext cx="1471612" cy="455613"/>
            <a:chOff x="841" y="1474"/>
            <a:chExt cx="927" cy="287"/>
          </a:xfrm>
        </p:grpSpPr>
        <p:cxnSp>
          <p:nvCxnSpPr>
            <p:cNvPr id="3969" name="Google Shape;3969;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0" name="Google Shape;3970;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971" name="Google Shape;3971;p65"/>
          <p:cNvGrpSpPr/>
          <p:nvPr/>
        </p:nvGrpSpPr>
        <p:grpSpPr>
          <a:xfrm>
            <a:off x="2320411" y="4214412"/>
            <a:ext cx="1471612" cy="461963"/>
            <a:chOff x="837" y="2540"/>
            <a:chExt cx="927" cy="291"/>
          </a:xfrm>
        </p:grpSpPr>
        <p:cxnSp>
          <p:nvCxnSpPr>
            <p:cNvPr id="3972" name="Google Shape;3972;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3" name="Google Shape;3973;p65"/>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974" name="Google Shape;3974;p65"/>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3975" name="Google Shape;3975;p65"/>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76" name="Google Shape;3976;p65"/>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77" name="Google Shape;3977;p65"/>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78" name="Google Shape;3978;p65"/>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79" name="Google Shape;3979;p65"/>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0" name="Google Shape;3980;p65"/>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81" name="Google Shape;3981;p65"/>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2" name="Google Shape;3982;p65"/>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83" name="Google Shape;3983;p65"/>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4" name="Google Shape;3984;p65"/>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85" name="Google Shape;3985;p65"/>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86" name="Google Shape;3986;p65"/>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7" name="Google Shape;3987;p65"/>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88" name="Google Shape;3988;p65"/>
          <p:cNvGrpSpPr/>
          <p:nvPr/>
        </p:nvGrpSpPr>
        <p:grpSpPr>
          <a:xfrm>
            <a:off x="8057859" y="1971275"/>
            <a:ext cx="1471612" cy="512762"/>
            <a:chOff x="850" y="1159"/>
            <a:chExt cx="927" cy="323"/>
          </a:xfrm>
        </p:grpSpPr>
        <p:cxnSp>
          <p:nvCxnSpPr>
            <p:cNvPr id="3989" name="Google Shape;3989;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0" name="Google Shape;3990;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1" name="Google Shape;3991;p65"/>
          <p:cNvGrpSpPr/>
          <p:nvPr/>
        </p:nvGrpSpPr>
        <p:grpSpPr>
          <a:xfrm>
            <a:off x="8051509" y="4985937"/>
            <a:ext cx="1471612" cy="487363"/>
            <a:chOff x="846" y="2253"/>
            <a:chExt cx="927" cy="307"/>
          </a:xfrm>
        </p:grpSpPr>
        <p:cxnSp>
          <p:nvCxnSpPr>
            <p:cNvPr id="3992" name="Google Shape;3992;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3" name="Google Shape;3993;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4" name="Google Shape;3994;p65"/>
          <p:cNvGrpSpPr/>
          <p:nvPr/>
        </p:nvGrpSpPr>
        <p:grpSpPr>
          <a:xfrm>
            <a:off x="8051509" y="4589062"/>
            <a:ext cx="1471612" cy="471488"/>
            <a:chOff x="846" y="2003"/>
            <a:chExt cx="927" cy="297"/>
          </a:xfrm>
        </p:grpSpPr>
        <p:cxnSp>
          <p:nvCxnSpPr>
            <p:cNvPr id="3995" name="Google Shape;3995;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6" name="Google Shape;3996;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97" name="Google Shape;3997;p65"/>
          <p:cNvGrpSpPr/>
          <p:nvPr/>
        </p:nvGrpSpPr>
        <p:grpSpPr>
          <a:xfrm>
            <a:off x="8043571" y="2471337"/>
            <a:ext cx="1471613" cy="455613"/>
            <a:chOff x="841" y="1474"/>
            <a:chExt cx="927" cy="287"/>
          </a:xfrm>
        </p:grpSpPr>
        <p:cxnSp>
          <p:nvCxnSpPr>
            <p:cNvPr id="3998" name="Google Shape;3998;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9" name="Google Shape;3999;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00" name="Google Shape;4000;p65"/>
          <p:cNvGrpSpPr/>
          <p:nvPr/>
        </p:nvGrpSpPr>
        <p:grpSpPr>
          <a:xfrm>
            <a:off x="8037221" y="5436787"/>
            <a:ext cx="1471613" cy="466725"/>
            <a:chOff x="837" y="2537"/>
            <a:chExt cx="927" cy="294"/>
          </a:xfrm>
        </p:grpSpPr>
        <p:cxnSp>
          <p:nvCxnSpPr>
            <p:cNvPr id="4001" name="Google Shape;4001;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02" name="Google Shape;4002;p65"/>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4003" name="Google Shape;4003;p65"/>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4004" name="Google Shape;4004;p65"/>
          <p:cNvGrpSpPr/>
          <p:nvPr/>
        </p:nvGrpSpPr>
        <p:grpSpPr>
          <a:xfrm>
            <a:off x="8065796" y="2845987"/>
            <a:ext cx="1157288" cy="738188"/>
            <a:chOff x="3726" y="1687"/>
            <a:chExt cx="729" cy="465"/>
          </a:xfrm>
        </p:grpSpPr>
        <p:cxnSp>
          <p:nvCxnSpPr>
            <p:cNvPr id="4005" name="Google Shape;4005;p65"/>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4006" name="Google Shape;4006;p65"/>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4007" name="Google Shape;4007;p65"/>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08" name="Google Shape;4008;p65"/>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09" name="Google Shape;4009;p65"/>
          <p:cNvGrpSpPr/>
          <p:nvPr/>
        </p:nvGrpSpPr>
        <p:grpSpPr>
          <a:xfrm>
            <a:off x="7946734" y="3149200"/>
            <a:ext cx="122237" cy="1033462"/>
            <a:chOff x="3651" y="1878"/>
            <a:chExt cx="78" cy="963"/>
          </a:xfrm>
        </p:grpSpPr>
        <p:cxnSp>
          <p:nvCxnSpPr>
            <p:cNvPr id="4010" name="Google Shape;4010;p6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11" name="Google Shape;4011;p65"/>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12" name="Google Shape;4012;p65"/>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13" name="Google Shape;4013;p65"/>
          <p:cNvGrpSpPr/>
          <p:nvPr/>
        </p:nvGrpSpPr>
        <p:grpSpPr>
          <a:xfrm>
            <a:off x="8075321" y="4138212"/>
            <a:ext cx="1471613" cy="504825"/>
            <a:chOff x="855" y="1710"/>
            <a:chExt cx="927" cy="318"/>
          </a:xfrm>
        </p:grpSpPr>
        <p:cxnSp>
          <p:nvCxnSpPr>
            <p:cNvPr id="4014" name="Google Shape;4014;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15" name="Google Shape;4015;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16" name="Google Shape;4016;p65"/>
          <p:cNvGrpSpPr/>
          <p:nvPr/>
        </p:nvGrpSpPr>
        <p:grpSpPr>
          <a:xfrm>
            <a:off x="6643396" y="3761975"/>
            <a:ext cx="1377950" cy="731837"/>
            <a:chOff x="2802" y="2348"/>
            <a:chExt cx="868" cy="461"/>
          </a:xfrm>
        </p:grpSpPr>
        <p:pic>
          <p:nvPicPr>
            <p:cNvPr descr="alarm_clock_ringing" id="4017" name="Google Shape;4017;p65"/>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18" name="Google Shape;4018;p65"/>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19" name="Google Shape;4019;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6"/>
                                        </p:tgtEl>
                                        <p:attrNameLst>
                                          <p:attrName>style.visibility</p:attrName>
                                        </p:attrNameLst>
                                      </p:cBhvr>
                                      <p:to>
                                        <p:strVal val="visible"/>
                                      </p:to>
                                    </p:set>
                                    <p:animEffect filter="fade" transition="in">
                                      <p:cBhvr>
                                        <p:cTn dur="500"/>
                                        <p:tgtEl>
                                          <p:spTgt spid="39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5">
                                            <p:txEl>
                                              <p:pRg end="0" st="0"/>
                                            </p:txEl>
                                          </p:spTgt>
                                        </p:tgtEl>
                                        <p:attrNameLst>
                                          <p:attrName>style.visibility</p:attrName>
                                        </p:attrNameLst>
                                      </p:cBhvr>
                                      <p:to>
                                        <p:strVal val="visible"/>
                                      </p:to>
                                    </p:set>
                                    <p:animEffect filter="fade" transition="in">
                                      <p:cBhvr>
                                        <p:cTn dur="500"/>
                                        <p:tgtEl>
                                          <p:spTgt spid="39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7"/>
                                        </p:tgtEl>
                                        <p:attrNameLst>
                                          <p:attrName>style.visibility</p:attrName>
                                        </p:attrNameLst>
                                      </p:cBhvr>
                                      <p:to>
                                        <p:strVal val="visible"/>
                                      </p:to>
                                    </p:set>
                                    <p:animEffect filter="fade" transition="in">
                                      <p:cBhvr>
                                        <p:cTn dur="500"/>
                                        <p:tgtEl>
                                          <p:spTgt spid="39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8"/>
                                        </p:tgtEl>
                                        <p:attrNameLst>
                                          <p:attrName>style.visibility</p:attrName>
                                        </p:attrNameLst>
                                      </p:cBhvr>
                                      <p:to>
                                        <p:strVal val="visible"/>
                                      </p:to>
                                    </p:set>
                                    <p:animEffect filter="fade" transition="in">
                                      <p:cBhvr>
                                        <p:cTn dur="500"/>
                                        <p:tgtEl>
                                          <p:spTgt spid="39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50"/>
                                        </p:tgtEl>
                                        <p:attrNameLst>
                                          <p:attrName>style.visibility</p:attrName>
                                        </p:attrNameLst>
                                      </p:cBhvr>
                                      <p:to>
                                        <p:strVal val="visible"/>
                                      </p:to>
                                    </p:set>
                                    <p:animEffect filter="fade" transition="in">
                                      <p:cBhvr>
                                        <p:cTn dur="500"/>
                                        <p:tgtEl>
                                          <p:spTgt spid="3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2"/>
                                        </p:tgtEl>
                                        <p:attrNameLst>
                                          <p:attrName>style.visibility</p:attrName>
                                        </p:attrNameLst>
                                      </p:cBhvr>
                                      <p:to>
                                        <p:strVal val="visible"/>
                                      </p:to>
                                    </p:set>
                                    <p:animEffect filter="fade" transition="in">
                                      <p:cBhvr>
                                        <p:cTn dur="500"/>
                                        <p:tgtEl>
                                          <p:spTgt spid="39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2"/>
                                        </p:tgtEl>
                                        <p:attrNameLst>
                                          <p:attrName>style.visibility</p:attrName>
                                        </p:attrNameLst>
                                      </p:cBhvr>
                                      <p:to>
                                        <p:strVal val="visible"/>
                                      </p:to>
                                    </p:set>
                                    <p:animEffect filter="fade" transition="in">
                                      <p:cBhvr>
                                        <p:cTn dur="500"/>
                                        <p:tgtEl>
                                          <p:spTgt spid="39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45">
                                            <p:txEl>
                                              <p:pRg end="0" st="0"/>
                                            </p:txEl>
                                          </p:spTgt>
                                        </p:tgtEl>
                                        <p:attrNameLst>
                                          <p:attrName>style.visibility</p:attrName>
                                        </p:attrNameLst>
                                      </p:cBhvr>
                                      <p:to>
                                        <p:strVal val="visible"/>
                                      </p:to>
                                    </p:set>
                                    <p:animEffect filter="fade" transition="in">
                                      <p:cBhvr>
                                        <p:cTn dur="500"/>
                                        <p:tgtEl>
                                          <p:spTgt spid="394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48"/>
                                        </p:tgtEl>
                                        <p:attrNameLst>
                                          <p:attrName>style.visibility</p:attrName>
                                        </p:attrNameLst>
                                      </p:cBhvr>
                                      <p:to>
                                        <p:strVal val="visible"/>
                                      </p:to>
                                    </p:set>
                                    <p:animEffect filter="fade" transition="in">
                                      <p:cBhvr>
                                        <p:cTn dur="500"/>
                                        <p:tgtEl>
                                          <p:spTgt spid="39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65"/>
                                        </p:tgtEl>
                                        <p:attrNameLst>
                                          <p:attrName>style.visibility</p:attrName>
                                        </p:attrNameLst>
                                      </p:cBhvr>
                                      <p:to>
                                        <p:strVal val="visible"/>
                                      </p:to>
                                    </p:set>
                                    <p:animEffect filter="fade" transition="in">
                                      <p:cBhvr>
                                        <p:cTn dur="500"/>
                                        <p:tgtEl>
                                          <p:spTgt spid="396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53"/>
                                        </p:tgtEl>
                                        <p:attrNameLst>
                                          <p:attrName>style.visibility</p:attrName>
                                        </p:attrNameLst>
                                      </p:cBhvr>
                                      <p:to>
                                        <p:strVal val="visible"/>
                                      </p:to>
                                    </p:set>
                                    <p:animEffect filter="fade" transition="in">
                                      <p:cBhvr>
                                        <p:cTn dur="500"/>
                                        <p:tgtEl>
                                          <p:spTgt spid="39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51"/>
                                        </p:tgtEl>
                                        <p:attrNameLst>
                                          <p:attrName>style.visibility</p:attrName>
                                        </p:attrNameLst>
                                      </p:cBhvr>
                                      <p:to>
                                        <p:strVal val="visible"/>
                                      </p:to>
                                    </p:set>
                                    <p:animEffect filter="fade" transition="in">
                                      <p:cBhvr>
                                        <p:cTn dur="500"/>
                                        <p:tgtEl>
                                          <p:spTgt spid="39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59"/>
                                        </p:tgtEl>
                                        <p:attrNameLst>
                                          <p:attrName>style.visibility</p:attrName>
                                        </p:attrNameLst>
                                      </p:cBhvr>
                                      <p:to>
                                        <p:strVal val="visible"/>
                                      </p:to>
                                    </p:set>
                                    <p:animEffect filter="fade" transition="in">
                                      <p:cBhvr>
                                        <p:cTn dur="500"/>
                                        <p:tgtEl>
                                          <p:spTgt spid="395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46"/>
                                        </p:tgtEl>
                                        <p:attrNameLst>
                                          <p:attrName>style.visibility</p:attrName>
                                        </p:attrNameLst>
                                      </p:cBhvr>
                                      <p:to>
                                        <p:strVal val="visible"/>
                                      </p:to>
                                    </p:set>
                                    <p:animEffect filter="fade" transition="in">
                                      <p:cBhvr>
                                        <p:cTn dur="500"/>
                                        <p:tgtEl>
                                          <p:spTgt spid="394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949">
                                            <p:txEl>
                                              <p:pRg end="0" st="0"/>
                                            </p:txEl>
                                          </p:spTgt>
                                        </p:tgtEl>
                                        <p:attrNameLst>
                                          <p:attrName>style.visibility</p:attrName>
                                        </p:attrNameLst>
                                      </p:cBhvr>
                                      <p:to>
                                        <p:strVal val="visible"/>
                                      </p:to>
                                    </p:set>
                                    <p:animEffect filter="fade" transition="in">
                                      <p:cBhvr>
                                        <p:cTn dur="500"/>
                                        <p:tgtEl>
                                          <p:spTgt spid="3949">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971"/>
                                        </p:tgtEl>
                                        <p:attrNameLst>
                                          <p:attrName>style.visibility</p:attrName>
                                        </p:attrNameLst>
                                      </p:cBhvr>
                                      <p:to>
                                        <p:strVal val="visible"/>
                                      </p:to>
                                    </p:set>
                                    <p:animEffect filter="fade" transition="in">
                                      <p:cBhvr>
                                        <p:cTn dur="500"/>
                                        <p:tgtEl>
                                          <p:spTgt spid="3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500"/>
                                        <p:tgtEl>
                                          <p:spTgt spid="39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87">
                                            <p:txEl>
                                              <p:pRg end="0" st="0"/>
                                            </p:txEl>
                                          </p:spTgt>
                                        </p:tgtEl>
                                        <p:attrNameLst>
                                          <p:attrName>style.visibility</p:attrName>
                                        </p:attrNameLst>
                                      </p:cBhvr>
                                      <p:to>
                                        <p:strVal val="visible"/>
                                      </p:to>
                                    </p:set>
                                    <p:animEffect filter="fade" transition="in">
                                      <p:cBhvr>
                                        <p:cTn dur="500"/>
                                        <p:tgtEl>
                                          <p:spTgt spid="398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7"/>
                                        </p:tgtEl>
                                        <p:attrNameLst>
                                          <p:attrName>style.visibility</p:attrName>
                                        </p:attrNameLst>
                                      </p:cBhvr>
                                      <p:to>
                                        <p:strVal val="visible"/>
                                      </p:to>
                                    </p:set>
                                    <p:animEffect filter="fade" transition="in">
                                      <p:cBhvr>
                                        <p:cTn dur="500"/>
                                        <p:tgtEl>
                                          <p:spTgt spid="39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2"/>
                                        </p:tgtEl>
                                        <p:attrNameLst>
                                          <p:attrName>style.visibility</p:attrName>
                                        </p:attrNameLst>
                                      </p:cBhvr>
                                      <p:to>
                                        <p:strVal val="visible"/>
                                      </p:to>
                                    </p:set>
                                    <p:animEffect filter="fade" transition="in">
                                      <p:cBhvr>
                                        <p:cTn dur="500"/>
                                        <p:tgtEl>
                                          <p:spTgt spid="398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4"/>
                                        </p:tgtEl>
                                        <p:attrNameLst>
                                          <p:attrName>style.visibility</p:attrName>
                                        </p:attrNameLst>
                                      </p:cBhvr>
                                      <p:to>
                                        <p:strVal val="visible"/>
                                      </p:to>
                                    </p:set>
                                    <p:animEffect filter="fade" transition="in">
                                      <p:cBhvr>
                                        <p:cTn dur="500"/>
                                        <p:tgtEl>
                                          <p:spTgt spid="39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04"/>
                                        </p:tgtEl>
                                        <p:attrNameLst>
                                          <p:attrName>style.visibility</p:attrName>
                                        </p:attrNameLst>
                                      </p:cBhvr>
                                      <p:to>
                                        <p:strVal val="visible"/>
                                      </p:to>
                                    </p:set>
                                    <p:animEffect filter="fade" transition="in">
                                      <p:cBhvr>
                                        <p:cTn dur="500"/>
                                        <p:tgtEl>
                                          <p:spTgt spid="4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9"/>
                                        </p:tgtEl>
                                        <p:attrNameLst>
                                          <p:attrName>style.visibility</p:attrName>
                                        </p:attrNameLst>
                                      </p:cBhvr>
                                      <p:to>
                                        <p:strVal val="visible"/>
                                      </p:to>
                                    </p:set>
                                    <p:animEffect filter="fade" transition="in">
                                      <p:cBhvr>
                                        <p:cTn dur="1000"/>
                                        <p:tgtEl>
                                          <p:spTgt spid="40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16"/>
                                        </p:tgtEl>
                                        <p:attrNameLst>
                                          <p:attrName>style.visibility</p:attrName>
                                        </p:attrNameLst>
                                      </p:cBhvr>
                                      <p:to>
                                        <p:strVal val="visible"/>
                                      </p:to>
                                    </p:set>
                                    <p:animEffect filter="fade" transition="in">
                                      <p:cBhvr>
                                        <p:cTn dur="500"/>
                                        <p:tgtEl>
                                          <p:spTgt spid="4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3"/>
                                        </p:tgtEl>
                                        <p:attrNameLst>
                                          <p:attrName>style.visibility</p:attrName>
                                        </p:attrNameLst>
                                      </p:cBhvr>
                                      <p:to>
                                        <p:strVal val="visible"/>
                                      </p:to>
                                    </p:set>
                                    <p:animEffect filter="fade" transition="in">
                                      <p:cBhvr>
                                        <p:cTn dur="500"/>
                                        <p:tgtEl>
                                          <p:spTgt spid="40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7">
                                            <p:txEl>
                                              <p:pRg end="0" st="0"/>
                                            </p:txEl>
                                          </p:spTgt>
                                        </p:tgtEl>
                                        <p:attrNameLst>
                                          <p:attrName>style.visibility</p:attrName>
                                        </p:attrNameLst>
                                      </p:cBhvr>
                                      <p:to>
                                        <p:strVal val="visible"/>
                                      </p:to>
                                    </p:set>
                                    <p:animEffect filter="fade" transition="in">
                                      <p:cBhvr>
                                        <p:cTn dur="500"/>
                                        <p:tgtEl>
                                          <p:spTgt spid="397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80"/>
                                        </p:tgtEl>
                                        <p:attrNameLst>
                                          <p:attrName>style.visibility</p:attrName>
                                        </p:attrNameLst>
                                      </p:cBhvr>
                                      <p:to>
                                        <p:strVal val="visible"/>
                                      </p:to>
                                    </p:set>
                                    <p:animEffect filter="fade" transition="in">
                                      <p:cBhvr>
                                        <p:cTn dur="500"/>
                                        <p:tgtEl>
                                          <p:spTgt spid="39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4"/>
                                        </p:tgtEl>
                                        <p:attrNameLst>
                                          <p:attrName>style.visibility</p:attrName>
                                        </p:attrNameLst>
                                      </p:cBhvr>
                                      <p:to>
                                        <p:strVal val="visible"/>
                                      </p:to>
                                    </p:set>
                                    <p:animEffect filter="fade" transition="in">
                                      <p:cBhvr>
                                        <p:cTn dur="500"/>
                                        <p:tgtEl>
                                          <p:spTgt spid="399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5"/>
                                        </p:tgtEl>
                                        <p:attrNameLst>
                                          <p:attrName>style.visibility</p:attrName>
                                        </p:attrNameLst>
                                      </p:cBhvr>
                                      <p:to>
                                        <p:strVal val="visible"/>
                                      </p:to>
                                    </p:set>
                                    <p:animEffect filter="fade" transition="in">
                                      <p:cBhvr>
                                        <p:cTn dur="500"/>
                                        <p:tgtEl>
                                          <p:spTgt spid="39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3"/>
                                        </p:tgtEl>
                                        <p:attrNameLst>
                                          <p:attrName>style.visibility</p:attrName>
                                        </p:attrNameLst>
                                      </p:cBhvr>
                                      <p:to>
                                        <p:strVal val="visible"/>
                                      </p:to>
                                    </p:set>
                                    <p:animEffect filter="fade" transition="in">
                                      <p:cBhvr>
                                        <p:cTn dur="500"/>
                                        <p:tgtEl>
                                          <p:spTgt spid="398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91"/>
                                        </p:tgtEl>
                                        <p:attrNameLst>
                                          <p:attrName>style.visibility</p:attrName>
                                        </p:attrNameLst>
                                      </p:cBhvr>
                                      <p:to>
                                        <p:strVal val="visible"/>
                                      </p:to>
                                    </p:set>
                                    <p:animEffect filter="fade" transition="in">
                                      <p:cBhvr>
                                        <p:cTn dur="500"/>
                                        <p:tgtEl>
                                          <p:spTgt spid="399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78"/>
                                        </p:tgtEl>
                                        <p:attrNameLst>
                                          <p:attrName>style.visibility</p:attrName>
                                        </p:attrNameLst>
                                      </p:cBhvr>
                                      <p:to>
                                        <p:strVal val="visible"/>
                                      </p:to>
                                    </p:set>
                                    <p:animEffect filter="fade" transition="in">
                                      <p:cBhvr>
                                        <p:cTn dur="500"/>
                                        <p:tgtEl>
                                          <p:spTgt spid="397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81">
                                            <p:txEl>
                                              <p:pRg end="0" st="0"/>
                                            </p:txEl>
                                          </p:spTgt>
                                        </p:tgtEl>
                                        <p:attrNameLst>
                                          <p:attrName>style.visibility</p:attrName>
                                        </p:attrNameLst>
                                      </p:cBhvr>
                                      <p:to>
                                        <p:strVal val="visible"/>
                                      </p:to>
                                    </p:set>
                                    <p:animEffect filter="fade" transition="in">
                                      <p:cBhvr>
                                        <p:cTn dur="500"/>
                                        <p:tgtEl>
                                          <p:spTgt spid="3981">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00"/>
                                        </p:tgtEl>
                                        <p:attrNameLst>
                                          <p:attrName>style.visibility</p:attrName>
                                        </p:attrNameLst>
                                      </p:cBhvr>
                                      <p:to>
                                        <p:strVal val="visible"/>
                                      </p:to>
                                    </p:set>
                                    <p:animEffect filter="fade" transition="in">
                                      <p:cBhvr>
                                        <p:cTn dur="500"/>
                                        <p:tgtEl>
                                          <p:spTgt spid="4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4" name="Shape 4024"/>
        <p:cNvGrpSpPr/>
        <p:nvPr/>
      </p:nvGrpSpPr>
      <p:grpSpPr>
        <a:xfrm>
          <a:off x="0" y="0"/>
          <a:ext cx="0" cy="0"/>
          <a:chOff x="0" y="0"/>
          <a:chExt cx="0" cy="0"/>
        </a:xfrm>
      </p:grpSpPr>
      <p:sp>
        <p:nvSpPr>
          <p:cNvPr id="4025" name="Google Shape;4025;p6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4026" name="Google Shape;4026;p66"/>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27" name="Google Shape;4027;p66"/>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28" name="Google Shape;4028;p66"/>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29" name="Google Shape;4029;p66"/>
          <p:cNvGrpSpPr/>
          <p:nvPr/>
        </p:nvGrpSpPr>
        <p:grpSpPr>
          <a:xfrm>
            <a:off x="2340033" y="2889213"/>
            <a:ext cx="1471612" cy="504825"/>
            <a:chOff x="855" y="1710"/>
            <a:chExt cx="927" cy="318"/>
          </a:xfrm>
        </p:grpSpPr>
        <p:cxnSp>
          <p:nvCxnSpPr>
            <p:cNvPr id="4030" name="Google Shape;403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31" name="Google Shape;4031;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32" name="Google Shape;4032;p66"/>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33" name="Google Shape;4033;p66"/>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34" name="Google Shape;4034;p66"/>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35" name="Google Shape;4035;p66"/>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036" name="Google Shape;4036;p66"/>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7" name="Google Shape;4037;p66"/>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38" name="Google Shape;4038;p66"/>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9" name="Google Shape;4039;p66"/>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40" name="Google Shape;4040;p66"/>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1" name="Google Shape;4041;p66"/>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42" name="Google Shape;4042;p66"/>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4043" name="Google Shape;4043;p66"/>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4" name="Google Shape;4044;p66"/>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45" name="Google Shape;4045;p66"/>
          <p:cNvGrpSpPr/>
          <p:nvPr/>
        </p:nvGrpSpPr>
        <p:grpSpPr>
          <a:xfrm>
            <a:off x="2330508" y="2017676"/>
            <a:ext cx="1471612" cy="512762"/>
            <a:chOff x="850" y="1159"/>
            <a:chExt cx="927" cy="323"/>
          </a:xfrm>
        </p:grpSpPr>
        <p:cxnSp>
          <p:nvCxnSpPr>
            <p:cNvPr id="4046" name="Google Shape;4046;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47" name="Google Shape;4047;p66"/>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48" name="Google Shape;4048;p66"/>
          <p:cNvGrpSpPr/>
          <p:nvPr/>
        </p:nvGrpSpPr>
        <p:grpSpPr>
          <a:xfrm>
            <a:off x="2324158" y="5032338"/>
            <a:ext cx="1471612" cy="487363"/>
            <a:chOff x="846" y="2253"/>
            <a:chExt cx="927" cy="307"/>
          </a:xfrm>
        </p:grpSpPr>
        <p:cxnSp>
          <p:nvCxnSpPr>
            <p:cNvPr id="4049" name="Google Shape;4049;p66"/>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50" name="Google Shape;4050;p66"/>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51" name="Google Shape;4051;p66"/>
          <p:cNvGrpSpPr/>
          <p:nvPr/>
        </p:nvGrpSpPr>
        <p:grpSpPr>
          <a:xfrm>
            <a:off x="2324158" y="4635463"/>
            <a:ext cx="1471612" cy="471488"/>
            <a:chOff x="846" y="2003"/>
            <a:chExt cx="927" cy="297"/>
          </a:xfrm>
        </p:grpSpPr>
        <p:cxnSp>
          <p:nvCxnSpPr>
            <p:cNvPr id="4052" name="Google Shape;4052;p66"/>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3" name="Google Shape;4053;p66"/>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4054" name="Google Shape;4054;p66"/>
          <p:cNvGrpSpPr/>
          <p:nvPr/>
        </p:nvGrpSpPr>
        <p:grpSpPr>
          <a:xfrm>
            <a:off x="2316220" y="2517738"/>
            <a:ext cx="1471613" cy="455613"/>
            <a:chOff x="841" y="1474"/>
            <a:chExt cx="927" cy="287"/>
          </a:xfrm>
        </p:grpSpPr>
        <p:cxnSp>
          <p:nvCxnSpPr>
            <p:cNvPr id="4055" name="Google Shape;4055;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6" name="Google Shape;4056;p66"/>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57" name="Google Shape;4057;p66"/>
          <p:cNvGrpSpPr/>
          <p:nvPr/>
        </p:nvGrpSpPr>
        <p:grpSpPr>
          <a:xfrm>
            <a:off x="2309870" y="5487951"/>
            <a:ext cx="1471613" cy="461962"/>
            <a:chOff x="837" y="2540"/>
            <a:chExt cx="927" cy="291"/>
          </a:xfrm>
        </p:grpSpPr>
        <p:cxnSp>
          <p:nvCxnSpPr>
            <p:cNvPr id="4058" name="Google Shape;4058;p66"/>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9" name="Google Shape;4059;p66"/>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60" name="Google Shape;4060;p66"/>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4061" name="Google Shape;4061;p66"/>
          <p:cNvGrpSpPr/>
          <p:nvPr/>
        </p:nvGrpSpPr>
        <p:grpSpPr>
          <a:xfrm>
            <a:off x="2595620" y="3289263"/>
            <a:ext cx="1212850" cy="719138"/>
            <a:chOff x="1324" y="1931"/>
            <a:chExt cx="764" cy="453"/>
          </a:xfrm>
        </p:grpSpPr>
        <p:cxnSp>
          <p:nvCxnSpPr>
            <p:cNvPr id="4062" name="Google Shape;4062;p66"/>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4063" name="Google Shape;4063;p66"/>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4064" name="Google Shape;4064;p66"/>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65" name="Google Shape;4065;p66"/>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66" name="Google Shape;4066;p66"/>
          <p:cNvGrpSpPr/>
          <p:nvPr/>
        </p:nvGrpSpPr>
        <p:grpSpPr>
          <a:xfrm>
            <a:off x="2219383" y="3195601"/>
            <a:ext cx="122237" cy="1033462"/>
            <a:chOff x="3651" y="1878"/>
            <a:chExt cx="78" cy="963"/>
          </a:xfrm>
        </p:grpSpPr>
        <p:cxnSp>
          <p:nvCxnSpPr>
            <p:cNvPr id="4067" name="Google Shape;4067;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68" name="Google Shape;4068;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69" name="Google Shape;4069;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70" name="Google Shape;4070;p66"/>
          <p:cNvGrpSpPr/>
          <p:nvPr/>
        </p:nvGrpSpPr>
        <p:grpSpPr>
          <a:xfrm>
            <a:off x="2347970" y="4184613"/>
            <a:ext cx="1471613" cy="504825"/>
            <a:chOff x="855" y="1710"/>
            <a:chExt cx="927" cy="318"/>
          </a:xfrm>
        </p:grpSpPr>
        <p:cxnSp>
          <p:nvCxnSpPr>
            <p:cNvPr id="4071" name="Google Shape;407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72" name="Google Shape;4072;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73" name="Google Shape;4073;p66"/>
          <p:cNvGrpSpPr/>
          <p:nvPr/>
        </p:nvGrpSpPr>
        <p:grpSpPr>
          <a:xfrm>
            <a:off x="916045" y="3808376"/>
            <a:ext cx="1377950" cy="731837"/>
            <a:chOff x="2802" y="2348"/>
            <a:chExt cx="868" cy="461"/>
          </a:xfrm>
        </p:grpSpPr>
        <p:pic>
          <p:nvPicPr>
            <p:cNvPr descr="alarm_clock_ringing" id="4074" name="Google Shape;4074;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75" name="Google Shape;4075;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76" name="Google Shape;4076;p66"/>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77" name="Google Shape;4077;p66"/>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78" name="Google Shape;4078;p66"/>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79" name="Google Shape;4079;p66"/>
          <p:cNvGrpSpPr/>
          <p:nvPr/>
        </p:nvGrpSpPr>
        <p:grpSpPr>
          <a:xfrm>
            <a:off x="8023963" y="2517742"/>
            <a:ext cx="1471612" cy="404813"/>
            <a:chOff x="855" y="1773"/>
            <a:chExt cx="927" cy="255"/>
          </a:xfrm>
        </p:grpSpPr>
        <p:cxnSp>
          <p:nvCxnSpPr>
            <p:cNvPr id="4080" name="Google Shape;408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81" name="Google Shape;4081;p66"/>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82" name="Google Shape;4082;p66"/>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83" name="Google Shape;4083;p66"/>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84" name="Google Shape;4084;p66"/>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85" name="Google Shape;4085;p66"/>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86" name="Google Shape;4086;p66"/>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87" name="Google Shape;4087;p66"/>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88" name="Google Shape;4088;p66"/>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89" name="Google Shape;4089;p66"/>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90" name="Google Shape;4090;p66"/>
          <p:cNvGrpSpPr/>
          <p:nvPr/>
        </p:nvGrpSpPr>
        <p:grpSpPr>
          <a:xfrm>
            <a:off x="8014438" y="1658899"/>
            <a:ext cx="1471612" cy="400050"/>
            <a:chOff x="850" y="1230"/>
            <a:chExt cx="927" cy="252"/>
          </a:xfrm>
        </p:grpSpPr>
        <p:cxnSp>
          <p:nvCxnSpPr>
            <p:cNvPr id="4091" name="Google Shape;4091;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92" name="Google Shape;4092;p66"/>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93" name="Google Shape;4093;p66"/>
          <p:cNvGrpSpPr/>
          <p:nvPr/>
        </p:nvGrpSpPr>
        <p:grpSpPr>
          <a:xfrm>
            <a:off x="8000150" y="2131982"/>
            <a:ext cx="1471613" cy="369888"/>
            <a:chOff x="841" y="1528"/>
            <a:chExt cx="927" cy="233"/>
          </a:xfrm>
        </p:grpSpPr>
        <p:cxnSp>
          <p:nvCxnSpPr>
            <p:cNvPr id="4094" name="Google Shape;4094;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95" name="Google Shape;4095;p66"/>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96" name="Google Shape;4096;p66"/>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4097" name="Google Shape;4097;p66"/>
          <p:cNvGrpSpPr/>
          <p:nvPr/>
        </p:nvGrpSpPr>
        <p:grpSpPr>
          <a:xfrm>
            <a:off x="7903313" y="2724113"/>
            <a:ext cx="122237" cy="1033463"/>
            <a:chOff x="3651" y="1878"/>
            <a:chExt cx="78" cy="963"/>
          </a:xfrm>
        </p:grpSpPr>
        <p:cxnSp>
          <p:nvCxnSpPr>
            <p:cNvPr id="4098" name="Google Shape;4098;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99" name="Google Shape;4099;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100" name="Google Shape;4100;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101" name="Google Shape;4101;p66"/>
          <p:cNvGrpSpPr/>
          <p:nvPr/>
        </p:nvGrpSpPr>
        <p:grpSpPr>
          <a:xfrm>
            <a:off x="8031900" y="3854417"/>
            <a:ext cx="1471613" cy="363538"/>
            <a:chOff x="855" y="1799"/>
            <a:chExt cx="927" cy="229"/>
          </a:xfrm>
        </p:grpSpPr>
        <p:cxnSp>
          <p:nvCxnSpPr>
            <p:cNvPr id="4102" name="Google Shape;4102;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03" name="Google Shape;4103;p66"/>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04" name="Google Shape;4104;p66"/>
          <p:cNvGrpSpPr/>
          <p:nvPr/>
        </p:nvGrpSpPr>
        <p:grpSpPr>
          <a:xfrm>
            <a:off x="6599975" y="3336888"/>
            <a:ext cx="1377950" cy="731838"/>
            <a:chOff x="2802" y="2348"/>
            <a:chExt cx="868" cy="461"/>
          </a:xfrm>
        </p:grpSpPr>
        <p:pic>
          <p:nvPicPr>
            <p:cNvPr descr="alarm_clock_ringing" id="4105" name="Google Shape;4105;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106" name="Google Shape;4106;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4107" name="Google Shape;4107;p66"/>
          <p:cNvGrpSpPr/>
          <p:nvPr/>
        </p:nvGrpSpPr>
        <p:grpSpPr>
          <a:xfrm>
            <a:off x="8580889" y="2976526"/>
            <a:ext cx="911514" cy="752475"/>
            <a:chOff x="4186" y="1705"/>
            <a:chExt cx="598" cy="453"/>
          </a:xfrm>
        </p:grpSpPr>
        <p:cxnSp>
          <p:nvCxnSpPr>
            <p:cNvPr id="4108" name="Google Shape;4108;p66"/>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4109" name="Google Shape;4109;p66"/>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4110" name="Google Shape;4110;p66"/>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4111" name="Google Shape;4111;p66"/>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4112" name="Google Shape;4112;p66"/>
          <p:cNvGrpSpPr/>
          <p:nvPr/>
        </p:nvGrpSpPr>
        <p:grpSpPr>
          <a:xfrm>
            <a:off x="8012670" y="4309460"/>
            <a:ext cx="2667702" cy="714018"/>
            <a:chOff x="8162097" y="4679496"/>
            <a:chExt cx="2667702" cy="714018"/>
          </a:xfrm>
        </p:grpSpPr>
        <p:grpSp>
          <p:nvGrpSpPr>
            <p:cNvPr id="4113" name="Google Shape;4113;p66"/>
            <p:cNvGrpSpPr/>
            <p:nvPr/>
          </p:nvGrpSpPr>
          <p:grpSpPr>
            <a:xfrm>
              <a:off x="8162097" y="4974413"/>
              <a:ext cx="1471613" cy="419101"/>
              <a:chOff x="2229" y="3467"/>
              <a:chExt cx="927" cy="264"/>
            </a:xfrm>
          </p:grpSpPr>
          <p:cxnSp>
            <p:nvCxnSpPr>
              <p:cNvPr id="4114" name="Google Shape;4114;p66"/>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4115" name="Google Shape;4115;p66"/>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4116" name="Google Shape;4116;p66"/>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4117" name="Google Shape;4117;p66"/>
          <p:cNvGrpSpPr/>
          <p:nvPr/>
        </p:nvGrpSpPr>
        <p:grpSpPr>
          <a:xfrm>
            <a:off x="6804583" y="4153524"/>
            <a:ext cx="3833816" cy="1104906"/>
            <a:chOff x="6954010" y="4523560"/>
            <a:chExt cx="3833816" cy="1104906"/>
          </a:xfrm>
        </p:grpSpPr>
        <p:grpSp>
          <p:nvGrpSpPr>
            <p:cNvPr id="4118" name="Google Shape;4118;p66"/>
            <p:cNvGrpSpPr/>
            <p:nvPr/>
          </p:nvGrpSpPr>
          <p:grpSpPr>
            <a:xfrm>
              <a:off x="6954010" y="4523560"/>
              <a:ext cx="1174750" cy="609601"/>
              <a:chOff x="2830" y="3285"/>
              <a:chExt cx="740" cy="384"/>
            </a:xfrm>
          </p:grpSpPr>
          <p:sp>
            <p:nvSpPr>
              <p:cNvPr id="4119" name="Google Shape;4119;p66"/>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120" name="Google Shape;4120;p66"/>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4121" name="Google Shape;4121;p66"/>
            <p:cNvGrpSpPr/>
            <p:nvPr/>
          </p:nvGrpSpPr>
          <p:grpSpPr>
            <a:xfrm>
              <a:off x="8073197" y="4747083"/>
              <a:ext cx="1547813" cy="446403"/>
              <a:chOff x="850" y="1229"/>
              <a:chExt cx="927" cy="253"/>
            </a:xfrm>
          </p:grpSpPr>
          <p:cxnSp>
            <p:nvCxnSpPr>
              <p:cNvPr id="4122" name="Google Shape;4122;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23" name="Google Shape;4123;p66"/>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124" name="Google Shape;4124;p66"/>
            <p:cNvGrpSpPr/>
            <p:nvPr/>
          </p:nvGrpSpPr>
          <p:grpSpPr>
            <a:xfrm>
              <a:off x="9582913" y="5037915"/>
              <a:ext cx="1204913" cy="590551"/>
              <a:chOff x="4762" y="2985"/>
              <a:chExt cx="759" cy="372"/>
            </a:xfrm>
          </p:grpSpPr>
          <p:sp>
            <p:nvSpPr>
              <p:cNvPr id="4125" name="Google Shape;4125;p66"/>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126" name="Google Shape;4126;p66"/>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4127" name="Google Shape;4127;p66"/>
          <p:cNvGrpSpPr/>
          <p:nvPr/>
        </p:nvGrpSpPr>
        <p:grpSpPr>
          <a:xfrm>
            <a:off x="8034892" y="4967903"/>
            <a:ext cx="1457325" cy="488950"/>
            <a:chOff x="3839" y="2850"/>
            <a:chExt cx="918" cy="308"/>
          </a:xfrm>
        </p:grpSpPr>
        <p:cxnSp>
          <p:nvCxnSpPr>
            <p:cNvPr id="4128" name="Google Shape;4128;p66"/>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4129" name="Google Shape;4129;p66"/>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130" name="Google Shape;4130;p66"/>
          <p:cNvGrpSpPr/>
          <p:nvPr/>
        </p:nvGrpSpPr>
        <p:grpSpPr>
          <a:xfrm>
            <a:off x="8026461" y="5469606"/>
            <a:ext cx="1471612" cy="363538"/>
            <a:chOff x="855" y="1799"/>
            <a:chExt cx="927" cy="229"/>
          </a:xfrm>
        </p:grpSpPr>
        <p:cxnSp>
          <p:nvCxnSpPr>
            <p:cNvPr id="4131" name="Google Shape;413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32" name="Google Shape;4132;p66"/>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33" name="Google Shape;4133;p66"/>
          <p:cNvGrpSpPr/>
          <p:nvPr/>
        </p:nvGrpSpPr>
        <p:grpSpPr>
          <a:xfrm>
            <a:off x="6993934" y="4806637"/>
            <a:ext cx="1022350" cy="553607"/>
            <a:chOff x="6289259" y="5452590"/>
            <a:chExt cx="1022350" cy="553607"/>
          </a:xfrm>
        </p:grpSpPr>
        <p:sp>
          <p:nvSpPr>
            <p:cNvPr id="4134" name="Google Shape;4134;p66"/>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4135" name="Google Shape;4135;p66"/>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4136" name="Google Shape;4136;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5"/>
                                        </p:tgtEl>
                                        <p:attrNameLst>
                                          <p:attrName>style.visibility</p:attrName>
                                        </p:attrNameLst>
                                      </p:cBhvr>
                                      <p:to>
                                        <p:strVal val="visible"/>
                                      </p:to>
                                    </p:set>
                                    <p:animEffect filter="fade" transition="in">
                                      <p:cBhvr>
                                        <p:cTn dur="500"/>
                                        <p:tgtEl>
                                          <p:spTgt spid="40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44">
                                            <p:txEl>
                                              <p:pRg end="0" st="0"/>
                                            </p:txEl>
                                          </p:spTgt>
                                        </p:tgtEl>
                                        <p:attrNameLst>
                                          <p:attrName>style.visibility</p:attrName>
                                        </p:attrNameLst>
                                      </p:cBhvr>
                                      <p:to>
                                        <p:strVal val="visible"/>
                                      </p:to>
                                    </p:set>
                                    <p:animEffect filter="fade" transition="in">
                                      <p:cBhvr>
                                        <p:cTn dur="500"/>
                                        <p:tgtEl>
                                          <p:spTgt spid="404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6"/>
                                        </p:tgtEl>
                                        <p:attrNameLst>
                                          <p:attrName>style.visibility</p:attrName>
                                        </p:attrNameLst>
                                      </p:cBhvr>
                                      <p:to>
                                        <p:strVal val="visible"/>
                                      </p:to>
                                    </p:set>
                                    <p:animEffect filter="fade" transition="in">
                                      <p:cBhvr>
                                        <p:cTn dur="500"/>
                                        <p:tgtEl>
                                          <p:spTgt spid="403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4"/>
                                        </p:tgtEl>
                                        <p:attrNameLst>
                                          <p:attrName>style.visibility</p:attrName>
                                        </p:attrNameLst>
                                      </p:cBhvr>
                                      <p:to>
                                        <p:strVal val="visible"/>
                                      </p:to>
                                    </p:set>
                                    <p:animEffect filter="fade" transition="in">
                                      <p:cBhvr>
                                        <p:cTn dur="500"/>
                                        <p:tgtEl>
                                          <p:spTgt spid="405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39"/>
                                        </p:tgtEl>
                                        <p:attrNameLst>
                                          <p:attrName>style.visibility</p:attrName>
                                        </p:attrNameLst>
                                      </p:cBhvr>
                                      <p:to>
                                        <p:strVal val="visible"/>
                                      </p:to>
                                    </p:set>
                                    <p:animEffect filter="fade" transition="in">
                                      <p:cBhvr>
                                        <p:cTn dur="500"/>
                                        <p:tgtEl>
                                          <p:spTgt spid="403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1"/>
                                        </p:tgtEl>
                                        <p:attrNameLst>
                                          <p:attrName>style.visibility</p:attrName>
                                        </p:attrNameLst>
                                      </p:cBhvr>
                                      <p:to>
                                        <p:strVal val="visible"/>
                                      </p:to>
                                    </p:set>
                                    <p:animEffect filter="fade" transition="in">
                                      <p:cBhvr>
                                        <p:cTn dur="500"/>
                                        <p:tgtEl>
                                          <p:spTgt spid="404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29"/>
                                        </p:tgtEl>
                                        <p:attrNameLst>
                                          <p:attrName>style.visibility</p:attrName>
                                        </p:attrNameLst>
                                      </p:cBhvr>
                                      <p:to>
                                        <p:strVal val="visible"/>
                                      </p:to>
                                    </p:set>
                                    <p:animEffect filter="fade" transition="in">
                                      <p:cBhvr>
                                        <p:cTn dur="500"/>
                                        <p:tgtEl>
                                          <p:spTgt spid="402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26">
                                            <p:txEl>
                                              <p:pRg end="0" st="0"/>
                                            </p:txEl>
                                          </p:spTgt>
                                        </p:tgtEl>
                                        <p:attrNameLst>
                                          <p:attrName>style.visibility</p:attrName>
                                        </p:attrNameLst>
                                      </p:cBhvr>
                                      <p:to>
                                        <p:strVal val="visible"/>
                                      </p:to>
                                    </p:set>
                                    <p:animEffect filter="fade" transition="in">
                                      <p:cBhvr>
                                        <p:cTn dur="500"/>
                                        <p:tgtEl>
                                          <p:spTgt spid="402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27"/>
                                        </p:tgtEl>
                                        <p:attrNameLst>
                                          <p:attrName>style.visibility</p:attrName>
                                        </p:attrNameLst>
                                      </p:cBhvr>
                                      <p:to>
                                        <p:strVal val="visible"/>
                                      </p:to>
                                    </p:set>
                                    <p:animEffect filter="fade" transition="in">
                                      <p:cBhvr>
                                        <p:cTn dur="500"/>
                                        <p:tgtEl>
                                          <p:spTgt spid="402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61"/>
                                        </p:tgtEl>
                                        <p:attrNameLst>
                                          <p:attrName>style.visibility</p:attrName>
                                        </p:attrNameLst>
                                      </p:cBhvr>
                                      <p:to>
                                        <p:strVal val="visible"/>
                                      </p:to>
                                    </p:set>
                                    <p:animEffect filter="fade" transition="in">
                                      <p:cBhvr>
                                        <p:cTn dur="500"/>
                                        <p:tgtEl>
                                          <p:spTgt spid="4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6"/>
                                        </p:tgtEl>
                                        <p:attrNameLst>
                                          <p:attrName>style.visibility</p:attrName>
                                        </p:attrNameLst>
                                      </p:cBhvr>
                                      <p:to>
                                        <p:strVal val="visible"/>
                                      </p:to>
                                    </p:set>
                                    <p:animEffect filter="fade" transition="in">
                                      <p:cBhvr>
                                        <p:cTn dur="1000"/>
                                        <p:tgtEl>
                                          <p:spTgt spid="40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73"/>
                                        </p:tgtEl>
                                        <p:attrNameLst>
                                          <p:attrName>style.visibility</p:attrName>
                                        </p:attrNameLst>
                                      </p:cBhvr>
                                      <p:to>
                                        <p:strVal val="visible"/>
                                      </p:to>
                                    </p:set>
                                    <p:animEffect filter="fade" transition="in">
                                      <p:cBhvr>
                                        <p:cTn dur="500"/>
                                        <p:tgtEl>
                                          <p:spTgt spid="4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0"/>
                                        </p:tgtEl>
                                        <p:attrNameLst>
                                          <p:attrName>style.visibility</p:attrName>
                                        </p:attrNameLst>
                                      </p:cBhvr>
                                      <p:to>
                                        <p:strVal val="visible"/>
                                      </p:to>
                                    </p:set>
                                    <p:animEffect filter="fade" transition="in">
                                      <p:cBhvr>
                                        <p:cTn dur="500"/>
                                        <p:tgtEl>
                                          <p:spTgt spid="40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34">
                                            <p:txEl>
                                              <p:pRg end="0" st="0"/>
                                            </p:txEl>
                                          </p:spTgt>
                                        </p:tgtEl>
                                        <p:attrNameLst>
                                          <p:attrName>style.visibility</p:attrName>
                                        </p:attrNameLst>
                                      </p:cBhvr>
                                      <p:to>
                                        <p:strVal val="visible"/>
                                      </p:to>
                                    </p:set>
                                    <p:animEffect filter="fade" transition="in">
                                      <p:cBhvr>
                                        <p:cTn dur="500"/>
                                        <p:tgtEl>
                                          <p:spTgt spid="403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28"/>
                                        </p:tgtEl>
                                        <p:attrNameLst>
                                          <p:attrName>style.visibility</p:attrName>
                                        </p:attrNameLst>
                                      </p:cBhvr>
                                      <p:to>
                                        <p:strVal val="visible"/>
                                      </p:to>
                                    </p:set>
                                    <p:animEffect filter="fade" transition="in">
                                      <p:cBhvr>
                                        <p:cTn dur="500"/>
                                        <p:tgtEl>
                                          <p:spTgt spid="40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7"/>
                                        </p:tgtEl>
                                        <p:attrNameLst>
                                          <p:attrName>style.visibility</p:attrName>
                                        </p:attrNameLst>
                                      </p:cBhvr>
                                      <p:to>
                                        <p:strVal val="visible"/>
                                      </p:to>
                                    </p:set>
                                    <p:animEffect filter="fade" transition="in">
                                      <p:cBhvr>
                                        <p:cTn dur="500"/>
                                        <p:tgtEl>
                                          <p:spTgt spid="40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1"/>
                                        </p:tgtEl>
                                        <p:attrNameLst>
                                          <p:attrName>style.visibility</p:attrName>
                                        </p:attrNameLst>
                                      </p:cBhvr>
                                      <p:to>
                                        <p:strVal val="visible"/>
                                      </p:to>
                                    </p:set>
                                    <p:animEffect filter="fade" transition="in">
                                      <p:cBhvr>
                                        <p:cTn dur="500"/>
                                        <p:tgtEl>
                                          <p:spTgt spid="40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42"/>
                                        </p:tgtEl>
                                        <p:attrNameLst>
                                          <p:attrName>style.visibility</p:attrName>
                                        </p:attrNameLst>
                                      </p:cBhvr>
                                      <p:to>
                                        <p:strVal val="visible"/>
                                      </p:to>
                                    </p:set>
                                    <p:animEffect filter="fade" transition="in">
                                      <p:cBhvr>
                                        <p:cTn dur="500"/>
                                        <p:tgtEl>
                                          <p:spTgt spid="404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0"/>
                                        </p:tgtEl>
                                        <p:attrNameLst>
                                          <p:attrName>style.visibility</p:attrName>
                                        </p:attrNameLst>
                                      </p:cBhvr>
                                      <p:to>
                                        <p:strVal val="visible"/>
                                      </p:to>
                                    </p:set>
                                    <p:animEffect filter="fade" transition="in">
                                      <p:cBhvr>
                                        <p:cTn dur="500"/>
                                        <p:tgtEl>
                                          <p:spTgt spid="40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48"/>
                                        </p:tgtEl>
                                        <p:attrNameLst>
                                          <p:attrName>style.visibility</p:attrName>
                                        </p:attrNameLst>
                                      </p:cBhvr>
                                      <p:to>
                                        <p:strVal val="visible"/>
                                      </p:to>
                                    </p:set>
                                    <p:animEffect filter="fade" transition="in">
                                      <p:cBhvr>
                                        <p:cTn dur="500"/>
                                        <p:tgtEl>
                                          <p:spTgt spid="404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35"/>
                                        </p:tgtEl>
                                        <p:attrNameLst>
                                          <p:attrName>style.visibility</p:attrName>
                                        </p:attrNameLst>
                                      </p:cBhvr>
                                      <p:to>
                                        <p:strVal val="visible"/>
                                      </p:to>
                                    </p:set>
                                    <p:animEffect filter="fade" transition="in">
                                      <p:cBhvr>
                                        <p:cTn dur="500"/>
                                        <p:tgtEl>
                                          <p:spTgt spid="403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38">
                                            <p:txEl>
                                              <p:pRg end="0" st="0"/>
                                            </p:txEl>
                                          </p:spTgt>
                                        </p:tgtEl>
                                        <p:attrNameLst>
                                          <p:attrName>style.visibility</p:attrName>
                                        </p:attrNameLst>
                                      </p:cBhvr>
                                      <p:to>
                                        <p:strVal val="visible"/>
                                      </p:to>
                                    </p:set>
                                    <p:animEffect filter="fade" transition="in">
                                      <p:cBhvr>
                                        <p:cTn dur="500"/>
                                        <p:tgtEl>
                                          <p:spTgt spid="4038">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57"/>
                                        </p:tgtEl>
                                        <p:attrNameLst>
                                          <p:attrName>style.visibility</p:attrName>
                                        </p:attrNameLst>
                                      </p:cBhvr>
                                      <p:to>
                                        <p:strVal val="visible"/>
                                      </p:to>
                                    </p:set>
                                    <p:animEffect filter="fade" transition="in">
                                      <p:cBhvr>
                                        <p:cTn dur="500"/>
                                        <p:tgtEl>
                                          <p:spTgt spid="4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0"/>
                                        </p:tgtEl>
                                        <p:attrNameLst>
                                          <p:attrName>style.visibility</p:attrName>
                                        </p:attrNameLst>
                                      </p:cBhvr>
                                      <p:to>
                                        <p:strVal val="visible"/>
                                      </p:to>
                                    </p:set>
                                    <p:animEffect filter="fade" transition="in">
                                      <p:cBhvr>
                                        <p:cTn dur="500"/>
                                        <p:tgtEl>
                                          <p:spTgt spid="40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9">
                                            <p:txEl>
                                              <p:pRg end="0" st="0"/>
                                            </p:txEl>
                                          </p:spTgt>
                                        </p:tgtEl>
                                        <p:attrNameLst>
                                          <p:attrName>style.visibility</p:attrName>
                                        </p:attrNameLst>
                                      </p:cBhvr>
                                      <p:to>
                                        <p:strVal val="visible"/>
                                      </p:to>
                                    </p:set>
                                    <p:animEffect filter="fade" transition="in">
                                      <p:cBhvr>
                                        <p:cTn dur="500"/>
                                        <p:tgtEl>
                                          <p:spTgt spid="408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85"/>
                                        </p:tgtEl>
                                        <p:attrNameLst>
                                          <p:attrName>style.visibility</p:attrName>
                                        </p:attrNameLst>
                                      </p:cBhvr>
                                      <p:to>
                                        <p:strVal val="visible"/>
                                      </p:to>
                                    </p:set>
                                    <p:animEffect filter="fade" transition="in">
                                      <p:cBhvr>
                                        <p:cTn dur="500"/>
                                        <p:tgtEl>
                                          <p:spTgt spid="40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93"/>
                                        </p:tgtEl>
                                        <p:attrNameLst>
                                          <p:attrName>style.visibility</p:attrName>
                                        </p:attrNameLst>
                                      </p:cBhvr>
                                      <p:to>
                                        <p:strVal val="visible"/>
                                      </p:to>
                                    </p:set>
                                    <p:animEffect filter="fade" transition="in">
                                      <p:cBhvr>
                                        <p:cTn dur="500"/>
                                        <p:tgtEl>
                                          <p:spTgt spid="40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86"/>
                                        </p:tgtEl>
                                        <p:attrNameLst>
                                          <p:attrName>style.visibility</p:attrName>
                                        </p:attrNameLst>
                                      </p:cBhvr>
                                      <p:to>
                                        <p:strVal val="visible"/>
                                      </p:to>
                                    </p:set>
                                    <p:animEffect filter="fade" transition="in">
                                      <p:cBhvr>
                                        <p:cTn dur="500"/>
                                        <p:tgtEl>
                                          <p:spTgt spid="408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87"/>
                                        </p:tgtEl>
                                        <p:attrNameLst>
                                          <p:attrName>style.visibility</p:attrName>
                                        </p:attrNameLst>
                                      </p:cBhvr>
                                      <p:to>
                                        <p:strVal val="visible"/>
                                      </p:to>
                                    </p:set>
                                    <p:animEffect filter="fade" transition="in">
                                      <p:cBhvr>
                                        <p:cTn dur="500"/>
                                        <p:tgtEl>
                                          <p:spTgt spid="40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79"/>
                                        </p:tgtEl>
                                        <p:attrNameLst>
                                          <p:attrName>style.visibility</p:attrName>
                                        </p:attrNameLst>
                                      </p:cBhvr>
                                      <p:to>
                                        <p:strVal val="visible"/>
                                      </p:to>
                                    </p:set>
                                    <p:animEffect filter="fade" transition="in">
                                      <p:cBhvr>
                                        <p:cTn dur="500"/>
                                        <p:tgtEl>
                                          <p:spTgt spid="407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76">
                                            <p:txEl>
                                              <p:pRg end="0" st="0"/>
                                            </p:txEl>
                                          </p:spTgt>
                                        </p:tgtEl>
                                        <p:attrNameLst>
                                          <p:attrName>style.visibility</p:attrName>
                                        </p:attrNameLst>
                                      </p:cBhvr>
                                      <p:to>
                                        <p:strVal val="visible"/>
                                      </p:to>
                                    </p:set>
                                    <p:animEffect filter="fade" transition="in">
                                      <p:cBhvr>
                                        <p:cTn dur="500"/>
                                        <p:tgtEl>
                                          <p:spTgt spid="407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77"/>
                                        </p:tgtEl>
                                        <p:attrNameLst>
                                          <p:attrName>style.visibility</p:attrName>
                                        </p:attrNameLst>
                                      </p:cBhvr>
                                      <p:to>
                                        <p:strVal val="visible"/>
                                      </p:to>
                                    </p:set>
                                    <p:animEffect filter="fade" transition="in">
                                      <p:cBhvr>
                                        <p:cTn dur="500"/>
                                        <p:tgtEl>
                                          <p:spTgt spid="407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97"/>
                                        </p:tgtEl>
                                        <p:attrNameLst>
                                          <p:attrName>style.visibility</p:attrName>
                                        </p:attrNameLst>
                                      </p:cBhvr>
                                      <p:to>
                                        <p:strVal val="visible"/>
                                      </p:to>
                                    </p:set>
                                    <p:animEffect filter="fade" transition="in">
                                      <p:cBhvr>
                                        <p:cTn dur="1000"/>
                                        <p:tgtEl>
                                          <p:spTgt spid="4097"/>
                                        </p:tgtEl>
                                      </p:cBhvr>
                                    </p:animEffect>
                                  </p:childTnLst>
                                </p:cTn>
                              </p:par>
                              <p:par>
                                <p:cTn fill="hold" nodeType="withEffect" presetClass="entr" presetID="10" presetSubtype="0">
                                  <p:stCondLst>
                                    <p:cond delay="0"/>
                                  </p:stCondLst>
                                  <p:childTnLst>
                                    <p:set>
                                      <p:cBhvr>
                                        <p:cTn dur="1" fill="hold">
                                          <p:stCondLst>
                                            <p:cond delay="0"/>
                                          </p:stCondLst>
                                        </p:cTn>
                                        <p:tgtEl>
                                          <p:spTgt spid="4107"/>
                                        </p:tgtEl>
                                        <p:attrNameLst>
                                          <p:attrName>style.visibility</p:attrName>
                                        </p:attrNameLst>
                                      </p:cBhvr>
                                      <p:to>
                                        <p:strVal val="visible"/>
                                      </p:to>
                                    </p:set>
                                    <p:animEffect filter="fade" transition="in">
                                      <p:cBhvr>
                                        <p:cTn dur="500"/>
                                        <p:tgtEl>
                                          <p:spTgt spid="410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104"/>
                                        </p:tgtEl>
                                        <p:attrNameLst>
                                          <p:attrName>style.visibility</p:attrName>
                                        </p:attrNameLst>
                                      </p:cBhvr>
                                      <p:to>
                                        <p:strVal val="visible"/>
                                      </p:to>
                                    </p:set>
                                    <p:animEffect filter="fade" transition="in">
                                      <p:cBhvr>
                                        <p:cTn dur="500"/>
                                        <p:tgtEl>
                                          <p:spTgt spid="4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1"/>
                                        </p:tgtEl>
                                        <p:attrNameLst>
                                          <p:attrName>style.visibility</p:attrName>
                                        </p:attrNameLst>
                                      </p:cBhvr>
                                      <p:to>
                                        <p:strVal val="visible"/>
                                      </p:to>
                                    </p:set>
                                    <p:animEffect filter="fade" transition="in">
                                      <p:cBhvr>
                                        <p:cTn dur="500"/>
                                        <p:tgtEl>
                                          <p:spTgt spid="4101"/>
                                        </p:tgtEl>
                                      </p:cBhvr>
                                    </p:animEffect>
                                  </p:childTnLst>
                                </p:cTn>
                              </p:par>
                              <p:par>
                                <p:cTn fill="hold" nodeType="withEffect" presetClass="entr" presetID="10" presetSubtype="0">
                                  <p:stCondLst>
                                    <p:cond delay="0"/>
                                  </p:stCondLst>
                                  <p:childTnLst>
                                    <p:set>
                                      <p:cBhvr>
                                        <p:cTn dur="1" fill="hold">
                                          <p:stCondLst>
                                            <p:cond delay="0"/>
                                          </p:stCondLst>
                                        </p:cTn>
                                        <p:tgtEl>
                                          <p:spTgt spid="4111"/>
                                        </p:tgtEl>
                                        <p:attrNameLst>
                                          <p:attrName>style.visibility</p:attrName>
                                        </p:attrNameLst>
                                      </p:cBhvr>
                                      <p:to>
                                        <p:strVal val="visible"/>
                                      </p:to>
                                    </p:set>
                                    <p:animEffect filter="fade" transition="in">
                                      <p:cBhvr>
                                        <p:cTn dur="500"/>
                                        <p:tgtEl>
                                          <p:spTgt spid="41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4">
                                            <p:txEl>
                                              <p:pRg end="0" st="0"/>
                                            </p:txEl>
                                          </p:spTgt>
                                        </p:tgtEl>
                                        <p:attrNameLst>
                                          <p:attrName>style.visibility</p:attrName>
                                        </p:attrNameLst>
                                      </p:cBhvr>
                                      <p:to>
                                        <p:strVal val="visible"/>
                                      </p:to>
                                    </p:set>
                                    <p:animEffect filter="fade" transition="in">
                                      <p:cBhvr>
                                        <p:cTn dur="500"/>
                                        <p:tgtEl>
                                          <p:spTgt spid="408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78"/>
                                        </p:tgtEl>
                                        <p:attrNameLst>
                                          <p:attrName>style.visibility</p:attrName>
                                        </p:attrNameLst>
                                      </p:cBhvr>
                                      <p:to>
                                        <p:strVal val="visible"/>
                                      </p:to>
                                    </p:set>
                                    <p:animEffect filter="fade" transition="in">
                                      <p:cBhvr>
                                        <p:cTn dur="500"/>
                                        <p:tgtEl>
                                          <p:spTgt spid="4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2"/>
                                        </p:tgtEl>
                                        <p:attrNameLst>
                                          <p:attrName>style.visibility</p:attrName>
                                        </p:attrNameLst>
                                      </p:cBhvr>
                                      <p:to>
                                        <p:strVal val="visible"/>
                                      </p:to>
                                    </p:set>
                                    <p:animEffect filter="fade" transition="in">
                                      <p:cBhvr>
                                        <p:cTn dur="500"/>
                                        <p:tgtEl>
                                          <p:spTgt spid="4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7"/>
                                        </p:tgtEl>
                                        <p:attrNameLst>
                                          <p:attrName>style.visibility</p:attrName>
                                        </p:attrNameLst>
                                      </p:cBhvr>
                                      <p:to>
                                        <p:strVal val="visible"/>
                                      </p:to>
                                    </p:set>
                                    <p:animEffect filter="fade" transition="in">
                                      <p:cBhvr>
                                        <p:cTn dur="500"/>
                                        <p:tgtEl>
                                          <p:spTgt spid="4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7"/>
                                        </p:tgtEl>
                                        <p:attrNameLst>
                                          <p:attrName>style.visibility</p:attrName>
                                        </p:attrNameLst>
                                      </p:cBhvr>
                                      <p:to>
                                        <p:strVal val="visible"/>
                                      </p:to>
                                    </p:set>
                                    <p:animEffect filter="fade" transition="in">
                                      <p:cBhvr>
                                        <p:cTn dur="500"/>
                                        <p:tgtEl>
                                          <p:spTgt spid="41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30"/>
                                        </p:tgtEl>
                                        <p:attrNameLst>
                                          <p:attrName>style.visibility</p:attrName>
                                        </p:attrNameLst>
                                      </p:cBhvr>
                                      <p:to>
                                        <p:strVal val="visible"/>
                                      </p:to>
                                    </p:set>
                                    <p:animEffect filter="fade" transition="in">
                                      <p:cBhvr>
                                        <p:cTn dur="500"/>
                                        <p:tgtEl>
                                          <p:spTgt spid="4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3"/>
                                        </p:tgtEl>
                                        <p:attrNameLst>
                                          <p:attrName>style.visibility</p:attrName>
                                        </p:attrNameLst>
                                      </p:cBhvr>
                                      <p:to>
                                        <p:strVal val="visible"/>
                                      </p:to>
                                    </p:set>
                                    <p:animEffect filter="fade" transition="in">
                                      <p:cBhvr>
                                        <p:cTn dur="500"/>
                                        <p:tgtEl>
                                          <p:spTgt spid="4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1" name="Shape 4141"/>
        <p:cNvGrpSpPr/>
        <p:nvPr/>
      </p:nvGrpSpPr>
      <p:grpSpPr>
        <a:xfrm>
          <a:off x="0" y="0"/>
          <a:ext cx="0" cy="0"/>
          <a:chOff x="0" y="0"/>
          <a:chExt cx="0" cy="0"/>
        </a:xfrm>
      </p:grpSpPr>
      <p:sp>
        <p:nvSpPr>
          <p:cNvPr id="4142" name="Google Shape;4142;p6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4143" name="Google Shape;4143;p67"/>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4144" name="Google Shape;4144;p67"/>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4145" name="Google Shape;4145;p67"/>
          <p:cNvGrpSpPr/>
          <p:nvPr/>
        </p:nvGrpSpPr>
        <p:grpSpPr>
          <a:xfrm>
            <a:off x="1782678" y="3526869"/>
            <a:ext cx="5724525" cy="812800"/>
            <a:chOff x="137" y="1675"/>
            <a:chExt cx="3606" cy="512"/>
          </a:xfrm>
        </p:grpSpPr>
        <p:sp>
          <p:nvSpPr>
            <p:cNvPr id="4146" name="Google Shape;4146;p67"/>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4147" name="Google Shape;4147;p67"/>
            <p:cNvGrpSpPr/>
            <p:nvPr/>
          </p:nvGrpSpPr>
          <p:grpSpPr>
            <a:xfrm>
              <a:off x="827" y="1677"/>
              <a:ext cx="235" cy="499"/>
              <a:chOff x="155" y="2937"/>
              <a:chExt cx="235" cy="499"/>
            </a:xfrm>
          </p:grpSpPr>
          <p:sp>
            <p:nvSpPr>
              <p:cNvPr id="4148" name="Google Shape;4148;p67"/>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4149" name="Google Shape;4149;p67"/>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4150" name="Google Shape;4150;p67"/>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4151" name="Google Shape;4151;p67"/>
            <p:cNvGrpSpPr/>
            <p:nvPr/>
          </p:nvGrpSpPr>
          <p:grpSpPr>
            <a:xfrm>
              <a:off x="1233" y="1675"/>
              <a:ext cx="1225" cy="512"/>
              <a:chOff x="1401" y="1693"/>
              <a:chExt cx="1225" cy="512"/>
            </a:xfrm>
          </p:grpSpPr>
          <p:sp>
            <p:nvSpPr>
              <p:cNvPr id="4152" name="Google Shape;4152;p67"/>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4153" name="Google Shape;4153;p67"/>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4154" name="Google Shape;4154;p67"/>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4155" name="Google Shape;4155;p67"/>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4156" name="Google Shape;4156;p67"/>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7" name="Google Shape;4157;p67"/>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8" name="Google Shape;4158;p67"/>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4159" name="Google Shape;4159;p67"/>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4160" name="Google Shape;416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4"/>
                                        </p:tgtEl>
                                        <p:attrNameLst>
                                          <p:attrName>style.visibility</p:attrName>
                                        </p:attrNameLst>
                                      </p:cBhvr>
                                      <p:to>
                                        <p:strVal val="visible"/>
                                      </p:to>
                                    </p:set>
                                    <p:animEffect filter="fade" transition="in">
                                      <p:cBhvr>
                                        <p:cTn dur="500"/>
                                        <p:tgtEl>
                                          <p:spTgt spid="4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3">
                                            <p:txEl>
                                              <p:pRg end="0" st="0"/>
                                            </p:txEl>
                                          </p:spTgt>
                                        </p:tgtEl>
                                        <p:attrNameLst>
                                          <p:attrName>style.visibility</p:attrName>
                                        </p:attrNameLst>
                                      </p:cBhvr>
                                      <p:to>
                                        <p:strVal val="visible"/>
                                      </p:to>
                                    </p:set>
                                    <p:animEffect filter="fade" transition="in">
                                      <p:cBhvr>
                                        <p:cTn dur="500"/>
                                        <p:tgtEl>
                                          <p:spTgt spid="4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5"/>
                                        </p:tgtEl>
                                        <p:attrNameLst>
                                          <p:attrName>style.visibility</p:attrName>
                                        </p:attrNameLst>
                                      </p:cBhvr>
                                      <p:to>
                                        <p:strVal val="visible"/>
                                      </p:to>
                                    </p:set>
                                    <p:animEffect filter="fade" transition="in">
                                      <p:cBhvr>
                                        <p:cTn dur="500"/>
                                        <p:tgtEl>
                                          <p:spTgt spid="4145"/>
                                        </p:tgtEl>
                                      </p:cBhvr>
                                    </p:animEffect>
                                  </p:childTnLst>
                                </p:cTn>
                              </p:par>
                              <p:par>
                                <p:cTn fill="hold" nodeType="withEffect" presetClass="entr" presetID="10" presetSubtype="0">
                                  <p:stCondLst>
                                    <p:cond delay="0"/>
                                  </p:stCondLst>
                                  <p:childTnLst>
                                    <p:set>
                                      <p:cBhvr>
                                        <p:cTn dur="1" fill="hold">
                                          <p:stCondLst>
                                            <p:cond delay="0"/>
                                          </p:stCondLst>
                                        </p:cTn>
                                        <p:tgtEl>
                                          <p:spTgt spid="4159">
                                            <p:txEl>
                                              <p:pRg end="0" st="0"/>
                                            </p:txEl>
                                          </p:spTgt>
                                        </p:tgtEl>
                                        <p:attrNameLst>
                                          <p:attrName>style.visibility</p:attrName>
                                        </p:attrNameLst>
                                      </p:cBhvr>
                                      <p:to>
                                        <p:strVal val="visible"/>
                                      </p:to>
                                    </p:set>
                                    <p:animEffect filter="fade" transition="in">
                                      <p:cBhvr>
                                        <p:cTn dur="500"/>
                                        <p:tgtEl>
                                          <p:spTgt spid="41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5" name="Shape 4165"/>
        <p:cNvGrpSpPr/>
        <p:nvPr/>
      </p:nvGrpSpPr>
      <p:grpSpPr>
        <a:xfrm>
          <a:off x="0" y="0"/>
          <a:ext cx="0" cy="0"/>
          <a:chOff x="0" y="0"/>
          <a:chExt cx="0" cy="0"/>
        </a:xfrm>
      </p:grpSpPr>
      <p:sp>
        <p:nvSpPr>
          <p:cNvPr id="4166" name="Google Shape;4166;p6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4167" name="Google Shape;4167;p68"/>
          <p:cNvGrpSpPr/>
          <p:nvPr/>
        </p:nvGrpSpPr>
        <p:grpSpPr>
          <a:xfrm>
            <a:off x="3188111" y="1436688"/>
            <a:ext cx="8729662" cy="3249612"/>
            <a:chOff x="1660525" y="1638643"/>
            <a:chExt cx="8729662" cy="3249612"/>
          </a:xfrm>
        </p:grpSpPr>
        <p:cxnSp>
          <p:nvCxnSpPr>
            <p:cNvPr id="4168" name="Google Shape;4168;p68"/>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4169" name="Google Shape;4169;p68"/>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4170" name="Google Shape;4170;p68"/>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171" name="Google Shape;4171;p68"/>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172" name="Google Shape;4172;p68"/>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173" name="Google Shape;4173;p68"/>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174" name="Google Shape;4174;p68"/>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175" name="Google Shape;4175;p68"/>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176" name="Google Shape;4176;p68"/>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177" name="Google Shape;4177;p68"/>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178" name="Google Shape;4178;p68"/>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79" name="Google Shape;4179;p68"/>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80" name="Google Shape;4180;p68"/>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4181" name="Google Shape;4181;p68"/>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182" name="Google Shape;4182;p68"/>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183" name="Google Shape;4183;p68"/>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4184" name="Google Shape;4184;p68"/>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4185" name="Google Shape;4185;p68"/>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186" name="Google Shape;4186;p68"/>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4187" name="Google Shape;4187;p68"/>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188" name="Google Shape;4188;p68"/>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4189" name="Google Shape;4189;p68"/>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190" name="Google Shape;4190;p68"/>
            <p:cNvGrpSpPr/>
            <p:nvPr/>
          </p:nvGrpSpPr>
          <p:grpSpPr>
            <a:xfrm>
              <a:off x="4991100" y="4288180"/>
              <a:ext cx="1281112" cy="534988"/>
              <a:chOff x="12315" y="13225"/>
              <a:chExt cx="2775" cy="913"/>
            </a:xfrm>
          </p:grpSpPr>
          <p:cxnSp>
            <p:nvCxnSpPr>
              <p:cNvPr id="4191" name="Google Shape;4191;p68"/>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192" name="Google Shape;4192;p68"/>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193" name="Google Shape;4193;p68"/>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194" name="Google Shape;4194;p68"/>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
        <p:nvSpPr>
          <p:cNvPr id="4195" name="Google Shape;4195;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7"/>
                                        </p:tgtEl>
                                        <p:attrNameLst>
                                          <p:attrName>style.visibility</p:attrName>
                                        </p:attrNameLst>
                                      </p:cBhvr>
                                      <p:to>
                                        <p:strVal val="visible"/>
                                      </p:to>
                                    </p:set>
                                    <p:animEffect filter="fade" transition="in">
                                      <p:cBhvr>
                                        <p:cTn dur="2000"/>
                                        <p:tgtEl>
                                          <p:spTgt spid="4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6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4202" name="Google Shape;4202;p69"/>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4203" name="Google Shape;4203;p69"/>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204" name="Google Shape;4204;p69"/>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205" name="Google Shape;4205;p69"/>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206" name="Google Shape;4206;p69"/>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207" name="Google Shape;4207;p69"/>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208" name="Google Shape;4208;p69"/>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209" name="Google Shape;4209;p69"/>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210" name="Google Shape;4210;p69"/>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211" name="Google Shape;4211;p69"/>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2" name="Google Shape;4212;p69"/>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3" name="Google Shape;4213;p69"/>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4" name="Google Shape;4214;p69"/>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5" name="Google Shape;4215;p69"/>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4216" name="Google Shape;4216;p69"/>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17" name="Google Shape;4217;p69"/>
          <p:cNvGrpSpPr/>
          <p:nvPr/>
        </p:nvGrpSpPr>
        <p:grpSpPr>
          <a:xfrm>
            <a:off x="6529443" y="4086225"/>
            <a:ext cx="1281112" cy="534988"/>
            <a:chOff x="12315" y="13225"/>
            <a:chExt cx="2775" cy="913"/>
          </a:xfrm>
        </p:grpSpPr>
        <p:cxnSp>
          <p:nvCxnSpPr>
            <p:cNvPr id="4218" name="Google Shape;4218;p69"/>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219" name="Google Shape;4219;p69"/>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220" name="Google Shape;4220;p69"/>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221" name="Google Shape;4221;p69"/>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4222" name="Google Shape;4222;p69"/>
          <p:cNvGrpSpPr/>
          <p:nvPr/>
        </p:nvGrpSpPr>
        <p:grpSpPr>
          <a:xfrm>
            <a:off x="2244612" y="2022637"/>
            <a:ext cx="1278602" cy="597475"/>
            <a:chOff x="749300" y="3009900"/>
            <a:chExt cx="1278602" cy="597475"/>
          </a:xfrm>
        </p:grpSpPr>
        <p:sp>
          <p:nvSpPr>
            <p:cNvPr id="4223" name="Google Shape;4223;p69"/>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b="0" baseline="-25000" i="0" sz="2800" u="none" cap="none" strike="noStrike">
                <a:solidFill>
                  <a:srgbClr val="000000"/>
                </a:solidFill>
                <a:latin typeface="Calibri"/>
                <a:ea typeface="Calibri"/>
                <a:cs typeface="Calibri"/>
                <a:sym typeface="Calibri"/>
              </a:endParaRPr>
            </a:p>
          </p:txBody>
        </p:sp>
        <p:sp>
          <p:nvSpPr>
            <p:cNvPr id="4224" name="Google Shape;4224;p69"/>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4225" name="Google Shape;4225;p69"/>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4226" name="Google Shape;4226;p69"/>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4227" name="Google Shape;4227;p69"/>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4228" name="Google Shape;4228;p69"/>
          <p:cNvGrpSpPr/>
          <p:nvPr/>
        </p:nvGrpSpPr>
        <p:grpSpPr>
          <a:xfrm>
            <a:off x="5721405" y="2234921"/>
            <a:ext cx="847725" cy="1860804"/>
            <a:chOff x="4183062" y="2436876"/>
            <a:chExt cx="847725" cy="1860804"/>
          </a:xfrm>
        </p:grpSpPr>
        <p:sp>
          <p:nvSpPr>
            <p:cNvPr id="4229" name="Google Shape;4229;p69"/>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230" name="Google Shape;4230;p69"/>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231" name="Google Shape;4231;p69"/>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4232" name="Google Shape;4232;p69"/>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233" name="Google Shape;4233;p69"/>
          <p:cNvGrpSpPr/>
          <p:nvPr/>
        </p:nvGrpSpPr>
        <p:grpSpPr>
          <a:xfrm>
            <a:off x="5737741" y="1941782"/>
            <a:ext cx="847725" cy="336550"/>
            <a:chOff x="4199398" y="2143737"/>
            <a:chExt cx="847725" cy="336550"/>
          </a:xfrm>
        </p:grpSpPr>
        <p:sp>
          <p:nvSpPr>
            <p:cNvPr id="4234" name="Google Shape;4234;p69"/>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4235" name="Google Shape;4235;p69"/>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236" name="Google Shape;4236;p69"/>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4237" name="Google Shape;4237;p69"/>
          <p:cNvGrpSpPr/>
          <p:nvPr/>
        </p:nvGrpSpPr>
        <p:grpSpPr>
          <a:xfrm>
            <a:off x="3156251" y="2947504"/>
            <a:ext cx="1781653" cy="1463020"/>
            <a:chOff x="1660939" y="3934767"/>
            <a:chExt cx="1781653" cy="1463020"/>
          </a:xfrm>
        </p:grpSpPr>
        <p:sp>
          <p:nvSpPr>
            <p:cNvPr id="4238" name="Google Shape;4238;p69"/>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4239" name="Google Shape;4239;p69"/>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4240" name="Google Shape;4240;p69"/>
            <p:cNvGrpSpPr/>
            <p:nvPr/>
          </p:nvGrpSpPr>
          <p:grpSpPr>
            <a:xfrm>
              <a:off x="1660939" y="3934767"/>
              <a:ext cx="1473628" cy="868065"/>
              <a:chOff x="1660939" y="3795067"/>
              <a:chExt cx="1473628" cy="868065"/>
            </a:xfrm>
          </p:grpSpPr>
          <p:sp>
            <p:nvSpPr>
              <p:cNvPr id="4241" name="Google Shape;4241;p69"/>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4242" name="Google Shape;4242;p69"/>
              <p:cNvGrpSpPr/>
              <p:nvPr/>
            </p:nvGrpSpPr>
            <p:grpSpPr>
              <a:xfrm>
                <a:off x="2095500" y="3795067"/>
                <a:ext cx="1039067" cy="868065"/>
                <a:chOff x="2032000" y="3795067"/>
                <a:chExt cx="1039067" cy="868065"/>
              </a:xfrm>
            </p:grpSpPr>
            <p:sp>
              <p:nvSpPr>
                <p:cNvPr id="4243" name="Google Shape;4243;p69"/>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4244" name="Google Shape;4244;p69"/>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4245" name="Google Shape;4245;p69"/>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4246" name="Google Shape;4246;p69"/>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7" name="Google Shape;4247;p69"/>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8" name="Google Shape;4248;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500"/>
                                        <p:tgtEl>
                                          <p:spTgt spid="4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6"/>
                                        </p:tgtEl>
                                        <p:attrNameLst>
                                          <p:attrName>style.visibility</p:attrName>
                                        </p:attrNameLst>
                                      </p:cBhvr>
                                      <p:to>
                                        <p:strVal val="visible"/>
                                      </p:to>
                                    </p:set>
                                    <p:animEffect filter="fade" transition="in">
                                      <p:cBhvr>
                                        <p:cTn dur="500"/>
                                        <p:tgtEl>
                                          <p:spTgt spid="4226"/>
                                        </p:tgtEl>
                                      </p:cBhvr>
                                    </p:animEffect>
                                  </p:childTnLst>
                                </p:cTn>
                              </p:par>
                              <p:par>
                                <p:cTn fill="hold" nodeType="withEffect" presetClass="entr" presetID="10" presetSubtype="0">
                                  <p:stCondLst>
                                    <p:cond delay="0"/>
                                  </p:stCondLst>
                                  <p:childTnLst>
                                    <p:set>
                                      <p:cBhvr>
                                        <p:cTn dur="1" fill="hold">
                                          <p:stCondLst>
                                            <p:cond delay="0"/>
                                          </p:stCondLst>
                                        </p:cTn>
                                        <p:tgtEl>
                                          <p:spTgt spid="4228"/>
                                        </p:tgtEl>
                                        <p:attrNameLst>
                                          <p:attrName>style.visibility</p:attrName>
                                        </p:attrNameLst>
                                      </p:cBhvr>
                                      <p:to>
                                        <p:strVal val="visible"/>
                                      </p:to>
                                    </p:set>
                                    <p:animEffect filter="fade" transition="in">
                                      <p:cBhvr>
                                        <p:cTn dur="500"/>
                                        <p:tgtEl>
                                          <p:spTgt spid="4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3"/>
                                        </p:tgtEl>
                                        <p:attrNameLst>
                                          <p:attrName>style.visibility</p:attrName>
                                        </p:attrNameLst>
                                      </p:cBhvr>
                                      <p:to>
                                        <p:strVal val="visible"/>
                                      </p:to>
                                    </p:set>
                                    <p:animEffect filter="fade" transition="in">
                                      <p:cBhvr>
                                        <p:cTn dur="500"/>
                                        <p:tgtEl>
                                          <p:spTgt spid="4233"/>
                                        </p:tgtEl>
                                      </p:cBhvr>
                                    </p:animEffect>
                                  </p:childTnLst>
                                </p:cTn>
                              </p:par>
                              <p:par>
                                <p:cTn fill="hold" nodeType="withEffect" presetClass="entr" presetID="10" presetSubtype="0">
                                  <p:stCondLst>
                                    <p:cond delay="0"/>
                                  </p:stCondLst>
                                  <p:childTnLst>
                                    <p:set>
                                      <p:cBhvr>
                                        <p:cTn dur="1" fill="hold">
                                          <p:stCondLst>
                                            <p:cond delay="0"/>
                                          </p:stCondLst>
                                        </p:cTn>
                                        <p:tgtEl>
                                          <p:spTgt spid="4236"/>
                                        </p:tgtEl>
                                        <p:attrNameLst>
                                          <p:attrName>style.visibility</p:attrName>
                                        </p:attrNameLst>
                                      </p:cBhvr>
                                      <p:to>
                                        <p:strVal val="visible"/>
                                      </p:to>
                                    </p:set>
                                    <p:animEffect filter="fade" transition="in">
                                      <p:cBhvr>
                                        <p:cTn dur="500"/>
                                        <p:tgtEl>
                                          <p:spTgt spid="4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5"/>
                                        </p:tgtEl>
                                        <p:attrNameLst>
                                          <p:attrName>style.visibility</p:attrName>
                                        </p:attrNameLst>
                                      </p:cBhvr>
                                      <p:to>
                                        <p:strVal val="visible"/>
                                      </p:to>
                                    </p:set>
                                    <p:animEffect filter="fade" transition="in">
                                      <p:cBhvr>
                                        <p:cTn dur="500"/>
                                        <p:tgtEl>
                                          <p:spTgt spid="4225"/>
                                        </p:tgtEl>
                                      </p:cBhvr>
                                    </p:animEffect>
                                  </p:childTnLst>
                                </p:cTn>
                              </p:par>
                              <p:par>
                                <p:cTn fill="hold" nodeType="withEffect" presetClass="entr" presetID="10" presetSubtype="0">
                                  <p:stCondLst>
                                    <p:cond delay="0"/>
                                  </p:stCondLst>
                                  <p:childTnLst>
                                    <p:set>
                                      <p:cBhvr>
                                        <p:cTn dur="1" fill="hold">
                                          <p:stCondLst>
                                            <p:cond delay="0"/>
                                          </p:stCondLst>
                                        </p:cTn>
                                        <p:tgtEl>
                                          <p:spTgt spid="4246"/>
                                        </p:tgtEl>
                                        <p:attrNameLst>
                                          <p:attrName>style.visibility</p:attrName>
                                        </p:attrNameLst>
                                      </p:cBhvr>
                                      <p:to>
                                        <p:strVal val="visible"/>
                                      </p:to>
                                    </p:set>
                                    <p:animEffect filter="fade" transition="in">
                                      <p:cBhvr>
                                        <p:cTn dur="500"/>
                                        <p:tgtEl>
                                          <p:spTgt spid="42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27"/>
                                        </p:tgtEl>
                                        <p:attrNameLst>
                                          <p:attrName>style.visibility</p:attrName>
                                        </p:attrNameLst>
                                      </p:cBhvr>
                                      <p:to>
                                        <p:strVal val="visible"/>
                                      </p:to>
                                    </p:set>
                                    <p:animEffect filter="fade" transition="in">
                                      <p:cBhvr>
                                        <p:cTn dur="500"/>
                                        <p:tgtEl>
                                          <p:spTgt spid="4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7"/>
                                        </p:tgtEl>
                                        <p:attrNameLst>
                                          <p:attrName>style.visibility</p:attrName>
                                        </p:attrNameLst>
                                      </p:cBhvr>
                                      <p:to>
                                        <p:strVal val="visible"/>
                                      </p:to>
                                    </p:set>
                                    <p:animEffect filter="fade" transition="in">
                                      <p:cBhvr>
                                        <p:cTn dur="500"/>
                                        <p:tgtEl>
                                          <p:spTgt spid="4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7"/>
                                        </p:tgtEl>
                                        <p:attrNameLst>
                                          <p:attrName>style.visibility</p:attrName>
                                        </p:attrNameLst>
                                      </p:cBhvr>
                                      <p:to>
                                        <p:strVal val="visible"/>
                                      </p:to>
                                    </p:set>
                                    <p:animEffect filter="fade" transition="in">
                                      <p:cBhvr>
                                        <p:cTn dur="500"/>
                                        <p:tgtEl>
                                          <p:spTgt spid="4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3" name="Shape 4253"/>
        <p:cNvGrpSpPr/>
        <p:nvPr/>
      </p:nvGrpSpPr>
      <p:grpSpPr>
        <a:xfrm>
          <a:off x="0" y="0"/>
          <a:ext cx="0" cy="0"/>
          <a:chOff x="0" y="0"/>
          <a:chExt cx="0" cy="0"/>
        </a:xfrm>
      </p:grpSpPr>
      <p:sp>
        <p:nvSpPr>
          <p:cNvPr id="4254" name="Google Shape;4254;p7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4255" name="Google Shape;4255;p70"/>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4256" name="Google Shape;4256;p70"/>
          <p:cNvGrpSpPr/>
          <p:nvPr/>
        </p:nvGrpSpPr>
        <p:grpSpPr>
          <a:xfrm>
            <a:off x="2916237" y="2993267"/>
            <a:ext cx="6359525" cy="2370138"/>
            <a:chOff x="1673403" y="3019025"/>
            <a:chExt cx="6359525" cy="2370138"/>
          </a:xfrm>
        </p:grpSpPr>
        <p:pic>
          <p:nvPicPr>
            <p:cNvPr descr="rdt_pipelined1" id="4257" name="Google Shape;4257;p70"/>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4258" name="Google Shape;4258;p70"/>
            <p:cNvGrpSpPr/>
            <p:nvPr/>
          </p:nvGrpSpPr>
          <p:grpSpPr>
            <a:xfrm>
              <a:off x="1673403" y="3696888"/>
              <a:ext cx="469900" cy="465137"/>
              <a:chOff x="881" y="2283"/>
              <a:chExt cx="296" cy="293"/>
            </a:xfrm>
          </p:grpSpPr>
          <p:sp>
            <p:nvSpPr>
              <p:cNvPr id="4259" name="Google Shape;4259;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0" name="Google Shape;4260;p70"/>
              <p:cNvGrpSpPr/>
              <p:nvPr/>
            </p:nvGrpSpPr>
            <p:grpSpPr>
              <a:xfrm flipH="1">
                <a:off x="881" y="2283"/>
                <a:ext cx="296" cy="293"/>
                <a:chOff x="2839" y="3501"/>
                <a:chExt cx="755" cy="803"/>
              </a:xfrm>
            </p:grpSpPr>
            <p:pic>
              <p:nvPicPr>
                <p:cNvPr descr="desktop_computer_stylized_medium" id="4261" name="Google Shape;4261;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2" name="Google Shape;4262;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263" name="Google Shape;4263;p70"/>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64" name="Google Shape;4264;p70"/>
            <p:cNvGrpSpPr/>
            <p:nvPr/>
          </p:nvGrpSpPr>
          <p:grpSpPr>
            <a:xfrm>
              <a:off x="4784903" y="3714350"/>
              <a:ext cx="469900" cy="465138"/>
              <a:chOff x="881" y="2283"/>
              <a:chExt cx="296" cy="293"/>
            </a:xfrm>
          </p:grpSpPr>
          <p:sp>
            <p:nvSpPr>
              <p:cNvPr id="4265" name="Google Shape;4265;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6" name="Google Shape;4266;p70"/>
              <p:cNvGrpSpPr/>
              <p:nvPr/>
            </p:nvGrpSpPr>
            <p:grpSpPr>
              <a:xfrm flipH="1">
                <a:off x="881" y="2283"/>
                <a:ext cx="296" cy="293"/>
                <a:chOff x="2839" y="3501"/>
                <a:chExt cx="755" cy="803"/>
              </a:xfrm>
            </p:grpSpPr>
            <p:pic>
              <p:nvPicPr>
                <p:cNvPr descr="desktop_computer_stylized_medium" id="4267" name="Google Shape;4267;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8" name="Google Shape;4268;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269" name="Google Shape;4269;p70"/>
            <p:cNvGrpSpPr/>
            <p:nvPr/>
          </p:nvGrpSpPr>
          <p:grpSpPr>
            <a:xfrm>
              <a:off x="4493546" y="3633388"/>
              <a:ext cx="223838" cy="501650"/>
              <a:chOff x="4140" y="429"/>
              <a:chExt cx="1425" cy="2396"/>
            </a:xfrm>
          </p:grpSpPr>
          <p:sp>
            <p:nvSpPr>
              <p:cNvPr id="4270" name="Google Shape;4270;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1" name="Google Shape;4271;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2" name="Google Shape;4272;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3" name="Google Shape;4273;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4" name="Google Shape;4274;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5" name="Google Shape;4275;p70"/>
              <p:cNvGrpSpPr/>
              <p:nvPr/>
            </p:nvGrpSpPr>
            <p:grpSpPr>
              <a:xfrm>
                <a:off x="4747" y="671"/>
                <a:ext cx="586" cy="144"/>
                <a:chOff x="611" y="2571"/>
                <a:chExt cx="731" cy="138"/>
              </a:xfrm>
            </p:grpSpPr>
            <p:sp>
              <p:nvSpPr>
                <p:cNvPr id="4276" name="Google Shape;4276;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7" name="Google Shape;4277;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78" name="Google Shape;4278;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9" name="Google Shape;4279;p70"/>
              <p:cNvGrpSpPr/>
              <p:nvPr/>
            </p:nvGrpSpPr>
            <p:grpSpPr>
              <a:xfrm>
                <a:off x="4746" y="998"/>
                <a:ext cx="586" cy="129"/>
                <a:chOff x="613" y="2572"/>
                <a:chExt cx="731" cy="134"/>
              </a:xfrm>
            </p:grpSpPr>
            <p:sp>
              <p:nvSpPr>
                <p:cNvPr id="4280" name="Google Shape;4280;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1" name="Google Shape;4281;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2" name="Google Shape;4282;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3" name="Google Shape;4283;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84" name="Google Shape;4284;p70"/>
              <p:cNvGrpSpPr/>
              <p:nvPr/>
            </p:nvGrpSpPr>
            <p:grpSpPr>
              <a:xfrm>
                <a:off x="4737" y="1627"/>
                <a:ext cx="576" cy="152"/>
                <a:chOff x="616" y="2568"/>
                <a:chExt cx="718" cy="140"/>
              </a:xfrm>
            </p:grpSpPr>
            <p:sp>
              <p:nvSpPr>
                <p:cNvPr id="4285" name="Google Shape;4285;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6" name="Google Shape;4286;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7" name="Google Shape;4287;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88" name="Google Shape;4288;p70"/>
              <p:cNvGrpSpPr/>
              <p:nvPr/>
            </p:nvGrpSpPr>
            <p:grpSpPr>
              <a:xfrm>
                <a:off x="4737" y="1324"/>
                <a:ext cx="586" cy="144"/>
                <a:chOff x="611" y="2565"/>
                <a:chExt cx="730" cy="144"/>
              </a:xfrm>
            </p:grpSpPr>
            <p:sp>
              <p:nvSpPr>
                <p:cNvPr id="4289" name="Google Shape;4289;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0" name="Google Shape;4290;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91" name="Google Shape;4291;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2" name="Google Shape;4292;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3" name="Google Shape;4293;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4" name="Google Shape;4294;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5" name="Google Shape;4295;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6" name="Google Shape;4296;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7" name="Google Shape;4297;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8" name="Google Shape;4298;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9" name="Google Shape;4299;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00" name="Google Shape;4300;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1" name="Google Shape;4301;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4302" name="Google Shape;4302;p70"/>
            <p:cNvGrpSpPr/>
            <p:nvPr/>
          </p:nvGrpSpPr>
          <p:grpSpPr>
            <a:xfrm>
              <a:off x="7659865" y="3576238"/>
              <a:ext cx="223838" cy="501650"/>
              <a:chOff x="4140" y="429"/>
              <a:chExt cx="1425" cy="2396"/>
            </a:xfrm>
          </p:grpSpPr>
          <p:sp>
            <p:nvSpPr>
              <p:cNvPr id="4303" name="Google Shape;4303;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4" name="Google Shape;4304;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5" name="Google Shape;4305;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6" name="Google Shape;4306;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7" name="Google Shape;4307;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08" name="Google Shape;4308;p70"/>
              <p:cNvGrpSpPr/>
              <p:nvPr/>
            </p:nvGrpSpPr>
            <p:grpSpPr>
              <a:xfrm>
                <a:off x="4747" y="671"/>
                <a:ext cx="586" cy="144"/>
                <a:chOff x="611" y="2571"/>
                <a:chExt cx="731" cy="138"/>
              </a:xfrm>
            </p:grpSpPr>
            <p:sp>
              <p:nvSpPr>
                <p:cNvPr id="4309" name="Google Shape;4309;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0" name="Google Shape;4310;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1" name="Google Shape;4311;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2" name="Google Shape;4312;p70"/>
              <p:cNvGrpSpPr/>
              <p:nvPr/>
            </p:nvGrpSpPr>
            <p:grpSpPr>
              <a:xfrm>
                <a:off x="4746" y="998"/>
                <a:ext cx="586" cy="129"/>
                <a:chOff x="613" y="2572"/>
                <a:chExt cx="731" cy="134"/>
              </a:xfrm>
            </p:grpSpPr>
            <p:sp>
              <p:nvSpPr>
                <p:cNvPr id="4313" name="Google Shape;4313;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4" name="Google Shape;4314;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5" name="Google Shape;4315;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6" name="Google Shape;4316;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7" name="Google Shape;4317;p70"/>
              <p:cNvGrpSpPr/>
              <p:nvPr/>
            </p:nvGrpSpPr>
            <p:grpSpPr>
              <a:xfrm>
                <a:off x="4737" y="1627"/>
                <a:ext cx="576" cy="152"/>
                <a:chOff x="616" y="2568"/>
                <a:chExt cx="718" cy="140"/>
              </a:xfrm>
            </p:grpSpPr>
            <p:sp>
              <p:nvSpPr>
                <p:cNvPr id="4318" name="Google Shape;4318;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9" name="Google Shape;4319;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0" name="Google Shape;4320;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0"/>
              <p:cNvGrpSpPr/>
              <p:nvPr/>
            </p:nvGrpSpPr>
            <p:grpSpPr>
              <a:xfrm>
                <a:off x="4737" y="1324"/>
                <a:ext cx="586" cy="144"/>
                <a:chOff x="611" y="2565"/>
                <a:chExt cx="730" cy="144"/>
              </a:xfrm>
            </p:grpSpPr>
            <p:sp>
              <p:nvSpPr>
                <p:cNvPr id="4322" name="Google Shape;4322;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3" name="Google Shape;4323;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4" name="Google Shape;4324;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5" name="Google Shape;4325;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6" name="Google Shape;4326;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7" name="Google Shape;4327;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8" name="Google Shape;4328;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9" name="Google Shape;4329;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0" name="Google Shape;4330;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1" name="Google Shape;4331;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2" name="Google Shape;4332;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33" name="Google Shape;4333;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4" name="Google Shape;4334;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4335" name="Google Shape;4335;p70"/>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36" name="Google Shape;4336;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35"/>
                                        </p:tgtEl>
                                      </p:cBhvr>
                                    </p:animEffect>
                                    <p:set>
                                      <p:cBhvr>
                                        <p:cTn dur="1" fill="hold">
                                          <p:stCondLst>
                                            <p:cond delay="500"/>
                                          </p:stCondLst>
                                        </p:cTn>
                                        <p:tgtEl>
                                          <p:spTgt spid="43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1" name="Shape 4341"/>
        <p:cNvGrpSpPr/>
        <p:nvPr/>
      </p:nvGrpSpPr>
      <p:grpSpPr>
        <a:xfrm>
          <a:off x="0" y="0"/>
          <a:ext cx="0" cy="0"/>
          <a:chOff x="0" y="0"/>
          <a:chExt cx="0" cy="0"/>
        </a:xfrm>
      </p:grpSpPr>
      <p:sp>
        <p:nvSpPr>
          <p:cNvPr id="4342" name="Google Shape;4342;p7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4343" name="Google Shape;4343;p71"/>
          <p:cNvGrpSpPr/>
          <p:nvPr/>
        </p:nvGrpSpPr>
        <p:grpSpPr>
          <a:xfrm>
            <a:off x="1436915" y="1417186"/>
            <a:ext cx="9144000" cy="3759200"/>
            <a:chOff x="1436915" y="1417186"/>
            <a:chExt cx="9144000" cy="3759200"/>
          </a:xfrm>
        </p:grpSpPr>
        <p:grpSp>
          <p:nvGrpSpPr>
            <p:cNvPr id="4344" name="Google Shape;4344;p71"/>
            <p:cNvGrpSpPr/>
            <p:nvPr/>
          </p:nvGrpSpPr>
          <p:grpSpPr>
            <a:xfrm>
              <a:off x="1436915" y="1744211"/>
              <a:ext cx="5265738" cy="3432175"/>
              <a:chOff x="1436915" y="1744211"/>
              <a:chExt cx="5265738" cy="3432175"/>
            </a:xfrm>
          </p:grpSpPr>
          <p:sp>
            <p:nvSpPr>
              <p:cNvPr id="4345" name="Google Shape;4345;p71"/>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4346" name="Google Shape;4346;p71"/>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4347" name="Google Shape;4347;p71"/>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4348" name="Google Shape;4348;p71"/>
              <p:cNvGrpSpPr/>
              <p:nvPr/>
            </p:nvGrpSpPr>
            <p:grpSpPr>
              <a:xfrm>
                <a:off x="4480153" y="4081011"/>
                <a:ext cx="1466850" cy="608013"/>
                <a:chOff x="12502" y="21425"/>
                <a:chExt cx="3400" cy="1025"/>
              </a:xfrm>
            </p:grpSpPr>
            <p:cxnSp>
              <p:nvCxnSpPr>
                <p:cNvPr id="4349" name="Google Shape;4349;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0" name="Google Shape;4350;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1" name="Google Shape;4351;p71"/>
                <p:cNvGrpSpPr/>
                <p:nvPr/>
              </p:nvGrpSpPr>
              <p:grpSpPr>
                <a:xfrm>
                  <a:off x="12815" y="21425"/>
                  <a:ext cx="2776" cy="913"/>
                  <a:chOff x="12315" y="13225"/>
                  <a:chExt cx="2775" cy="913"/>
                </a:xfrm>
              </p:grpSpPr>
              <p:cxnSp>
                <p:nvCxnSpPr>
                  <p:cNvPr id="4352" name="Google Shape;4352;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53" name="Google Shape;4353;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54" name="Google Shape;4354;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56" name="Google Shape;4356;p71"/>
              <p:cNvGrpSpPr/>
              <p:nvPr/>
            </p:nvGrpSpPr>
            <p:grpSpPr>
              <a:xfrm>
                <a:off x="4469040" y="4319136"/>
                <a:ext cx="1466850" cy="606425"/>
                <a:chOff x="12502" y="21425"/>
                <a:chExt cx="3400" cy="1025"/>
              </a:xfrm>
            </p:grpSpPr>
            <p:cxnSp>
              <p:nvCxnSpPr>
                <p:cNvPr id="4357" name="Google Shape;4357;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8" name="Google Shape;4358;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9" name="Google Shape;4359;p71"/>
                <p:cNvGrpSpPr/>
                <p:nvPr/>
              </p:nvGrpSpPr>
              <p:grpSpPr>
                <a:xfrm>
                  <a:off x="12815" y="21425"/>
                  <a:ext cx="2776" cy="913"/>
                  <a:chOff x="12315" y="13225"/>
                  <a:chExt cx="2775" cy="913"/>
                </a:xfrm>
              </p:grpSpPr>
              <p:cxnSp>
                <p:nvCxnSpPr>
                  <p:cNvPr id="4360" name="Google Shape;4360;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1" name="Google Shape;4361;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62" name="Google Shape;4362;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63" name="Google Shape;4363;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64" name="Google Shape;4364;p71"/>
              <p:cNvGrpSpPr/>
              <p:nvPr/>
            </p:nvGrpSpPr>
            <p:grpSpPr>
              <a:xfrm>
                <a:off x="4480153" y="4569961"/>
                <a:ext cx="1466850" cy="606425"/>
                <a:chOff x="12502" y="21425"/>
                <a:chExt cx="3400" cy="1025"/>
              </a:xfrm>
            </p:grpSpPr>
            <p:cxnSp>
              <p:nvCxnSpPr>
                <p:cNvPr id="4365" name="Google Shape;4365;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66" name="Google Shape;4366;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67" name="Google Shape;4367;p71"/>
                <p:cNvGrpSpPr/>
                <p:nvPr/>
              </p:nvGrpSpPr>
              <p:grpSpPr>
                <a:xfrm>
                  <a:off x="12815" y="21425"/>
                  <a:ext cx="2776" cy="913"/>
                  <a:chOff x="12315" y="13225"/>
                  <a:chExt cx="2775" cy="913"/>
                </a:xfrm>
              </p:grpSpPr>
              <p:cxnSp>
                <p:nvCxnSpPr>
                  <p:cNvPr id="4368" name="Google Shape;4368;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9" name="Google Shape;4369;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70" name="Google Shape;4370;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4372" name="Google Shape;4372;p71"/>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4373" name="Google Shape;4373;p71"/>
            <p:cNvGrpSpPr/>
            <p:nvPr/>
          </p:nvGrpSpPr>
          <p:grpSpPr>
            <a:xfrm>
              <a:off x="1782990" y="1417186"/>
              <a:ext cx="8797925" cy="2974975"/>
              <a:chOff x="1782990" y="1417186"/>
              <a:chExt cx="8797925" cy="2974975"/>
            </a:xfrm>
          </p:grpSpPr>
          <p:cxnSp>
            <p:nvCxnSpPr>
              <p:cNvPr id="4374" name="Google Shape;4374;p71"/>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4375" name="Google Shape;4375;p71"/>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376" name="Google Shape;4376;p71"/>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377" name="Google Shape;4377;p71"/>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4378" name="Google Shape;4378;p71"/>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4379" name="Google Shape;4379;p71"/>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80" name="Google Shape;4380;p71"/>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4381" name="Google Shape;4381;p71"/>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4382" name="Google Shape;4382;p71"/>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4383" name="Google Shape;4383;p71"/>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4384" name="Google Shape;4384;p71"/>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4385" name="Google Shape;4385;p71"/>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4386" name="Google Shape;4386;p71"/>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4387" name="Google Shape;4387;p71"/>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388" name="Google Shape;4388;p71"/>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4389" name="Google Shape;4389;p71"/>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390" name="Google Shape;4390;p71"/>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4391" name="Google Shape;4391;p71"/>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92" name="Google Shape;4392;p71"/>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93" name="Google Shape;4393;p71"/>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4394" name="Google Shape;4394;p71"/>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4395" name="Google Shape;4395;p71"/>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4396" name="Google Shape;4396;p71"/>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4397" name="Google Shape;4397;p71"/>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4398" name="Google Shape;4398;p71"/>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4399" name="Google Shape;4399;p71"/>
          <p:cNvGrpSpPr/>
          <p:nvPr/>
        </p:nvGrpSpPr>
        <p:grpSpPr>
          <a:xfrm>
            <a:off x="6955065" y="4341361"/>
            <a:ext cx="3460750" cy="1145039"/>
            <a:chOff x="6955065" y="4341361"/>
            <a:chExt cx="3460750" cy="1145039"/>
          </a:xfrm>
        </p:grpSpPr>
        <p:sp>
          <p:nvSpPr>
            <p:cNvPr id="4400" name="Google Shape;4400;p71"/>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4401" name="Google Shape;4401;p71"/>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pic>
        <p:nvPicPr>
          <p:cNvPr id="4402" name="Google Shape;4402;p71"/>
          <p:cNvPicPr preferRelativeResize="0"/>
          <p:nvPr/>
        </p:nvPicPr>
        <p:blipFill rotWithShape="1">
          <a:blip r:embed="rId3">
            <a:alphaModFix/>
          </a:blip>
          <a:srcRect b="0" l="0" r="0" t="0"/>
          <a:stretch/>
        </p:blipFill>
        <p:spPr>
          <a:xfrm>
            <a:off x="2992665" y="5276399"/>
            <a:ext cx="6748463" cy="933450"/>
          </a:xfrm>
          <a:prstGeom prst="rect">
            <a:avLst/>
          </a:prstGeom>
          <a:noFill/>
          <a:ln>
            <a:noFill/>
          </a:ln>
        </p:spPr>
      </p:pic>
      <p:sp>
        <p:nvSpPr>
          <p:cNvPr id="4403" name="Google Shape;4403;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3"/>
                                        </p:tgtEl>
                                        <p:attrNameLst>
                                          <p:attrName>style.visibility</p:attrName>
                                        </p:attrNameLst>
                                      </p:cBhvr>
                                      <p:to>
                                        <p:strVal val="visible"/>
                                      </p:to>
                                    </p:set>
                                    <p:animEffect filter="fade" transition="in">
                                      <p:cBhvr>
                                        <p:cTn dur="2000"/>
                                        <p:tgtEl>
                                          <p:spTgt spid="4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9"/>
                                        </p:tgtEl>
                                        <p:attrNameLst>
                                          <p:attrName>style.visibility</p:attrName>
                                        </p:attrNameLst>
                                      </p:cBhvr>
                                      <p:to>
                                        <p:strVal val="visible"/>
                                      </p:to>
                                    </p:set>
                                    <p:animEffect filter="fade" transition="in">
                                      <p:cBhvr>
                                        <p:cTn dur="500"/>
                                        <p:tgtEl>
                                          <p:spTgt spid="4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8" name="Shape 4408"/>
        <p:cNvGrpSpPr/>
        <p:nvPr/>
      </p:nvGrpSpPr>
      <p:grpSpPr>
        <a:xfrm>
          <a:off x="0" y="0"/>
          <a:ext cx="0" cy="0"/>
          <a:chOff x="0" y="0"/>
          <a:chExt cx="0" cy="0"/>
        </a:xfrm>
      </p:grpSpPr>
      <p:sp>
        <p:nvSpPr>
          <p:cNvPr id="4409" name="Google Shape;4409;p72"/>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10" name="Google Shape;4410;p7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4411" name="Google Shape;4411;p72"/>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4412" name="Google Shape;4412;p72"/>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4413" name="Google Shape;4413;p72"/>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4414" name="Google Shape;4414;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2"/>
                                        </p:tgtEl>
                                        <p:attrNameLst>
                                          <p:attrName>style.visibility</p:attrName>
                                        </p:attrNameLst>
                                      </p:cBhvr>
                                      <p:to>
                                        <p:strVal val="visible"/>
                                      </p:to>
                                    </p:set>
                                    <p:animEffect filter="fade" transition="in">
                                      <p:cBhvr>
                                        <p:cTn dur="500"/>
                                        <p:tgtEl>
                                          <p:spTgt spid="4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9"/>
                                        </p:tgtEl>
                                        <p:attrNameLst>
                                          <p:attrName>style.visibility</p:attrName>
                                        </p:attrNameLst>
                                      </p:cBhvr>
                                      <p:to>
                                        <p:strVal val="visible"/>
                                      </p:to>
                                    </p:set>
                                    <p:animEffect filter="fade" transition="in">
                                      <p:cBhvr>
                                        <p:cTn dur="500"/>
                                        <p:tgtEl>
                                          <p:spTgt spid="4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3"/>
                                        </p:tgtEl>
                                        <p:attrNameLst>
                                          <p:attrName>style.visibility</p:attrName>
                                        </p:attrNameLst>
                                      </p:cBhvr>
                                      <p:to>
                                        <p:strVal val="visible"/>
                                      </p:to>
                                    </p:set>
                                    <p:animEffect filter="fade" transition="in">
                                      <p:cBhvr>
                                        <p:cTn dur="500"/>
                                        <p:tgtEl>
                                          <p:spTgt spid="4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9" name="Shape 4419"/>
        <p:cNvGrpSpPr/>
        <p:nvPr/>
      </p:nvGrpSpPr>
      <p:grpSpPr>
        <a:xfrm>
          <a:off x="0" y="0"/>
          <a:ext cx="0" cy="0"/>
          <a:chOff x="0" y="0"/>
          <a:chExt cx="0" cy="0"/>
        </a:xfrm>
      </p:grpSpPr>
      <p:sp>
        <p:nvSpPr>
          <p:cNvPr id="4420" name="Google Shape;4420;p7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4421" name="Google Shape;4421;p73"/>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4422" name="Google Shape;4422;p73"/>
          <p:cNvGrpSpPr/>
          <p:nvPr/>
        </p:nvGrpSpPr>
        <p:grpSpPr>
          <a:xfrm>
            <a:off x="965200" y="4368800"/>
            <a:ext cx="10131689" cy="2135212"/>
            <a:chOff x="965200" y="4368800"/>
            <a:chExt cx="10131689" cy="2135212"/>
          </a:xfrm>
        </p:grpSpPr>
        <p:sp>
          <p:nvSpPr>
            <p:cNvPr id="4423" name="Google Shape;4423;p73"/>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3"/>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3"/>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6" name="Google Shape;4426;p73"/>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7" name="Google Shape;4427;p73"/>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8" name="Google Shape;4428;p73"/>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9" name="Google Shape;4429;p73"/>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0" name="Google Shape;4430;p73"/>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1" name="Google Shape;4431;p73"/>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2" name="Google Shape;4432;p73"/>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3" name="Google Shape;4433;p73"/>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4" name="Google Shape;4434;p73"/>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4435" name="Google Shape;4435;p73"/>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4436" name="Google Shape;4436;p73"/>
            <p:cNvGrpSpPr/>
            <p:nvPr/>
          </p:nvGrpSpPr>
          <p:grpSpPr>
            <a:xfrm>
              <a:off x="7035081" y="4522877"/>
              <a:ext cx="4061808" cy="1981135"/>
              <a:chOff x="7797081" y="4179977"/>
              <a:chExt cx="4061808" cy="1981135"/>
            </a:xfrm>
          </p:grpSpPr>
          <p:sp>
            <p:nvSpPr>
              <p:cNvPr id="4437" name="Google Shape;4437;p73"/>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8" name="Google Shape;4438;p73"/>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9" name="Google Shape;4439;p73"/>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4440" name="Google Shape;4440;p73"/>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4441" name="Google Shape;4441;p73"/>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4442" name="Google Shape;4442;p73"/>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4443" name="Google Shape;4443;p73"/>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4" name="Google Shape;4444;p73"/>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5" name="Google Shape;4445;p73"/>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6" name="Google Shape;4446;p73"/>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7" name="Google Shape;4447;p73"/>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448" name="Google Shape;4448;p73"/>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4449" name="Google Shape;4449;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2"/>
                                        </p:tgtEl>
                                        <p:attrNameLst>
                                          <p:attrName>style.visibility</p:attrName>
                                        </p:attrNameLst>
                                      </p:cBhvr>
                                      <p:to>
                                        <p:strVal val="visible"/>
                                      </p:to>
                                    </p:set>
                                    <p:animEffect filter="fade" transition="in">
                                      <p:cBhvr>
                                        <p:cTn dur="500"/>
                                        <p:tgtEl>
                                          <p:spTgt spid="4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4" name="Shape 4454"/>
        <p:cNvGrpSpPr/>
        <p:nvPr/>
      </p:nvGrpSpPr>
      <p:grpSpPr>
        <a:xfrm>
          <a:off x="0" y="0"/>
          <a:ext cx="0" cy="0"/>
          <a:chOff x="0" y="0"/>
          <a:chExt cx="0" cy="0"/>
        </a:xfrm>
      </p:grpSpPr>
      <p:sp>
        <p:nvSpPr>
          <p:cNvPr id="4455" name="Google Shape;4455;p7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4456" name="Google Shape;4456;p74"/>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457" name="Google Shape;4457;p74"/>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458" name="Google Shape;4458;p74"/>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459" name="Google Shape;4459;p74"/>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460" name="Google Shape;4460;p74"/>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61" name="Google Shape;4461;p74"/>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4462" name="Google Shape;4462;p74"/>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463" name="Google Shape;4463;p74"/>
          <p:cNvGrpSpPr/>
          <p:nvPr/>
        </p:nvGrpSpPr>
        <p:grpSpPr>
          <a:xfrm>
            <a:off x="6059487" y="1725612"/>
            <a:ext cx="2122488" cy="1292225"/>
            <a:chOff x="6059487" y="1725612"/>
            <a:chExt cx="2122488" cy="1292225"/>
          </a:xfrm>
        </p:grpSpPr>
        <p:cxnSp>
          <p:nvCxnSpPr>
            <p:cNvPr id="4464" name="Google Shape;4464;p74"/>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65" name="Google Shape;4465;p74"/>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466" name="Google Shape;4466;p74"/>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467" name="Google Shape;4467;p74"/>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468" name="Google Shape;4468;p74"/>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469" name="Google Shape;4469;p74"/>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470" name="Google Shape;4470;p74"/>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471" name="Google Shape;4471;p74"/>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472" name="Google Shape;4472;p74"/>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73" name="Google Shape;4473;p74"/>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474" name="Google Shape;4474;p74"/>
          <p:cNvGrpSpPr/>
          <p:nvPr/>
        </p:nvGrpSpPr>
        <p:grpSpPr>
          <a:xfrm>
            <a:off x="4081462" y="2254250"/>
            <a:ext cx="1978025" cy="2543175"/>
            <a:chOff x="4081462" y="2254250"/>
            <a:chExt cx="1978025" cy="2543175"/>
          </a:xfrm>
        </p:grpSpPr>
        <p:pic>
          <p:nvPicPr>
            <p:cNvPr descr="alarm_clock_ringing" id="4475" name="Google Shape;4475;p74"/>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476" name="Google Shape;4476;p74"/>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477" name="Google Shape;4477;p74"/>
            <p:cNvGrpSpPr/>
            <p:nvPr/>
          </p:nvGrpSpPr>
          <p:grpSpPr>
            <a:xfrm>
              <a:off x="5956300" y="2254250"/>
              <a:ext cx="103187" cy="2462212"/>
              <a:chOff x="3651" y="1878"/>
              <a:chExt cx="78" cy="963"/>
            </a:xfrm>
          </p:grpSpPr>
          <p:cxnSp>
            <p:nvCxnSpPr>
              <p:cNvPr id="4478" name="Google Shape;4478;p74"/>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479" name="Google Shape;4479;p74"/>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480" name="Google Shape;4480;p74"/>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4481" name="Google Shape;4481;p74"/>
          <p:cNvGrpSpPr/>
          <p:nvPr/>
        </p:nvGrpSpPr>
        <p:grpSpPr>
          <a:xfrm>
            <a:off x="6061075" y="4884737"/>
            <a:ext cx="2114550" cy="1179513"/>
            <a:chOff x="6061075" y="4884737"/>
            <a:chExt cx="2114550" cy="1179513"/>
          </a:xfrm>
        </p:grpSpPr>
        <p:cxnSp>
          <p:nvCxnSpPr>
            <p:cNvPr id="4482" name="Google Shape;4482;p74"/>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4483" name="Google Shape;4483;p74"/>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84" name="Google Shape;4484;p74"/>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4485" name="Google Shape;4485;p74"/>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4486" name="Google Shape;4486;p74"/>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7" name="Google Shape;4487;p74"/>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8" name="Google Shape;4488;p74"/>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4489" name="Google Shape;4489;p74"/>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4490" name="Google Shape;4490;p74"/>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491" name="Google Shape;4491;p74"/>
          <p:cNvGrpSpPr/>
          <p:nvPr/>
        </p:nvGrpSpPr>
        <p:grpSpPr>
          <a:xfrm>
            <a:off x="2317750" y="1570037"/>
            <a:ext cx="1520825" cy="1150938"/>
            <a:chOff x="2317750" y="1570037"/>
            <a:chExt cx="1520825" cy="1150938"/>
          </a:xfrm>
        </p:grpSpPr>
        <p:grpSp>
          <p:nvGrpSpPr>
            <p:cNvPr id="4492" name="Google Shape;4492;p74"/>
            <p:cNvGrpSpPr/>
            <p:nvPr/>
          </p:nvGrpSpPr>
          <p:grpSpPr>
            <a:xfrm>
              <a:off x="2320925" y="1570037"/>
              <a:ext cx="1512887" cy="304800"/>
              <a:chOff x="115" y="914"/>
              <a:chExt cx="953" cy="192"/>
            </a:xfrm>
          </p:grpSpPr>
          <p:sp>
            <p:nvSpPr>
              <p:cNvPr id="4493" name="Google Shape;4493;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4" name="Google Shape;4494;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5" name="Google Shape;4495;p74"/>
            <p:cNvGrpSpPr/>
            <p:nvPr/>
          </p:nvGrpSpPr>
          <p:grpSpPr>
            <a:xfrm>
              <a:off x="2317750" y="1855787"/>
              <a:ext cx="1512887" cy="304800"/>
              <a:chOff x="115" y="914"/>
              <a:chExt cx="953" cy="192"/>
            </a:xfrm>
          </p:grpSpPr>
          <p:sp>
            <p:nvSpPr>
              <p:cNvPr id="4496" name="Google Shape;4496;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7" name="Google Shape;4497;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8" name="Google Shape;4498;p74"/>
            <p:cNvGrpSpPr/>
            <p:nvPr/>
          </p:nvGrpSpPr>
          <p:grpSpPr>
            <a:xfrm>
              <a:off x="2325687" y="2141537"/>
              <a:ext cx="1512888" cy="304800"/>
              <a:chOff x="115" y="914"/>
              <a:chExt cx="953" cy="192"/>
            </a:xfrm>
          </p:grpSpPr>
          <p:sp>
            <p:nvSpPr>
              <p:cNvPr id="4499" name="Google Shape;4499;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0" name="Google Shape;4500;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501" name="Google Shape;4501;p74"/>
            <p:cNvGrpSpPr/>
            <p:nvPr/>
          </p:nvGrpSpPr>
          <p:grpSpPr>
            <a:xfrm>
              <a:off x="2322512" y="2416175"/>
              <a:ext cx="1512888" cy="304800"/>
              <a:chOff x="115" y="914"/>
              <a:chExt cx="953" cy="192"/>
            </a:xfrm>
          </p:grpSpPr>
          <p:sp>
            <p:nvSpPr>
              <p:cNvPr id="4502" name="Google Shape;4502;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3" name="Google Shape;4503;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504" name="Google Shape;4504;p74"/>
          <p:cNvGrpSpPr/>
          <p:nvPr/>
        </p:nvGrpSpPr>
        <p:grpSpPr>
          <a:xfrm>
            <a:off x="2319337" y="3135312"/>
            <a:ext cx="3749675" cy="369332"/>
            <a:chOff x="2319337" y="3135312"/>
            <a:chExt cx="3749675" cy="369332"/>
          </a:xfrm>
        </p:grpSpPr>
        <p:sp>
          <p:nvSpPr>
            <p:cNvPr id="4505" name="Google Shape;4505;p74"/>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06" name="Google Shape;4506;p74"/>
            <p:cNvGrpSpPr/>
            <p:nvPr/>
          </p:nvGrpSpPr>
          <p:grpSpPr>
            <a:xfrm>
              <a:off x="2319337" y="3135312"/>
              <a:ext cx="3749675" cy="369332"/>
              <a:chOff x="2319337" y="3135312"/>
              <a:chExt cx="3749675" cy="369332"/>
            </a:xfrm>
          </p:grpSpPr>
          <p:sp>
            <p:nvSpPr>
              <p:cNvPr id="4507" name="Google Shape;4507;p74"/>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508" name="Google Shape;4508;p74"/>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509" name="Google Shape;4509;p74"/>
          <p:cNvGrpSpPr/>
          <p:nvPr/>
        </p:nvGrpSpPr>
        <p:grpSpPr>
          <a:xfrm>
            <a:off x="2305050" y="4754562"/>
            <a:ext cx="1520825" cy="1050925"/>
            <a:chOff x="2305050" y="4754562"/>
            <a:chExt cx="1520825" cy="1050925"/>
          </a:xfrm>
        </p:grpSpPr>
        <p:grpSp>
          <p:nvGrpSpPr>
            <p:cNvPr id="4510" name="Google Shape;4510;p74"/>
            <p:cNvGrpSpPr/>
            <p:nvPr/>
          </p:nvGrpSpPr>
          <p:grpSpPr>
            <a:xfrm>
              <a:off x="2305050" y="4754562"/>
              <a:ext cx="1512887" cy="304800"/>
              <a:chOff x="112" y="2105"/>
              <a:chExt cx="953" cy="192"/>
            </a:xfrm>
          </p:grpSpPr>
          <p:sp>
            <p:nvSpPr>
              <p:cNvPr id="4511" name="Google Shape;4511;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2" name="Google Shape;4512;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3" name="Google Shape;4513;p74"/>
            <p:cNvGrpSpPr/>
            <p:nvPr/>
          </p:nvGrpSpPr>
          <p:grpSpPr>
            <a:xfrm>
              <a:off x="2312987" y="4995862"/>
              <a:ext cx="1512888" cy="304800"/>
              <a:chOff x="112" y="2105"/>
              <a:chExt cx="953" cy="192"/>
            </a:xfrm>
          </p:grpSpPr>
          <p:sp>
            <p:nvSpPr>
              <p:cNvPr id="4514" name="Google Shape;4514;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5" name="Google Shape;4515;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6" name="Google Shape;4516;p74"/>
            <p:cNvGrpSpPr/>
            <p:nvPr/>
          </p:nvGrpSpPr>
          <p:grpSpPr>
            <a:xfrm>
              <a:off x="2309812" y="5259387"/>
              <a:ext cx="1512888" cy="304800"/>
              <a:chOff x="112" y="2105"/>
              <a:chExt cx="953" cy="192"/>
            </a:xfrm>
          </p:grpSpPr>
          <p:sp>
            <p:nvSpPr>
              <p:cNvPr id="4517" name="Google Shape;4517;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8" name="Google Shape;4518;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9" name="Google Shape;4519;p74"/>
            <p:cNvGrpSpPr/>
            <p:nvPr/>
          </p:nvGrpSpPr>
          <p:grpSpPr>
            <a:xfrm>
              <a:off x="2306637" y="5500687"/>
              <a:ext cx="1512888" cy="304800"/>
              <a:chOff x="112" y="2105"/>
              <a:chExt cx="953" cy="192"/>
            </a:xfrm>
          </p:grpSpPr>
          <p:sp>
            <p:nvSpPr>
              <p:cNvPr id="4520" name="Google Shape;4520;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21" name="Google Shape;4521;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522" name="Google Shape;4522;p74"/>
          <p:cNvGrpSpPr/>
          <p:nvPr/>
        </p:nvGrpSpPr>
        <p:grpSpPr>
          <a:xfrm>
            <a:off x="7129462" y="3876675"/>
            <a:ext cx="1039813" cy="873125"/>
            <a:chOff x="7129462" y="3876675"/>
            <a:chExt cx="1039813" cy="873125"/>
          </a:xfrm>
        </p:grpSpPr>
        <p:cxnSp>
          <p:nvCxnSpPr>
            <p:cNvPr id="4523" name="Google Shape;4523;p74"/>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524" name="Google Shape;4524;p74"/>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25" name="Google Shape;4525;p74"/>
          <p:cNvGrpSpPr/>
          <p:nvPr/>
        </p:nvGrpSpPr>
        <p:grpSpPr>
          <a:xfrm>
            <a:off x="7108825" y="5376862"/>
            <a:ext cx="1081087" cy="1303338"/>
            <a:chOff x="7083425" y="5376862"/>
            <a:chExt cx="1081087" cy="1303338"/>
          </a:xfrm>
        </p:grpSpPr>
        <p:cxnSp>
          <p:nvCxnSpPr>
            <p:cNvPr id="4526" name="Google Shape;4526;p74"/>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7" name="Google Shape;4527;p74"/>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8" name="Google Shape;4528;p74"/>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4529" name="Google Shape;4529;p74"/>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30" name="Google Shape;4530;p74"/>
          <p:cNvGrpSpPr/>
          <p:nvPr/>
        </p:nvGrpSpPr>
        <p:grpSpPr>
          <a:xfrm>
            <a:off x="2316162" y="3452813"/>
            <a:ext cx="3752850" cy="369332"/>
            <a:chOff x="2316162" y="3452813"/>
            <a:chExt cx="3752850" cy="369332"/>
          </a:xfrm>
        </p:grpSpPr>
        <p:grpSp>
          <p:nvGrpSpPr>
            <p:cNvPr id="4531" name="Google Shape;4531;p74"/>
            <p:cNvGrpSpPr/>
            <p:nvPr/>
          </p:nvGrpSpPr>
          <p:grpSpPr>
            <a:xfrm>
              <a:off x="2316162" y="3460750"/>
              <a:ext cx="1512888" cy="304800"/>
              <a:chOff x="112" y="2105"/>
              <a:chExt cx="953" cy="192"/>
            </a:xfrm>
          </p:grpSpPr>
          <p:sp>
            <p:nvSpPr>
              <p:cNvPr id="4532" name="Google Shape;4532;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33" name="Google Shape;4533;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534" name="Google Shape;4534;p74"/>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535" name="Google Shape;4535;p74"/>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36" name="Google Shape;4536;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1"/>
                                        </p:tgtEl>
                                        <p:attrNameLst>
                                          <p:attrName>style.visibility</p:attrName>
                                        </p:attrNameLst>
                                      </p:cBhvr>
                                      <p:to>
                                        <p:strVal val="visible"/>
                                      </p:to>
                                    </p:set>
                                    <p:animEffect filter="fade" transition="in">
                                      <p:cBhvr>
                                        <p:cTn dur="500"/>
                                        <p:tgtEl>
                                          <p:spTgt spid="44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56"/>
                                        </p:tgtEl>
                                        <p:attrNameLst>
                                          <p:attrName>style.visibility</p:attrName>
                                        </p:attrNameLst>
                                      </p:cBhvr>
                                      <p:to>
                                        <p:strVal val="visible"/>
                                      </p:to>
                                    </p:set>
                                    <p:animEffect filter="fade" transition="in">
                                      <p:cBhvr>
                                        <p:cTn dur="500"/>
                                        <p:tgtEl>
                                          <p:spTgt spid="44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63"/>
                                        </p:tgtEl>
                                        <p:attrNameLst>
                                          <p:attrName>style.visibility</p:attrName>
                                        </p:attrNameLst>
                                      </p:cBhvr>
                                      <p:to>
                                        <p:strVal val="visible"/>
                                      </p:to>
                                    </p:set>
                                    <p:animEffect filter="fade" transition="in">
                                      <p:cBhvr>
                                        <p:cTn dur="500"/>
                                        <p:tgtEl>
                                          <p:spTgt spid="44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60"/>
                                        </p:tgtEl>
                                        <p:attrNameLst>
                                          <p:attrName>style.visibility</p:attrName>
                                        </p:attrNameLst>
                                      </p:cBhvr>
                                      <p:to>
                                        <p:strVal val="visible"/>
                                      </p:to>
                                    </p:set>
                                    <p:animEffect filter="fade" transition="in">
                                      <p:cBhvr>
                                        <p:cTn dur="500"/>
                                        <p:tgtEl>
                                          <p:spTgt spid="4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2"/>
                                        </p:tgtEl>
                                        <p:attrNameLst>
                                          <p:attrName>style.visibility</p:attrName>
                                        </p:attrNameLst>
                                      </p:cBhvr>
                                      <p:to>
                                        <p:strVal val="visible"/>
                                      </p:to>
                                    </p:set>
                                    <p:animEffect filter="fade" transition="in">
                                      <p:cBhvr>
                                        <p:cTn dur="500"/>
                                        <p:tgtEl>
                                          <p:spTgt spid="4462"/>
                                        </p:tgtEl>
                                      </p:cBhvr>
                                    </p:animEffect>
                                  </p:childTnLst>
                                </p:cTn>
                              </p:par>
                              <p:par>
                                <p:cTn fill="hold" nodeType="withEffect" presetClass="entr" presetID="10" presetSubtype="0">
                                  <p:stCondLst>
                                    <p:cond delay="0"/>
                                  </p:stCondLst>
                                  <p:childTnLst>
                                    <p:set>
                                      <p:cBhvr>
                                        <p:cTn dur="1" fill="hold">
                                          <p:stCondLst>
                                            <p:cond delay="0"/>
                                          </p:stCondLst>
                                        </p:cTn>
                                        <p:tgtEl>
                                          <p:spTgt spid="4470"/>
                                        </p:tgtEl>
                                        <p:attrNameLst>
                                          <p:attrName>style.visibility</p:attrName>
                                        </p:attrNameLst>
                                      </p:cBhvr>
                                      <p:to>
                                        <p:strVal val="visible"/>
                                      </p:to>
                                    </p:set>
                                    <p:animEffect filter="fade" transition="in">
                                      <p:cBhvr>
                                        <p:cTn dur="500"/>
                                        <p:tgtEl>
                                          <p:spTgt spid="4470"/>
                                        </p:tgtEl>
                                      </p:cBhvr>
                                    </p:animEffect>
                                  </p:childTnLst>
                                </p:cTn>
                              </p:par>
                              <p:par>
                                <p:cTn fill="hold" nodeType="withEffect" presetClass="entr" presetID="10" presetSubtype="0">
                                  <p:stCondLst>
                                    <p:cond delay="0"/>
                                  </p:stCondLst>
                                  <p:childTnLst>
                                    <p:set>
                                      <p:cBhvr>
                                        <p:cTn dur="1" fill="hold">
                                          <p:stCondLst>
                                            <p:cond delay="0"/>
                                          </p:stCondLst>
                                        </p:cTn>
                                        <p:tgtEl>
                                          <p:spTgt spid="4473"/>
                                        </p:tgtEl>
                                        <p:attrNameLst>
                                          <p:attrName>style.visibility</p:attrName>
                                        </p:attrNameLst>
                                      </p:cBhvr>
                                      <p:to>
                                        <p:strVal val="visible"/>
                                      </p:to>
                                    </p:set>
                                    <p:animEffect filter="fade" transition="in">
                                      <p:cBhvr>
                                        <p:cTn dur="500"/>
                                        <p:tgtEl>
                                          <p:spTgt spid="4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4"/>
                                        </p:tgtEl>
                                        <p:attrNameLst>
                                          <p:attrName>style.visibility</p:attrName>
                                        </p:attrNameLst>
                                      </p:cBhvr>
                                      <p:to>
                                        <p:strVal val="visible"/>
                                      </p:to>
                                    </p:set>
                                    <p:animEffect filter="fade" transition="in">
                                      <p:cBhvr>
                                        <p:cTn dur="500"/>
                                        <p:tgtEl>
                                          <p:spTgt spid="45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6"/>
                                        </p:tgtEl>
                                        <p:attrNameLst>
                                          <p:attrName>style.visibility</p:attrName>
                                        </p:attrNameLst>
                                      </p:cBhvr>
                                      <p:to>
                                        <p:strVal val="visible"/>
                                      </p:to>
                                    </p:set>
                                    <p:animEffect filter="fade" transition="in">
                                      <p:cBhvr>
                                        <p:cTn dur="500"/>
                                        <p:tgtEl>
                                          <p:spTgt spid="4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0"/>
                                        </p:tgtEl>
                                        <p:attrNameLst>
                                          <p:attrName>style.visibility</p:attrName>
                                        </p:attrNameLst>
                                      </p:cBhvr>
                                      <p:to>
                                        <p:strVal val="visible"/>
                                      </p:to>
                                    </p:set>
                                    <p:animEffect filter="fade" transition="in">
                                      <p:cBhvr>
                                        <p:cTn dur="500"/>
                                        <p:tgtEl>
                                          <p:spTgt spid="45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2"/>
                                        </p:tgtEl>
                                        <p:attrNameLst>
                                          <p:attrName>style.visibility</p:attrName>
                                        </p:attrNameLst>
                                      </p:cBhvr>
                                      <p:to>
                                        <p:strVal val="visible"/>
                                      </p:to>
                                    </p:set>
                                    <p:animEffect filter="fade" transition="in">
                                      <p:cBhvr>
                                        <p:cTn dur="500"/>
                                        <p:tgtEl>
                                          <p:spTgt spid="44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7"/>
                                        </p:tgtEl>
                                        <p:attrNameLst>
                                          <p:attrName>style.visibility</p:attrName>
                                        </p:attrNameLst>
                                      </p:cBhvr>
                                      <p:to>
                                        <p:strVal val="visible"/>
                                      </p:to>
                                    </p:set>
                                    <p:animEffect filter="fade" transition="in">
                                      <p:cBhvr>
                                        <p:cTn dur="500"/>
                                        <p:tgtEl>
                                          <p:spTgt spid="4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9"/>
                                        </p:tgtEl>
                                        <p:attrNameLst>
                                          <p:attrName>style.visibility</p:attrName>
                                        </p:attrNameLst>
                                      </p:cBhvr>
                                      <p:to>
                                        <p:strVal val="visible"/>
                                      </p:to>
                                    </p:set>
                                    <p:animEffect filter="fade" transition="in">
                                      <p:cBhvr>
                                        <p:cTn dur="500"/>
                                        <p:tgtEl>
                                          <p:spTgt spid="4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2"/>
                                        </p:tgtEl>
                                        <p:attrNameLst>
                                          <p:attrName>style.visibility</p:attrName>
                                        </p:attrNameLst>
                                      </p:cBhvr>
                                      <p:to>
                                        <p:strVal val="visible"/>
                                      </p:to>
                                    </p:set>
                                    <p:animEffect filter="fade" transition="in">
                                      <p:cBhvr>
                                        <p:cTn dur="500"/>
                                        <p:tgtEl>
                                          <p:spTgt spid="4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9"/>
                                        </p:tgtEl>
                                        <p:attrNameLst>
                                          <p:attrName>style.visibility</p:attrName>
                                        </p:attrNameLst>
                                      </p:cBhvr>
                                      <p:to>
                                        <p:strVal val="visible"/>
                                      </p:to>
                                    </p:set>
                                    <p:animEffect filter="fade" transition="in">
                                      <p:cBhvr>
                                        <p:cTn dur="500"/>
                                        <p:tgtEl>
                                          <p:spTgt spid="45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61"/>
                                        </p:tgtEl>
                                        <p:attrNameLst>
                                          <p:attrName>style.visibility</p:attrName>
                                        </p:attrNameLst>
                                      </p:cBhvr>
                                      <p:to>
                                        <p:strVal val="visible"/>
                                      </p:to>
                                    </p:set>
                                    <p:animEffect filter="fade" transition="in">
                                      <p:cBhvr>
                                        <p:cTn dur="500"/>
                                        <p:tgtEl>
                                          <p:spTgt spid="44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88"/>
                                        </p:tgtEl>
                                        <p:attrNameLst>
                                          <p:attrName>style.visibility</p:attrName>
                                        </p:attrNameLst>
                                      </p:cBhvr>
                                      <p:to>
                                        <p:strVal val="visible"/>
                                      </p:to>
                                    </p:set>
                                    <p:animEffect filter="fade" transition="in">
                                      <p:cBhvr>
                                        <p:cTn dur="500"/>
                                        <p:tgtEl>
                                          <p:spTgt spid="448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25"/>
                                        </p:tgtEl>
                                        <p:attrNameLst>
                                          <p:attrName>style.visibility</p:attrName>
                                        </p:attrNameLst>
                                      </p:cBhvr>
                                      <p:to>
                                        <p:strVal val="visible"/>
                                      </p:to>
                                    </p:set>
                                    <p:animEffect filter="fade" transition="in">
                                      <p:cBhvr>
                                        <p:cTn dur="500"/>
                                        <p:tgtEl>
                                          <p:spTgt spid="4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1" name="Shape 4541"/>
        <p:cNvGrpSpPr/>
        <p:nvPr/>
      </p:nvGrpSpPr>
      <p:grpSpPr>
        <a:xfrm>
          <a:off x="0" y="0"/>
          <a:ext cx="0" cy="0"/>
          <a:chOff x="0" y="0"/>
          <a:chExt cx="0" cy="0"/>
        </a:xfrm>
      </p:grpSpPr>
      <p:sp>
        <p:nvSpPr>
          <p:cNvPr id="4542" name="Google Shape;4542;p7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a:t>
            </a:r>
            <a:endParaRPr sz="4400"/>
          </a:p>
        </p:txBody>
      </p:sp>
      <p:sp>
        <p:nvSpPr>
          <p:cNvPr id="4543" name="Google Shape;4543;p75"/>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
        <p:nvSpPr>
          <p:cNvPr id="4544" name="Google Shape;4544;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0" st="0"/>
                                            </p:txEl>
                                          </p:spTgt>
                                        </p:tgtEl>
                                        <p:attrNameLst>
                                          <p:attrName>style.visibility</p:attrName>
                                        </p:attrNameLst>
                                      </p:cBhvr>
                                      <p:to>
                                        <p:strVal val="visible"/>
                                      </p:to>
                                    </p:set>
                                    <p:animEffect filter="fade" transition="in">
                                      <p:cBhvr>
                                        <p:cTn dur="500"/>
                                        <p:tgtEl>
                                          <p:spTgt spid="45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1" st="1"/>
                                            </p:txEl>
                                          </p:spTgt>
                                        </p:tgtEl>
                                        <p:attrNameLst>
                                          <p:attrName>style.visibility</p:attrName>
                                        </p:attrNameLst>
                                      </p:cBhvr>
                                      <p:to>
                                        <p:strVal val="visible"/>
                                      </p:to>
                                    </p:set>
                                    <p:animEffect filter="fade" transition="in">
                                      <p:cBhvr>
                                        <p:cTn dur="500"/>
                                        <p:tgtEl>
                                          <p:spTgt spid="45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2" st="2"/>
                                            </p:txEl>
                                          </p:spTgt>
                                        </p:tgtEl>
                                        <p:attrNameLst>
                                          <p:attrName>style.visibility</p:attrName>
                                        </p:attrNameLst>
                                      </p:cBhvr>
                                      <p:to>
                                        <p:strVal val="visible"/>
                                      </p:to>
                                    </p:set>
                                    <p:animEffect filter="fade" transition="in">
                                      <p:cBhvr>
                                        <p:cTn dur="500"/>
                                        <p:tgtEl>
                                          <p:spTgt spid="45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3" st="3"/>
                                            </p:txEl>
                                          </p:spTgt>
                                        </p:tgtEl>
                                        <p:attrNameLst>
                                          <p:attrName>style.visibility</p:attrName>
                                        </p:attrNameLst>
                                      </p:cBhvr>
                                      <p:to>
                                        <p:strVal val="visible"/>
                                      </p:to>
                                    </p:set>
                                    <p:animEffect filter="fade" transition="in">
                                      <p:cBhvr>
                                        <p:cTn dur="500"/>
                                        <p:tgtEl>
                                          <p:spTgt spid="45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4" st="4"/>
                                            </p:txEl>
                                          </p:spTgt>
                                        </p:tgtEl>
                                        <p:attrNameLst>
                                          <p:attrName>style.visibility</p:attrName>
                                        </p:attrNameLst>
                                      </p:cBhvr>
                                      <p:to>
                                        <p:strVal val="visible"/>
                                      </p:to>
                                    </p:set>
                                    <p:animEffect filter="fade" transition="in">
                                      <p:cBhvr>
                                        <p:cTn dur="500"/>
                                        <p:tgtEl>
                                          <p:spTgt spid="45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5" st="5"/>
                                            </p:txEl>
                                          </p:spTgt>
                                        </p:tgtEl>
                                        <p:attrNameLst>
                                          <p:attrName>style.visibility</p:attrName>
                                        </p:attrNameLst>
                                      </p:cBhvr>
                                      <p:to>
                                        <p:strVal val="visible"/>
                                      </p:to>
                                    </p:set>
                                    <p:animEffect filter="fade" transition="in">
                                      <p:cBhvr>
                                        <p:cTn dur="500"/>
                                        <p:tgtEl>
                                          <p:spTgt spid="45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6" st="6"/>
                                            </p:txEl>
                                          </p:spTgt>
                                        </p:tgtEl>
                                        <p:attrNameLst>
                                          <p:attrName>style.visibility</p:attrName>
                                        </p:attrNameLst>
                                      </p:cBhvr>
                                      <p:to>
                                        <p:strVal val="visible"/>
                                      </p:to>
                                    </p:set>
                                    <p:animEffect filter="fade" transition="in">
                                      <p:cBhvr>
                                        <p:cTn dur="500"/>
                                        <p:tgtEl>
                                          <p:spTgt spid="454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9" name="Shape 4549"/>
        <p:cNvGrpSpPr/>
        <p:nvPr/>
      </p:nvGrpSpPr>
      <p:grpSpPr>
        <a:xfrm>
          <a:off x="0" y="0"/>
          <a:ext cx="0" cy="0"/>
          <a:chOff x="0" y="0"/>
          <a:chExt cx="0" cy="0"/>
        </a:xfrm>
      </p:grpSpPr>
      <p:sp>
        <p:nvSpPr>
          <p:cNvPr id="4550" name="Google Shape;4550;p7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4551" name="Google Shape;4551;p76"/>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4552" name="Google Shape;4552;p76"/>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3" name="Google Shape;4553;p76"/>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4" name="Google Shape;4554;p76"/>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5" name="Google Shape;4555;p76"/>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6" name="Google Shape;4556;p76"/>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7" name="Google Shape;4557;p76"/>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8" name="Google Shape;4558;p76"/>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9" name="Google Shape;4559;p76"/>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0" name="Google Shape;4560;p76"/>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1" name="Google Shape;4561;p76"/>
          <p:cNvSpPr/>
          <p:nvPr/>
        </p:nvSpPr>
        <p:spPr>
          <a:xfrm>
            <a:off x="914400" y="3897630"/>
            <a:ext cx="10835640" cy="2811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2" name="Google Shape;4562;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561"/>
                                        </p:tgtEl>
                                      </p:cBhvr>
                                    </p:animEffect>
                                    <p:set>
                                      <p:cBhvr>
                                        <p:cTn dur="1" fill="hold">
                                          <p:stCondLst>
                                            <p:cond delay="500"/>
                                          </p:stCondLst>
                                        </p:cTn>
                                        <p:tgtEl>
                                          <p:spTgt spid="45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7" name="Shape 4567"/>
        <p:cNvGrpSpPr/>
        <p:nvPr/>
      </p:nvGrpSpPr>
      <p:grpSpPr>
        <a:xfrm>
          <a:off x="0" y="0"/>
          <a:ext cx="0" cy="0"/>
          <a:chOff x="0" y="0"/>
          <a:chExt cx="0" cy="0"/>
        </a:xfrm>
      </p:grpSpPr>
      <p:sp>
        <p:nvSpPr>
          <p:cNvPr id="4568" name="Google Shape;4568;p7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4569" name="Google Shape;4569;p77"/>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0" name="Google Shape;4570;p77"/>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71" name="Google Shape;4571;p77"/>
          <p:cNvGrpSpPr/>
          <p:nvPr/>
        </p:nvGrpSpPr>
        <p:grpSpPr>
          <a:xfrm>
            <a:off x="1079500" y="1184280"/>
            <a:ext cx="1327103" cy="584201"/>
            <a:chOff x="1100" y="3896"/>
            <a:chExt cx="752" cy="368"/>
          </a:xfrm>
        </p:grpSpPr>
        <p:sp>
          <p:nvSpPr>
            <p:cNvPr id="4572" name="Google Shape;4572;p77"/>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73" name="Google Shape;4573;p77"/>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4574" name="Google Shape;4574;p77"/>
          <p:cNvGrpSpPr/>
          <p:nvPr/>
        </p:nvGrpSpPr>
        <p:grpSpPr>
          <a:xfrm>
            <a:off x="6447754" y="1183947"/>
            <a:ext cx="5269467" cy="5221186"/>
            <a:chOff x="6447754" y="1183947"/>
            <a:chExt cx="5269467" cy="5221186"/>
          </a:xfrm>
        </p:grpSpPr>
        <p:sp>
          <p:nvSpPr>
            <p:cNvPr id="4575" name="Google Shape;4575;p77"/>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6" name="Google Shape;4576;p77"/>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77" name="Google Shape;4577;p77"/>
            <p:cNvGrpSpPr/>
            <p:nvPr/>
          </p:nvGrpSpPr>
          <p:grpSpPr>
            <a:xfrm>
              <a:off x="6643024" y="1183947"/>
              <a:ext cx="1531938" cy="584201"/>
              <a:chOff x="3339" y="158"/>
              <a:chExt cx="965" cy="368"/>
            </a:xfrm>
          </p:grpSpPr>
          <p:sp>
            <p:nvSpPr>
              <p:cNvPr id="4578" name="Google Shape;4578;p77"/>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9" name="Google Shape;4579;p77"/>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4580" name="Google Shape;4580;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4"/>
                                        </p:tgtEl>
                                        <p:attrNameLst>
                                          <p:attrName>style.visibility</p:attrName>
                                        </p:attrNameLst>
                                      </p:cBhvr>
                                      <p:to>
                                        <p:strVal val="visible"/>
                                      </p:to>
                                    </p:set>
                                    <p:animEffect filter="fade" transition="in">
                                      <p:cBhvr>
                                        <p:cTn dur="500"/>
                                        <p:tgtEl>
                                          <p:spTgt spid="4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5" name="Shape 4585"/>
        <p:cNvGrpSpPr/>
        <p:nvPr/>
      </p:nvGrpSpPr>
      <p:grpSpPr>
        <a:xfrm>
          <a:off x="0" y="0"/>
          <a:ext cx="0" cy="0"/>
          <a:chOff x="0" y="0"/>
          <a:chExt cx="0" cy="0"/>
        </a:xfrm>
      </p:grpSpPr>
      <p:sp>
        <p:nvSpPr>
          <p:cNvPr id="4586" name="Google Shape;4586;p7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4587" name="Google Shape;4587;p78"/>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588" name="Google Shape;4588;p78"/>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589" name="Google Shape;4589;p78"/>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590" name="Google Shape;4590;p78"/>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91" name="Google Shape;4591;p78"/>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4592" name="Google Shape;4592;p78"/>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593" name="Google Shape;4593;p78"/>
          <p:cNvGrpSpPr/>
          <p:nvPr/>
        </p:nvGrpSpPr>
        <p:grpSpPr>
          <a:xfrm>
            <a:off x="6059487" y="1725612"/>
            <a:ext cx="2122488" cy="1292225"/>
            <a:chOff x="6059487" y="1725612"/>
            <a:chExt cx="2122488" cy="1292225"/>
          </a:xfrm>
        </p:grpSpPr>
        <p:cxnSp>
          <p:nvCxnSpPr>
            <p:cNvPr id="4594" name="Google Shape;4594;p78"/>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595" name="Google Shape;4595;p78"/>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596" name="Google Shape;4596;p78"/>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597" name="Google Shape;4597;p78"/>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598" name="Google Shape;4598;p78"/>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599" name="Google Shape;4599;p78"/>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600" name="Google Shape;4600;p78"/>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601" name="Google Shape;4601;p78"/>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602" name="Google Shape;4602;p78"/>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603" name="Google Shape;4603;p78"/>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604" name="Google Shape;4604;p78"/>
          <p:cNvGrpSpPr/>
          <p:nvPr/>
        </p:nvGrpSpPr>
        <p:grpSpPr>
          <a:xfrm>
            <a:off x="4081462" y="2254250"/>
            <a:ext cx="1978025" cy="2543175"/>
            <a:chOff x="4081462" y="2254250"/>
            <a:chExt cx="1978025" cy="2543175"/>
          </a:xfrm>
        </p:grpSpPr>
        <p:pic>
          <p:nvPicPr>
            <p:cNvPr descr="alarm_clock_ringing" id="4605" name="Google Shape;4605;p78"/>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606" name="Google Shape;4606;p78"/>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607" name="Google Shape;4607;p78"/>
            <p:cNvGrpSpPr/>
            <p:nvPr/>
          </p:nvGrpSpPr>
          <p:grpSpPr>
            <a:xfrm>
              <a:off x="5956300" y="2254250"/>
              <a:ext cx="103187" cy="2462212"/>
              <a:chOff x="3651" y="1878"/>
              <a:chExt cx="78" cy="963"/>
            </a:xfrm>
          </p:grpSpPr>
          <p:cxnSp>
            <p:nvCxnSpPr>
              <p:cNvPr id="4608" name="Google Shape;4608;p7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609" name="Google Shape;4609;p78"/>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610" name="Google Shape;4610;p78"/>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4611" name="Google Shape;4611;p78"/>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4612" name="Google Shape;4612;p78"/>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613" name="Google Shape;4613;p78"/>
          <p:cNvGrpSpPr/>
          <p:nvPr/>
        </p:nvGrpSpPr>
        <p:grpSpPr>
          <a:xfrm>
            <a:off x="2317750" y="1570037"/>
            <a:ext cx="1520825" cy="1150938"/>
            <a:chOff x="2317750" y="1570037"/>
            <a:chExt cx="1520825" cy="1150938"/>
          </a:xfrm>
        </p:grpSpPr>
        <p:grpSp>
          <p:nvGrpSpPr>
            <p:cNvPr id="4614" name="Google Shape;4614;p78"/>
            <p:cNvGrpSpPr/>
            <p:nvPr/>
          </p:nvGrpSpPr>
          <p:grpSpPr>
            <a:xfrm>
              <a:off x="2320925" y="1570037"/>
              <a:ext cx="1512887" cy="304800"/>
              <a:chOff x="115" y="914"/>
              <a:chExt cx="953" cy="192"/>
            </a:xfrm>
          </p:grpSpPr>
          <p:sp>
            <p:nvSpPr>
              <p:cNvPr id="4615" name="Google Shape;4615;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6" name="Google Shape;4616;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17" name="Google Shape;4617;p78"/>
            <p:cNvGrpSpPr/>
            <p:nvPr/>
          </p:nvGrpSpPr>
          <p:grpSpPr>
            <a:xfrm>
              <a:off x="2317750" y="1855787"/>
              <a:ext cx="1512887" cy="304800"/>
              <a:chOff x="115" y="914"/>
              <a:chExt cx="953" cy="192"/>
            </a:xfrm>
          </p:grpSpPr>
          <p:sp>
            <p:nvSpPr>
              <p:cNvPr id="4618" name="Google Shape;4618;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9" name="Google Shape;4619;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0" name="Google Shape;4620;p78"/>
            <p:cNvGrpSpPr/>
            <p:nvPr/>
          </p:nvGrpSpPr>
          <p:grpSpPr>
            <a:xfrm>
              <a:off x="2325687" y="2141537"/>
              <a:ext cx="1512888" cy="304800"/>
              <a:chOff x="115" y="914"/>
              <a:chExt cx="953" cy="192"/>
            </a:xfrm>
          </p:grpSpPr>
          <p:sp>
            <p:nvSpPr>
              <p:cNvPr id="4621" name="Google Shape;4621;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2" name="Google Shape;4622;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3" name="Google Shape;4623;p78"/>
            <p:cNvGrpSpPr/>
            <p:nvPr/>
          </p:nvGrpSpPr>
          <p:grpSpPr>
            <a:xfrm>
              <a:off x="2322512" y="2416175"/>
              <a:ext cx="1512888" cy="304800"/>
              <a:chOff x="115" y="914"/>
              <a:chExt cx="953" cy="192"/>
            </a:xfrm>
          </p:grpSpPr>
          <p:sp>
            <p:nvSpPr>
              <p:cNvPr id="4624" name="Google Shape;4624;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5" name="Google Shape;4625;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626" name="Google Shape;4626;p78"/>
          <p:cNvGrpSpPr/>
          <p:nvPr/>
        </p:nvGrpSpPr>
        <p:grpSpPr>
          <a:xfrm>
            <a:off x="2319337" y="3135312"/>
            <a:ext cx="3749675" cy="369332"/>
            <a:chOff x="2319337" y="3135312"/>
            <a:chExt cx="3749675" cy="369332"/>
          </a:xfrm>
        </p:grpSpPr>
        <p:sp>
          <p:nvSpPr>
            <p:cNvPr id="4627" name="Google Shape;4627;p78"/>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28" name="Google Shape;4628;p78"/>
            <p:cNvGrpSpPr/>
            <p:nvPr/>
          </p:nvGrpSpPr>
          <p:grpSpPr>
            <a:xfrm>
              <a:off x="2319337" y="3135312"/>
              <a:ext cx="3749675" cy="369332"/>
              <a:chOff x="2319337" y="3135312"/>
              <a:chExt cx="3749675" cy="369332"/>
            </a:xfrm>
          </p:grpSpPr>
          <p:sp>
            <p:nvSpPr>
              <p:cNvPr id="4629" name="Google Shape;4629;p78"/>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630" name="Google Shape;4630;p78"/>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631" name="Google Shape;4631;p78"/>
          <p:cNvGrpSpPr/>
          <p:nvPr/>
        </p:nvGrpSpPr>
        <p:grpSpPr>
          <a:xfrm>
            <a:off x="2305050" y="4754562"/>
            <a:ext cx="1520825" cy="1050925"/>
            <a:chOff x="2305050" y="4754562"/>
            <a:chExt cx="1520825" cy="1050925"/>
          </a:xfrm>
        </p:grpSpPr>
        <p:grpSp>
          <p:nvGrpSpPr>
            <p:cNvPr id="4632" name="Google Shape;4632;p78"/>
            <p:cNvGrpSpPr/>
            <p:nvPr/>
          </p:nvGrpSpPr>
          <p:grpSpPr>
            <a:xfrm>
              <a:off x="2305050" y="4754562"/>
              <a:ext cx="1512887" cy="304800"/>
              <a:chOff x="112" y="2105"/>
              <a:chExt cx="953" cy="192"/>
            </a:xfrm>
          </p:grpSpPr>
          <p:sp>
            <p:nvSpPr>
              <p:cNvPr id="4633" name="Google Shape;4633;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4" name="Google Shape;4634;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5" name="Google Shape;4635;p78"/>
            <p:cNvGrpSpPr/>
            <p:nvPr/>
          </p:nvGrpSpPr>
          <p:grpSpPr>
            <a:xfrm>
              <a:off x="2312987" y="4995862"/>
              <a:ext cx="1512888" cy="304800"/>
              <a:chOff x="112" y="2105"/>
              <a:chExt cx="953" cy="192"/>
            </a:xfrm>
          </p:grpSpPr>
          <p:sp>
            <p:nvSpPr>
              <p:cNvPr id="4636" name="Google Shape;4636;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7" name="Google Shape;4637;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8" name="Google Shape;4638;p78"/>
            <p:cNvGrpSpPr/>
            <p:nvPr/>
          </p:nvGrpSpPr>
          <p:grpSpPr>
            <a:xfrm>
              <a:off x="2309812" y="5259387"/>
              <a:ext cx="1512888" cy="304800"/>
              <a:chOff x="112" y="2105"/>
              <a:chExt cx="953" cy="192"/>
            </a:xfrm>
          </p:grpSpPr>
          <p:sp>
            <p:nvSpPr>
              <p:cNvPr id="4639" name="Google Shape;4639;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0" name="Google Shape;4640;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41" name="Google Shape;4641;p78"/>
            <p:cNvGrpSpPr/>
            <p:nvPr/>
          </p:nvGrpSpPr>
          <p:grpSpPr>
            <a:xfrm>
              <a:off x="2306637" y="5500687"/>
              <a:ext cx="1512888" cy="304800"/>
              <a:chOff x="112" y="2105"/>
              <a:chExt cx="953" cy="192"/>
            </a:xfrm>
          </p:grpSpPr>
          <p:sp>
            <p:nvSpPr>
              <p:cNvPr id="4642" name="Google Shape;4642;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3" name="Google Shape;4643;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644" name="Google Shape;4644;p78"/>
          <p:cNvGrpSpPr/>
          <p:nvPr/>
        </p:nvGrpSpPr>
        <p:grpSpPr>
          <a:xfrm>
            <a:off x="7129462" y="3876675"/>
            <a:ext cx="1039813" cy="873125"/>
            <a:chOff x="7129462" y="3876675"/>
            <a:chExt cx="1039813" cy="873125"/>
          </a:xfrm>
        </p:grpSpPr>
        <p:cxnSp>
          <p:nvCxnSpPr>
            <p:cNvPr id="4645" name="Google Shape;4645;p78"/>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646" name="Google Shape;4646;p78"/>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4647" name="Google Shape;4647;p78"/>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4648" name="Google Shape;4648;p78"/>
          <p:cNvGrpSpPr/>
          <p:nvPr/>
        </p:nvGrpSpPr>
        <p:grpSpPr>
          <a:xfrm>
            <a:off x="2316162" y="3452813"/>
            <a:ext cx="3752850" cy="369332"/>
            <a:chOff x="2316162" y="3452813"/>
            <a:chExt cx="3752850" cy="369332"/>
          </a:xfrm>
        </p:grpSpPr>
        <p:grpSp>
          <p:nvGrpSpPr>
            <p:cNvPr id="4649" name="Google Shape;4649;p78"/>
            <p:cNvGrpSpPr/>
            <p:nvPr/>
          </p:nvGrpSpPr>
          <p:grpSpPr>
            <a:xfrm>
              <a:off x="2316162" y="3460750"/>
              <a:ext cx="1512888" cy="304800"/>
              <a:chOff x="112" y="2105"/>
              <a:chExt cx="953" cy="192"/>
            </a:xfrm>
          </p:grpSpPr>
          <p:sp>
            <p:nvSpPr>
              <p:cNvPr id="4650" name="Google Shape;4650;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51" name="Google Shape;4651;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652" name="Google Shape;4652;p78"/>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653" name="Google Shape;4653;p78"/>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4654" name="Google Shape;4654;p78"/>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4655" name="Google Shape;4655;p78"/>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4656" name="Google Shape;4656;p78"/>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4657" name="Google Shape;4657;p78"/>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4658" name="Google Shape;4658;p78"/>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4659" name="Google Shape;4659;p78"/>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4660" name="Google Shape;4660;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3"/>
                                        </p:tgtEl>
                                        <p:attrNameLst>
                                          <p:attrName>style.visibility</p:attrName>
                                        </p:attrNameLst>
                                      </p:cBhvr>
                                      <p:to>
                                        <p:strVal val="visible"/>
                                      </p:to>
                                    </p:set>
                                    <p:animEffect filter="fade" transition="in">
                                      <p:cBhvr>
                                        <p:cTn dur="500"/>
                                        <p:tgtEl>
                                          <p:spTgt spid="46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87"/>
                                        </p:tgtEl>
                                        <p:attrNameLst>
                                          <p:attrName>style.visibility</p:attrName>
                                        </p:attrNameLst>
                                      </p:cBhvr>
                                      <p:to>
                                        <p:strVal val="visible"/>
                                      </p:to>
                                    </p:set>
                                    <p:animEffect filter="fade" transition="in">
                                      <p:cBhvr>
                                        <p:cTn dur="500"/>
                                        <p:tgtEl>
                                          <p:spTgt spid="45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93"/>
                                        </p:tgtEl>
                                        <p:attrNameLst>
                                          <p:attrName>style.visibility</p:attrName>
                                        </p:attrNameLst>
                                      </p:cBhvr>
                                      <p:to>
                                        <p:strVal val="visible"/>
                                      </p:to>
                                    </p:set>
                                    <p:animEffect filter="fade" transition="in">
                                      <p:cBhvr>
                                        <p:cTn dur="500"/>
                                        <p:tgtEl>
                                          <p:spTgt spid="459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4"/>
                                        </p:tgtEl>
                                        <p:attrNameLst>
                                          <p:attrName>style.visibility</p:attrName>
                                        </p:attrNameLst>
                                      </p:cBhvr>
                                      <p:to>
                                        <p:strVal val="visible"/>
                                      </p:to>
                                    </p:set>
                                    <p:animEffect filter="fade" transition="in">
                                      <p:cBhvr>
                                        <p:cTn dur="500"/>
                                        <p:tgtEl>
                                          <p:spTgt spid="4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2"/>
                                        </p:tgtEl>
                                        <p:attrNameLst>
                                          <p:attrName>style.visibility</p:attrName>
                                        </p:attrNameLst>
                                      </p:cBhvr>
                                      <p:to>
                                        <p:strVal val="visible"/>
                                      </p:to>
                                    </p:set>
                                    <p:animEffect filter="fade" transition="in">
                                      <p:cBhvr>
                                        <p:cTn dur="500"/>
                                        <p:tgtEl>
                                          <p:spTgt spid="4592"/>
                                        </p:tgtEl>
                                      </p:cBhvr>
                                    </p:animEffect>
                                  </p:childTnLst>
                                </p:cTn>
                              </p:par>
                              <p:par>
                                <p:cTn fill="hold" nodeType="withEffect" presetClass="entr" presetID="10" presetSubtype="0">
                                  <p:stCondLst>
                                    <p:cond delay="0"/>
                                  </p:stCondLst>
                                  <p:childTnLst>
                                    <p:set>
                                      <p:cBhvr>
                                        <p:cTn dur="1" fill="hold">
                                          <p:stCondLst>
                                            <p:cond delay="0"/>
                                          </p:stCondLst>
                                        </p:cTn>
                                        <p:tgtEl>
                                          <p:spTgt spid="4600"/>
                                        </p:tgtEl>
                                        <p:attrNameLst>
                                          <p:attrName>style.visibility</p:attrName>
                                        </p:attrNameLst>
                                      </p:cBhvr>
                                      <p:to>
                                        <p:strVal val="visible"/>
                                      </p:to>
                                    </p:set>
                                    <p:animEffect filter="fade" transition="in">
                                      <p:cBhvr>
                                        <p:cTn dur="500"/>
                                        <p:tgtEl>
                                          <p:spTgt spid="4600"/>
                                        </p:tgtEl>
                                      </p:cBhvr>
                                    </p:animEffect>
                                  </p:childTnLst>
                                </p:cTn>
                              </p:par>
                              <p:par>
                                <p:cTn fill="hold" nodeType="withEffect" presetClass="entr" presetID="10" presetSubtype="0">
                                  <p:stCondLst>
                                    <p:cond delay="0"/>
                                  </p:stCondLst>
                                  <p:childTnLst>
                                    <p:set>
                                      <p:cBhvr>
                                        <p:cTn dur="1" fill="hold">
                                          <p:stCondLst>
                                            <p:cond delay="0"/>
                                          </p:stCondLst>
                                        </p:cTn>
                                        <p:tgtEl>
                                          <p:spTgt spid="4603"/>
                                        </p:tgtEl>
                                        <p:attrNameLst>
                                          <p:attrName>style.visibility</p:attrName>
                                        </p:attrNameLst>
                                      </p:cBhvr>
                                      <p:to>
                                        <p:strVal val="visible"/>
                                      </p:to>
                                    </p:set>
                                    <p:animEffect filter="fade" transition="in">
                                      <p:cBhvr>
                                        <p:cTn dur="500"/>
                                        <p:tgtEl>
                                          <p:spTgt spid="4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1"/>
                                        </p:tgtEl>
                                        <p:attrNameLst>
                                          <p:attrName>style.visibility</p:attrName>
                                        </p:attrNameLst>
                                      </p:cBhvr>
                                      <p:to>
                                        <p:strVal val="visible"/>
                                      </p:to>
                                    </p:set>
                                    <p:animEffect filter="fade" transition="in">
                                      <p:cBhvr>
                                        <p:cTn dur="500"/>
                                        <p:tgtEl>
                                          <p:spTgt spid="46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6"/>
                                        </p:tgtEl>
                                        <p:attrNameLst>
                                          <p:attrName>style.visibility</p:attrName>
                                        </p:attrNameLst>
                                      </p:cBhvr>
                                      <p:to>
                                        <p:strVal val="visible"/>
                                      </p:to>
                                    </p:set>
                                    <p:animEffect filter="fade" transition="in">
                                      <p:cBhvr>
                                        <p:cTn dur="500"/>
                                        <p:tgtEl>
                                          <p:spTgt spid="4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8"/>
                                        </p:tgtEl>
                                        <p:attrNameLst>
                                          <p:attrName>style.visibility</p:attrName>
                                        </p:attrNameLst>
                                      </p:cBhvr>
                                      <p:to>
                                        <p:strVal val="visible"/>
                                      </p:to>
                                    </p:set>
                                    <p:animEffect filter="fade" transition="in">
                                      <p:cBhvr>
                                        <p:cTn dur="500"/>
                                        <p:tgtEl>
                                          <p:spTgt spid="46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2"/>
                                        </p:tgtEl>
                                        <p:attrNameLst>
                                          <p:attrName>style.visibility</p:attrName>
                                        </p:attrNameLst>
                                      </p:cBhvr>
                                      <p:to>
                                        <p:strVal val="visible"/>
                                      </p:to>
                                    </p:set>
                                    <p:animEffect filter="fade" transition="in">
                                      <p:cBhvr>
                                        <p:cTn dur="500"/>
                                        <p:tgtEl>
                                          <p:spTgt spid="46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7"/>
                                        </p:tgtEl>
                                        <p:attrNameLst>
                                          <p:attrName>style.visibility</p:attrName>
                                        </p:attrNameLst>
                                      </p:cBhvr>
                                      <p:to>
                                        <p:strVal val="visible"/>
                                      </p:to>
                                    </p:set>
                                    <p:animEffect filter="fade" transition="in">
                                      <p:cBhvr>
                                        <p:cTn dur="500"/>
                                        <p:tgtEl>
                                          <p:spTgt spid="4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4"/>
                                        </p:tgtEl>
                                        <p:attrNameLst>
                                          <p:attrName>style.visibility</p:attrName>
                                        </p:attrNameLst>
                                      </p:cBhvr>
                                      <p:to>
                                        <p:strVal val="visible"/>
                                      </p:to>
                                    </p:set>
                                    <p:animEffect filter="fade" transition="in">
                                      <p:cBhvr>
                                        <p:cTn dur="500"/>
                                        <p:tgtEl>
                                          <p:spTgt spid="46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55"/>
                                        </p:tgtEl>
                                        <p:attrNameLst>
                                          <p:attrName>style.visibility</p:attrName>
                                        </p:attrNameLst>
                                      </p:cBhvr>
                                      <p:to>
                                        <p:strVal val="visible"/>
                                      </p:to>
                                    </p:set>
                                    <p:animEffect filter="fade" transition="in">
                                      <p:cBhvr>
                                        <p:cTn dur="500"/>
                                        <p:tgtEl>
                                          <p:spTgt spid="46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4"/>
                                        </p:tgtEl>
                                        <p:attrNameLst>
                                          <p:attrName>style.visibility</p:attrName>
                                        </p:attrNameLst>
                                      </p:cBhvr>
                                      <p:to>
                                        <p:strVal val="visible"/>
                                      </p:to>
                                    </p:set>
                                    <p:animEffect filter="fade" transition="in">
                                      <p:cBhvr>
                                        <p:cTn dur="500"/>
                                        <p:tgtEl>
                                          <p:spTgt spid="4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1"/>
                                        </p:tgtEl>
                                        <p:attrNameLst>
                                          <p:attrName>style.visibility</p:attrName>
                                        </p:attrNameLst>
                                      </p:cBhvr>
                                      <p:to>
                                        <p:strVal val="visible"/>
                                      </p:to>
                                    </p:set>
                                    <p:animEffect filter="fade" transition="in">
                                      <p:cBhvr>
                                        <p:cTn dur="500"/>
                                        <p:tgtEl>
                                          <p:spTgt spid="46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91"/>
                                        </p:tgtEl>
                                        <p:attrNameLst>
                                          <p:attrName>style.visibility</p:attrName>
                                        </p:attrNameLst>
                                      </p:cBhvr>
                                      <p:to>
                                        <p:strVal val="visible"/>
                                      </p:to>
                                    </p:set>
                                    <p:animEffect filter="fade" transition="in">
                                      <p:cBhvr>
                                        <p:cTn dur="500"/>
                                        <p:tgtEl>
                                          <p:spTgt spid="45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11"/>
                                        </p:tgtEl>
                                        <p:attrNameLst>
                                          <p:attrName>style.visibility</p:attrName>
                                        </p:attrNameLst>
                                      </p:cBhvr>
                                      <p:to>
                                        <p:strVal val="visible"/>
                                      </p:to>
                                    </p:set>
                                    <p:animEffect filter="fade" transition="in">
                                      <p:cBhvr>
                                        <p:cTn dur="500"/>
                                        <p:tgtEl>
                                          <p:spTgt spid="46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8"/>
                                        </p:tgtEl>
                                        <p:attrNameLst>
                                          <p:attrName>style.visibility</p:attrName>
                                        </p:attrNameLst>
                                      </p:cBhvr>
                                      <p:to>
                                        <p:strVal val="visible"/>
                                      </p:to>
                                    </p:set>
                                    <p:animEffect filter="fade" transition="in">
                                      <p:cBhvr>
                                        <p:cTn dur="500"/>
                                        <p:tgtEl>
                                          <p:spTgt spid="46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47"/>
                                        </p:tgtEl>
                                        <p:attrNameLst>
                                          <p:attrName>style.visibility</p:attrName>
                                        </p:attrNameLst>
                                      </p:cBhvr>
                                      <p:to>
                                        <p:strVal val="visible"/>
                                      </p:to>
                                    </p:set>
                                    <p:animEffect filter="fade" transition="in">
                                      <p:cBhvr>
                                        <p:cTn dur="500"/>
                                        <p:tgtEl>
                                          <p:spTgt spid="4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9"/>
                                        </p:tgtEl>
                                        <p:attrNameLst>
                                          <p:attrName>style.visibility</p:attrName>
                                        </p:attrNameLst>
                                      </p:cBhvr>
                                      <p:to>
                                        <p:strVal val="visible"/>
                                      </p:to>
                                    </p:set>
                                    <p:animEffect filter="fade" transition="in">
                                      <p:cBhvr>
                                        <p:cTn dur="500"/>
                                        <p:tgtEl>
                                          <p:spTgt spid="4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5" name="Shape 4665"/>
        <p:cNvGrpSpPr/>
        <p:nvPr/>
      </p:nvGrpSpPr>
      <p:grpSpPr>
        <a:xfrm>
          <a:off x="0" y="0"/>
          <a:ext cx="0" cy="0"/>
          <a:chOff x="0" y="0"/>
          <a:chExt cx="0" cy="0"/>
        </a:xfrm>
      </p:grpSpPr>
      <p:sp>
        <p:nvSpPr>
          <p:cNvPr id="4666" name="Google Shape;4666;p79"/>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4667" name="Google Shape;4667;p79"/>
          <p:cNvGrpSpPr/>
          <p:nvPr/>
        </p:nvGrpSpPr>
        <p:grpSpPr>
          <a:xfrm>
            <a:off x="6931293" y="4061030"/>
            <a:ext cx="4257675" cy="2225676"/>
            <a:chOff x="6909757" y="4181931"/>
            <a:chExt cx="4257675" cy="2225676"/>
          </a:xfrm>
        </p:grpSpPr>
        <p:grpSp>
          <p:nvGrpSpPr>
            <p:cNvPr id="4668" name="Google Shape;4668;p79"/>
            <p:cNvGrpSpPr/>
            <p:nvPr/>
          </p:nvGrpSpPr>
          <p:grpSpPr>
            <a:xfrm>
              <a:off x="6909757" y="4258131"/>
              <a:ext cx="1030288" cy="274638"/>
              <a:chOff x="1895" y="3931"/>
              <a:chExt cx="649" cy="173"/>
            </a:xfrm>
          </p:grpSpPr>
          <p:sp>
            <p:nvSpPr>
              <p:cNvPr id="4669" name="Google Shape;4669;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0" name="Google Shape;4670;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1" name="Google Shape;4671;p79"/>
            <p:cNvGrpSpPr/>
            <p:nvPr/>
          </p:nvGrpSpPr>
          <p:grpSpPr>
            <a:xfrm>
              <a:off x="6928807" y="4532769"/>
              <a:ext cx="1030288" cy="274638"/>
              <a:chOff x="1895" y="3931"/>
              <a:chExt cx="649" cy="173"/>
            </a:xfrm>
          </p:grpSpPr>
          <p:sp>
            <p:nvSpPr>
              <p:cNvPr id="4672" name="Google Shape;4672;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3" name="Google Shape;4673;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4" name="Google Shape;4674;p79"/>
            <p:cNvGrpSpPr/>
            <p:nvPr/>
          </p:nvGrpSpPr>
          <p:grpSpPr>
            <a:xfrm>
              <a:off x="6936745" y="4796294"/>
              <a:ext cx="1030288" cy="274638"/>
              <a:chOff x="1895" y="3931"/>
              <a:chExt cx="649" cy="173"/>
            </a:xfrm>
          </p:grpSpPr>
          <p:sp>
            <p:nvSpPr>
              <p:cNvPr id="4675" name="Google Shape;4675;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6" name="Google Shape;4676;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77" name="Google Shape;4677;p79"/>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678" name="Google Shape;4678;p79"/>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679" name="Google Shape;4679;p79"/>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680" name="Google Shape;4680;p79"/>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1" name="Google Shape;4681;p79"/>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682" name="Google Shape;4682;p79"/>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683" name="Google Shape;4683;p79"/>
            <p:cNvGrpSpPr/>
            <p:nvPr/>
          </p:nvGrpSpPr>
          <p:grpSpPr>
            <a:xfrm>
              <a:off x="6939920" y="5828170"/>
              <a:ext cx="1030288" cy="274638"/>
              <a:chOff x="1895" y="3931"/>
              <a:chExt cx="649" cy="173"/>
            </a:xfrm>
          </p:grpSpPr>
          <p:sp>
            <p:nvSpPr>
              <p:cNvPr id="4684" name="Google Shape;4684;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85" name="Google Shape;4685;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86" name="Google Shape;4686;p79"/>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687" name="Google Shape;4687;p79"/>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8" name="Google Shape;4688;p79"/>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689" name="Google Shape;4689;p79"/>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0" name="Google Shape;4690;p79"/>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691" name="Google Shape;4691;p79"/>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2" name="Google Shape;4692;p79"/>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693" name="Google Shape;4693;p79"/>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4" name="Google Shape;4694;p79"/>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695" name="Google Shape;4695;p79"/>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696" name="Google Shape;4696;p79"/>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697" name="Google Shape;4697;p79"/>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698" name="Google Shape;4698;p79"/>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699" name="Google Shape;4699;p79"/>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0" name="Google Shape;4700;p79"/>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1" name="Google Shape;4701;p79"/>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02" name="Google Shape;4702;p79"/>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03" name="Google Shape;4703;p79"/>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04" name="Google Shape;4704;p79"/>
          <p:cNvGrpSpPr/>
          <p:nvPr/>
        </p:nvGrpSpPr>
        <p:grpSpPr>
          <a:xfrm>
            <a:off x="6785932" y="351292"/>
            <a:ext cx="4410075" cy="2644775"/>
            <a:chOff x="6785932" y="351292"/>
            <a:chExt cx="4410075" cy="2644775"/>
          </a:xfrm>
        </p:grpSpPr>
        <p:sp>
          <p:nvSpPr>
            <p:cNvPr id="4705" name="Google Shape;4705;p79"/>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06" name="Google Shape;4706;p79"/>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07" name="Google Shape;4707;p79"/>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08" name="Google Shape;4708;p79"/>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09" name="Google Shape;4709;p79"/>
            <p:cNvGrpSpPr/>
            <p:nvPr/>
          </p:nvGrpSpPr>
          <p:grpSpPr>
            <a:xfrm>
              <a:off x="6927220" y="1057729"/>
              <a:ext cx="1030287" cy="274638"/>
              <a:chOff x="1895" y="3931"/>
              <a:chExt cx="649" cy="173"/>
            </a:xfrm>
          </p:grpSpPr>
          <p:sp>
            <p:nvSpPr>
              <p:cNvPr id="4710" name="Google Shape;4710;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1" name="Google Shape;4711;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2" name="Google Shape;4712;p79"/>
            <p:cNvGrpSpPr/>
            <p:nvPr/>
          </p:nvGrpSpPr>
          <p:grpSpPr>
            <a:xfrm>
              <a:off x="6946270" y="1332367"/>
              <a:ext cx="1030287" cy="274638"/>
              <a:chOff x="1895" y="3931"/>
              <a:chExt cx="649" cy="173"/>
            </a:xfrm>
          </p:grpSpPr>
          <p:sp>
            <p:nvSpPr>
              <p:cNvPr id="4713" name="Google Shape;4713;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4" name="Google Shape;4714;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5" name="Google Shape;4715;p79"/>
            <p:cNvGrpSpPr/>
            <p:nvPr/>
          </p:nvGrpSpPr>
          <p:grpSpPr>
            <a:xfrm>
              <a:off x="6954207" y="1595892"/>
              <a:ext cx="1030287" cy="274638"/>
              <a:chOff x="1895" y="3931"/>
              <a:chExt cx="649" cy="173"/>
            </a:xfrm>
          </p:grpSpPr>
          <p:sp>
            <p:nvSpPr>
              <p:cNvPr id="4716" name="Google Shape;4716;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7" name="Google Shape;4717;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18" name="Google Shape;4718;p79"/>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719" name="Google Shape;4719;p79"/>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720" name="Google Shape;4720;p79"/>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21" name="Google Shape;4721;p79"/>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2" name="Google Shape;4722;p79"/>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23" name="Google Shape;4723;p79"/>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724" name="Google Shape;4724;p79"/>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5" name="Google Shape;4725;p79"/>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726" name="Google Shape;4726;p79"/>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27" name="Google Shape;4727;p79"/>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8" name="Google Shape;4728;p79"/>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9" name="Google Shape;4729;p79"/>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30" name="Google Shape;4730;p79"/>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1" name="Google Shape;4731;p79"/>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32" name="Google Shape;4732;p79"/>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3" name="Google Shape;4733;p79"/>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34" name="Google Shape;4734;p79"/>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735" name="Google Shape;4735;p79"/>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736" name="Google Shape;4736;p79"/>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37" name="Google Shape;4737;p79"/>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38" name="Google Shape;4738;p79"/>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739" name="Google Shape;4739;p79"/>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740" name="Google Shape;4740;p79"/>
            <p:cNvGrpSpPr/>
            <p:nvPr/>
          </p:nvGrpSpPr>
          <p:grpSpPr>
            <a:xfrm>
              <a:off x="6957382" y="2037217"/>
              <a:ext cx="1030287" cy="274638"/>
              <a:chOff x="2667" y="3750"/>
              <a:chExt cx="649" cy="173"/>
            </a:xfrm>
          </p:grpSpPr>
          <p:sp>
            <p:nvSpPr>
              <p:cNvPr id="4741" name="Google Shape;4741;p79"/>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42" name="Google Shape;4742;p79"/>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743" name="Google Shape;4743;p79"/>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744" name="Google Shape;4744;p79"/>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745" name="Google Shape;4745;p79"/>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
        <p:nvSpPr>
          <p:cNvPr id="4746" name="Google Shape;474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4"/>
                                        </p:tgtEl>
                                        <p:attrNameLst>
                                          <p:attrName>style.visibility</p:attrName>
                                        </p:attrNameLst>
                                      </p:cBhvr>
                                      <p:to>
                                        <p:strVal val="visible"/>
                                      </p:to>
                                    </p:set>
                                    <p:animEffect filter="fade" transition="in">
                                      <p:cBhvr>
                                        <p:cTn dur="500"/>
                                        <p:tgtEl>
                                          <p:spTgt spid="4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500"/>
                                        <p:tgtEl>
                                          <p:spTgt spid="4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7"/>
                                        </p:tgtEl>
                                        <p:attrNameLst>
                                          <p:attrName>style.visibility</p:attrName>
                                        </p:attrNameLst>
                                      </p:cBhvr>
                                      <p:to>
                                        <p:strVal val="visible"/>
                                      </p:to>
                                    </p:set>
                                    <p:animEffect filter="fade" transition="in">
                                      <p:cBhvr>
                                        <p:cTn dur="500"/>
                                        <p:tgtEl>
                                          <p:spTgt spid="4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3"/>
                                        </p:tgtEl>
                                        <p:attrNameLst>
                                          <p:attrName>style.visibility</p:attrName>
                                        </p:attrNameLst>
                                      </p:cBhvr>
                                      <p:to>
                                        <p:strVal val="visible"/>
                                      </p:to>
                                    </p:set>
                                    <p:animEffect filter="fade" transition="in">
                                      <p:cBhvr>
                                        <p:cTn dur="500"/>
                                        <p:tgtEl>
                                          <p:spTgt spid="4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51" name="Shape 4751"/>
        <p:cNvGrpSpPr/>
        <p:nvPr/>
      </p:nvGrpSpPr>
      <p:grpSpPr>
        <a:xfrm>
          <a:off x="0" y="0"/>
          <a:ext cx="0" cy="0"/>
          <a:chOff x="0" y="0"/>
          <a:chExt cx="0" cy="0"/>
        </a:xfrm>
      </p:grpSpPr>
      <p:sp>
        <p:nvSpPr>
          <p:cNvPr id="4752" name="Google Shape;4752;p80"/>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4753" name="Google Shape;4753;p80"/>
          <p:cNvSpPr/>
          <p:nvPr/>
        </p:nvSpPr>
        <p:spPr>
          <a:xfrm>
            <a:off x="1004797" y="3949577"/>
            <a:ext cx="5038193" cy="23580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and window size to avoid problem in scenario (b)?</a:t>
            </a:r>
            <a:endParaRPr/>
          </a:p>
        </p:txBody>
      </p:sp>
      <p:grpSp>
        <p:nvGrpSpPr>
          <p:cNvPr id="4754" name="Google Shape;4754;p80"/>
          <p:cNvGrpSpPr/>
          <p:nvPr/>
        </p:nvGrpSpPr>
        <p:grpSpPr>
          <a:xfrm>
            <a:off x="6931293" y="4061030"/>
            <a:ext cx="4257675" cy="2225676"/>
            <a:chOff x="6909757" y="4181931"/>
            <a:chExt cx="4257675" cy="2225676"/>
          </a:xfrm>
        </p:grpSpPr>
        <p:grpSp>
          <p:nvGrpSpPr>
            <p:cNvPr id="4755" name="Google Shape;4755;p80"/>
            <p:cNvGrpSpPr/>
            <p:nvPr/>
          </p:nvGrpSpPr>
          <p:grpSpPr>
            <a:xfrm>
              <a:off x="6909757" y="4258131"/>
              <a:ext cx="1030288" cy="274638"/>
              <a:chOff x="1895" y="3931"/>
              <a:chExt cx="649" cy="173"/>
            </a:xfrm>
          </p:grpSpPr>
          <p:sp>
            <p:nvSpPr>
              <p:cNvPr id="4756" name="Google Shape;4756;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57" name="Google Shape;4757;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58" name="Google Shape;4758;p80"/>
            <p:cNvGrpSpPr/>
            <p:nvPr/>
          </p:nvGrpSpPr>
          <p:grpSpPr>
            <a:xfrm>
              <a:off x="6928807" y="4532769"/>
              <a:ext cx="1030288" cy="274638"/>
              <a:chOff x="1895" y="3931"/>
              <a:chExt cx="649" cy="173"/>
            </a:xfrm>
          </p:grpSpPr>
          <p:sp>
            <p:nvSpPr>
              <p:cNvPr id="4759" name="Google Shape;4759;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0" name="Google Shape;4760;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61" name="Google Shape;4761;p80"/>
            <p:cNvGrpSpPr/>
            <p:nvPr/>
          </p:nvGrpSpPr>
          <p:grpSpPr>
            <a:xfrm>
              <a:off x="6936745" y="4796294"/>
              <a:ext cx="1030288" cy="274638"/>
              <a:chOff x="1895" y="3931"/>
              <a:chExt cx="649" cy="173"/>
            </a:xfrm>
          </p:grpSpPr>
          <p:sp>
            <p:nvSpPr>
              <p:cNvPr id="4762" name="Google Shape;4762;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3" name="Google Shape;4763;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64" name="Google Shape;4764;p80"/>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765" name="Google Shape;4765;p80"/>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766" name="Google Shape;4766;p80"/>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67" name="Google Shape;4767;p80"/>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68" name="Google Shape;4768;p80"/>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69" name="Google Shape;4769;p80"/>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770" name="Google Shape;4770;p80"/>
            <p:cNvGrpSpPr/>
            <p:nvPr/>
          </p:nvGrpSpPr>
          <p:grpSpPr>
            <a:xfrm>
              <a:off x="6939920" y="5828170"/>
              <a:ext cx="1030288" cy="274638"/>
              <a:chOff x="1895" y="3931"/>
              <a:chExt cx="649" cy="173"/>
            </a:xfrm>
          </p:grpSpPr>
          <p:sp>
            <p:nvSpPr>
              <p:cNvPr id="4771" name="Google Shape;4771;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2" name="Google Shape;4772;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73" name="Google Shape;4773;p80"/>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74" name="Google Shape;4774;p80"/>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75" name="Google Shape;4775;p80"/>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776" name="Google Shape;4776;p80"/>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7" name="Google Shape;4777;p80"/>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78" name="Google Shape;4778;p80"/>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9" name="Google Shape;4779;p80"/>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80" name="Google Shape;4780;p80"/>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81" name="Google Shape;4781;p80"/>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82" name="Google Shape;4782;p80"/>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783" name="Google Shape;4783;p80"/>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784" name="Google Shape;4784;p80"/>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785" name="Google Shape;4785;p80"/>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6" name="Google Shape;4786;p80"/>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7" name="Google Shape;4787;p80"/>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8" name="Google Shape;4788;p80"/>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89" name="Google Shape;4789;p80"/>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90" name="Google Shape;4790;p80"/>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91" name="Google Shape;4791;p80"/>
          <p:cNvGrpSpPr/>
          <p:nvPr/>
        </p:nvGrpSpPr>
        <p:grpSpPr>
          <a:xfrm>
            <a:off x="6785932" y="351292"/>
            <a:ext cx="4410075" cy="2644775"/>
            <a:chOff x="6785932" y="351292"/>
            <a:chExt cx="4410075" cy="2644775"/>
          </a:xfrm>
        </p:grpSpPr>
        <p:sp>
          <p:nvSpPr>
            <p:cNvPr id="4792" name="Google Shape;4792;p80"/>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93" name="Google Shape;4793;p80"/>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94" name="Google Shape;4794;p80"/>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95" name="Google Shape;4795;p80"/>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96" name="Google Shape;4796;p80"/>
            <p:cNvGrpSpPr/>
            <p:nvPr/>
          </p:nvGrpSpPr>
          <p:grpSpPr>
            <a:xfrm>
              <a:off x="6927220" y="1057729"/>
              <a:ext cx="1030287" cy="274638"/>
              <a:chOff x="1895" y="3931"/>
              <a:chExt cx="649" cy="173"/>
            </a:xfrm>
          </p:grpSpPr>
          <p:sp>
            <p:nvSpPr>
              <p:cNvPr id="4797" name="Google Shape;4797;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98" name="Google Shape;4798;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99" name="Google Shape;4799;p80"/>
            <p:cNvGrpSpPr/>
            <p:nvPr/>
          </p:nvGrpSpPr>
          <p:grpSpPr>
            <a:xfrm>
              <a:off x="6946270" y="1332367"/>
              <a:ext cx="1030287" cy="274638"/>
              <a:chOff x="1895" y="3931"/>
              <a:chExt cx="649" cy="173"/>
            </a:xfrm>
          </p:grpSpPr>
          <p:sp>
            <p:nvSpPr>
              <p:cNvPr id="4800" name="Google Shape;4800;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1" name="Google Shape;4801;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802" name="Google Shape;4802;p80"/>
            <p:cNvGrpSpPr/>
            <p:nvPr/>
          </p:nvGrpSpPr>
          <p:grpSpPr>
            <a:xfrm>
              <a:off x="6954207" y="1595892"/>
              <a:ext cx="1030287" cy="274638"/>
              <a:chOff x="1895" y="3931"/>
              <a:chExt cx="649" cy="173"/>
            </a:xfrm>
          </p:grpSpPr>
          <p:sp>
            <p:nvSpPr>
              <p:cNvPr id="4803" name="Google Shape;4803;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4" name="Google Shape;4804;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805" name="Google Shape;4805;p80"/>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806" name="Google Shape;4806;p80"/>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807" name="Google Shape;4807;p80"/>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808" name="Google Shape;4808;p80"/>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09" name="Google Shape;4809;p80"/>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810" name="Google Shape;4810;p80"/>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811" name="Google Shape;4811;p80"/>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2" name="Google Shape;4812;p80"/>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813" name="Google Shape;4813;p80"/>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814" name="Google Shape;4814;p80"/>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15" name="Google Shape;4815;p80"/>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6" name="Google Shape;4816;p80"/>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817" name="Google Shape;4817;p80"/>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8" name="Google Shape;4818;p80"/>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819" name="Google Shape;4819;p80"/>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0" name="Google Shape;4820;p80"/>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821" name="Google Shape;4821;p80"/>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822" name="Google Shape;4822;p80"/>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823" name="Google Shape;4823;p80"/>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824" name="Google Shape;4824;p80"/>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825" name="Google Shape;4825;p80"/>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826" name="Google Shape;4826;p80"/>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827" name="Google Shape;4827;p80"/>
            <p:cNvGrpSpPr/>
            <p:nvPr/>
          </p:nvGrpSpPr>
          <p:grpSpPr>
            <a:xfrm>
              <a:off x="6957382" y="2037217"/>
              <a:ext cx="1030287" cy="274638"/>
              <a:chOff x="2667" y="3750"/>
              <a:chExt cx="649" cy="173"/>
            </a:xfrm>
          </p:grpSpPr>
          <p:sp>
            <p:nvSpPr>
              <p:cNvPr id="4828" name="Google Shape;4828;p80"/>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9" name="Google Shape;4829;p80"/>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830" name="Google Shape;4830;p80"/>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831" name="Google Shape;4831;p80"/>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832" name="Google Shape;4832;p80"/>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4833" name="Google Shape;4833;p80"/>
          <p:cNvGrpSpPr/>
          <p:nvPr/>
        </p:nvGrpSpPr>
        <p:grpSpPr>
          <a:xfrm>
            <a:off x="6612895" y="981529"/>
            <a:ext cx="2769497" cy="5564188"/>
            <a:chOff x="6612895" y="981529"/>
            <a:chExt cx="2769497" cy="5564188"/>
          </a:xfrm>
        </p:grpSpPr>
        <p:sp>
          <p:nvSpPr>
            <p:cNvPr id="4834" name="Google Shape;4834;p80"/>
            <p:cNvSpPr/>
            <p:nvPr/>
          </p:nvSpPr>
          <p:spPr>
            <a:xfrm>
              <a:off x="6612895" y="981529"/>
              <a:ext cx="2463800" cy="5564188"/>
            </a:xfrm>
            <a:prstGeom prst="rect">
              <a:avLst/>
            </a:prstGeom>
            <a:solidFill>
              <a:schemeClr val="lt1">
                <a:alpha val="9686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35" name="Google Shape;4835;p80"/>
            <p:cNvGrpSpPr/>
            <p:nvPr/>
          </p:nvGrpSpPr>
          <p:grpSpPr>
            <a:xfrm>
              <a:off x="8864867" y="1005799"/>
              <a:ext cx="517525" cy="5278437"/>
              <a:chOff x="3821" y="550"/>
              <a:chExt cx="326" cy="3325"/>
            </a:xfrm>
          </p:grpSpPr>
          <p:pic>
            <p:nvPicPr>
              <p:cNvPr descr="curtain" id="4836" name="Google Shape;4836;p80"/>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4837" name="Google Shape;4837;p80"/>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4838" name="Google Shape;4838;p80"/>
          <p:cNvSpPr txBox="1"/>
          <p:nvPr/>
        </p:nvSpPr>
        <p:spPr>
          <a:xfrm>
            <a:off x="6811617" y="2358260"/>
            <a:ext cx="2107096" cy="2308324"/>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
        <p:nvSpPr>
          <p:cNvPr id="4839" name="Google Shape;4839;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38"/>
                                        </p:tgtEl>
                                        <p:attrNameLst>
                                          <p:attrName>style.visibility</p:attrName>
                                        </p:attrNameLst>
                                      </p:cBhvr>
                                      <p:to>
                                        <p:strVal val="visible"/>
                                      </p:to>
                                    </p:set>
                                    <p:animEffect filter="fade" transition="in">
                                      <p:cBhvr>
                                        <p:cTn dur="500"/>
                                        <p:tgtEl>
                                          <p:spTgt spid="4838"/>
                                        </p:tgtEl>
                                      </p:cBhvr>
                                    </p:animEffect>
                                  </p:childTnLst>
                                </p:cTn>
                              </p:par>
                              <p:par>
                                <p:cTn fill="hold" nodeType="withEffect" presetClass="entr" presetID="10" presetSubtype="0">
                                  <p:stCondLst>
                                    <p:cond delay="0"/>
                                  </p:stCondLst>
                                  <p:childTnLst>
                                    <p:set>
                                      <p:cBhvr>
                                        <p:cTn dur="1" fill="hold">
                                          <p:stCondLst>
                                            <p:cond delay="0"/>
                                          </p:stCondLst>
                                        </p:cTn>
                                        <p:tgtEl>
                                          <p:spTgt spid="4833"/>
                                        </p:tgtEl>
                                        <p:attrNameLst>
                                          <p:attrName>style.visibility</p:attrName>
                                        </p:attrNameLst>
                                      </p:cBhvr>
                                      <p:to>
                                        <p:strVal val="visible"/>
                                      </p:to>
                                    </p:set>
                                    <p:animEffect filter="fade" transition="in">
                                      <p:cBhvr>
                                        <p:cTn dur="500"/>
                                        <p:tgtEl>
                                          <p:spTgt spid="48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3"/>
                                        </p:tgtEl>
                                        <p:attrNameLst>
                                          <p:attrName>style.visibility</p:attrName>
                                        </p:attrNameLst>
                                      </p:cBhvr>
                                      <p:to>
                                        <p:strVal val="visible"/>
                                      </p:to>
                                    </p:set>
                                    <p:animEffect filter="fade" transition="in">
                                      <p:cBhvr>
                                        <p:cTn dur="500"/>
                                        <p:tgtEl>
                                          <p:spTgt spid="4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4" name="Shape 4844"/>
        <p:cNvGrpSpPr/>
        <p:nvPr/>
      </p:nvGrpSpPr>
      <p:grpSpPr>
        <a:xfrm>
          <a:off x="0" y="0"/>
          <a:ext cx="0" cy="0"/>
          <a:chOff x="0" y="0"/>
          <a:chExt cx="0" cy="0"/>
        </a:xfrm>
      </p:grpSpPr>
      <p:sp>
        <p:nvSpPr>
          <p:cNvPr id="4845" name="Google Shape;4845;p8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4846" name="Google Shape;4846;p81"/>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SzPts val="2400"/>
              <a:buFont typeface="Arial"/>
              <a:buChar char="•"/>
            </a:pPr>
            <a:r>
              <a:rPr lang="en-US"/>
              <a:t>segment structure</a:t>
            </a:r>
            <a:endParaRPr/>
          </a:p>
          <a:p>
            <a:pPr indent="-288925" lvl="1" marL="746125" rtl="0" algn="l">
              <a:lnSpc>
                <a:spcPct val="90000"/>
              </a:lnSpc>
              <a:spcBef>
                <a:spcPts val="500"/>
              </a:spcBef>
              <a:spcAft>
                <a:spcPts val="0"/>
              </a:spcAft>
              <a:buSzPts val="2400"/>
              <a:buFont typeface="Arial"/>
              <a:buChar char="•"/>
            </a:pPr>
            <a:r>
              <a:rPr lang="en-US"/>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47" name="Google Shape;4847;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4848" name="Google Shape;4848;p8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3" name="Shape 4853"/>
        <p:cNvGrpSpPr/>
        <p:nvPr/>
      </p:nvGrpSpPr>
      <p:grpSpPr>
        <a:xfrm>
          <a:off x="0" y="0"/>
          <a:ext cx="0" cy="0"/>
          <a:chOff x="0" y="0"/>
          <a:chExt cx="0" cy="0"/>
        </a:xfrm>
      </p:grpSpPr>
      <p:sp>
        <p:nvSpPr>
          <p:cNvPr id="4854" name="Google Shape;4854;p8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4855" name="Google Shape;4855;p82"/>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4856" name="Google Shape;4856;p82"/>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stream: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57" name="Google Shape;4857;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5"/>
                                        </p:tgtEl>
                                        <p:attrNameLst>
                                          <p:attrName>style.visibility</p:attrName>
                                        </p:attrNameLst>
                                      </p:cBhvr>
                                      <p:to>
                                        <p:strVal val="visible"/>
                                      </p:to>
                                    </p:set>
                                    <p:animEffect filter="fade" transition="in">
                                      <p:cBhvr>
                                        <p:cTn dur="500"/>
                                        <p:tgtEl>
                                          <p:spTgt spid="4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2" name="Shape 4862"/>
        <p:cNvGrpSpPr/>
        <p:nvPr/>
      </p:nvGrpSpPr>
      <p:grpSpPr>
        <a:xfrm>
          <a:off x="0" y="0"/>
          <a:ext cx="0" cy="0"/>
          <a:chOff x="0" y="0"/>
          <a:chExt cx="0" cy="0"/>
        </a:xfrm>
      </p:grpSpPr>
      <p:sp>
        <p:nvSpPr>
          <p:cNvPr id="4863" name="Google Shape;4863;p8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4864" name="Google Shape;4864;p83"/>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65" name="Google Shape;4865;p83"/>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4866" name="Google Shape;4866;p83"/>
          <p:cNvGrpSpPr/>
          <p:nvPr/>
        </p:nvGrpSpPr>
        <p:grpSpPr>
          <a:xfrm>
            <a:off x="4495573" y="1661303"/>
            <a:ext cx="3450544" cy="401997"/>
            <a:chOff x="4495573" y="1661303"/>
            <a:chExt cx="3450544" cy="401997"/>
          </a:xfrm>
        </p:grpSpPr>
        <p:sp>
          <p:nvSpPr>
            <p:cNvPr id="4867" name="Google Shape;4867;p83"/>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4868" name="Google Shape;4868;p83"/>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4869" name="Google Shape;4869;p83"/>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4870" name="Google Shape;4870;p83"/>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4871" name="Google Shape;4871;p83"/>
          <p:cNvGrpSpPr/>
          <p:nvPr/>
        </p:nvGrpSpPr>
        <p:grpSpPr>
          <a:xfrm>
            <a:off x="4324123" y="1145724"/>
            <a:ext cx="3935412" cy="366713"/>
            <a:chOff x="4324123" y="1145724"/>
            <a:chExt cx="3935412" cy="366713"/>
          </a:xfrm>
        </p:grpSpPr>
        <p:sp>
          <p:nvSpPr>
            <p:cNvPr id="4872" name="Google Shape;4872;p83"/>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4873" name="Google Shape;4873;p83"/>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4874" name="Google Shape;4874;p83"/>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4875" name="Google Shape;4875;p83"/>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6" name="Google Shape;4876;p83"/>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4877" name="Google Shape;4877;p83"/>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8" name="Google Shape;4878;p83"/>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9" name="Google Shape;4879;p83"/>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4880" name="Google Shape;4880;p83"/>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881" name="Google Shape;4881;p83"/>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882" name="Google Shape;4882;p83"/>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4883" name="Google Shape;4883;p83"/>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4884" name="Google Shape;4884;p83"/>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885" name="Google Shape;4885;p83"/>
          <p:cNvGrpSpPr/>
          <p:nvPr/>
        </p:nvGrpSpPr>
        <p:grpSpPr>
          <a:xfrm>
            <a:off x="6405335" y="2817362"/>
            <a:ext cx="5252586" cy="731484"/>
            <a:chOff x="6405335" y="2817362"/>
            <a:chExt cx="5252586" cy="731484"/>
          </a:xfrm>
        </p:grpSpPr>
        <p:sp>
          <p:nvSpPr>
            <p:cNvPr id="4886" name="Google Shape;4886;p83"/>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4887" name="Google Shape;4887;p83"/>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4888" name="Google Shape;4888;p83"/>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4889" name="Google Shape;4889;p83"/>
          <p:cNvGrpSpPr/>
          <p:nvPr/>
        </p:nvGrpSpPr>
        <p:grpSpPr>
          <a:xfrm>
            <a:off x="4979760" y="1674436"/>
            <a:ext cx="7040433" cy="1034129"/>
            <a:chOff x="4979760" y="1674436"/>
            <a:chExt cx="7040433" cy="1034129"/>
          </a:xfrm>
        </p:grpSpPr>
        <p:sp>
          <p:nvSpPr>
            <p:cNvPr id="4890" name="Google Shape;4890;p83"/>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4891" name="Google Shape;4891;p83"/>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4892" name="Google Shape;4892;p83"/>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4893" name="Google Shape;4893;p83"/>
          <p:cNvGrpSpPr/>
          <p:nvPr/>
        </p:nvGrpSpPr>
        <p:grpSpPr>
          <a:xfrm>
            <a:off x="5398860" y="4614412"/>
            <a:ext cx="5770816" cy="1113459"/>
            <a:chOff x="5398860" y="4614412"/>
            <a:chExt cx="5770816" cy="1113459"/>
          </a:xfrm>
        </p:grpSpPr>
        <p:sp>
          <p:nvSpPr>
            <p:cNvPr id="4894" name="Google Shape;4894;p83"/>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4895" name="Google Shape;4895;p83"/>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4896" name="Google Shape;4896;p83"/>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4897" name="Google Shape;4897;p83"/>
          <p:cNvGrpSpPr/>
          <p:nvPr/>
        </p:nvGrpSpPr>
        <p:grpSpPr>
          <a:xfrm>
            <a:off x="230393" y="1952743"/>
            <a:ext cx="7771793" cy="1241280"/>
            <a:chOff x="230393" y="1952743"/>
            <a:chExt cx="7771793" cy="1241280"/>
          </a:xfrm>
        </p:grpSpPr>
        <p:sp>
          <p:nvSpPr>
            <p:cNvPr id="4898" name="Google Shape;4898;p83"/>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4899" name="Google Shape;4899;p83"/>
            <p:cNvGrpSpPr/>
            <p:nvPr/>
          </p:nvGrpSpPr>
          <p:grpSpPr>
            <a:xfrm>
              <a:off x="230393" y="1952743"/>
              <a:ext cx="7771793" cy="971860"/>
              <a:chOff x="217867" y="1965269"/>
              <a:chExt cx="7771793" cy="971860"/>
            </a:xfrm>
          </p:grpSpPr>
          <p:sp>
            <p:nvSpPr>
              <p:cNvPr id="4900" name="Google Shape;4900;p83"/>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4901" name="Google Shape;4901;p83"/>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4902" name="Google Shape;4902;p83"/>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903" name="Google Shape;4903;p83"/>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4904" name="Google Shape;4904;p83"/>
          <p:cNvGrpSpPr/>
          <p:nvPr/>
        </p:nvGrpSpPr>
        <p:grpSpPr>
          <a:xfrm>
            <a:off x="1895418" y="3659802"/>
            <a:ext cx="5828956" cy="1090980"/>
            <a:chOff x="1895418" y="3659802"/>
            <a:chExt cx="5828956" cy="1090980"/>
          </a:xfrm>
        </p:grpSpPr>
        <p:sp>
          <p:nvSpPr>
            <p:cNvPr id="4905" name="Google Shape;4905;p83"/>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4906" name="Google Shape;4906;p83"/>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4907" name="Google Shape;4907;p83"/>
            <p:cNvCxnSpPr>
              <a:stCxn id="4906" idx="3"/>
              <a:endCxn id="4905"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4908" name="Google Shape;4908;p83"/>
          <p:cNvGrpSpPr/>
          <p:nvPr/>
        </p:nvGrpSpPr>
        <p:grpSpPr>
          <a:xfrm>
            <a:off x="318075" y="2819126"/>
            <a:ext cx="4456458" cy="424732"/>
            <a:chOff x="318075" y="2819126"/>
            <a:chExt cx="4456458" cy="424732"/>
          </a:xfrm>
        </p:grpSpPr>
        <p:sp>
          <p:nvSpPr>
            <p:cNvPr id="4909" name="Google Shape;4909;p83"/>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4910" name="Google Shape;4910;p83"/>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4911" name="Google Shape;4911;p83"/>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912" name="Google Shape;4912;p83"/>
          <p:cNvGrpSpPr/>
          <p:nvPr/>
        </p:nvGrpSpPr>
        <p:grpSpPr>
          <a:xfrm>
            <a:off x="-24878" y="3174115"/>
            <a:ext cx="6031751" cy="424732"/>
            <a:chOff x="-24878" y="3174115"/>
            <a:chExt cx="6031751" cy="424732"/>
          </a:xfrm>
        </p:grpSpPr>
        <p:sp>
          <p:nvSpPr>
            <p:cNvPr id="4913" name="Google Shape;4913;p83"/>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4914" name="Google Shape;4914;p83"/>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4915" name="Google Shape;4915;p83"/>
            <p:cNvCxnSpPr>
              <a:stCxn id="4914" idx="3"/>
              <a:endCxn id="4913"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4916" name="Google Shape;4916;p83"/>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4917" name="Google Shape;4917;p83"/>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918" name="Google Shape;4918;p83"/>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19" name="Google Shape;4919;p83"/>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20" name="Google Shape;4920;p83"/>
          <p:cNvGrpSpPr/>
          <p:nvPr/>
        </p:nvGrpSpPr>
        <p:grpSpPr>
          <a:xfrm>
            <a:off x="172543" y="2863949"/>
            <a:ext cx="6190466" cy="2660551"/>
            <a:chOff x="172543" y="2863949"/>
            <a:chExt cx="6190466" cy="2660551"/>
          </a:xfrm>
        </p:grpSpPr>
        <p:sp>
          <p:nvSpPr>
            <p:cNvPr id="4921" name="Google Shape;4921;p83"/>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4922" name="Google Shape;4922;p83"/>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23" name="Google Shape;4923;p83"/>
            <p:cNvGrpSpPr/>
            <p:nvPr/>
          </p:nvGrpSpPr>
          <p:grpSpPr>
            <a:xfrm>
              <a:off x="5775299" y="2863949"/>
              <a:ext cx="587710" cy="339181"/>
              <a:chOff x="5775299" y="2863949"/>
              <a:chExt cx="587710" cy="339181"/>
            </a:xfrm>
          </p:grpSpPr>
          <p:sp>
            <p:nvSpPr>
              <p:cNvPr id="4924" name="Google Shape;4924;p83"/>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4925" name="Google Shape;4925;p83"/>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4926" name="Google Shape;4926;p83"/>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4927" name="Google Shape;4927;p83"/>
          <p:cNvGrpSpPr/>
          <p:nvPr/>
        </p:nvGrpSpPr>
        <p:grpSpPr>
          <a:xfrm>
            <a:off x="5277007" y="2859957"/>
            <a:ext cx="2976178" cy="719405"/>
            <a:chOff x="5277007" y="2859957"/>
            <a:chExt cx="2976178" cy="719405"/>
          </a:xfrm>
        </p:grpSpPr>
        <p:sp>
          <p:nvSpPr>
            <p:cNvPr id="4928" name="Google Shape;4928;p83"/>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4929" name="Google Shape;4929;p83"/>
            <p:cNvGrpSpPr/>
            <p:nvPr/>
          </p:nvGrpSpPr>
          <p:grpSpPr>
            <a:xfrm>
              <a:off x="5277007" y="2859957"/>
              <a:ext cx="627836" cy="345695"/>
              <a:chOff x="5527528" y="3067992"/>
              <a:chExt cx="627836" cy="345695"/>
            </a:xfrm>
          </p:grpSpPr>
          <p:sp>
            <p:nvSpPr>
              <p:cNvPr id="4930" name="Google Shape;4930;p83"/>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4931" name="Google Shape;4931;p83"/>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4932" name="Google Shape;4932;p83"/>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33" name="Google Shape;4933;p83"/>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34" name="Google Shape;4934;p83"/>
          <p:cNvGrpSpPr/>
          <p:nvPr/>
        </p:nvGrpSpPr>
        <p:grpSpPr>
          <a:xfrm>
            <a:off x="182880" y="2863950"/>
            <a:ext cx="5235245" cy="1390074"/>
            <a:chOff x="182880" y="2863950"/>
            <a:chExt cx="5235245" cy="1390074"/>
          </a:xfrm>
        </p:grpSpPr>
        <p:grpSp>
          <p:nvGrpSpPr>
            <p:cNvPr id="4935" name="Google Shape;4935;p83"/>
            <p:cNvGrpSpPr/>
            <p:nvPr/>
          </p:nvGrpSpPr>
          <p:grpSpPr>
            <a:xfrm>
              <a:off x="4962499" y="2863950"/>
              <a:ext cx="455626" cy="338554"/>
              <a:chOff x="4962499" y="2863950"/>
              <a:chExt cx="455626" cy="338554"/>
            </a:xfrm>
          </p:grpSpPr>
          <p:sp>
            <p:nvSpPr>
              <p:cNvPr id="4936" name="Google Shape;4936;p83"/>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4937" name="Google Shape;4937;p83"/>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4938" name="Google Shape;4938;p83"/>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4939" name="Google Shape;4939;p83"/>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940" name="Google Shape;4940;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6"/>
                                        </p:tgtEl>
                                        <p:attrNameLst>
                                          <p:attrName>style.visibility</p:attrName>
                                        </p:attrNameLst>
                                      </p:cBhvr>
                                      <p:to>
                                        <p:strVal val="visible"/>
                                      </p:to>
                                    </p:set>
                                    <p:animEffect filter="fade" transition="in">
                                      <p:cBhvr>
                                        <p:cTn dur="500"/>
                                        <p:tgtEl>
                                          <p:spTgt spid="4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9"/>
                                        </p:tgtEl>
                                        <p:attrNameLst>
                                          <p:attrName>style.visibility</p:attrName>
                                        </p:attrNameLst>
                                      </p:cBhvr>
                                      <p:to>
                                        <p:strVal val="visible"/>
                                      </p:to>
                                    </p:set>
                                    <p:animEffect filter="fade" transition="in">
                                      <p:cBhvr>
                                        <p:cTn dur="500"/>
                                        <p:tgtEl>
                                          <p:spTgt spid="4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7"/>
                                        </p:tgtEl>
                                        <p:attrNameLst>
                                          <p:attrName>style.visibility</p:attrName>
                                        </p:attrNameLst>
                                      </p:cBhvr>
                                      <p:to>
                                        <p:strVal val="visible"/>
                                      </p:to>
                                    </p:set>
                                    <p:animEffect filter="fade" transition="in">
                                      <p:cBhvr>
                                        <p:cTn dur="500"/>
                                        <p:tgtEl>
                                          <p:spTgt spid="4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3"/>
                                        </p:tgtEl>
                                        <p:attrNameLst>
                                          <p:attrName>style.visibility</p:attrName>
                                        </p:attrNameLst>
                                      </p:cBhvr>
                                      <p:to>
                                        <p:strVal val="visible"/>
                                      </p:to>
                                    </p:set>
                                    <p:animEffect filter="fade" transition="in">
                                      <p:cBhvr>
                                        <p:cTn dur="500"/>
                                        <p:tgtEl>
                                          <p:spTgt spid="4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2"/>
                                        </p:tgtEl>
                                        <p:attrNameLst>
                                          <p:attrName>style.visibility</p:attrName>
                                        </p:attrNameLst>
                                      </p:cBhvr>
                                      <p:to>
                                        <p:strVal val="visible"/>
                                      </p:to>
                                    </p:set>
                                    <p:animEffect filter="fade" transition="in">
                                      <p:cBhvr>
                                        <p:cTn dur="500"/>
                                        <p:tgtEl>
                                          <p:spTgt spid="4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4"/>
                                        </p:tgtEl>
                                        <p:attrNameLst>
                                          <p:attrName>style.visibility</p:attrName>
                                        </p:attrNameLst>
                                      </p:cBhvr>
                                      <p:to>
                                        <p:strVal val="visible"/>
                                      </p:to>
                                    </p:set>
                                    <p:animEffect filter="fade" transition="in">
                                      <p:cBhvr>
                                        <p:cTn dur="500"/>
                                        <p:tgtEl>
                                          <p:spTgt spid="4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8"/>
                                        </p:tgtEl>
                                        <p:attrNameLst>
                                          <p:attrName>style.visibility</p:attrName>
                                        </p:attrNameLst>
                                      </p:cBhvr>
                                      <p:to>
                                        <p:strVal val="visible"/>
                                      </p:to>
                                    </p:set>
                                    <p:animEffect filter="fade" transition="in">
                                      <p:cBhvr>
                                        <p:cTn dur="500"/>
                                        <p:tgtEl>
                                          <p:spTgt spid="4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4"/>
                                        </p:tgtEl>
                                        <p:attrNameLst>
                                          <p:attrName>style.visibility</p:attrName>
                                        </p:attrNameLst>
                                      </p:cBhvr>
                                      <p:to>
                                        <p:strVal val="visible"/>
                                      </p:to>
                                    </p:set>
                                    <p:animEffect filter="fade" transition="in">
                                      <p:cBhvr>
                                        <p:cTn dur="500"/>
                                        <p:tgtEl>
                                          <p:spTgt spid="49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7"/>
                                        </p:tgtEl>
                                        <p:attrNameLst>
                                          <p:attrName>style.visibility</p:attrName>
                                        </p:attrNameLst>
                                      </p:cBhvr>
                                      <p:to>
                                        <p:strVal val="visible"/>
                                      </p:to>
                                    </p:set>
                                    <p:animEffect filter="fade" transition="in">
                                      <p:cBhvr>
                                        <p:cTn dur="500"/>
                                        <p:tgtEl>
                                          <p:spTgt spid="49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5" name="Shape 4945"/>
        <p:cNvGrpSpPr/>
        <p:nvPr/>
      </p:nvGrpSpPr>
      <p:grpSpPr>
        <a:xfrm>
          <a:off x="0" y="0"/>
          <a:ext cx="0" cy="0"/>
          <a:chOff x="0" y="0"/>
          <a:chExt cx="0" cy="0"/>
        </a:xfrm>
      </p:grpSpPr>
      <p:sp>
        <p:nvSpPr>
          <p:cNvPr id="4946" name="Google Shape;4946;p8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4947" name="Google Shape;4947;p84"/>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4948" name="Google Shape;4948;p84"/>
          <p:cNvGrpSpPr/>
          <p:nvPr/>
        </p:nvGrpSpPr>
        <p:grpSpPr>
          <a:xfrm>
            <a:off x="7783528" y="3989281"/>
            <a:ext cx="3086106" cy="2541588"/>
            <a:chOff x="3520" y="2404"/>
            <a:chExt cx="1944" cy="1601"/>
          </a:xfrm>
        </p:grpSpPr>
        <p:sp>
          <p:nvSpPr>
            <p:cNvPr id="4949" name="Google Shape;4949;p84"/>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50" name="Google Shape;4950;p84"/>
            <p:cNvGrpSpPr/>
            <p:nvPr/>
          </p:nvGrpSpPr>
          <p:grpSpPr>
            <a:xfrm>
              <a:off x="3731" y="3291"/>
              <a:ext cx="1252" cy="714"/>
              <a:chOff x="1974" y="2984"/>
              <a:chExt cx="1252" cy="714"/>
            </a:xfrm>
          </p:grpSpPr>
          <p:sp>
            <p:nvSpPr>
              <p:cNvPr id="4951" name="Google Shape;4951;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52" name="Google Shape;4952;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4953" name="Google Shape;4953;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4954" name="Google Shape;4954;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4955" name="Google Shape;4955;p84"/>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4956" name="Google Shape;4956;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4957" name="Google Shape;4957;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8" name="Google Shape;4958;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9" name="Google Shape;4959;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60" name="Google Shape;4960;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4961" name="Google Shape;4961;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4962" name="Google Shape;4962;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4963" name="Google Shape;4963;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4964" name="Google Shape;4964;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4965" name="Google Shape;4965;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4966" name="Google Shape;4966;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4967" name="Google Shape;4967;p84"/>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4968" name="Google Shape;4968;p84"/>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969" name="Google Shape;4969;p84"/>
          <p:cNvGrpSpPr/>
          <p:nvPr/>
        </p:nvGrpSpPr>
        <p:grpSpPr>
          <a:xfrm>
            <a:off x="8685214" y="6022869"/>
            <a:ext cx="358775" cy="304800"/>
            <a:chOff x="5144" y="3677"/>
            <a:chExt cx="226" cy="192"/>
          </a:xfrm>
        </p:grpSpPr>
        <p:sp>
          <p:nvSpPr>
            <p:cNvPr id="4970" name="Google Shape;4970;p84"/>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1" name="Google Shape;4971;p84"/>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4972" name="Google Shape;4972;p84"/>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3" name="Google Shape;4973;p84"/>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4" name="Google Shape;4974;p84"/>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5" name="Google Shape;4975;p84"/>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6" name="Google Shape;4976;p84"/>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7" name="Google Shape;4977;p84"/>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8" name="Google Shape;4978;p84"/>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9" name="Google Shape;4979;p84"/>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0" name="Google Shape;4980;p84"/>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1" name="Google Shape;4981;p84"/>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2" name="Google Shape;4982;p84"/>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3" name="Google Shape;4983;p84"/>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4" name="Google Shape;4984;p84"/>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5" name="Google Shape;4985;p84"/>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6" name="Google Shape;4986;p84"/>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7" name="Google Shape;4987;p84"/>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8" name="Google Shape;4988;p84"/>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9" name="Google Shape;4989;p84"/>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0" name="Google Shape;4990;p84"/>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1" name="Google Shape;4991;p84"/>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2" name="Google Shape;4992;p84"/>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3" name="Google Shape;4993;p84"/>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4" name="Google Shape;4994;p84"/>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5" name="Google Shape;4995;p84"/>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6" name="Google Shape;4996;p84"/>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7" name="Google Shape;4997;p84"/>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8" name="Google Shape;4998;p84"/>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9" name="Google Shape;4999;p84"/>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0" name="Google Shape;5000;p84"/>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1" name="Google Shape;5001;p84"/>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2" name="Google Shape;5002;p84"/>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3" name="Google Shape;5003;p84"/>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4" name="Google Shape;5004;p84"/>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5" name="Google Shape;5005;p84"/>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6" name="Google Shape;5006;p84"/>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7" name="Google Shape;5007;p84"/>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8" name="Google Shape;5008;p84"/>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009" name="Google Shape;5009;p84"/>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5010" name="Google Shape;5010;p84"/>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5011" name="Google Shape;5011;p84"/>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5012" name="Google Shape;5012;p84"/>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5013" name="Google Shape;5013;p84"/>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5014" name="Google Shape;5014;p84"/>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5" name="Google Shape;5015;p84"/>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6" name="Google Shape;5016;p84"/>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5017" name="Google Shape;5017;p84"/>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5018" name="Google Shape;5018;p84"/>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5019" name="Google Shape;5019;p84"/>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5020" name="Google Shape;5020;p84"/>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5021" name="Google Shape;5021;p84"/>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5022" name="Google Shape;5022;p84"/>
          <p:cNvGrpSpPr/>
          <p:nvPr/>
        </p:nvGrpSpPr>
        <p:grpSpPr>
          <a:xfrm>
            <a:off x="8696327" y="2882326"/>
            <a:ext cx="593725" cy="136525"/>
            <a:chOff x="4250" y="1692"/>
            <a:chExt cx="374" cy="86"/>
          </a:xfrm>
        </p:grpSpPr>
        <p:cxnSp>
          <p:nvCxnSpPr>
            <p:cNvPr id="5023" name="Google Shape;5023;p84"/>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4" name="Google Shape;5024;p84"/>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5025" name="Google Shape;5025;p84"/>
          <p:cNvGrpSpPr/>
          <p:nvPr/>
        </p:nvGrpSpPr>
        <p:grpSpPr>
          <a:xfrm rot="10800000">
            <a:off x="7793040" y="2896614"/>
            <a:ext cx="593725" cy="136525"/>
            <a:chOff x="4257" y="1699"/>
            <a:chExt cx="374" cy="86"/>
          </a:xfrm>
        </p:grpSpPr>
        <p:cxnSp>
          <p:nvCxnSpPr>
            <p:cNvPr id="5026" name="Google Shape;5026;p84"/>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7" name="Google Shape;5027;p84"/>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5028" name="Google Shape;5028;p84"/>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5029" name="Google Shape;5029;p84"/>
          <p:cNvGrpSpPr/>
          <p:nvPr/>
        </p:nvGrpSpPr>
        <p:grpSpPr>
          <a:xfrm>
            <a:off x="6321427" y="1140839"/>
            <a:ext cx="2952750" cy="1966912"/>
            <a:chOff x="2600" y="665"/>
            <a:chExt cx="1860" cy="1239"/>
          </a:xfrm>
        </p:grpSpPr>
        <p:sp>
          <p:nvSpPr>
            <p:cNvPr id="5030" name="Google Shape;5030;p84"/>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031" name="Google Shape;5031;p84"/>
            <p:cNvGrpSpPr/>
            <p:nvPr/>
          </p:nvGrpSpPr>
          <p:grpSpPr>
            <a:xfrm>
              <a:off x="2820" y="872"/>
              <a:ext cx="1252" cy="714"/>
              <a:chOff x="1976" y="2984"/>
              <a:chExt cx="1252" cy="714"/>
            </a:xfrm>
          </p:grpSpPr>
          <p:sp>
            <p:nvSpPr>
              <p:cNvPr id="5032" name="Google Shape;5032;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33" name="Google Shape;5033;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034" name="Google Shape;5034;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035" name="Google Shape;5035;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5036" name="Google Shape;5036;p84"/>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5037" name="Google Shape;5037;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038" name="Google Shape;5038;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39" name="Google Shape;5039;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0" name="Google Shape;5040;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1" name="Google Shape;5041;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042" name="Google Shape;5042;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043" name="Google Shape;5043;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044" name="Google Shape;5044;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045" name="Google Shape;5045;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046" name="Google Shape;5046;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047" name="Google Shape;5047;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048" name="Google Shape;5048;p84"/>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5049" name="Google Shape;5049;p84"/>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050" name="Google Shape;5050;p84"/>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5051" name="Google Shape;5051;p84"/>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5052" name="Google Shape;5052;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9"/>
                                        </p:tgtEl>
                                        <p:attrNameLst>
                                          <p:attrName>style.visibility</p:attrName>
                                        </p:attrNameLst>
                                      </p:cBhvr>
                                      <p:to>
                                        <p:strVal val="visible"/>
                                      </p:to>
                                    </p:set>
                                    <p:animEffect filter="fade" transition="in">
                                      <p:cBhvr>
                                        <p:cTn dur="500"/>
                                        <p:tgtEl>
                                          <p:spTgt spid="5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8"/>
                                        </p:tgtEl>
                                        <p:attrNameLst>
                                          <p:attrName>style.visibility</p:attrName>
                                        </p:attrNameLst>
                                      </p:cBhvr>
                                      <p:to>
                                        <p:strVal val="visible"/>
                                      </p:to>
                                    </p:set>
                                    <p:animEffect filter="fade" transition="in">
                                      <p:cBhvr>
                                        <p:cTn dur="500"/>
                                        <p:tgtEl>
                                          <p:spTgt spid="4948"/>
                                        </p:tgtEl>
                                      </p:cBhvr>
                                    </p:animEffect>
                                  </p:childTnLst>
                                </p:cTn>
                              </p:par>
                              <p:par>
                                <p:cTn fill="hold" nodeType="withEffect" presetClass="entr" presetID="10" presetSubtype="0">
                                  <p:stCondLst>
                                    <p:cond delay="0"/>
                                  </p:stCondLst>
                                  <p:childTnLst>
                                    <p:set>
                                      <p:cBhvr>
                                        <p:cTn dur="1" fill="hold">
                                          <p:stCondLst>
                                            <p:cond delay="0"/>
                                          </p:stCondLst>
                                        </p:cTn>
                                        <p:tgtEl>
                                          <p:spTgt spid="4969"/>
                                        </p:tgtEl>
                                        <p:attrNameLst>
                                          <p:attrName>style.visibility</p:attrName>
                                        </p:attrNameLst>
                                      </p:cBhvr>
                                      <p:to>
                                        <p:strVal val="visible"/>
                                      </p:to>
                                    </p:set>
                                    <p:animEffect filter="fade" transition="in">
                                      <p:cBhvr>
                                        <p:cTn dur="500"/>
                                        <p:tgtEl>
                                          <p:spTgt spid="4969"/>
                                        </p:tgtEl>
                                      </p:cBhvr>
                                    </p:animEffect>
                                  </p:childTnLst>
                                </p:cTn>
                              </p:par>
                              <p:par>
                                <p:cTn fill="hold" nodeType="withEffect" presetClass="entr" presetID="10" presetSubtype="0">
                                  <p:stCondLst>
                                    <p:cond delay="0"/>
                                  </p:stCondLst>
                                  <p:childTnLst>
                                    <p:set>
                                      <p:cBhvr>
                                        <p:cTn dur="1" fill="hold">
                                          <p:stCondLst>
                                            <p:cond delay="0"/>
                                          </p:stCondLst>
                                        </p:cTn>
                                        <p:tgtEl>
                                          <p:spTgt spid="5050"/>
                                        </p:tgtEl>
                                        <p:attrNameLst>
                                          <p:attrName>style.visibility</p:attrName>
                                        </p:attrNameLst>
                                      </p:cBhvr>
                                      <p:to>
                                        <p:strVal val="visible"/>
                                      </p:to>
                                    </p:set>
                                    <p:animEffect filter="fade" transition="in">
                                      <p:cBhvr>
                                        <p:cTn dur="500"/>
                                        <p:tgtEl>
                                          <p:spTgt spid="5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1"/>
                                        </p:tgtEl>
                                        <p:attrNameLst>
                                          <p:attrName>style.visibility</p:attrName>
                                        </p:attrNameLst>
                                      </p:cBhvr>
                                      <p:to>
                                        <p:strVal val="visible"/>
                                      </p:to>
                                    </p:set>
                                    <p:animEffect filter="fade" transition="in">
                                      <p:cBhvr>
                                        <p:cTn dur="500"/>
                                        <p:tgtEl>
                                          <p:spTgt spid="5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7" name="Shape 5057"/>
        <p:cNvGrpSpPr/>
        <p:nvPr/>
      </p:nvGrpSpPr>
      <p:grpSpPr>
        <a:xfrm>
          <a:off x="0" y="0"/>
          <a:ext cx="0" cy="0"/>
          <a:chOff x="0" y="0"/>
          <a:chExt cx="0" cy="0"/>
        </a:xfrm>
      </p:grpSpPr>
      <p:sp>
        <p:nvSpPr>
          <p:cNvPr id="5058" name="Google Shape;5058;p8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059" name="Google Shape;5059;p85"/>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5060" name="Google Shape;5060;p85"/>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5061" name="Google Shape;5061;p85"/>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5062" name="Google Shape;5062;p85"/>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5063" name="Google Shape;5063;p85"/>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5064" name="Google Shape;5064;p85"/>
          <p:cNvGrpSpPr/>
          <p:nvPr/>
        </p:nvGrpSpPr>
        <p:grpSpPr>
          <a:xfrm>
            <a:off x="1499000" y="2541021"/>
            <a:ext cx="5581275" cy="780392"/>
            <a:chOff x="1499000" y="2541021"/>
            <a:chExt cx="5581275" cy="780392"/>
          </a:xfrm>
        </p:grpSpPr>
        <p:cxnSp>
          <p:nvCxnSpPr>
            <p:cNvPr id="5065" name="Google Shape;5065;p85"/>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5066" name="Google Shape;5066;p85"/>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5067" name="Google Shape;5067;p85"/>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68" name="Google Shape;5068;p85"/>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5069" name="Google Shape;5069;p85"/>
          <p:cNvGrpSpPr/>
          <p:nvPr/>
        </p:nvGrpSpPr>
        <p:grpSpPr>
          <a:xfrm>
            <a:off x="4264368" y="3523026"/>
            <a:ext cx="2813399" cy="800100"/>
            <a:chOff x="4264368" y="3523026"/>
            <a:chExt cx="2813399" cy="800100"/>
          </a:xfrm>
        </p:grpSpPr>
        <p:cxnSp>
          <p:nvCxnSpPr>
            <p:cNvPr id="5070" name="Google Shape;5070;p85"/>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5071" name="Google Shape;5071;p85"/>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2" name="Google Shape;5072;p85"/>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5073" name="Google Shape;5073;p85"/>
          <p:cNvGrpSpPr/>
          <p:nvPr/>
        </p:nvGrpSpPr>
        <p:grpSpPr>
          <a:xfrm>
            <a:off x="4339949" y="4518388"/>
            <a:ext cx="2590800" cy="506413"/>
            <a:chOff x="4339949" y="4518388"/>
            <a:chExt cx="2590800" cy="506413"/>
          </a:xfrm>
        </p:grpSpPr>
        <p:cxnSp>
          <p:nvCxnSpPr>
            <p:cNvPr id="5074" name="Google Shape;5074;p85"/>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5075" name="Google Shape;5075;p85"/>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6" name="Google Shape;5076;p85"/>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5077" name="Google Shape;5077;p85"/>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5078" name="Google Shape;5078;p85"/>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5079" name="Google Shape;5079;p85"/>
          <p:cNvGrpSpPr/>
          <p:nvPr/>
        </p:nvGrpSpPr>
        <p:grpSpPr>
          <a:xfrm>
            <a:off x="3824012" y="1687876"/>
            <a:ext cx="755650" cy="782637"/>
            <a:chOff x="-44" y="1473"/>
            <a:chExt cx="981" cy="1105"/>
          </a:xfrm>
        </p:grpSpPr>
        <p:pic>
          <p:nvPicPr>
            <p:cNvPr descr="desktop_computer_stylized_medium" id="5080" name="Google Shape;5080;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1" name="Google Shape;5081;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2" name="Google Shape;5082;p85"/>
          <p:cNvGrpSpPr/>
          <p:nvPr/>
        </p:nvGrpSpPr>
        <p:grpSpPr>
          <a:xfrm flipH="1">
            <a:off x="6686274" y="1727563"/>
            <a:ext cx="788988" cy="862013"/>
            <a:chOff x="-44" y="1473"/>
            <a:chExt cx="981" cy="1105"/>
          </a:xfrm>
        </p:grpSpPr>
        <p:pic>
          <p:nvPicPr>
            <p:cNvPr descr="desktop_computer_stylized_medium" id="5083" name="Google Shape;5083;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4" name="Google Shape;5084;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5" name="Google Shape;5085;p85"/>
          <p:cNvGrpSpPr/>
          <p:nvPr/>
        </p:nvGrpSpPr>
        <p:grpSpPr>
          <a:xfrm>
            <a:off x="4692316" y="2815389"/>
            <a:ext cx="1388485" cy="1371600"/>
            <a:chOff x="4692316" y="2815389"/>
            <a:chExt cx="1388485" cy="1371600"/>
          </a:xfrm>
        </p:grpSpPr>
        <p:sp>
          <p:nvSpPr>
            <p:cNvPr id="5086" name="Google Shape;5086;p85"/>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87" name="Google Shape;5087;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88" name="Google Shape;5088;p85"/>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5089" name="Google Shape;5089;p85"/>
          <p:cNvGrpSpPr/>
          <p:nvPr/>
        </p:nvGrpSpPr>
        <p:grpSpPr>
          <a:xfrm>
            <a:off x="4684295" y="3737810"/>
            <a:ext cx="1982043" cy="1307432"/>
            <a:chOff x="4692316" y="2815389"/>
            <a:chExt cx="1982043" cy="1307432"/>
          </a:xfrm>
        </p:grpSpPr>
        <p:sp>
          <p:nvSpPr>
            <p:cNvPr id="5090" name="Google Shape;5090;p85"/>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91" name="Google Shape;5091;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92" name="Google Shape;5092;p85"/>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5093" name="Google Shape;5093;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4"/>
                                        </p:tgtEl>
                                        <p:attrNameLst>
                                          <p:attrName>style.visibility</p:attrName>
                                        </p:attrNameLst>
                                      </p:cBhvr>
                                      <p:to>
                                        <p:strVal val="visible"/>
                                      </p:to>
                                    </p:set>
                                    <p:animEffect filter="fade" transition="in">
                                      <p:cBhvr>
                                        <p:cTn dur="500"/>
                                        <p:tgtEl>
                                          <p:spTgt spid="5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60"/>
                                        </p:tgtEl>
                                        <p:attrNameLst>
                                          <p:attrName>style.visibility</p:attrName>
                                        </p:attrNameLst>
                                      </p:cBhvr>
                                      <p:to>
                                        <p:strVal val="visible"/>
                                      </p:to>
                                    </p:set>
                                    <p:animEffect filter="fade" transition="in">
                                      <p:cBhvr>
                                        <p:cTn dur="500"/>
                                        <p:tgtEl>
                                          <p:spTgt spid="50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69"/>
                                        </p:tgtEl>
                                        <p:attrNameLst>
                                          <p:attrName>style.visibility</p:attrName>
                                        </p:attrNameLst>
                                      </p:cBhvr>
                                      <p:to>
                                        <p:strVal val="visible"/>
                                      </p:to>
                                    </p:set>
                                    <p:animEffect filter="fade" transition="in">
                                      <p:cBhvr>
                                        <p:cTn dur="500"/>
                                        <p:tgtEl>
                                          <p:spTgt spid="50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059"/>
                                        </p:tgtEl>
                                        <p:attrNameLst>
                                          <p:attrName>style.visibility</p:attrName>
                                        </p:attrNameLst>
                                      </p:cBhvr>
                                      <p:to>
                                        <p:strVal val="visible"/>
                                      </p:to>
                                    </p:set>
                                    <p:animEffect filter="fade" transition="in">
                                      <p:cBhvr>
                                        <p:cTn dur="500"/>
                                        <p:tgtEl>
                                          <p:spTgt spid="50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73"/>
                                        </p:tgtEl>
                                        <p:attrNameLst>
                                          <p:attrName>style.visibility</p:attrName>
                                        </p:attrNameLst>
                                      </p:cBhvr>
                                      <p:to>
                                        <p:strVal val="visible"/>
                                      </p:to>
                                    </p:set>
                                    <p:animEffect filter="fade" transition="in">
                                      <p:cBhvr>
                                        <p:cTn dur="500"/>
                                        <p:tgtEl>
                                          <p:spTgt spid="5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5"/>
                                        </p:tgtEl>
                                        <p:attrNameLst>
                                          <p:attrName>style.visibility</p:attrName>
                                        </p:attrNameLst>
                                      </p:cBhvr>
                                      <p:to>
                                        <p:strVal val="visible"/>
                                      </p:to>
                                    </p:set>
                                    <p:animEffect filter="fade" transition="in">
                                      <p:cBhvr>
                                        <p:cTn dur="500"/>
                                        <p:tgtEl>
                                          <p:spTgt spid="50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085"/>
                                        </p:tgtEl>
                                      </p:cBhvr>
                                    </p:animEffect>
                                    <p:set>
                                      <p:cBhvr>
                                        <p:cTn dur="1" fill="hold">
                                          <p:stCondLst>
                                            <p:cond delay="500"/>
                                          </p:stCondLst>
                                        </p:cTn>
                                        <p:tgtEl>
                                          <p:spTgt spid="50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089"/>
                                        </p:tgtEl>
                                        <p:attrNameLst>
                                          <p:attrName>style.visibility</p:attrName>
                                        </p:attrNameLst>
                                      </p:cBhvr>
                                      <p:to>
                                        <p:strVal val="visible"/>
                                      </p:to>
                                    </p:set>
                                    <p:animEffect filter="fade" transition="in">
                                      <p:cBhvr>
                                        <p:cTn dur="500"/>
                                        <p:tgtEl>
                                          <p:spTgt spid="50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8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00" name="Google Shape;5100;p86"/>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101" name="Google Shape;5101;p86"/>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
        <p:nvSpPr>
          <p:cNvPr id="5102" name="Google Shape;5102;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1"/>
                                        </p:tgtEl>
                                        <p:attrNameLst>
                                          <p:attrName>style.visibility</p:attrName>
                                        </p:attrNameLst>
                                      </p:cBhvr>
                                      <p:to>
                                        <p:strVal val="visible"/>
                                      </p:to>
                                    </p:set>
                                    <p:animEffect filter="fade" transition="in">
                                      <p:cBhvr>
                                        <p:cTn dur="500"/>
                                        <p:tgtEl>
                                          <p:spTgt spid="5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7" name="Shape 5107"/>
        <p:cNvGrpSpPr/>
        <p:nvPr/>
      </p:nvGrpSpPr>
      <p:grpSpPr>
        <a:xfrm>
          <a:off x="0" y="0"/>
          <a:ext cx="0" cy="0"/>
          <a:chOff x="0" y="0"/>
          <a:chExt cx="0" cy="0"/>
        </a:xfrm>
      </p:grpSpPr>
      <p:sp>
        <p:nvSpPr>
          <p:cNvPr id="5108" name="Google Shape;5108;p87"/>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9" name="Google Shape;5109;p8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10" name="Google Shape;5110;p87"/>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5111" name="Google Shape;5111;p87"/>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5112" name="Google Shape;5112;p87"/>
          <p:cNvGrpSpPr/>
          <p:nvPr/>
        </p:nvGrpSpPr>
        <p:grpSpPr>
          <a:xfrm>
            <a:off x="4673229" y="2443135"/>
            <a:ext cx="6448425" cy="4292600"/>
            <a:chOff x="1531938" y="2565400"/>
            <a:chExt cx="6448425" cy="4292600"/>
          </a:xfrm>
        </p:grpSpPr>
        <p:grpSp>
          <p:nvGrpSpPr>
            <p:cNvPr id="5113" name="Google Shape;5113;p87"/>
            <p:cNvGrpSpPr/>
            <p:nvPr/>
          </p:nvGrpSpPr>
          <p:grpSpPr>
            <a:xfrm>
              <a:off x="1708150" y="2565400"/>
              <a:ext cx="6272213" cy="4292600"/>
              <a:chOff x="782" y="1865"/>
              <a:chExt cx="3951" cy="2704"/>
            </a:xfrm>
          </p:grpSpPr>
          <p:pic>
            <p:nvPicPr>
              <p:cNvPr id="5114" name="Google Shape;5114;p87"/>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5115" name="Google Shape;5115;p87"/>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116" name="Google Shape;5116;p87"/>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5117" name="Google Shape;5117;p87"/>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5118" name="Google Shape;5118;p87"/>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5119" name="Google Shape;5119;p87"/>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5120" name="Google Shape;5120;p87"/>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1" name="Google Shape;5121;p87"/>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2" name="Google Shape;5122;p87"/>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123" name="Google Shape;5123;p87"/>
            <p:cNvGrpSpPr/>
            <p:nvPr/>
          </p:nvGrpSpPr>
          <p:grpSpPr>
            <a:xfrm>
              <a:off x="4041775" y="6386513"/>
              <a:ext cx="1512888" cy="336550"/>
              <a:chOff x="2343" y="3645"/>
              <a:chExt cx="953" cy="212"/>
            </a:xfrm>
          </p:grpSpPr>
          <p:sp>
            <p:nvSpPr>
              <p:cNvPr id="5124" name="Google Shape;5124;p87"/>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5" name="Google Shape;5125;p87"/>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5126" name="Google Shape;5126;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2"/>
                                        </p:tgtEl>
                                        <p:attrNameLst>
                                          <p:attrName>style.visibility</p:attrName>
                                        </p:attrNameLst>
                                      </p:cBhvr>
                                      <p:to>
                                        <p:strVal val="visible"/>
                                      </p:to>
                                    </p:set>
                                    <p:animEffect filter="fade" transition="in">
                                      <p:cBhvr>
                                        <p:cTn dur="500"/>
                                        <p:tgtEl>
                                          <p:spTgt spid="5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1" name="Shape 5131"/>
        <p:cNvGrpSpPr/>
        <p:nvPr/>
      </p:nvGrpSpPr>
      <p:grpSpPr>
        <a:xfrm>
          <a:off x="0" y="0"/>
          <a:ext cx="0" cy="0"/>
          <a:chOff x="0" y="0"/>
          <a:chExt cx="0" cy="0"/>
        </a:xfrm>
      </p:grpSpPr>
      <p:sp>
        <p:nvSpPr>
          <p:cNvPr id="5132" name="Google Shape;5132;p8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33" name="Google Shape;5133;p88"/>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5134" name="Google Shape;5134;p88"/>
          <p:cNvGrpSpPr/>
          <p:nvPr/>
        </p:nvGrpSpPr>
        <p:grpSpPr>
          <a:xfrm>
            <a:off x="1061454" y="2679700"/>
            <a:ext cx="9532485" cy="1193800"/>
            <a:chOff x="858254" y="2667000"/>
            <a:chExt cx="9532485" cy="1193800"/>
          </a:xfrm>
        </p:grpSpPr>
        <p:sp>
          <p:nvSpPr>
            <p:cNvPr id="5135" name="Google Shape;5135;p88"/>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36" name="Google Shape;5136;p88"/>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5137" name="Google Shape;5137;p88"/>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5138" name="Google Shape;5138;p88"/>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5139" name="Google Shape;5139;p88"/>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5140" name="Google Shape;5140;p88"/>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5141" name="Google Shape;5141;p88"/>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5142" name="Google Shape;5142;p88"/>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5143" name="Google Shape;5143;p88"/>
          <p:cNvGrpSpPr/>
          <p:nvPr/>
        </p:nvGrpSpPr>
        <p:grpSpPr>
          <a:xfrm>
            <a:off x="1304479" y="4827690"/>
            <a:ext cx="10446405" cy="940044"/>
            <a:chOff x="1837879" y="3151290"/>
            <a:chExt cx="10446405" cy="940044"/>
          </a:xfrm>
        </p:grpSpPr>
        <p:sp>
          <p:nvSpPr>
            <p:cNvPr id="5144" name="Google Shape;5144;p88"/>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45" name="Google Shape;5145;p88"/>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5146" name="Google Shape;5146;p88"/>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5147" name="Google Shape;5147;p88"/>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5148" name="Google Shape;5148;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4"/>
                                        </p:tgtEl>
                                        <p:attrNameLst>
                                          <p:attrName>style.visibility</p:attrName>
                                        </p:attrNameLst>
                                      </p:cBhvr>
                                      <p:to>
                                        <p:strVal val="visible"/>
                                      </p:to>
                                    </p:set>
                                    <p:animEffect filter="fade" transition="in">
                                      <p:cBhvr>
                                        <p:cTn dur="500"/>
                                        <p:tgtEl>
                                          <p:spTgt spid="5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7"/>
                                        </p:tgtEl>
                                        <p:attrNameLst>
                                          <p:attrName>style.visibility</p:attrName>
                                        </p:attrNameLst>
                                      </p:cBhvr>
                                      <p:to>
                                        <p:strVal val="visible"/>
                                      </p:to>
                                    </p:set>
                                    <p:animEffect filter="fade" transition="in">
                                      <p:cBhvr>
                                        <p:cTn dur="500"/>
                                        <p:tgtEl>
                                          <p:spTgt spid="5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3"/>
                                        </p:tgtEl>
                                        <p:attrNameLst>
                                          <p:attrName>style.visibility</p:attrName>
                                        </p:attrNameLst>
                                      </p:cBhvr>
                                      <p:to>
                                        <p:strVal val="visible"/>
                                      </p:to>
                                    </p:set>
                                    <p:animEffect filter="fade" transition="in">
                                      <p:cBhvr>
                                        <p:cTn dur="500"/>
                                        <p:tgtEl>
                                          <p:spTgt spid="5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3" name="Shape 5153"/>
        <p:cNvGrpSpPr/>
        <p:nvPr/>
      </p:nvGrpSpPr>
      <p:grpSpPr>
        <a:xfrm>
          <a:off x="0" y="0"/>
          <a:ext cx="0" cy="0"/>
          <a:chOff x="0" y="0"/>
          <a:chExt cx="0" cy="0"/>
        </a:xfrm>
      </p:grpSpPr>
      <p:sp>
        <p:nvSpPr>
          <p:cNvPr id="5154" name="Google Shape;5154;p8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5155" name="Google Shape;5155;p89"/>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5156" name="Google Shape;5156;p89"/>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5157" name="Google Shape;5157;p89"/>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5158" name="Google Shape;5158;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6"/>
                                        </p:tgtEl>
                                        <p:attrNameLst>
                                          <p:attrName>style.visibility</p:attrName>
                                        </p:attrNameLst>
                                      </p:cBhvr>
                                      <p:to>
                                        <p:strVal val="visible"/>
                                      </p:to>
                                    </p:set>
                                    <p:animEffect filter="fade" transition="in">
                                      <p:cBhvr>
                                        <p:cTn dur="500"/>
                                        <p:tgtEl>
                                          <p:spTgt spid="5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7"/>
                                        </p:tgtEl>
                                        <p:attrNameLst>
                                          <p:attrName>style.visibility</p:attrName>
                                        </p:attrNameLst>
                                      </p:cBhvr>
                                      <p:to>
                                        <p:strVal val="visible"/>
                                      </p:to>
                                    </p:set>
                                    <p:animEffect filter="fade" transition="in">
                                      <p:cBhvr>
                                        <p:cTn dur="500"/>
                                        <p:tgtEl>
                                          <p:spTgt spid="5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3" name="Shape 5163"/>
        <p:cNvGrpSpPr/>
        <p:nvPr/>
      </p:nvGrpSpPr>
      <p:grpSpPr>
        <a:xfrm>
          <a:off x="0" y="0"/>
          <a:ext cx="0" cy="0"/>
          <a:chOff x="0" y="0"/>
          <a:chExt cx="0" cy="0"/>
        </a:xfrm>
      </p:grpSpPr>
      <p:sp>
        <p:nvSpPr>
          <p:cNvPr id="5164" name="Google Shape;5164;p9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5165" name="Google Shape;5165;p90"/>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5166" name="Google Shape;5166;p90"/>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5167" name="Google Shape;5167;p90"/>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5168" name="Google Shape;5168;p90"/>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69" name="Google Shape;5169;p90"/>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70" name="Google Shape;5170;p90"/>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5171" name="Google Shape;5171;p90"/>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5172" name="Google Shape;5172;p90"/>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3" name="Google Shape;5173;p90"/>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4" name="Google Shape;5174;p90"/>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5" name="Google Shape;5175;p90"/>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6" name="Google Shape;5176;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2"/>
                                        </p:tgtEl>
                                      </p:cBhvr>
                                    </p:animEffect>
                                    <p:set>
                                      <p:cBhvr>
                                        <p:cTn dur="1" fill="hold">
                                          <p:stCondLst>
                                            <p:cond delay="500"/>
                                          </p:stCondLst>
                                        </p:cTn>
                                        <p:tgtEl>
                                          <p:spTgt spid="51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3"/>
                                        </p:tgtEl>
                                      </p:cBhvr>
                                    </p:animEffect>
                                    <p:set>
                                      <p:cBhvr>
                                        <p:cTn dur="1" fill="hold">
                                          <p:stCondLst>
                                            <p:cond delay="500"/>
                                          </p:stCondLst>
                                        </p:cTn>
                                        <p:tgtEl>
                                          <p:spTgt spid="51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4"/>
                                        </p:tgtEl>
                                      </p:cBhvr>
                                    </p:animEffect>
                                    <p:set>
                                      <p:cBhvr>
                                        <p:cTn dur="1" fill="hold">
                                          <p:stCondLst>
                                            <p:cond delay="500"/>
                                          </p:stCondLst>
                                        </p:cTn>
                                        <p:tgtEl>
                                          <p:spTgt spid="5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5"/>
                                        </p:tgtEl>
                                      </p:cBhvr>
                                    </p:animEffect>
                                    <p:set>
                                      <p:cBhvr>
                                        <p:cTn dur="1" fill="hold">
                                          <p:stCondLst>
                                            <p:cond delay="500"/>
                                          </p:stCondLst>
                                        </p:cTn>
                                        <p:tgtEl>
                                          <p:spTgt spid="517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1" name="Shape 5181"/>
        <p:cNvGrpSpPr/>
        <p:nvPr/>
      </p:nvGrpSpPr>
      <p:grpSpPr>
        <a:xfrm>
          <a:off x="0" y="0"/>
          <a:ext cx="0" cy="0"/>
          <a:chOff x="0" y="0"/>
          <a:chExt cx="0" cy="0"/>
        </a:xfrm>
      </p:grpSpPr>
      <p:sp>
        <p:nvSpPr>
          <p:cNvPr id="5182" name="Google Shape;5182;p9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183" name="Google Shape;5183;p91"/>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5184" name="Google Shape;5184;p91"/>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185" name="Google Shape;5185;p91"/>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186" name="Google Shape;5186;p91"/>
          <p:cNvGrpSpPr/>
          <p:nvPr/>
        </p:nvGrpSpPr>
        <p:grpSpPr>
          <a:xfrm>
            <a:off x="2032069" y="2342822"/>
            <a:ext cx="2346325" cy="571500"/>
            <a:chOff x="2032069" y="2342822"/>
            <a:chExt cx="2346325" cy="571500"/>
          </a:xfrm>
        </p:grpSpPr>
        <p:cxnSp>
          <p:nvCxnSpPr>
            <p:cNvPr id="5187" name="Google Shape;5187;p91"/>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188" name="Google Shape;5188;p91"/>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89" name="Google Shape;5189;p91"/>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5190" name="Google Shape;5190;p91"/>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191" name="Google Shape;5191;p91"/>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192" name="Google Shape;5192;p91"/>
          <p:cNvGrpSpPr/>
          <p:nvPr/>
        </p:nvGrpSpPr>
        <p:grpSpPr>
          <a:xfrm>
            <a:off x="2019369" y="4104947"/>
            <a:ext cx="2351087" cy="512763"/>
            <a:chOff x="2019369" y="4104947"/>
            <a:chExt cx="2351087" cy="512763"/>
          </a:xfrm>
        </p:grpSpPr>
        <p:cxnSp>
          <p:nvCxnSpPr>
            <p:cNvPr id="5193" name="Google Shape;5193;p91"/>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5194" name="Google Shape;5194;p91"/>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5" name="Google Shape;5195;p91"/>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5196" name="Google Shape;5196;p91"/>
          <p:cNvGrpSpPr/>
          <p:nvPr/>
        </p:nvGrpSpPr>
        <p:grpSpPr>
          <a:xfrm>
            <a:off x="2857569" y="3004810"/>
            <a:ext cx="1484312" cy="628650"/>
            <a:chOff x="2857569" y="3004810"/>
            <a:chExt cx="1484312" cy="628650"/>
          </a:xfrm>
        </p:grpSpPr>
        <p:cxnSp>
          <p:nvCxnSpPr>
            <p:cNvPr id="5197" name="Google Shape;5197;p91"/>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5198" name="Google Shape;5198;p91"/>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9" name="Google Shape;5199;p91"/>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200" name="Google Shape;5200;p91"/>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5201" name="Google Shape;5201;p91"/>
          <p:cNvGrpSpPr/>
          <p:nvPr/>
        </p:nvGrpSpPr>
        <p:grpSpPr>
          <a:xfrm>
            <a:off x="2008256" y="4703435"/>
            <a:ext cx="2338388" cy="782637"/>
            <a:chOff x="2008256" y="4703435"/>
            <a:chExt cx="2338388" cy="782637"/>
          </a:xfrm>
        </p:grpSpPr>
        <p:cxnSp>
          <p:nvCxnSpPr>
            <p:cNvPr id="5202" name="Google Shape;5202;p91"/>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03" name="Google Shape;5203;p91"/>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04" name="Google Shape;5204;p91"/>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05" name="Google Shape;5205;p91"/>
          <p:cNvGrpSpPr/>
          <p:nvPr/>
        </p:nvGrpSpPr>
        <p:grpSpPr>
          <a:xfrm>
            <a:off x="1638369" y="2347585"/>
            <a:ext cx="396875" cy="1739900"/>
            <a:chOff x="1638369" y="2347585"/>
            <a:chExt cx="396875" cy="1739900"/>
          </a:xfrm>
        </p:grpSpPr>
        <p:sp>
          <p:nvSpPr>
            <p:cNvPr id="5206" name="Google Shape;5206;p91"/>
            <p:cNvSpPr txBox="1"/>
            <p:nvPr/>
          </p:nvSpPr>
          <p:spPr>
            <a:xfrm rot="-5400000">
              <a:off x="1492319"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07" name="Google Shape;5207;p91"/>
            <p:cNvGrpSpPr/>
            <p:nvPr/>
          </p:nvGrpSpPr>
          <p:grpSpPr>
            <a:xfrm>
              <a:off x="1779656" y="2347585"/>
              <a:ext cx="104775" cy="508000"/>
              <a:chOff x="3099" y="1749"/>
              <a:chExt cx="66" cy="320"/>
            </a:xfrm>
          </p:grpSpPr>
          <p:cxnSp>
            <p:nvCxnSpPr>
              <p:cNvPr id="5208" name="Google Shape;5208;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09" name="Google Shape;5209;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10" name="Google Shape;5210;p91"/>
            <p:cNvGrpSpPr/>
            <p:nvPr/>
          </p:nvGrpSpPr>
          <p:grpSpPr>
            <a:xfrm rot="10800000">
              <a:off x="1763782" y="3579485"/>
              <a:ext cx="104775" cy="508000"/>
              <a:chOff x="3106" y="1756"/>
              <a:chExt cx="66" cy="320"/>
            </a:xfrm>
          </p:grpSpPr>
          <p:cxnSp>
            <p:nvCxnSpPr>
              <p:cNvPr id="5211" name="Google Shape;5211;p91"/>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12" name="Google Shape;5212;p91"/>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5213" name="Google Shape;5213;p91"/>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5214" name="Google Shape;5214;p91"/>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15" name="Google Shape;5215;p91"/>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5216" name="Google Shape;5216;p91"/>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17" name="Google Shape;5217;p91"/>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5218" name="Google Shape;5218;p91"/>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19" name="Google Shape;5219;p91"/>
          <p:cNvGrpSpPr/>
          <p:nvPr/>
        </p:nvGrpSpPr>
        <p:grpSpPr>
          <a:xfrm>
            <a:off x="7595603" y="4111297"/>
            <a:ext cx="2441575" cy="668338"/>
            <a:chOff x="7595603" y="4111297"/>
            <a:chExt cx="2441575" cy="668338"/>
          </a:xfrm>
        </p:grpSpPr>
        <p:cxnSp>
          <p:nvCxnSpPr>
            <p:cNvPr id="5220" name="Google Shape;5220;p91"/>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21" name="Google Shape;5221;p91"/>
            <p:cNvSpPr txBox="1"/>
            <p:nvPr/>
          </p:nvSpPr>
          <p:spPr>
            <a:xfrm>
              <a:off x="8541753" y="4262110"/>
              <a:ext cx="12128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5222" name="Google Shape;5222;p91"/>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23" name="Google Shape;5223;p91"/>
          <p:cNvGrpSpPr/>
          <p:nvPr/>
        </p:nvGrpSpPr>
        <p:grpSpPr>
          <a:xfrm>
            <a:off x="7627353" y="4814560"/>
            <a:ext cx="2338388" cy="782637"/>
            <a:chOff x="7627353" y="4814560"/>
            <a:chExt cx="2338388" cy="782637"/>
          </a:xfrm>
        </p:grpSpPr>
        <p:cxnSp>
          <p:nvCxnSpPr>
            <p:cNvPr id="5224" name="Google Shape;5224;p91"/>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25" name="Google Shape;5225;p91"/>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26" name="Google Shape;5226;p91"/>
          <p:cNvGrpSpPr/>
          <p:nvPr/>
        </p:nvGrpSpPr>
        <p:grpSpPr>
          <a:xfrm>
            <a:off x="7235241" y="2347585"/>
            <a:ext cx="396875" cy="1739900"/>
            <a:chOff x="7235241" y="2347585"/>
            <a:chExt cx="396875" cy="1739900"/>
          </a:xfrm>
        </p:grpSpPr>
        <p:sp>
          <p:nvSpPr>
            <p:cNvPr id="5227" name="Google Shape;5227;p91"/>
            <p:cNvSpPr txBox="1"/>
            <p:nvPr/>
          </p:nvSpPr>
          <p:spPr>
            <a:xfrm rot="-5400000">
              <a:off x="7089191"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28" name="Google Shape;5228;p91"/>
            <p:cNvGrpSpPr/>
            <p:nvPr/>
          </p:nvGrpSpPr>
          <p:grpSpPr>
            <a:xfrm>
              <a:off x="7376528" y="2347585"/>
              <a:ext cx="104775" cy="508000"/>
              <a:chOff x="3099" y="1749"/>
              <a:chExt cx="66" cy="320"/>
            </a:xfrm>
          </p:grpSpPr>
          <p:cxnSp>
            <p:nvCxnSpPr>
              <p:cNvPr id="5229" name="Google Shape;5229;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0" name="Google Shape;5230;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31" name="Google Shape;5231;p91"/>
            <p:cNvGrpSpPr/>
            <p:nvPr/>
          </p:nvGrpSpPr>
          <p:grpSpPr>
            <a:xfrm rot="10800000">
              <a:off x="7359066" y="3579485"/>
              <a:ext cx="104775" cy="508000"/>
              <a:chOff x="3107" y="1756"/>
              <a:chExt cx="66" cy="320"/>
            </a:xfrm>
          </p:grpSpPr>
          <p:cxnSp>
            <p:nvCxnSpPr>
              <p:cNvPr id="5232" name="Google Shape;5232;p91"/>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3" name="Google Shape;5233;p91"/>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234" name="Google Shape;5234;p91"/>
          <p:cNvGrpSpPr/>
          <p:nvPr/>
        </p:nvGrpSpPr>
        <p:grpSpPr>
          <a:xfrm>
            <a:off x="7603541" y="3004810"/>
            <a:ext cx="2339975" cy="1944687"/>
            <a:chOff x="7603541" y="3004810"/>
            <a:chExt cx="2339975" cy="1944687"/>
          </a:xfrm>
        </p:grpSpPr>
        <p:cxnSp>
          <p:nvCxnSpPr>
            <p:cNvPr id="5235" name="Google Shape;5235;p91"/>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5236" name="Google Shape;5236;p91"/>
            <p:cNvGrpSpPr/>
            <p:nvPr/>
          </p:nvGrpSpPr>
          <p:grpSpPr>
            <a:xfrm>
              <a:off x="8505241" y="3496935"/>
              <a:ext cx="949325" cy="304800"/>
              <a:chOff x="4215" y="2253"/>
              <a:chExt cx="598" cy="192"/>
            </a:xfrm>
          </p:grpSpPr>
          <p:sp>
            <p:nvSpPr>
              <p:cNvPr id="5237" name="Google Shape;5237;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38" name="Google Shape;5238;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39" name="Google Shape;5239;p91"/>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5240" name="Google Shape;5240;p91"/>
            <p:cNvGrpSpPr/>
            <p:nvPr/>
          </p:nvGrpSpPr>
          <p:grpSpPr>
            <a:xfrm>
              <a:off x="8744953" y="3773160"/>
              <a:ext cx="949325" cy="304800"/>
              <a:chOff x="4215" y="2253"/>
              <a:chExt cx="598" cy="192"/>
            </a:xfrm>
          </p:grpSpPr>
          <p:sp>
            <p:nvSpPr>
              <p:cNvPr id="5241" name="Google Shape;5241;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42" name="Google Shape;5242;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243" name="Google Shape;5243;p91"/>
          <p:cNvGrpSpPr/>
          <p:nvPr/>
        </p:nvGrpSpPr>
        <p:grpSpPr>
          <a:xfrm>
            <a:off x="6241466" y="4416097"/>
            <a:ext cx="1382712" cy="646113"/>
            <a:chOff x="6241466" y="4416097"/>
            <a:chExt cx="1382712" cy="646113"/>
          </a:xfrm>
        </p:grpSpPr>
        <p:sp>
          <p:nvSpPr>
            <p:cNvPr id="5244" name="Google Shape;5244;p91"/>
            <p:cNvSpPr txBox="1"/>
            <p:nvPr/>
          </p:nvSpPr>
          <p:spPr>
            <a:xfrm>
              <a:off x="6241466" y="4416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5245" name="Google Shape;5245;p91"/>
            <p:cNvSpPr txBox="1"/>
            <p:nvPr/>
          </p:nvSpPr>
          <p:spPr>
            <a:xfrm>
              <a:off x="6260516" y="475741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5246" name="Google Shape;5246;p91"/>
          <p:cNvSpPr txBox="1"/>
          <p:nvPr/>
        </p:nvSpPr>
        <p:spPr>
          <a:xfrm>
            <a:off x="6279566" y="5432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5247" name="Google Shape;5247;p91"/>
          <p:cNvGrpSpPr/>
          <p:nvPr/>
        </p:nvGrpSpPr>
        <p:grpSpPr>
          <a:xfrm>
            <a:off x="6306553" y="2187247"/>
            <a:ext cx="3668713" cy="1112838"/>
            <a:chOff x="6306553" y="2187247"/>
            <a:chExt cx="3668713" cy="1112838"/>
          </a:xfrm>
        </p:grpSpPr>
        <p:cxnSp>
          <p:nvCxnSpPr>
            <p:cNvPr id="5248" name="Google Shape;5248;p91"/>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49" name="Google Shape;5249;p91"/>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0" name="Google Shape;5250;p91"/>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5251" name="Google Shape;5251;p91"/>
            <p:cNvGrpSpPr/>
            <p:nvPr/>
          </p:nvGrpSpPr>
          <p:grpSpPr>
            <a:xfrm>
              <a:off x="7614653" y="2728585"/>
              <a:ext cx="2346325" cy="571500"/>
              <a:chOff x="3759" y="1622"/>
              <a:chExt cx="1478" cy="360"/>
            </a:xfrm>
          </p:grpSpPr>
          <p:cxnSp>
            <p:nvCxnSpPr>
              <p:cNvPr id="5252" name="Google Shape;5252;p91"/>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53" name="Google Shape;5253;p91"/>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4" name="Google Shape;5254;p91"/>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5255" name="Google Shape;5255;p91"/>
            <p:cNvSpPr txBox="1"/>
            <p:nvPr/>
          </p:nvSpPr>
          <p:spPr>
            <a:xfrm>
              <a:off x="6306553" y="2187247"/>
              <a:ext cx="1266825" cy="304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5256" name="Google Shape;5256;p91"/>
          <p:cNvGrpSpPr/>
          <p:nvPr/>
        </p:nvGrpSpPr>
        <p:grpSpPr>
          <a:xfrm>
            <a:off x="7186028" y="1463347"/>
            <a:ext cx="630238" cy="533400"/>
            <a:chOff x="-44" y="1473"/>
            <a:chExt cx="981" cy="1105"/>
          </a:xfrm>
        </p:grpSpPr>
        <p:pic>
          <p:nvPicPr>
            <p:cNvPr descr="desktop_computer_stylized_medium" id="5257" name="Google Shape;5257;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8" name="Google Shape;5258;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59" name="Google Shape;5259;p91"/>
          <p:cNvGrpSpPr/>
          <p:nvPr/>
        </p:nvGrpSpPr>
        <p:grpSpPr>
          <a:xfrm flipH="1">
            <a:off x="9753016" y="1469697"/>
            <a:ext cx="631825" cy="622300"/>
            <a:chOff x="-44" y="1473"/>
            <a:chExt cx="981" cy="1105"/>
          </a:xfrm>
        </p:grpSpPr>
        <p:pic>
          <p:nvPicPr>
            <p:cNvPr descr="desktop_computer_stylized_medium" id="5260" name="Google Shape;5260;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1" name="Google Shape;5261;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2" name="Google Shape;5262;p91"/>
          <p:cNvGrpSpPr/>
          <p:nvPr/>
        </p:nvGrpSpPr>
        <p:grpSpPr>
          <a:xfrm>
            <a:off x="1601856" y="1474460"/>
            <a:ext cx="630238" cy="533400"/>
            <a:chOff x="-44" y="1473"/>
            <a:chExt cx="981" cy="1105"/>
          </a:xfrm>
        </p:grpSpPr>
        <p:pic>
          <p:nvPicPr>
            <p:cNvPr descr="desktop_computer_stylized_medium" id="5263" name="Google Shape;5263;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4" name="Google Shape;5264;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5" name="Google Shape;5265;p91"/>
          <p:cNvGrpSpPr/>
          <p:nvPr/>
        </p:nvGrpSpPr>
        <p:grpSpPr>
          <a:xfrm flipH="1">
            <a:off x="4179956" y="1458585"/>
            <a:ext cx="709613" cy="600075"/>
            <a:chOff x="-44" y="1473"/>
            <a:chExt cx="981" cy="1105"/>
          </a:xfrm>
        </p:grpSpPr>
        <p:pic>
          <p:nvPicPr>
            <p:cNvPr descr="desktop_computer_stylized_medium" id="5266" name="Google Shape;5266;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7" name="Google Shape;5267;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268" name="Google Shape;5268;p91"/>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ACK for 120</a:t>
            </a:r>
            <a:endParaRPr/>
          </a:p>
        </p:txBody>
      </p:sp>
      <p:sp>
        <p:nvSpPr>
          <p:cNvPr id="5269" name="Google Shape;5269;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6"/>
                                        </p:tgtEl>
                                        <p:attrNameLst>
                                          <p:attrName>style.visibility</p:attrName>
                                        </p:attrNameLst>
                                      </p:cBhvr>
                                      <p:to>
                                        <p:strVal val="visible"/>
                                      </p:to>
                                    </p:set>
                                    <p:animEffect filter="fade" transition="in">
                                      <p:cBhvr>
                                        <p:cTn dur="500"/>
                                        <p:tgtEl>
                                          <p:spTgt spid="51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6"/>
                                        </p:tgtEl>
                                        <p:attrNameLst>
                                          <p:attrName>style.visibility</p:attrName>
                                        </p:attrNameLst>
                                      </p:cBhvr>
                                      <p:to>
                                        <p:strVal val="visible"/>
                                      </p:to>
                                    </p:set>
                                    <p:animEffect filter="fade" transition="in">
                                      <p:cBhvr>
                                        <p:cTn dur="500"/>
                                        <p:tgtEl>
                                          <p:spTgt spid="5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5"/>
                                        </p:tgtEl>
                                        <p:attrNameLst>
                                          <p:attrName>style.visibility</p:attrName>
                                        </p:attrNameLst>
                                      </p:cBhvr>
                                      <p:to>
                                        <p:strVal val="visible"/>
                                      </p:to>
                                    </p:set>
                                    <p:animEffect filter="fade" transition="in">
                                      <p:cBhvr>
                                        <p:cTn dur="500"/>
                                        <p:tgtEl>
                                          <p:spTgt spid="52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2"/>
                                        </p:tgtEl>
                                        <p:attrNameLst>
                                          <p:attrName>style.visibility</p:attrName>
                                        </p:attrNameLst>
                                      </p:cBhvr>
                                      <p:to>
                                        <p:strVal val="visible"/>
                                      </p:to>
                                    </p:set>
                                    <p:animEffect filter="fade" transition="in">
                                      <p:cBhvr>
                                        <p:cTn dur="500"/>
                                        <p:tgtEl>
                                          <p:spTgt spid="51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01"/>
                                        </p:tgtEl>
                                        <p:attrNameLst>
                                          <p:attrName>style.visibility</p:attrName>
                                        </p:attrNameLst>
                                      </p:cBhvr>
                                      <p:to>
                                        <p:strVal val="visible"/>
                                      </p:to>
                                    </p:set>
                                    <p:animEffect filter="fade" transition="in">
                                      <p:cBhvr>
                                        <p:cTn dur="500"/>
                                        <p:tgtEl>
                                          <p:spTgt spid="5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7"/>
                                        </p:tgtEl>
                                        <p:attrNameLst>
                                          <p:attrName>style.visibility</p:attrName>
                                        </p:attrNameLst>
                                      </p:cBhvr>
                                      <p:to>
                                        <p:strVal val="visible"/>
                                      </p:to>
                                    </p:set>
                                    <p:animEffect filter="fade" transition="in">
                                      <p:cBhvr>
                                        <p:cTn dur="500"/>
                                        <p:tgtEl>
                                          <p:spTgt spid="52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34"/>
                                        </p:tgtEl>
                                        <p:attrNameLst>
                                          <p:attrName>style.visibility</p:attrName>
                                        </p:attrNameLst>
                                      </p:cBhvr>
                                      <p:to>
                                        <p:strVal val="visible"/>
                                      </p:to>
                                    </p:set>
                                    <p:animEffect filter="fade" transition="in">
                                      <p:cBhvr>
                                        <p:cTn dur="500"/>
                                        <p:tgtEl>
                                          <p:spTgt spid="52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43"/>
                                        </p:tgtEl>
                                        <p:attrNameLst>
                                          <p:attrName>style.visibility</p:attrName>
                                        </p:attrNameLst>
                                      </p:cBhvr>
                                      <p:to>
                                        <p:strVal val="visible"/>
                                      </p:to>
                                    </p:set>
                                    <p:animEffect filter="fade" transition="in">
                                      <p:cBhvr>
                                        <p:cTn dur="500"/>
                                        <p:tgtEl>
                                          <p:spTgt spid="5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6"/>
                                        </p:tgtEl>
                                        <p:attrNameLst>
                                          <p:attrName>style.visibility</p:attrName>
                                        </p:attrNameLst>
                                      </p:cBhvr>
                                      <p:to>
                                        <p:strVal val="visible"/>
                                      </p:to>
                                    </p:set>
                                    <p:animEffect filter="fade" transition="in">
                                      <p:cBhvr>
                                        <p:cTn dur="500"/>
                                        <p:tgtEl>
                                          <p:spTgt spid="52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19"/>
                                        </p:tgtEl>
                                        <p:attrNameLst>
                                          <p:attrName>style.visibility</p:attrName>
                                        </p:attrNameLst>
                                      </p:cBhvr>
                                      <p:to>
                                        <p:strVal val="visible"/>
                                      </p:to>
                                    </p:set>
                                    <p:animEffect filter="fade" transition="in">
                                      <p:cBhvr>
                                        <p:cTn dur="500"/>
                                        <p:tgtEl>
                                          <p:spTgt spid="52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68"/>
                                        </p:tgtEl>
                                        <p:attrNameLst>
                                          <p:attrName>style.visibility</p:attrName>
                                        </p:attrNameLst>
                                      </p:cBhvr>
                                      <p:to>
                                        <p:strVal val="visible"/>
                                      </p:to>
                                    </p:set>
                                    <p:animEffect filter="fade" transition="in">
                                      <p:cBhvr>
                                        <p:cTn dur="500"/>
                                        <p:tgtEl>
                                          <p:spTgt spid="52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23"/>
                                        </p:tgtEl>
                                        <p:attrNameLst>
                                          <p:attrName>style.visibility</p:attrName>
                                        </p:attrNameLst>
                                      </p:cBhvr>
                                      <p:to>
                                        <p:strVal val="visible"/>
                                      </p:to>
                                    </p:set>
                                    <p:animEffect filter="fade" transition="in">
                                      <p:cBhvr>
                                        <p:cTn dur="500"/>
                                        <p:tgtEl>
                                          <p:spTgt spid="52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46"/>
                                        </p:tgtEl>
                                        <p:attrNameLst>
                                          <p:attrName>style.visibility</p:attrName>
                                        </p:attrNameLst>
                                      </p:cBhvr>
                                      <p:to>
                                        <p:strVal val="visible"/>
                                      </p:to>
                                    </p:set>
                                    <p:animEffect filter="fade" transition="in">
                                      <p:cBhvr>
                                        <p:cTn dur="500"/>
                                        <p:tgtEl>
                                          <p:spTgt spid="5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4" name="Shape 5274"/>
        <p:cNvGrpSpPr/>
        <p:nvPr/>
      </p:nvGrpSpPr>
      <p:grpSpPr>
        <a:xfrm>
          <a:off x="0" y="0"/>
          <a:ext cx="0" cy="0"/>
          <a:chOff x="0" y="0"/>
          <a:chExt cx="0" cy="0"/>
        </a:xfrm>
      </p:grpSpPr>
      <p:sp>
        <p:nvSpPr>
          <p:cNvPr id="5275" name="Google Shape;5275;p9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276" name="Google Shape;5276;p92"/>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5277" name="Google Shape;5277;p92"/>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78" name="Google Shape;5278;p92"/>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79" name="Google Shape;5279;p92"/>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5280" name="Google Shape;5280;p92"/>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1" name="Google Shape;5281;p92"/>
          <p:cNvSpPr txBox="1"/>
          <p:nvPr/>
        </p:nvSpPr>
        <p:spPr>
          <a:xfrm>
            <a:off x="2184262" y="2482399"/>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5282" name="Google Shape;5282;p92"/>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83" name="Google Shape;5283;p92"/>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284" name="Google Shape;5284;p92"/>
          <p:cNvGrpSpPr/>
          <p:nvPr/>
        </p:nvGrpSpPr>
        <p:grpSpPr>
          <a:xfrm>
            <a:off x="2009637" y="4431849"/>
            <a:ext cx="2652713" cy="879475"/>
            <a:chOff x="2035037" y="4444549"/>
            <a:chExt cx="2652713" cy="879475"/>
          </a:xfrm>
        </p:grpSpPr>
        <p:cxnSp>
          <p:nvCxnSpPr>
            <p:cNvPr id="5285" name="Google Shape;5285;p92"/>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86" name="Google Shape;5286;p92"/>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7" name="Google Shape;5287;p92"/>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5288" name="Google Shape;5288;p92"/>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89" name="Google Shape;5289;p92"/>
          <p:cNvGrpSpPr/>
          <p:nvPr/>
        </p:nvGrpSpPr>
        <p:grpSpPr>
          <a:xfrm>
            <a:off x="2025512" y="2734812"/>
            <a:ext cx="2346325" cy="571500"/>
            <a:chOff x="3759" y="1622"/>
            <a:chExt cx="1478" cy="360"/>
          </a:xfrm>
        </p:grpSpPr>
        <p:cxnSp>
          <p:nvCxnSpPr>
            <p:cNvPr id="5290" name="Google Shape;5290;p92"/>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91" name="Google Shape;5291;p92"/>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2" name="Google Shape;5292;p92"/>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293" name="Google Shape;5293;p92"/>
          <p:cNvGrpSpPr/>
          <p:nvPr/>
        </p:nvGrpSpPr>
        <p:grpSpPr>
          <a:xfrm>
            <a:off x="2030275" y="3011037"/>
            <a:ext cx="2324100" cy="1381125"/>
            <a:chOff x="2030275" y="3011037"/>
            <a:chExt cx="2324100" cy="1381125"/>
          </a:xfrm>
        </p:grpSpPr>
        <p:sp>
          <p:nvSpPr>
            <p:cNvPr id="5294" name="Google Shape;5294;p92"/>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5295" name="Google Shape;5295;p92"/>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5296" name="Google Shape;5296;p92"/>
            <p:cNvGrpSpPr/>
            <p:nvPr/>
          </p:nvGrpSpPr>
          <p:grpSpPr>
            <a:xfrm>
              <a:off x="2939912" y="3211062"/>
              <a:ext cx="949325" cy="304800"/>
              <a:chOff x="4215" y="2253"/>
              <a:chExt cx="598" cy="192"/>
            </a:xfrm>
          </p:grpSpPr>
          <p:sp>
            <p:nvSpPr>
              <p:cNvPr id="5297" name="Google Shape;5297;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8" name="Google Shape;5298;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99" name="Google Shape;5299;p92"/>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5300" name="Google Shape;5300;p92"/>
            <p:cNvGrpSpPr/>
            <p:nvPr/>
          </p:nvGrpSpPr>
          <p:grpSpPr>
            <a:xfrm>
              <a:off x="2673212" y="3768274"/>
              <a:ext cx="949325" cy="304800"/>
              <a:chOff x="4215" y="2253"/>
              <a:chExt cx="598" cy="192"/>
            </a:xfrm>
          </p:grpSpPr>
          <p:sp>
            <p:nvSpPr>
              <p:cNvPr id="5301" name="Google Shape;5301;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02" name="Google Shape;5302;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303" name="Google Shape;5303;p92"/>
          <p:cNvGrpSpPr/>
          <p:nvPr/>
        </p:nvGrpSpPr>
        <p:grpSpPr>
          <a:xfrm>
            <a:off x="1598475" y="1469574"/>
            <a:ext cx="630237" cy="533400"/>
            <a:chOff x="-44" y="1473"/>
            <a:chExt cx="981" cy="1105"/>
          </a:xfrm>
        </p:grpSpPr>
        <p:pic>
          <p:nvPicPr>
            <p:cNvPr descr="desktop_computer_stylized_medium" id="5304" name="Google Shape;5304;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5" name="Google Shape;5305;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06" name="Google Shape;5306;p92"/>
          <p:cNvGrpSpPr/>
          <p:nvPr/>
        </p:nvGrpSpPr>
        <p:grpSpPr>
          <a:xfrm flipH="1">
            <a:off x="4176575" y="1464812"/>
            <a:ext cx="674687" cy="590550"/>
            <a:chOff x="-44" y="1473"/>
            <a:chExt cx="981" cy="1105"/>
          </a:xfrm>
        </p:grpSpPr>
        <p:pic>
          <p:nvPicPr>
            <p:cNvPr descr="desktop_computer_stylized_medium" id="5307" name="Google Shape;5307;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8" name="Google Shape;5308;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09" name="Google Shape;5309;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7"/>
                                        </p:tgtEl>
                                        <p:attrNameLst>
                                          <p:attrName>style.visibility</p:attrName>
                                        </p:attrNameLst>
                                      </p:cBhvr>
                                      <p:to>
                                        <p:strVal val="visible"/>
                                      </p:to>
                                    </p:set>
                                    <p:animEffect filter="fade" transition="in">
                                      <p:cBhvr>
                                        <p:cTn dur="500"/>
                                        <p:tgtEl>
                                          <p:spTgt spid="5277"/>
                                        </p:tgtEl>
                                      </p:cBhvr>
                                    </p:animEffect>
                                  </p:childTnLst>
                                </p:cTn>
                              </p:par>
                              <p:par>
                                <p:cTn fill="hold" nodeType="withEffect" presetClass="entr" presetID="10" presetSubtype="0">
                                  <p:stCondLst>
                                    <p:cond delay="0"/>
                                  </p:stCondLst>
                                  <p:childTnLst>
                                    <p:set>
                                      <p:cBhvr>
                                        <p:cTn dur="1" fill="hold">
                                          <p:stCondLst>
                                            <p:cond delay="0"/>
                                          </p:stCondLst>
                                        </p:cTn>
                                        <p:tgtEl>
                                          <p:spTgt spid="5280"/>
                                        </p:tgtEl>
                                        <p:attrNameLst>
                                          <p:attrName>style.visibility</p:attrName>
                                        </p:attrNameLst>
                                      </p:cBhvr>
                                      <p:to>
                                        <p:strVal val="visible"/>
                                      </p:to>
                                    </p:set>
                                    <p:animEffect filter="fade" transition="in">
                                      <p:cBhvr>
                                        <p:cTn dur="500"/>
                                        <p:tgtEl>
                                          <p:spTgt spid="5280"/>
                                        </p:tgtEl>
                                      </p:cBhvr>
                                    </p:animEffect>
                                  </p:childTnLst>
                                </p:cTn>
                              </p:par>
                              <p:par>
                                <p:cTn fill="hold" nodeType="withEffect" presetClass="entr" presetID="10" presetSubtype="0">
                                  <p:stCondLst>
                                    <p:cond delay="0"/>
                                  </p:stCondLst>
                                  <p:childTnLst>
                                    <p:set>
                                      <p:cBhvr>
                                        <p:cTn dur="1" fill="hold">
                                          <p:stCondLst>
                                            <p:cond delay="0"/>
                                          </p:stCondLst>
                                        </p:cTn>
                                        <p:tgtEl>
                                          <p:spTgt spid="5281"/>
                                        </p:tgtEl>
                                        <p:attrNameLst>
                                          <p:attrName>style.visibility</p:attrName>
                                        </p:attrNameLst>
                                      </p:cBhvr>
                                      <p:to>
                                        <p:strVal val="visible"/>
                                      </p:to>
                                    </p:set>
                                    <p:animEffect filter="fade" transition="in">
                                      <p:cBhvr>
                                        <p:cTn dur="500"/>
                                        <p:tgtEl>
                                          <p:spTgt spid="5281"/>
                                        </p:tgtEl>
                                      </p:cBhvr>
                                    </p:animEffect>
                                  </p:childTnLst>
                                </p:cTn>
                              </p:par>
                              <p:par>
                                <p:cTn fill="hold" nodeType="withEffect" presetClass="entr" presetID="10" presetSubtype="0">
                                  <p:stCondLst>
                                    <p:cond delay="0"/>
                                  </p:stCondLst>
                                  <p:childTnLst>
                                    <p:set>
                                      <p:cBhvr>
                                        <p:cTn dur="1" fill="hold">
                                          <p:stCondLst>
                                            <p:cond delay="0"/>
                                          </p:stCondLst>
                                        </p:cTn>
                                        <p:tgtEl>
                                          <p:spTgt spid="5289"/>
                                        </p:tgtEl>
                                        <p:attrNameLst>
                                          <p:attrName>style.visibility</p:attrName>
                                        </p:attrNameLst>
                                      </p:cBhvr>
                                      <p:to>
                                        <p:strVal val="visible"/>
                                      </p:to>
                                    </p:set>
                                    <p:animEffect filter="fade" transition="in">
                                      <p:cBhvr>
                                        <p:cTn dur="500"/>
                                        <p:tgtEl>
                                          <p:spTgt spid="5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3"/>
                                        </p:tgtEl>
                                        <p:attrNameLst>
                                          <p:attrName>style.visibility</p:attrName>
                                        </p:attrNameLst>
                                      </p:cBhvr>
                                      <p:to>
                                        <p:strVal val="visible"/>
                                      </p:to>
                                    </p:set>
                                    <p:animEffect filter="fade" transition="in">
                                      <p:cBhvr>
                                        <p:cTn dur="500"/>
                                        <p:tgtEl>
                                          <p:spTgt spid="5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4"/>
                                        </p:tgtEl>
                                        <p:attrNameLst>
                                          <p:attrName>style.visibility</p:attrName>
                                        </p:attrNameLst>
                                      </p:cBhvr>
                                      <p:to>
                                        <p:strVal val="visible"/>
                                      </p:to>
                                    </p:set>
                                    <p:animEffect filter="fade" transition="in">
                                      <p:cBhvr>
                                        <p:cTn dur="500"/>
                                        <p:tgtEl>
                                          <p:spTgt spid="5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4" name="Shape 5314"/>
        <p:cNvGrpSpPr/>
        <p:nvPr/>
      </p:nvGrpSpPr>
      <p:grpSpPr>
        <a:xfrm>
          <a:off x="0" y="0"/>
          <a:ext cx="0" cy="0"/>
          <a:chOff x="0" y="0"/>
          <a:chExt cx="0" cy="0"/>
        </a:xfrm>
      </p:grpSpPr>
      <p:sp>
        <p:nvSpPr>
          <p:cNvPr id="5315" name="Google Shape;5315;p9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5316" name="Google Shape;5316;p93"/>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5317" name="Google Shape;5317;p93"/>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318" name="Google Shape;5318;p93"/>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319" name="Google Shape;5319;p93"/>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320" name="Google Shape;5320;p93"/>
          <p:cNvGrpSpPr/>
          <p:nvPr/>
        </p:nvGrpSpPr>
        <p:grpSpPr>
          <a:xfrm>
            <a:off x="6606003" y="2250502"/>
            <a:ext cx="548811" cy="4090987"/>
            <a:chOff x="397" y="868"/>
            <a:chExt cx="250" cy="2220"/>
          </a:xfrm>
        </p:grpSpPr>
        <p:sp>
          <p:nvSpPr>
            <p:cNvPr id="5321" name="Google Shape;5321;p93"/>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322" name="Google Shape;5322;p93"/>
            <p:cNvGrpSpPr/>
            <p:nvPr/>
          </p:nvGrpSpPr>
          <p:grpSpPr>
            <a:xfrm>
              <a:off x="488" y="868"/>
              <a:ext cx="66" cy="893"/>
              <a:chOff x="3099" y="1749"/>
              <a:chExt cx="66" cy="320"/>
            </a:xfrm>
          </p:grpSpPr>
          <p:cxnSp>
            <p:nvCxnSpPr>
              <p:cNvPr id="5323" name="Google Shape;5323;p93"/>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4" name="Google Shape;5324;p93"/>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325" name="Google Shape;5325;p93"/>
            <p:cNvGrpSpPr/>
            <p:nvPr/>
          </p:nvGrpSpPr>
          <p:grpSpPr>
            <a:xfrm rot="10800000">
              <a:off x="478" y="2224"/>
              <a:ext cx="66" cy="864"/>
              <a:chOff x="3106" y="1749"/>
              <a:chExt cx="66" cy="320"/>
            </a:xfrm>
          </p:grpSpPr>
          <p:cxnSp>
            <p:nvCxnSpPr>
              <p:cNvPr id="5326" name="Google Shape;5326;p93"/>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7" name="Google Shape;5327;p93"/>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328" name="Google Shape;5328;p93"/>
          <p:cNvGrpSpPr/>
          <p:nvPr/>
        </p:nvGrpSpPr>
        <p:grpSpPr>
          <a:xfrm>
            <a:off x="6989928" y="3003106"/>
            <a:ext cx="3635826" cy="2213976"/>
            <a:chOff x="6989928" y="3003106"/>
            <a:chExt cx="3635826" cy="2213976"/>
          </a:xfrm>
        </p:grpSpPr>
        <p:cxnSp>
          <p:nvCxnSpPr>
            <p:cNvPr id="5329" name="Google Shape;5329;p93"/>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330" name="Google Shape;5330;p93"/>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331" name="Google Shape;5331;p93"/>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332" name="Google Shape;5332;p93"/>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333" name="Google Shape;5333;p93"/>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4" name="Google Shape;5334;p93"/>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5" name="Google Shape;5335;p93"/>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6" name="Google Shape;5336;p93"/>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337" name="Google Shape;5337;p93"/>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338" name="Google Shape;5338;p93"/>
          <p:cNvGrpSpPr/>
          <p:nvPr/>
        </p:nvGrpSpPr>
        <p:grpSpPr>
          <a:xfrm>
            <a:off x="7137252" y="2041682"/>
            <a:ext cx="3503609" cy="1987110"/>
            <a:chOff x="7137252" y="2041682"/>
            <a:chExt cx="3503609" cy="1987110"/>
          </a:xfrm>
        </p:grpSpPr>
        <p:cxnSp>
          <p:nvCxnSpPr>
            <p:cNvPr id="5339" name="Google Shape;5339;p93"/>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0" name="Google Shape;5340;p93"/>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341" name="Google Shape;5341;p93"/>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2" name="Google Shape;5342;p93"/>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3" name="Google Shape;5343;p93"/>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4" name="Google Shape;5344;p93"/>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345" name="Google Shape;5345;p93"/>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346" name="Google Shape;5346;p93"/>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47" name="Google Shape;5347;p93"/>
          <p:cNvGrpSpPr/>
          <p:nvPr/>
        </p:nvGrpSpPr>
        <p:grpSpPr>
          <a:xfrm>
            <a:off x="6842436" y="5132585"/>
            <a:ext cx="3833549" cy="696610"/>
            <a:chOff x="6842436" y="5132585"/>
            <a:chExt cx="3833549" cy="696610"/>
          </a:xfrm>
        </p:grpSpPr>
        <p:cxnSp>
          <p:nvCxnSpPr>
            <p:cNvPr id="5348" name="Google Shape;5348;p93"/>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9" name="Google Shape;5349;p93"/>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0" name="Google Shape;5350;p93"/>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51" name="Google Shape;5351;p93"/>
          <p:cNvGrpSpPr/>
          <p:nvPr/>
        </p:nvGrpSpPr>
        <p:grpSpPr>
          <a:xfrm>
            <a:off x="6608198" y="1343690"/>
            <a:ext cx="810044" cy="619176"/>
            <a:chOff x="-44" y="1473"/>
            <a:chExt cx="981" cy="1105"/>
          </a:xfrm>
        </p:grpSpPr>
        <p:pic>
          <p:nvPicPr>
            <p:cNvPr descr="desktop_computer_stylized_medium" id="5352" name="Google Shape;5352;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3" name="Google Shape;5353;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4" name="Google Shape;5354;p93"/>
          <p:cNvGrpSpPr/>
          <p:nvPr/>
        </p:nvGrpSpPr>
        <p:grpSpPr>
          <a:xfrm flipH="1">
            <a:off x="10328620" y="1375018"/>
            <a:ext cx="749093" cy="672617"/>
            <a:chOff x="-44" y="1473"/>
            <a:chExt cx="981" cy="1105"/>
          </a:xfrm>
        </p:grpSpPr>
        <p:pic>
          <p:nvPicPr>
            <p:cNvPr descr="desktop_computer_stylized_medium" id="5355" name="Google Shape;5355;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6" name="Google Shape;5356;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7" name="Google Shape;5357;p93"/>
          <p:cNvGrpSpPr/>
          <p:nvPr/>
        </p:nvGrpSpPr>
        <p:grpSpPr>
          <a:xfrm>
            <a:off x="1803400" y="4591050"/>
            <a:ext cx="5319534" cy="1606314"/>
            <a:chOff x="1803400" y="4591050"/>
            <a:chExt cx="5319534" cy="1606314"/>
          </a:xfrm>
        </p:grpSpPr>
        <p:pic>
          <p:nvPicPr>
            <p:cNvPr descr="Image result for light bulb icon" id="5358" name="Google Shape;5358;p93"/>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359" name="Google Shape;5359;p93"/>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360" name="Google Shape;5360;p93"/>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361" name="Google Shape;5361;p93"/>
          <p:cNvGrpSpPr/>
          <p:nvPr/>
        </p:nvGrpSpPr>
        <p:grpSpPr>
          <a:xfrm>
            <a:off x="790711" y="1227535"/>
            <a:ext cx="5214977" cy="2878929"/>
            <a:chOff x="7089911" y="1681505"/>
            <a:chExt cx="5214977" cy="2878929"/>
          </a:xfrm>
        </p:grpSpPr>
        <p:sp>
          <p:nvSpPr>
            <p:cNvPr id="5362" name="Google Shape;5362;p93"/>
            <p:cNvSpPr/>
            <p:nvPr/>
          </p:nvSpPr>
          <p:spPr>
            <a:xfrm>
              <a:off x="7360355" y="2207758"/>
              <a:ext cx="4809067"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additional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363" name="Google Shape;5363;p93"/>
            <p:cNvSpPr/>
            <p:nvPr/>
          </p:nvSpPr>
          <p:spPr>
            <a:xfrm>
              <a:off x="7089911" y="1910106"/>
              <a:ext cx="5214977"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364" name="Google Shape;5364;p93"/>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
        <p:nvSpPr>
          <p:cNvPr id="5365" name="Google Shape;5365;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8"/>
                                        </p:tgtEl>
                                        <p:attrNameLst>
                                          <p:attrName>style.visibility</p:attrName>
                                        </p:attrNameLst>
                                      </p:cBhvr>
                                      <p:to>
                                        <p:strVal val="visible"/>
                                      </p:to>
                                    </p:set>
                                    <p:animEffect filter="fade" transition="in">
                                      <p:cBhvr>
                                        <p:cTn dur="500"/>
                                        <p:tgtEl>
                                          <p:spTgt spid="5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8"/>
                                        </p:tgtEl>
                                        <p:attrNameLst>
                                          <p:attrName>style.visibility</p:attrName>
                                        </p:attrNameLst>
                                      </p:cBhvr>
                                      <p:to>
                                        <p:strVal val="visible"/>
                                      </p:to>
                                    </p:set>
                                    <p:animEffect filter="fade" transition="in">
                                      <p:cBhvr>
                                        <p:cTn dur="500"/>
                                        <p:tgtEl>
                                          <p:spTgt spid="5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7"/>
                                        </p:tgtEl>
                                        <p:attrNameLst>
                                          <p:attrName>style.visibility</p:attrName>
                                        </p:attrNameLst>
                                      </p:cBhvr>
                                      <p:to>
                                        <p:strVal val="visible"/>
                                      </p:to>
                                    </p:set>
                                    <p:animEffect filter="fade" transition="in">
                                      <p:cBhvr>
                                        <p:cTn dur="500"/>
                                        <p:tgtEl>
                                          <p:spTgt spid="5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7"/>
                                        </p:tgtEl>
                                        <p:attrNameLst>
                                          <p:attrName>style.visibility</p:attrName>
                                        </p:attrNameLst>
                                      </p:cBhvr>
                                      <p:to>
                                        <p:strVal val="visible"/>
                                      </p:to>
                                    </p:set>
                                    <p:animEffect filter="fade" transition="in">
                                      <p:cBhvr>
                                        <p:cTn dur="500"/>
                                        <p:tgtEl>
                                          <p:spTgt spid="5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1"/>
                                        </p:tgtEl>
                                        <p:attrNameLst>
                                          <p:attrName>style.visibility</p:attrName>
                                        </p:attrNameLst>
                                      </p:cBhvr>
                                      <p:to>
                                        <p:strVal val="visible"/>
                                      </p:to>
                                    </p:set>
                                    <p:animEffect filter="fade" transition="in">
                                      <p:cBhvr>
                                        <p:cTn dur="500"/>
                                        <p:tgtEl>
                                          <p:spTgt spid="5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0" name="Shape 5370"/>
        <p:cNvGrpSpPr/>
        <p:nvPr/>
      </p:nvGrpSpPr>
      <p:grpSpPr>
        <a:xfrm>
          <a:off x="0" y="0"/>
          <a:ext cx="0" cy="0"/>
          <a:chOff x="0" y="0"/>
          <a:chExt cx="0" cy="0"/>
        </a:xfrm>
      </p:grpSpPr>
      <p:sp>
        <p:nvSpPr>
          <p:cNvPr id="5371" name="Google Shape;5371;p9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372" name="Google Shape;5372;p94"/>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373" name="Google Shape;5373;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374" name="Google Shape;5374;p9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9" name="Shape 5379"/>
        <p:cNvGrpSpPr/>
        <p:nvPr/>
      </p:nvGrpSpPr>
      <p:grpSpPr>
        <a:xfrm>
          <a:off x="0" y="0"/>
          <a:ext cx="0" cy="0"/>
          <a:chOff x="0" y="0"/>
          <a:chExt cx="0" cy="0"/>
        </a:xfrm>
      </p:grpSpPr>
      <p:sp>
        <p:nvSpPr>
          <p:cNvPr id="5380" name="Google Shape;5380;p9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381" name="Google Shape;5381;p9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2" name="Google Shape;5382;p9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3" name="Google Shape;5383;p9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4" name="Google Shape;5384;p9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385" name="Google Shape;5385;p95"/>
          <p:cNvGrpSpPr/>
          <p:nvPr/>
        </p:nvGrpSpPr>
        <p:grpSpPr>
          <a:xfrm>
            <a:off x="8070672" y="2312058"/>
            <a:ext cx="1795463" cy="688975"/>
            <a:chOff x="1173" y="2345"/>
            <a:chExt cx="1131" cy="434"/>
          </a:xfrm>
        </p:grpSpPr>
        <p:sp>
          <p:nvSpPr>
            <p:cNvPr id="5386" name="Google Shape;5386;p9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7" name="Google Shape;5387;p9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388" name="Google Shape;5388;p9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89" name="Google Shape;5389;p9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390" name="Google Shape;5390;p9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91" name="Google Shape;5391;p9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392" name="Google Shape;5392;p9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393" name="Google Shape;5393;p9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394" name="Google Shape;5394;p95"/>
          <p:cNvGrpSpPr/>
          <p:nvPr/>
        </p:nvGrpSpPr>
        <p:grpSpPr>
          <a:xfrm>
            <a:off x="8745360" y="2104096"/>
            <a:ext cx="533400" cy="206375"/>
            <a:chOff x="2003" y="1816"/>
            <a:chExt cx="336" cy="130"/>
          </a:xfrm>
        </p:grpSpPr>
        <p:sp>
          <p:nvSpPr>
            <p:cNvPr id="5395" name="Google Shape;5395;p9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6" name="Google Shape;5396;p9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7" name="Google Shape;5397;p9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8" name="Google Shape;5398;p9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99" name="Google Shape;5399;p9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00" name="Google Shape;5400;p9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01" name="Google Shape;5401;p9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02" name="Google Shape;5402;p95"/>
          <p:cNvGrpSpPr/>
          <p:nvPr/>
        </p:nvGrpSpPr>
        <p:grpSpPr>
          <a:xfrm flipH="1">
            <a:off x="10523360" y="4590121"/>
            <a:ext cx="869950" cy="906462"/>
            <a:chOff x="-44" y="1473"/>
            <a:chExt cx="981" cy="1105"/>
          </a:xfrm>
        </p:grpSpPr>
        <p:pic>
          <p:nvPicPr>
            <p:cNvPr descr="desktop_computer_stylized_medium" id="5403" name="Google Shape;5403;p9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04" name="Google Shape;5404;p9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05" name="Google Shape;5405;p9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06" name="Google Shape;5406;p9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07" name="Google Shape;5407;p95"/>
          <p:cNvGrpSpPr/>
          <p:nvPr/>
        </p:nvGrpSpPr>
        <p:grpSpPr>
          <a:xfrm>
            <a:off x="5189688" y="2806352"/>
            <a:ext cx="4533734" cy="2971623"/>
            <a:chOff x="5189688" y="2806352"/>
            <a:chExt cx="4533734" cy="2971623"/>
          </a:xfrm>
        </p:grpSpPr>
        <p:grpSp>
          <p:nvGrpSpPr>
            <p:cNvPr id="5408" name="Google Shape;5408;p95"/>
            <p:cNvGrpSpPr/>
            <p:nvPr/>
          </p:nvGrpSpPr>
          <p:grpSpPr>
            <a:xfrm>
              <a:off x="5189688" y="3080408"/>
              <a:ext cx="3750934" cy="2697567"/>
              <a:chOff x="4633274" y="3577949"/>
              <a:chExt cx="3750934" cy="2697567"/>
            </a:xfrm>
          </p:grpSpPr>
          <p:sp>
            <p:nvSpPr>
              <p:cNvPr id="5409" name="Google Shape;5409;p9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10" name="Google Shape;5410;p95"/>
              <p:cNvGrpSpPr/>
              <p:nvPr/>
            </p:nvGrpSpPr>
            <p:grpSpPr>
              <a:xfrm>
                <a:off x="7344839" y="5551212"/>
                <a:ext cx="1039369" cy="214398"/>
                <a:chOff x="7344839" y="5551212"/>
                <a:chExt cx="1039369" cy="214398"/>
              </a:xfrm>
            </p:grpSpPr>
            <p:sp>
              <p:nvSpPr>
                <p:cNvPr id="5411" name="Google Shape;5411;p9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2" name="Google Shape;5412;p9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13" name="Google Shape;5413;p9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14" name="Google Shape;5414;p9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15" name="Google Shape;5415;p9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6" name="Google Shape;5416;p95"/>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17" name="Google Shape;5417;p95"/>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18" name="Google Shape;5418;p9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19" name="Google Shape;5419;p9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20" name="Google Shape;5420;p95"/>
          <p:cNvGrpSpPr/>
          <p:nvPr/>
        </p:nvGrpSpPr>
        <p:grpSpPr>
          <a:xfrm>
            <a:off x="4989152" y="1607125"/>
            <a:ext cx="4984933" cy="885919"/>
            <a:chOff x="4989152" y="1607125"/>
            <a:chExt cx="4984933" cy="885919"/>
          </a:xfrm>
        </p:grpSpPr>
        <p:grpSp>
          <p:nvGrpSpPr>
            <p:cNvPr id="5421" name="Google Shape;5421;p95"/>
            <p:cNvGrpSpPr/>
            <p:nvPr/>
          </p:nvGrpSpPr>
          <p:grpSpPr>
            <a:xfrm>
              <a:off x="4989152" y="1652814"/>
              <a:ext cx="4984933" cy="840230"/>
              <a:chOff x="4432738" y="2150355"/>
              <a:chExt cx="4984933" cy="840230"/>
            </a:xfrm>
          </p:grpSpPr>
          <p:cxnSp>
            <p:nvCxnSpPr>
              <p:cNvPr id="5422" name="Google Shape;5422;p9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23" name="Google Shape;5423;p9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24" name="Google Shape;5424;p9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25" name="Google Shape;5425;p9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26" name="Google Shape;5426;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7"/>
                                        </p:tgtEl>
                                        <p:attrNameLst>
                                          <p:attrName>style.visibility</p:attrName>
                                        </p:attrNameLst>
                                      </p:cBhvr>
                                      <p:to>
                                        <p:strVal val="visible"/>
                                      </p:to>
                                    </p:set>
                                    <p:animEffect filter="fade" transition="in">
                                      <p:cBhvr>
                                        <p:cTn dur="500"/>
                                        <p:tgtEl>
                                          <p:spTgt spid="5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0"/>
                                        </p:tgtEl>
                                        <p:attrNameLst>
                                          <p:attrName>style.visibility</p:attrName>
                                        </p:attrNameLst>
                                      </p:cBhvr>
                                      <p:to>
                                        <p:strVal val="visible"/>
                                      </p:to>
                                    </p:set>
                                    <p:animEffect filter="fade" transition="in">
                                      <p:cBhvr>
                                        <p:cTn dur="500"/>
                                        <p:tgtEl>
                                          <p:spTgt spid="5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5"/>
                                        </p:tgtEl>
                                        <p:attrNameLst>
                                          <p:attrName>style.visibility</p:attrName>
                                        </p:attrNameLst>
                                      </p:cBhvr>
                                      <p:to>
                                        <p:strVal val="visible"/>
                                      </p:to>
                                    </p:set>
                                    <p:animEffect filter="fade" transition="in">
                                      <p:cBhvr>
                                        <p:cTn dur="500"/>
                                        <p:tgtEl>
                                          <p:spTgt spid="5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1" name="Shape 5431"/>
        <p:cNvGrpSpPr/>
        <p:nvPr/>
      </p:nvGrpSpPr>
      <p:grpSpPr>
        <a:xfrm>
          <a:off x="0" y="0"/>
          <a:ext cx="0" cy="0"/>
          <a:chOff x="0" y="0"/>
          <a:chExt cx="0" cy="0"/>
        </a:xfrm>
      </p:grpSpPr>
      <p:sp>
        <p:nvSpPr>
          <p:cNvPr id="5432" name="Google Shape;5432;p9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33" name="Google Shape;5433;p96"/>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4" name="Google Shape;5434;p96"/>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5" name="Google Shape;5435;p96"/>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6" name="Google Shape;5436;p96"/>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37" name="Google Shape;5437;p96"/>
          <p:cNvGrpSpPr/>
          <p:nvPr/>
        </p:nvGrpSpPr>
        <p:grpSpPr>
          <a:xfrm>
            <a:off x="8070672" y="2312058"/>
            <a:ext cx="1795463" cy="688975"/>
            <a:chOff x="1173" y="2345"/>
            <a:chExt cx="1131" cy="434"/>
          </a:xfrm>
        </p:grpSpPr>
        <p:sp>
          <p:nvSpPr>
            <p:cNvPr id="5438" name="Google Shape;5438;p96"/>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9" name="Google Shape;5439;p96"/>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40" name="Google Shape;5440;p96"/>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1" name="Google Shape;5441;p96"/>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42" name="Google Shape;5442;p96"/>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3" name="Google Shape;5443;p96"/>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44" name="Google Shape;5444;p96"/>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45" name="Google Shape;5445;p96"/>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446" name="Google Shape;5446;p96"/>
          <p:cNvGrpSpPr/>
          <p:nvPr/>
        </p:nvGrpSpPr>
        <p:grpSpPr>
          <a:xfrm>
            <a:off x="8745360" y="2104096"/>
            <a:ext cx="533400" cy="206375"/>
            <a:chOff x="2003" y="1816"/>
            <a:chExt cx="336" cy="130"/>
          </a:xfrm>
        </p:grpSpPr>
        <p:sp>
          <p:nvSpPr>
            <p:cNvPr id="5447" name="Google Shape;5447;p9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8" name="Google Shape;5448;p96"/>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9" name="Google Shape;5449;p96"/>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50" name="Google Shape;5450;p96"/>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1" name="Google Shape;5451;p96"/>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52" name="Google Shape;5452;p96"/>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53" name="Google Shape;5453;p96"/>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54" name="Google Shape;5454;p96"/>
          <p:cNvGrpSpPr/>
          <p:nvPr/>
        </p:nvGrpSpPr>
        <p:grpSpPr>
          <a:xfrm flipH="1">
            <a:off x="10523360" y="4590121"/>
            <a:ext cx="869950" cy="906462"/>
            <a:chOff x="-44" y="1473"/>
            <a:chExt cx="981" cy="1105"/>
          </a:xfrm>
        </p:grpSpPr>
        <p:pic>
          <p:nvPicPr>
            <p:cNvPr descr="desktop_computer_stylized_medium" id="5455" name="Google Shape;5455;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56" name="Google Shape;5456;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7" name="Google Shape;5457;p96"/>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58" name="Google Shape;5458;p96"/>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59" name="Google Shape;5459;p96"/>
          <p:cNvGrpSpPr/>
          <p:nvPr/>
        </p:nvGrpSpPr>
        <p:grpSpPr>
          <a:xfrm>
            <a:off x="5189688" y="2806352"/>
            <a:ext cx="4533734" cy="2971623"/>
            <a:chOff x="5189688" y="2806352"/>
            <a:chExt cx="4533734" cy="2971623"/>
          </a:xfrm>
        </p:grpSpPr>
        <p:grpSp>
          <p:nvGrpSpPr>
            <p:cNvPr id="5460" name="Google Shape;5460;p96"/>
            <p:cNvGrpSpPr/>
            <p:nvPr/>
          </p:nvGrpSpPr>
          <p:grpSpPr>
            <a:xfrm>
              <a:off x="5189688" y="3080408"/>
              <a:ext cx="3750934" cy="2697567"/>
              <a:chOff x="4633274" y="3577949"/>
              <a:chExt cx="3750934" cy="2697567"/>
            </a:xfrm>
          </p:grpSpPr>
          <p:sp>
            <p:nvSpPr>
              <p:cNvPr id="5461" name="Google Shape;5461;p96"/>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62" name="Google Shape;5462;p96"/>
              <p:cNvGrpSpPr/>
              <p:nvPr/>
            </p:nvGrpSpPr>
            <p:grpSpPr>
              <a:xfrm>
                <a:off x="7344839" y="5551212"/>
                <a:ext cx="1039369" cy="214398"/>
                <a:chOff x="7344839" y="5551212"/>
                <a:chExt cx="1039369" cy="214398"/>
              </a:xfrm>
            </p:grpSpPr>
            <p:sp>
              <p:nvSpPr>
                <p:cNvPr id="5463" name="Google Shape;5463;p96"/>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4" name="Google Shape;5464;p96"/>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65" name="Google Shape;5465;p96"/>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66" name="Google Shape;5466;p96"/>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67" name="Google Shape;5467;p96"/>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8" name="Google Shape;5468;p96"/>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69" name="Google Shape;5469;p96"/>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70" name="Google Shape;5470;p96"/>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71" name="Google Shape;5471;p96"/>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72" name="Google Shape;5472;p96"/>
          <p:cNvGrpSpPr/>
          <p:nvPr/>
        </p:nvGrpSpPr>
        <p:grpSpPr>
          <a:xfrm>
            <a:off x="4989152" y="1607125"/>
            <a:ext cx="4984933" cy="885919"/>
            <a:chOff x="4989152" y="1607125"/>
            <a:chExt cx="4984933" cy="885919"/>
          </a:xfrm>
        </p:grpSpPr>
        <p:grpSp>
          <p:nvGrpSpPr>
            <p:cNvPr id="5473" name="Google Shape;5473;p96"/>
            <p:cNvGrpSpPr/>
            <p:nvPr/>
          </p:nvGrpSpPr>
          <p:grpSpPr>
            <a:xfrm>
              <a:off x="4989152" y="1652814"/>
              <a:ext cx="4984933" cy="840230"/>
              <a:chOff x="4432738" y="2150355"/>
              <a:chExt cx="4984933" cy="840230"/>
            </a:xfrm>
          </p:grpSpPr>
          <p:cxnSp>
            <p:nvCxnSpPr>
              <p:cNvPr id="5474" name="Google Shape;5474;p96"/>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75" name="Google Shape;5475;p96"/>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76" name="Google Shape;5476;p96"/>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77" name="Google Shape;5477;p96"/>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5478" name="Google Shape;5478;p96"/>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5479" name="Google Shape;5479;p96"/>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
        <p:nvSpPr>
          <p:cNvPr id="5480" name="Google Shape;5480;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5" name="Shape 5485"/>
        <p:cNvGrpSpPr/>
        <p:nvPr/>
      </p:nvGrpSpPr>
      <p:grpSpPr>
        <a:xfrm>
          <a:off x="0" y="0"/>
          <a:ext cx="0" cy="0"/>
          <a:chOff x="0" y="0"/>
          <a:chExt cx="0" cy="0"/>
        </a:xfrm>
      </p:grpSpPr>
      <p:sp>
        <p:nvSpPr>
          <p:cNvPr id="5486" name="Google Shape;5486;p9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87" name="Google Shape;5487;p97"/>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8" name="Google Shape;5488;p97"/>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9" name="Google Shape;5489;p97"/>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0" name="Google Shape;5490;p97"/>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91" name="Google Shape;5491;p97"/>
          <p:cNvGrpSpPr/>
          <p:nvPr/>
        </p:nvGrpSpPr>
        <p:grpSpPr>
          <a:xfrm>
            <a:off x="8070672" y="2312058"/>
            <a:ext cx="1795463" cy="688975"/>
            <a:chOff x="1173" y="2345"/>
            <a:chExt cx="1131" cy="434"/>
          </a:xfrm>
        </p:grpSpPr>
        <p:sp>
          <p:nvSpPr>
            <p:cNvPr id="5492" name="Google Shape;5492;p97"/>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3" name="Google Shape;5493;p97"/>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94" name="Google Shape;5494;p97"/>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5" name="Google Shape;5495;p97"/>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96" name="Google Shape;5496;p97"/>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7" name="Google Shape;5497;p97"/>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98" name="Google Shape;5498;p97"/>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99" name="Google Shape;5499;p97"/>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00" name="Google Shape;5500;p97"/>
          <p:cNvGrpSpPr/>
          <p:nvPr/>
        </p:nvGrpSpPr>
        <p:grpSpPr>
          <a:xfrm>
            <a:off x="8745360" y="2104096"/>
            <a:ext cx="533400" cy="206375"/>
            <a:chOff x="2003" y="1816"/>
            <a:chExt cx="336" cy="130"/>
          </a:xfrm>
        </p:grpSpPr>
        <p:sp>
          <p:nvSpPr>
            <p:cNvPr id="5501" name="Google Shape;5501;p97"/>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2" name="Google Shape;5502;p97"/>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3" name="Google Shape;5503;p97"/>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4" name="Google Shape;5504;p97"/>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05" name="Google Shape;5505;p97"/>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06" name="Google Shape;5506;p97"/>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07" name="Google Shape;5507;p97"/>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08" name="Google Shape;5508;p97"/>
          <p:cNvGrpSpPr/>
          <p:nvPr/>
        </p:nvGrpSpPr>
        <p:grpSpPr>
          <a:xfrm flipH="1">
            <a:off x="10523360" y="4590121"/>
            <a:ext cx="869950" cy="906462"/>
            <a:chOff x="-44" y="1473"/>
            <a:chExt cx="981" cy="1105"/>
          </a:xfrm>
        </p:grpSpPr>
        <p:pic>
          <p:nvPicPr>
            <p:cNvPr descr="desktop_computer_stylized_medium" id="5509" name="Google Shape;5509;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10" name="Google Shape;5510;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11" name="Google Shape;5511;p97"/>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512" name="Google Shape;5512;p97"/>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5513" name="Google Shape;5513;p97"/>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14" name="Google Shape;5514;p97"/>
          <p:cNvGrpSpPr/>
          <p:nvPr/>
        </p:nvGrpSpPr>
        <p:grpSpPr>
          <a:xfrm>
            <a:off x="7901253" y="5053671"/>
            <a:ext cx="1039369" cy="214398"/>
            <a:chOff x="7344839" y="5551212"/>
            <a:chExt cx="1039369" cy="214398"/>
          </a:xfrm>
        </p:grpSpPr>
        <p:sp>
          <p:nvSpPr>
            <p:cNvPr id="5515" name="Google Shape;5515;p97"/>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16" name="Google Shape;5516;p97"/>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17" name="Google Shape;5517;p97"/>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18" name="Google Shape;5518;p97"/>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19" name="Google Shape;5519;p97"/>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20" name="Google Shape;5520;p97"/>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5521" name="Google Shape;5521;p97"/>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22" name="Google Shape;5522;p97"/>
          <p:cNvGrpSpPr/>
          <p:nvPr/>
        </p:nvGrpSpPr>
        <p:grpSpPr>
          <a:xfrm>
            <a:off x="4989152" y="1607125"/>
            <a:ext cx="4984933" cy="885919"/>
            <a:chOff x="4989152" y="1607125"/>
            <a:chExt cx="4984933" cy="885919"/>
          </a:xfrm>
        </p:grpSpPr>
        <p:grpSp>
          <p:nvGrpSpPr>
            <p:cNvPr id="5523" name="Google Shape;5523;p97"/>
            <p:cNvGrpSpPr/>
            <p:nvPr/>
          </p:nvGrpSpPr>
          <p:grpSpPr>
            <a:xfrm>
              <a:off x="4989152" y="1652814"/>
              <a:ext cx="4984933" cy="840230"/>
              <a:chOff x="4432738" y="2150355"/>
              <a:chExt cx="4984933" cy="840230"/>
            </a:xfrm>
          </p:grpSpPr>
          <p:cxnSp>
            <p:nvCxnSpPr>
              <p:cNvPr id="5524" name="Google Shape;5524;p97"/>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25" name="Google Shape;5525;p97"/>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26" name="Google Shape;5526;p97"/>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27" name="Google Shape;5527;p97"/>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28" name="Google Shape;5528;p97"/>
          <p:cNvGrpSpPr/>
          <p:nvPr/>
        </p:nvGrpSpPr>
        <p:grpSpPr>
          <a:xfrm>
            <a:off x="1111171" y="3426107"/>
            <a:ext cx="5034986" cy="2800562"/>
            <a:chOff x="4343173" y="1560062"/>
            <a:chExt cx="9034622" cy="4921250"/>
          </a:xfrm>
        </p:grpSpPr>
        <p:sp>
          <p:nvSpPr>
            <p:cNvPr id="5529" name="Google Shape;5529;p97"/>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530" name="Google Shape;5530;p97"/>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531" name="Google Shape;5531;p97"/>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5532" name="Google Shape;5532;p97"/>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3" name="Google Shape;5533;p97"/>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4" name="Google Shape;5534;p97"/>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5535" name="Google Shape;5535;p97"/>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6" name="Google Shape;5536;p97"/>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7" name="Google Shape;5537;p97"/>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5538" name="Google Shape;5538;p97"/>
            <p:cNvGrpSpPr/>
            <p:nvPr/>
          </p:nvGrpSpPr>
          <p:grpSpPr>
            <a:xfrm>
              <a:off x="6113100" y="2788385"/>
              <a:ext cx="7264695" cy="1048460"/>
              <a:chOff x="6113100" y="2788385"/>
              <a:chExt cx="7264695" cy="1048460"/>
            </a:xfrm>
          </p:grpSpPr>
          <p:sp>
            <p:nvSpPr>
              <p:cNvPr id="5539" name="Google Shape;5539;p97"/>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5540" name="Google Shape;5540;p97"/>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5541" name="Google Shape;5541;p97"/>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5542" name="Google Shape;5542;p97"/>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5543" name="Google Shape;5543;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8" name="Shape 5548"/>
        <p:cNvGrpSpPr/>
        <p:nvPr/>
      </p:nvGrpSpPr>
      <p:grpSpPr>
        <a:xfrm>
          <a:off x="0" y="0"/>
          <a:ext cx="0" cy="0"/>
          <a:chOff x="0" y="0"/>
          <a:chExt cx="0" cy="0"/>
        </a:xfrm>
      </p:grpSpPr>
      <p:sp>
        <p:nvSpPr>
          <p:cNvPr id="5549" name="Google Shape;5549;p9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550" name="Google Shape;5550;p98"/>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1" name="Google Shape;5551;p98"/>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2" name="Google Shape;5552;p98"/>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3" name="Google Shape;5553;p98"/>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554" name="Google Shape;5554;p98"/>
          <p:cNvGrpSpPr/>
          <p:nvPr/>
        </p:nvGrpSpPr>
        <p:grpSpPr>
          <a:xfrm>
            <a:off x="8070672" y="2312058"/>
            <a:ext cx="1795463" cy="688975"/>
            <a:chOff x="1173" y="2345"/>
            <a:chExt cx="1131" cy="434"/>
          </a:xfrm>
        </p:grpSpPr>
        <p:sp>
          <p:nvSpPr>
            <p:cNvPr id="5555" name="Google Shape;5555;p98"/>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6" name="Google Shape;5556;p98"/>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557" name="Google Shape;5557;p98"/>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58" name="Google Shape;5558;p98"/>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559" name="Google Shape;5559;p98"/>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60" name="Google Shape;5560;p98"/>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561" name="Google Shape;5561;p98"/>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562" name="Google Shape;5562;p98"/>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63" name="Google Shape;5563;p98"/>
          <p:cNvGrpSpPr/>
          <p:nvPr/>
        </p:nvGrpSpPr>
        <p:grpSpPr>
          <a:xfrm>
            <a:off x="8745360" y="2104096"/>
            <a:ext cx="533400" cy="206375"/>
            <a:chOff x="2003" y="1816"/>
            <a:chExt cx="336" cy="130"/>
          </a:xfrm>
        </p:grpSpPr>
        <p:sp>
          <p:nvSpPr>
            <p:cNvPr id="5564" name="Google Shape;5564;p98"/>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5" name="Google Shape;5565;p98"/>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6" name="Google Shape;5566;p98"/>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7" name="Google Shape;5567;p98"/>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68" name="Google Shape;5568;p98"/>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69" name="Google Shape;5569;p98"/>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70" name="Google Shape;5570;p98"/>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71" name="Google Shape;5571;p98"/>
          <p:cNvGrpSpPr/>
          <p:nvPr/>
        </p:nvGrpSpPr>
        <p:grpSpPr>
          <a:xfrm flipH="1">
            <a:off x="10523360" y="4590121"/>
            <a:ext cx="869950" cy="906462"/>
            <a:chOff x="-44" y="1473"/>
            <a:chExt cx="981" cy="1105"/>
          </a:xfrm>
        </p:grpSpPr>
        <p:pic>
          <p:nvPicPr>
            <p:cNvPr descr="desktop_computer_stylized_medium" id="5572" name="Google Shape;5572;p9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73" name="Google Shape;5573;p9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74" name="Google Shape;5574;p98"/>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5575" name="Google Shape;5575;p98"/>
          <p:cNvGrpSpPr/>
          <p:nvPr/>
        </p:nvGrpSpPr>
        <p:grpSpPr>
          <a:xfrm>
            <a:off x="756989" y="3535828"/>
            <a:ext cx="4164772" cy="1950572"/>
            <a:chOff x="363537" y="4127499"/>
            <a:chExt cx="4164772" cy="1950572"/>
          </a:xfrm>
        </p:grpSpPr>
        <p:sp>
          <p:nvSpPr>
            <p:cNvPr id="5576" name="Google Shape;5576;p98"/>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77" name="Google Shape;5577;p98"/>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5578" name="Google Shape;5578;p98"/>
            <p:cNvGrpSpPr/>
            <p:nvPr/>
          </p:nvGrpSpPr>
          <p:grpSpPr>
            <a:xfrm>
              <a:off x="551438" y="4127499"/>
              <a:ext cx="2003542" cy="523875"/>
              <a:chOff x="3327" y="230"/>
              <a:chExt cx="1176" cy="330"/>
            </a:xfrm>
          </p:grpSpPr>
          <p:sp>
            <p:nvSpPr>
              <p:cNvPr id="5579" name="Google Shape;5579;p98"/>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0" name="Google Shape;5580;p98"/>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5581" name="Google Shape;5581;p98"/>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582" name="Google Shape;5582;p98"/>
          <p:cNvGrpSpPr/>
          <p:nvPr/>
        </p:nvGrpSpPr>
        <p:grpSpPr>
          <a:xfrm>
            <a:off x="7630935" y="2806352"/>
            <a:ext cx="2092487" cy="2971623"/>
            <a:chOff x="7630935" y="2806352"/>
            <a:chExt cx="2092487" cy="2971623"/>
          </a:xfrm>
        </p:grpSpPr>
        <p:grpSp>
          <p:nvGrpSpPr>
            <p:cNvPr id="5583" name="Google Shape;5583;p98"/>
            <p:cNvGrpSpPr/>
            <p:nvPr/>
          </p:nvGrpSpPr>
          <p:grpSpPr>
            <a:xfrm>
              <a:off x="7630935" y="3080408"/>
              <a:ext cx="1309687" cy="2697567"/>
              <a:chOff x="7074521" y="3577949"/>
              <a:chExt cx="1309687" cy="2697567"/>
            </a:xfrm>
          </p:grpSpPr>
          <p:sp>
            <p:nvSpPr>
              <p:cNvPr id="5584" name="Google Shape;5584;p98"/>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85" name="Google Shape;5585;p98"/>
              <p:cNvGrpSpPr/>
              <p:nvPr/>
            </p:nvGrpSpPr>
            <p:grpSpPr>
              <a:xfrm>
                <a:off x="7344839" y="5551212"/>
                <a:ext cx="1039369" cy="214398"/>
                <a:chOff x="7344839" y="5551212"/>
                <a:chExt cx="1039369" cy="214398"/>
              </a:xfrm>
            </p:grpSpPr>
            <p:sp>
              <p:nvSpPr>
                <p:cNvPr id="5586" name="Google Shape;5586;p98"/>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87" name="Google Shape;5587;p98"/>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88" name="Google Shape;5588;p98"/>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89" name="Google Shape;5589;p98"/>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90" name="Google Shape;5590;p98"/>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91" name="Google Shape;5591;p98"/>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592" name="Google Shape;5592;p98"/>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93" name="Google Shape;5593;p98"/>
          <p:cNvGrpSpPr/>
          <p:nvPr/>
        </p:nvGrpSpPr>
        <p:grpSpPr>
          <a:xfrm>
            <a:off x="4989152" y="1607125"/>
            <a:ext cx="4984933" cy="885919"/>
            <a:chOff x="4989152" y="1607125"/>
            <a:chExt cx="4984933" cy="885919"/>
          </a:xfrm>
        </p:grpSpPr>
        <p:grpSp>
          <p:nvGrpSpPr>
            <p:cNvPr id="5594" name="Google Shape;5594;p98"/>
            <p:cNvGrpSpPr/>
            <p:nvPr/>
          </p:nvGrpSpPr>
          <p:grpSpPr>
            <a:xfrm>
              <a:off x="4989152" y="1652814"/>
              <a:ext cx="4984933" cy="840230"/>
              <a:chOff x="4432738" y="2150355"/>
              <a:chExt cx="4984933" cy="840230"/>
            </a:xfrm>
          </p:grpSpPr>
          <p:cxnSp>
            <p:nvCxnSpPr>
              <p:cNvPr id="5595" name="Google Shape;5595;p98"/>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96" name="Google Shape;5596;p98"/>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97" name="Google Shape;5597;p98"/>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98" name="Google Shape;5598;p98"/>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599" name="Google Shape;5599;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4" name="Shape 5604"/>
        <p:cNvGrpSpPr/>
        <p:nvPr/>
      </p:nvGrpSpPr>
      <p:grpSpPr>
        <a:xfrm>
          <a:off x="0" y="0"/>
          <a:ext cx="0" cy="0"/>
          <a:chOff x="0" y="0"/>
          <a:chExt cx="0" cy="0"/>
        </a:xfrm>
      </p:grpSpPr>
      <p:sp>
        <p:nvSpPr>
          <p:cNvPr id="5605" name="Google Shape;5605;p9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06" name="Google Shape;5606;p99"/>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07" name="Google Shape;5607;p99"/>
          <p:cNvGrpSpPr/>
          <p:nvPr/>
        </p:nvGrpSpPr>
        <p:grpSpPr>
          <a:xfrm>
            <a:off x="8147517" y="2351087"/>
            <a:ext cx="2578100" cy="2155825"/>
            <a:chOff x="512" y="1294"/>
            <a:chExt cx="1888" cy="1358"/>
          </a:xfrm>
        </p:grpSpPr>
        <p:grpSp>
          <p:nvGrpSpPr>
            <p:cNvPr id="5608" name="Google Shape;5608;p99"/>
            <p:cNvGrpSpPr/>
            <p:nvPr/>
          </p:nvGrpSpPr>
          <p:grpSpPr>
            <a:xfrm>
              <a:off x="1232" y="1410"/>
              <a:ext cx="336" cy="130"/>
              <a:chOff x="2003" y="1816"/>
              <a:chExt cx="336" cy="130"/>
            </a:xfrm>
          </p:grpSpPr>
          <p:sp>
            <p:nvSpPr>
              <p:cNvPr id="5609" name="Google Shape;5609;p99"/>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0" name="Google Shape;5610;p99"/>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1" name="Google Shape;5611;p99"/>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2" name="Google Shape;5612;p99"/>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13" name="Google Shape;5613;p99"/>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14" name="Google Shape;5614;p99"/>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5615" name="Google Shape;5615;p99"/>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5616" name="Google Shape;5616;p99"/>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7" name="Google Shape;5617;p99"/>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8" name="Google Shape;5618;p99"/>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5619" name="Google Shape;5619;p99"/>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5620" name="Google Shape;5620;p99"/>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5621" name="Google Shape;5621;p99"/>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5622" name="Google Shape;5622;p99"/>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5623" name="Google Shape;5623;p99"/>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5624" name="Google Shape;5624;p99"/>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5" name="Google Shape;5625;p99"/>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5626" name="Google Shape;5626;p99"/>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7" name="Google Shape;5627;p99"/>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5628" name="Google Shape;5628;p99"/>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5629" name="Google Shape;5629;p99"/>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5630" name="Google Shape;5630;p99"/>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5631" name="Google Shape;5631;p99"/>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5632" name="Google Shape;5632;p99"/>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5633" name="Google Shape;5633;p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8" name="Shape 5638"/>
        <p:cNvGrpSpPr/>
        <p:nvPr/>
      </p:nvGrpSpPr>
      <p:grpSpPr>
        <a:xfrm>
          <a:off x="0" y="0"/>
          <a:ext cx="0" cy="0"/>
          <a:chOff x="0" y="0"/>
          <a:chExt cx="0" cy="0"/>
        </a:xfrm>
      </p:grpSpPr>
      <p:sp>
        <p:nvSpPr>
          <p:cNvPr id="5639" name="Google Shape;5639;p10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40" name="Google Shape;5640;p100"/>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41" name="Google Shape;5641;p100"/>
          <p:cNvGrpSpPr/>
          <p:nvPr/>
        </p:nvGrpSpPr>
        <p:grpSpPr>
          <a:xfrm>
            <a:off x="7363745" y="1068614"/>
            <a:ext cx="4349284" cy="5165818"/>
            <a:chOff x="7334716" y="821871"/>
            <a:chExt cx="4349284" cy="5165818"/>
          </a:xfrm>
        </p:grpSpPr>
        <p:sp>
          <p:nvSpPr>
            <p:cNvPr id="5642" name="Google Shape;5642;p100"/>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5643" name="Google Shape;5643;p100"/>
            <p:cNvGrpSpPr/>
            <p:nvPr/>
          </p:nvGrpSpPr>
          <p:grpSpPr>
            <a:xfrm>
              <a:off x="7490842" y="1445945"/>
              <a:ext cx="3173211" cy="4078555"/>
              <a:chOff x="7157014" y="1873079"/>
              <a:chExt cx="2251592" cy="2800562"/>
            </a:xfrm>
          </p:grpSpPr>
          <p:sp>
            <p:nvSpPr>
              <p:cNvPr id="5644" name="Google Shape;5644;p100"/>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645" name="Google Shape;5645;p100"/>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646" name="Google Shape;5646;p100"/>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5647" name="Google Shape;5647;p100"/>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8" name="Google Shape;5648;p100"/>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9" name="Google Shape;5649;p100"/>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5650" name="Google Shape;5650;p100"/>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1" name="Google Shape;5651;p100"/>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2" name="Google Shape;5652;p100"/>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5653" name="Google Shape;5653;p100"/>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5654" name="Google Shape;5654;p100"/>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5655" name="Google Shape;5655;p100"/>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5656" name="Google Shape;5656;p100"/>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5657" name="Google Shape;5657;p1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2" name="Shape 5662"/>
        <p:cNvGrpSpPr/>
        <p:nvPr/>
      </p:nvGrpSpPr>
      <p:grpSpPr>
        <a:xfrm>
          <a:off x="0" y="0"/>
          <a:ext cx="0" cy="0"/>
          <a:chOff x="0" y="0"/>
          <a:chExt cx="0" cy="0"/>
        </a:xfrm>
      </p:grpSpPr>
      <p:sp>
        <p:nvSpPr>
          <p:cNvPr id="5663" name="Google Shape;5663;p10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5664" name="Google Shape;5664;p101"/>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5665" name="Google Shape;5665;p101"/>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66" name="Google Shape;5666;p101"/>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67" name="Google Shape;5667;p101"/>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5668" name="Google Shape;5668;p101"/>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69" name="Google Shape;5669;p101"/>
          <p:cNvGrpSpPr/>
          <p:nvPr/>
        </p:nvGrpSpPr>
        <p:grpSpPr>
          <a:xfrm>
            <a:off x="3979492" y="3344865"/>
            <a:ext cx="438150" cy="206375"/>
            <a:chOff x="344" y="1846"/>
            <a:chExt cx="336" cy="130"/>
          </a:xfrm>
        </p:grpSpPr>
        <p:sp>
          <p:nvSpPr>
            <p:cNvPr id="5670" name="Google Shape;5670;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1" name="Google Shape;5671;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2" name="Google Shape;5672;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3" name="Google Shape;5673;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74" name="Google Shape;5674;p101"/>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75" name="Google Shape;5675;p101"/>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5676" name="Google Shape;5676;p101"/>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77" name="Google Shape;5677;p101"/>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78" name="Google Shape;5678;p101"/>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79" name="Google Shape;5679;p101"/>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5680" name="Google Shape;5680;p101"/>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1" name="Google Shape;5681;p101"/>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2" name="Google Shape;5682;p101"/>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83" name="Google Shape;5683;p101"/>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5684" name="Google Shape;5684;p101"/>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85" name="Google Shape;5685;p101"/>
          <p:cNvGrpSpPr/>
          <p:nvPr/>
        </p:nvGrpSpPr>
        <p:grpSpPr>
          <a:xfrm>
            <a:off x="8308511" y="3351215"/>
            <a:ext cx="438150" cy="206375"/>
            <a:chOff x="344" y="1846"/>
            <a:chExt cx="336" cy="130"/>
          </a:xfrm>
        </p:grpSpPr>
        <p:sp>
          <p:nvSpPr>
            <p:cNvPr id="5686" name="Google Shape;5686;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7" name="Google Shape;5687;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8" name="Google Shape;5688;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9" name="Google Shape;5689;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90" name="Google Shape;5690;p101"/>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91" name="Google Shape;5691;p101"/>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5692" name="Google Shape;5692;p101"/>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93" name="Google Shape;5693;p101"/>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94" name="Google Shape;5694;p101"/>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95" name="Google Shape;5695;p101"/>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5696" name="Google Shape;5696;p101"/>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97" name="Google Shape;5697;p101"/>
          <p:cNvSpPr txBox="1"/>
          <p:nvPr/>
        </p:nvSpPr>
        <p:spPr>
          <a:xfrm>
            <a:off x="1033504" y="579675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 Socket("hostname”,portnumber);</a:t>
            </a:r>
            <a:endParaRPr/>
          </a:p>
        </p:txBody>
      </p:sp>
      <p:sp>
        <p:nvSpPr>
          <p:cNvPr id="5698" name="Google Shape;5698;p101"/>
          <p:cNvSpPr txBox="1"/>
          <p:nvPr/>
        </p:nvSpPr>
        <p:spPr>
          <a:xfrm>
            <a:off x="6571668" y="5667424"/>
            <a:ext cx="4995020" cy="1200329"/>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ServerSocket welcomeSocket= new ServerSocket(portnumber);</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5699" name="Google Shape;5699;p101"/>
          <p:cNvGrpSpPr/>
          <p:nvPr/>
        </p:nvGrpSpPr>
        <p:grpSpPr>
          <a:xfrm>
            <a:off x="2149664" y="5024440"/>
            <a:ext cx="698500" cy="612775"/>
            <a:chOff x="-44" y="1473"/>
            <a:chExt cx="981" cy="1105"/>
          </a:xfrm>
        </p:grpSpPr>
        <p:pic>
          <p:nvPicPr>
            <p:cNvPr descr="desktop_computer_stylized_medium" id="5700" name="Google Shape;5700;p10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1" name="Google Shape;5701;p10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02" name="Google Shape;5702;p101"/>
          <p:cNvGrpSpPr/>
          <p:nvPr/>
        </p:nvGrpSpPr>
        <p:grpSpPr>
          <a:xfrm>
            <a:off x="9964927" y="4922840"/>
            <a:ext cx="415925" cy="627063"/>
            <a:chOff x="4140" y="429"/>
            <a:chExt cx="1425" cy="2396"/>
          </a:xfrm>
        </p:grpSpPr>
        <p:sp>
          <p:nvSpPr>
            <p:cNvPr id="5703" name="Google Shape;5703;p10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4" name="Google Shape;5704;p101"/>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5" name="Google Shape;5705;p10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6" name="Google Shape;5706;p10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7" name="Google Shape;5707;p101"/>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08" name="Google Shape;5708;p101"/>
            <p:cNvGrpSpPr/>
            <p:nvPr/>
          </p:nvGrpSpPr>
          <p:grpSpPr>
            <a:xfrm>
              <a:off x="4749" y="666"/>
              <a:ext cx="582" cy="146"/>
              <a:chOff x="614" y="2566"/>
              <a:chExt cx="726" cy="140"/>
            </a:xfrm>
          </p:grpSpPr>
          <p:sp>
            <p:nvSpPr>
              <p:cNvPr id="5709" name="Google Shape;5709;p101"/>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0" name="Google Shape;5710;p101"/>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1" name="Google Shape;5711;p101"/>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2" name="Google Shape;5712;p101"/>
            <p:cNvGrpSpPr/>
            <p:nvPr/>
          </p:nvGrpSpPr>
          <p:grpSpPr>
            <a:xfrm>
              <a:off x="4749" y="993"/>
              <a:ext cx="576" cy="133"/>
              <a:chOff x="617" y="2567"/>
              <a:chExt cx="719" cy="138"/>
            </a:xfrm>
          </p:grpSpPr>
          <p:sp>
            <p:nvSpPr>
              <p:cNvPr id="5713" name="Google Shape;5713;p101"/>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4" name="Google Shape;5714;p101"/>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5" name="Google Shape;5715;p101"/>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6" name="Google Shape;5716;p101"/>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7" name="Google Shape;5717;p101"/>
            <p:cNvGrpSpPr/>
            <p:nvPr/>
          </p:nvGrpSpPr>
          <p:grpSpPr>
            <a:xfrm>
              <a:off x="4733" y="1636"/>
              <a:ext cx="582" cy="134"/>
              <a:chOff x="611" y="2576"/>
              <a:chExt cx="725" cy="123"/>
            </a:xfrm>
          </p:grpSpPr>
          <p:sp>
            <p:nvSpPr>
              <p:cNvPr id="5718" name="Google Shape;5718;p101"/>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9" name="Google Shape;5719;p101"/>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0" name="Google Shape;5720;p10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21" name="Google Shape;5721;p101"/>
            <p:cNvGrpSpPr/>
            <p:nvPr/>
          </p:nvGrpSpPr>
          <p:grpSpPr>
            <a:xfrm>
              <a:off x="4738" y="1327"/>
              <a:ext cx="582" cy="140"/>
              <a:chOff x="613" y="2568"/>
              <a:chExt cx="725" cy="140"/>
            </a:xfrm>
          </p:grpSpPr>
          <p:sp>
            <p:nvSpPr>
              <p:cNvPr id="5722" name="Google Shape;5722;p101"/>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3" name="Google Shape;5723;p101"/>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4" name="Google Shape;5724;p101"/>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5" name="Google Shape;5725;p10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6" name="Google Shape;5726;p10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7" name="Google Shape;5727;p101"/>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8" name="Google Shape;5728;p10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9" name="Google Shape;5729;p101"/>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0" name="Google Shape;5730;p101"/>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1" name="Google Shape;5731;p101"/>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2" name="Google Shape;5732;p101"/>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733" name="Google Shape;5733;p101"/>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4" name="Google Shape;5734;p101"/>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35" name="Google Shape;5735;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0" name="Shape 5740"/>
        <p:cNvGrpSpPr/>
        <p:nvPr/>
      </p:nvGrpSpPr>
      <p:grpSpPr>
        <a:xfrm>
          <a:off x="0" y="0"/>
          <a:ext cx="0" cy="0"/>
          <a:chOff x="0" y="0"/>
          <a:chExt cx="0" cy="0"/>
        </a:xfrm>
      </p:grpSpPr>
      <p:sp>
        <p:nvSpPr>
          <p:cNvPr id="5741" name="Google Shape;5741;p10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5742" name="Google Shape;5742;p102"/>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5743" name="Google Shape;5743;p102"/>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5744" name="Google Shape;5744;p102"/>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5745" name="Google Shape;5745;p102"/>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5746" name="Google Shape;5746;p102"/>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5747" name="Google Shape;5747;p102"/>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8" name="Google Shape;5748;p102"/>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9" name="Google Shape;5749;p102"/>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5750" name="Google Shape;5750;p102"/>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1" name="Google Shape;5751;p102"/>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5752" name="Google Shape;5752;p102"/>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3" name="Google Shape;5753;p102"/>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5754" name="Google Shape;5754;p102"/>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5" name="Google Shape;5755;p102"/>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6" name="Google Shape;5756;p102"/>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7" name="Google Shape;5757;p102"/>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8" name="Google Shape;5758;p102"/>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5759" name="Google Shape;5759;p102"/>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5760" name="Google Shape;5760;p102"/>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1" name="Google Shape;5761;p102"/>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2" name="Google Shape;5762;p102"/>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5763" name="Google Shape;5763;p102"/>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4" name="Google Shape;5764;p102"/>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5765" name="Google Shape;5765;p102"/>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6" name="Google Shape;5766;p102"/>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7" name="Google Shape;5767;p102"/>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8" name="Google Shape;5768;p102"/>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69" name="Google Shape;5769;p102"/>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70" name="Google Shape;5770;p102"/>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1" name="Google Shape;5771;p102"/>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5772" name="Google Shape;5772;p102"/>
          <p:cNvGrpSpPr/>
          <p:nvPr/>
        </p:nvGrpSpPr>
        <p:grpSpPr>
          <a:xfrm>
            <a:off x="1696017" y="4472044"/>
            <a:ext cx="775403" cy="566176"/>
            <a:chOff x="-44" y="1473"/>
            <a:chExt cx="981" cy="1105"/>
          </a:xfrm>
        </p:grpSpPr>
        <p:pic>
          <p:nvPicPr>
            <p:cNvPr descr="desktop_computer_stylized_medium" id="5773" name="Google Shape;5773;p102"/>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774" name="Google Shape;5774;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5775" name="Google Shape;5775;p102"/>
          <p:cNvGrpSpPr/>
          <p:nvPr/>
        </p:nvGrpSpPr>
        <p:grpSpPr>
          <a:xfrm>
            <a:off x="4073636" y="4451330"/>
            <a:ext cx="318750" cy="557545"/>
            <a:chOff x="4140" y="429"/>
            <a:chExt cx="1425" cy="2396"/>
          </a:xfrm>
        </p:grpSpPr>
        <p:sp>
          <p:nvSpPr>
            <p:cNvPr id="5776" name="Google Shape;5776;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7" name="Google Shape;5777;p10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8" name="Google Shape;5778;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9" name="Google Shape;5779;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0" name="Google Shape;5780;p10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1" name="Google Shape;5781;p102"/>
            <p:cNvGrpSpPr/>
            <p:nvPr/>
          </p:nvGrpSpPr>
          <p:grpSpPr>
            <a:xfrm>
              <a:off x="4751" y="666"/>
              <a:ext cx="578" cy="148"/>
              <a:chOff x="617" y="2566"/>
              <a:chExt cx="721" cy="142"/>
            </a:xfrm>
          </p:grpSpPr>
          <p:sp>
            <p:nvSpPr>
              <p:cNvPr id="5782" name="Google Shape;5782;p10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3" name="Google Shape;5783;p10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4" name="Google Shape;5784;p10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5" name="Google Shape;5785;p102"/>
            <p:cNvGrpSpPr/>
            <p:nvPr/>
          </p:nvGrpSpPr>
          <p:grpSpPr>
            <a:xfrm>
              <a:off x="4745" y="993"/>
              <a:ext cx="585" cy="134"/>
              <a:chOff x="611" y="2567"/>
              <a:chExt cx="730" cy="139"/>
            </a:xfrm>
          </p:grpSpPr>
          <p:sp>
            <p:nvSpPr>
              <p:cNvPr id="5786" name="Google Shape;5786;p10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7" name="Google Shape;5787;p10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8" name="Google Shape;5788;p10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9" name="Google Shape;5789;p10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0" name="Google Shape;5790;p102"/>
            <p:cNvGrpSpPr/>
            <p:nvPr/>
          </p:nvGrpSpPr>
          <p:grpSpPr>
            <a:xfrm>
              <a:off x="4738" y="1630"/>
              <a:ext cx="578" cy="149"/>
              <a:chOff x="618" y="2571"/>
              <a:chExt cx="720" cy="137"/>
            </a:xfrm>
          </p:grpSpPr>
          <p:sp>
            <p:nvSpPr>
              <p:cNvPr id="5791" name="Google Shape;5791;p10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2" name="Google Shape;5792;p10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3" name="Google Shape;5793;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4" name="Google Shape;5794;p102"/>
            <p:cNvGrpSpPr/>
            <p:nvPr/>
          </p:nvGrpSpPr>
          <p:grpSpPr>
            <a:xfrm>
              <a:off x="4738" y="1327"/>
              <a:ext cx="584" cy="141"/>
              <a:chOff x="613" y="2568"/>
              <a:chExt cx="728" cy="141"/>
            </a:xfrm>
          </p:grpSpPr>
          <p:sp>
            <p:nvSpPr>
              <p:cNvPr id="5795" name="Google Shape;5795;p10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6" name="Google Shape;5796;p10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7" name="Google Shape;5797;p10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8" name="Google Shape;5798;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9" name="Google Shape;5799;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0" name="Google Shape;5800;p10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1" name="Google Shape;5801;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2" name="Google Shape;5802;p10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3" name="Google Shape;5803;p10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4" name="Google Shape;5804;p10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5" name="Google Shape;5805;p10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5806" name="Google Shape;5806;p10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7" name="Google Shape;5807;p10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808" name="Google Shape;5808;p10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2"/>
                                        </p:tgtEl>
                                        <p:attrNameLst>
                                          <p:attrName>style.visibility</p:attrName>
                                        </p:attrNameLst>
                                      </p:cBhvr>
                                      <p:to>
                                        <p:strVal val="visible"/>
                                      </p:to>
                                    </p:set>
                                    <p:animEffect filter="fade" transition="in">
                                      <p:cBhvr>
                                        <p:cTn dur="500"/>
                                        <p:tgtEl>
                                          <p:spTgt spid="5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3" name="Shape 5813"/>
        <p:cNvGrpSpPr/>
        <p:nvPr/>
      </p:nvGrpSpPr>
      <p:grpSpPr>
        <a:xfrm>
          <a:off x="0" y="0"/>
          <a:ext cx="0" cy="0"/>
          <a:chOff x="0" y="0"/>
          <a:chExt cx="0" cy="0"/>
        </a:xfrm>
      </p:grpSpPr>
      <p:sp>
        <p:nvSpPr>
          <p:cNvPr id="5814" name="Google Shape;5814;p10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15" name="Google Shape;5815;p103"/>
          <p:cNvGrpSpPr/>
          <p:nvPr/>
        </p:nvGrpSpPr>
        <p:grpSpPr>
          <a:xfrm>
            <a:off x="435655" y="1435139"/>
            <a:ext cx="3855401" cy="3186116"/>
            <a:chOff x="435655" y="1990325"/>
            <a:chExt cx="3855401" cy="3186116"/>
          </a:xfrm>
        </p:grpSpPr>
        <p:cxnSp>
          <p:nvCxnSpPr>
            <p:cNvPr id="5816" name="Google Shape;5816;p103"/>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17" name="Google Shape;5817;p103"/>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5818" name="Google Shape;5818;p103"/>
            <p:cNvGrpSpPr/>
            <p:nvPr/>
          </p:nvGrpSpPr>
          <p:grpSpPr>
            <a:xfrm>
              <a:off x="1386567" y="4700191"/>
              <a:ext cx="2405063" cy="476250"/>
              <a:chOff x="1097" y="2807"/>
              <a:chExt cx="1515" cy="300"/>
            </a:xfrm>
          </p:grpSpPr>
          <p:cxnSp>
            <p:nvCxnSpPr>
              <p:cNvPr id="5819" name="Google Shape;5819;p103"/>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820" name="Google Shape;5820;p103"/>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821" name="Google Shape;5821;p103"/>
            <p:cNvGrpSpPr/>
            <p:nvPr/>
          </p:nvGrpSpPr>
          <p:grpSpPr>
            <a:xfrm>
              <a:off x="435655" y="1990325"/>
              <a:ext cx="3389313" cy="2136775"/>
              <a:chOff x="484" y="1100"/>
              <a:chExt cx="2135" cy="1346"/>
            </a:xfrm>
          </p:grpSpPr>
          <p:sp>
            <p:nvSpPr>
              <p:cNvPr id="5822" name="Google Shape;5822;p103"/>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823" name="Google Shape;5823;p103"/>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5824" name="Google Shape;5824;p103"/>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5825" name="Google Shape;5825;p103"/>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6" name="Google Shape;5826;p103"/>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827" name="Google Shape;5827;p103"/>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8" name="Google Shape;5828;p103"/>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29" name="Google Shape;5829;p103"/>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30" name="Google Shape;5830;p103"/>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31" name="Google Shape;5831;p103"/>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832" name="Google Shape;5832;p103"/>
              <p:cNvGrpSpPr/>
              <p:nvPr/>
            </p:nvGrpSpPr>
            <p:grpSpPr>
              <a:xfrm>
                <a:off x="1277" y="1861"/>
                <a:ext cx="803" cy="212"/>
                <a:chOff x="1065" y="2085"/>
                <a:chExt cx="803" cy="212"/>
              </a:xfrm>
            </p:grpSpPr>
            <p:sp>
              <p:nvSpPr>
                <p:cNvPr id="5833" name="Google Shape;5833;p103"/>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34" name="Google Shape;5834;p103"/>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5835" name="Google Shape;5835;p103"/>
              <p:cNvGrpSpPr/>
              <p:nvPr/>
            </p:nvGrpSpPr>
            <p:grpSpPr>
              <a:xfrm>
                <a:off x="834" y="1112"/>
                <a:ext cx="391" cy="307"/>
                <a:chOff x="-44" y="1473"/>
                <a:chExt cx="981" cy="1105"/>
              </a:xfrm>
            </p:grpSpPr>
            <p:pic>
              <p:nvPicPr>
                <p:cNvPr descr="desktop_computer_stylized_medium" id="5836" name="Google Shape;5836;p10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7" name="Google Shape;5837;p10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838" name="Google Shape;5838;p103"/>
              <p:cNvGrpSpPr/>
              <p:nvPr/>
            </p:nvGrpSpPr>
            <p:grpSpPr>
              <a:xfrm>
                <a:off x="1973" y="1100"/>
                <a:ext cx="212" cy="323"/>
                <a:chOff x="4140" y="429"/>
                <a:chExt cx="1425" cy="2396"/>
              </a:xfrm>
            </p:grpSpPr>
            <p:sp>
              <p:nvSpPr>
                <p:cNvPr id="5839" name="Google Shape;5839;p10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0" name="Google Shape;5840;p103"/>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1" name="Google Shape;5841;p10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2" name="Google Shape;5842;p10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3" name="Google Shape;5843;p103"/>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4" name="Google Shape;5844;p103"/>
                <p:cNvGrpSpPr/>
                <p:nvPr/>
              </p:nvGrpSpPr>
              <p:grpSpPr>
                <a:xfrm>
                  <a:off x="4751" y="666"/>
                  <a:ext cx="578" cy="148"/>
                  <a:chOff x="617" y="2566"/>
                  <a:chExt cx="721" cy="142"/>
                </a:xfrm>
              </p:grpSpPr>
              <p:sp>
                <p:nvSpPr>
                  <p:cNvPr id="5845" name="Google Shape;5845;p103"/>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6" name="Google Shape;5846;p103"/>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47" name="Google Shape;5847;p103"/>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8" name="Google Shape;5848;p103"/>
                <p:cNvGrpSpPr/>
                <p:nvPr/>
              </p:nvGrpSpPr>
              <p:grpSpPr>
                <a:xfrm>
                  <a:off x="4745" y="993"/>
                  <a:ext cx="585" cy="134"/>
                  <a:chOff x="611" y="2567"/>
                  <a:chExt cx="730" cy="139"/>
                </a:xfrm>
              </p:grpSpPr>
              <p:sp>
                <p:nvSpPr>
                  <p:cNvPr id="5849" name="Google Shape;5849;p103"/>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0" name="Google Shape;5850;p103"/>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1" name="Google Shape;5851;p103"/>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2" name="Google Shape;5852;p103"/>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3" name="Google Shape;5853;p103"/>
                <p:cNvGrpSpPr/>
                <p:nvPr/>
              </p:nvGrpSpPr>
              <p:grpSpPr>
                <a:xfrm>
                  <a:off x="4738" y="1630"/>
                  <a:ext cx="578" cy="149"/>
                  <a:chOff x="618" y="2571"/>
                  <a:chExt cx="720" cy="137"/>
                </a:xfrm>
              </p:grpSpPr>
              <p:sp>
                <p:nvSpPr>
                  <p:cNvPr id="5854" name="Google Shape;5854;p103"/>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5" name="Google Shape;5855;p103"/>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6" name="Google Shape;5856;p10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7" name="Google Shape;5857;p103"/>
                <p:cNvGrpSpPr/>
                <p:nvPr/>
              </p:nvGrpSpPr>
              <p:grpSpPr>
                <a:xfrm>
                  <a:off x="4738" y="1327"/>
                  <a:ext cx="584" cy="141"/>
                  <a:chOff x="613" y="2568"/>
                  <a:chExt cx="728" cy="141"/>
                </a:xfrm>
              </p:grpSpPr>
              <p:sp>
                <p:nvSpPr>
                  <p:cNvPr id="5858" name="Google Shape;5858;p103"/>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9" name="Google Shape;5859;p103"/>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60" name="Google Shape;5860;p103"/>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1" name="Google Shape;5861;p10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2" name="Google Shape;5862;p10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3" name="Google Shape;5863;p103"/>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4" name="Google Shape;5864;p10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5" name="Google Shape;5865;p103"/>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6" name="Google Shape;5866;p103"/>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7" name="Google Shape;5867;p103"/>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8" name="Google Shape;5868;p103"/>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869" name="Google Shape;5869;p103"/>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0" name="Google Shape;5870;p103"/>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5871" name="Google Shape;5871;p103"/>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5872" name="Google Shape;5872;p103"/>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3" name="Google Shape;5873;p103"/>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4" name="Google Shape;5874;p103"/>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875" name="Google Shape;5875;p103"/>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76" name="Google Shape;5876;p103"/>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877" name="Google Shape;5877;p103"/>
            <p:cNvGrpSpPr/>
            <p:nvPr/>
          </p:nvGrpSpPr>
          <p:grpSpPr>
            <a:xfrm flipH="1">
              <a:off x="1449388" y="4279047"/>
              <a:ext cx="1539875" cy="390924"/>
              <a:chOff x="796245" y="5993547"/>
              <a:chExt cx="1539875" cy="390924"/>
            </a:xfrm>
          </p:grpSpPr>
          <p:cxnSp>
            <p:nvCxnSpPr>
              <p:cNvPr id="5878" name="Google Shape;5878;p103"/>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9" name="Google Shape;5879;p103"/>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80" name="Google Shape;5880;p103"/>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5881" name="Google Shape;5881;p103"/>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5882" name="Google Shape;5882;p103"/>
          <p:cNvGrpSpPr/>
          <p:nvPr/>
        </p:nvGrpSpPr>
        <p:grpSpPr>
          <a:xfrm>
            <a:off x="1273629" y="5146706"/>
            <a:ext cx="1773114" cy="1003723"/>
            <a:chOff x="1273629" y="5146706"/>
            <a:chExt cx="1773114" cy="1003723"/>
          </a:xfrm>
        </p:grpSpPr>
        <p:sp>
          <p:nvSpPr>
            <p:cNvPr id="5883" name="Google Shape;5883;p103"/>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5884" name="Google Shape;5884;p103"/>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5885" name="Google Shape;5885;p1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2"/>
                                        </p:tgtEl>
                                        <p:attrNameLst>
                                          <p:attrName>style.visibility</p:attrName>
                                        </p:attrNameLst>
                                      </p:cBhvr>
                                      <p:to>
                                        <p:strVal val="visible"/>
                                      </p:to>
                                    </p:set>
                                    <p:animEffect filter="fade" transition="in">
                                      <p:cBhvr>
                                        <p:cTn dur="500"/>
                                        <p:tgtEl>
                                          <p:spTgt spid="5882"/>
                                        </p:tgtEl>
                                      </p:cBhvr>
                                    </p:animEffect>
                                  </p:childTnLst>
                                </p:cTn>
                              </p:par>
                              <p:par>
                                <p:cTn fill="hold" nodeType="withEffect" presetClass="exit" presetID="10" presetSubtype="0">
                                  <p:stCondLst>
                                    <p:cond delay="0"/>
                                  </p:stCondLst>
                                  <p:childTnLst>
                                    <p:animEffect filter="fade" transition="out">
                                      <p:cBhvr>
                                        <p:cTn dur="500"/>
                                        <p:tgtEl>
                                          <p:spTgt spid="5815"/>
                                        </p:tgtEl>
                                      </p:cBhvr>
                                    </p:animEffect>
                                    <p:set>
                                      <p:cBhvr>
                                        <p:cTn dur="1" fill="hold">
                                          <p:stCondLst>
                                            <p:cond delay="500"/>
                                          </p:stCondLst>
                                        </p:cTn>
                                        <p:tgtEl>
                                          <p:spTgt spid="58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882"/>
                                        </p:tgtEl>
                                      </p:cBhvr>
                                    </p:animEffect>
                                    <p:set>
                                      <p:cBhvr>
                                        <p:cTn dur="1" fill="hold">
                                          <p:stCondLst>
                                            <p:cond delay="500"/>
                                          </p:stCondLst>
                                        </p:cTn>
                                        <p:tgtEl>
                                          <p:spTgt spid="58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0" name="Shape 5890"/>
        <p:cNvGrpSpPr/>
        <p:nvPr/>
      </p:nvGrpSpPr>
      <p:grpSpPr>
        <a:xfrm>
          <a:off x="0" y="0"/>
          <a:ext cx="0" cy="0"/>
          <a:chOff x="0" y="0"/>
          <a:chExt cx="0" cy="0"/>
        </a:xfrm>
      </p:grpSpPr>
      <p:sp>
        <p:nvSpPr>
          <p:cNvPr id="5891" name="Google Shape;5891;p10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92" name="Google Shape;5892;p104"/>
          <p:cNvGrpSpPr/>
          <p:nvPr/>
        </p:nvGrpSpPr>
        <p:grpSpPr>
          <a:xfrm>
            <a:off x="5262108" y="1983508"/>
            <a:ext cx="1530350" cy="4033838"/>
            <a:chOff x="5276623" y="2475192"/>
            <a:chExt cx="1530350" cy="4033838"/>
          </a:xfrm>
        </p:grpSpPr>
        <p:cxnSp>
          <p:nvCxnSpPr>
            <p:cNvPr id="5893" name="Google Shape;5893;p104"/>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94" name="Google Shape;5894;p104"/>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5895" name="Google Shape;5895;p104"/>
          <p:cNvGrpSpPr/>
          <p:nvPr/>
        </p:nvGrpSpPr>
        <p:grpSpPr>
          <a:xfrm>
            <a:off x="6768421" y="5356225"/>
            <a:ext cx="847724" cy="336550"/>
            <a:chOff x="11151735" y="5148718"/>
            <a:chExt cx="847724" cy="336550"/>
          </a:xfrm>
        </p:grpSpPr>
        <p:sp>
          <p:nvSpPr>
            <p:cNvPr id="5896" name="Google Shape;5896;p104"/>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97" name="Google Shape;5897;p104"/>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5898" name="Google Shape;5898;p104"/>
          <p:cNvGrpSpPr/>
          <p:nvPr/>
        </p:nvGrpSpPr>
        <p:grpSpPr>
          <a:xfrm>
            <a:off x="3998688" y="2674935"/>
            <a:ext cx="2841623" cy="2849565"/>
            <a:chOff x="8352974" y="2492829"/>
            <a:chExt cx="2841623" cy="2849565"/>
          </a:xfrm>
        </p:grpSpPr>
        <p:sp>
          <p:nvSpPr>
            <p:cNvPr id="5899" name="Google Shape;5899;p104"/>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5900" name="Google Shape;5900;p104"/>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01" name="Google Shape;5901;p104"/>
            <p:cNvGrpSpPr/>
            <p:nvPr/>
          </p:nvGrpSpPr>
          <p:grpSpPr>
            <a:xfrm>
              <a:off x="9764261" y="3386592"/>
              <a:ext cx="1273174" cy="336550"/>
              <a:chOff x="1065" y="2085"/>
              <a:chExt cx="802" cy="212"/>
            </a:xfrm>
          </p:grpSpPr>
          <p:sp>
            <p:nvSpPr>
              <p:cNvPr id="5902" name="Google Shape;5902;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3" name="Google Shape;5903;p104"/>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5904" name="Google Shape;5904;p104"/>
          <p:cNvGrpSpPr/>
          <p:nvPr/>
        </p:nvGrpSpPr>
        <p:grpSpPr>
          <a:xfrm>
            <a:off x="4105048" y="4123231"/>
            <a:ext cx="3830638" cy="715962"/>
            <a:chOff x="406" y="2807"/>
            <a:chExt cx="2413" cy="451"/>
          </a:xfrm>
        </p:grpSpPr>
        <p:cxnSp>
          <p:nvCxnSpPr>
            <p:cNvPr id="5905" name="Google Shape;5905;p104"/>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906" name="Google Shape;5906;p104"/>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5907" name="Google Shape;5907;p104"/>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5908" name="Google Shape;5908;p104"/>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909" name="Google Shape;5909;p104"/>
          <p:cNvGrpSpPr/>
          <p:nvPr/>
        </p:nvGrpSpPr>
        <p:grpSpPr>
          <a:xfrm>
            <a:off x="4222070" y="1980106"/>
            <a:ext cx="3389313" cy="1671637"/>
            <a:chOff x="7865155" y="1602735"/>
            <a:chExt cx="3389313" cy="1671637"/>
          </a:xfrm>
        </p:grpSpPr>
        <p:sp>
          <p:nvSpPr>
            <p:cNvPr id="5910" name="Google Shape;5910;p104"/>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11" name="Google Shape;5911;p104"/>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5912" name="Google Shape;5912;p104"/>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5913" name="Google Shape;5913;p104"/>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4" name="Google Shape;5914;p104"/>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15" name="Google Shape;5915;p104"/>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6" name="Google Shape;5916;p104"/>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7" name="Google Shape;5917;p104"/>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8" name="Google Shape;5918;p104"/>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19" name="Google Shape;5919;p104"/>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20" name="Google Shape;5920;p104"/>
            <p:cNvGrpSpPr/>
            <p:nvPr/>
          </p:nvGrpSpPr>
          <p:grpSpPr>
            <a:xfrm>
              <a:off x="9124043" y="2345685"/>
              <a:ext cx="1274763" cy="336550"/>
              <a:chOff x="1065" y="2085"/>
              <a:chExt cx="803" cy="212"/>
            </a:xfrm>
          </p:grpSpPr>
          <p:sp>
            <p:nvSpPr>
              <p:cNvPr id="5921" name="Google Shape;5921;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2" name="Google Shape;5922;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23" name="Google Shape;5923;p104"/>
          <p:cNvGrpSpPr/>
          <p:nvPr/>
        </p:nvGrpSpPr>
        <p:grpSpPr>
          <a:xfrm>
            <a:off x="4879295" y="1432418"/>
            <a:ext cx="620713" cy="487363"/>
            <a:chOff x="-44" y="1473"/>
            <a:chExt cx="981" cy="1105"/>
          </a:xfrm>
        </p:grpSpPr>
        <p:pic>
          <p:nvPicPr>
            <p:cNvPr descr="desktop_computer_stylized_medium" id="5924" name="Google Shape;5924;p10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25" name="Google Shape;5925;p10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26" name="Google Shape;5926;p104"/>
          <p:cNvGrpSpPr/>
          <p:nvPr/>
        </p:nvGrpSpPr>
        <p:grpSpPr>
          <a:xfrm>
            <a:off x="6687458" y="1413368"/>
            <a:ext cx="336550" cy="512763"/>
            <a:chOff x="4140" y="429"/>
            <a:chExt cx="1425" cy="2396"/>
          </a:xfrm>
        </p:grpSpPr>
        <p:sp>
          <p:nvSpPr>
            <p:cNvPr id="5927" name="Google Shape;5927;p10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8" name="Google Shape;5928;p10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9" name="Google Shape;5929;p10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0" name="Google Shape;5930;p10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1" name="Google Shape;5931;p10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2" name="Google Shape;5932;p104"/>
            <p:cNvGrpSpPr/>
            <p:nvPr/>
          </p:nvGrpSpPr>
          <p:grpSpPr>
            <a:xfrm>
              <a:off x="4751" y="666"/>
              <a:ext cx="578" cy="148"/>
              <a:chOff x="617" y="2566"/>
              <a:chExt cx="721" cy="142"/>
            </a:xfrm>
          </p:grpSpPr>
          <p:sp>
            <p:nvSpPr>
              <p:cNvPr id="5933" name="Google Shape;5933;p10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4" name="Google Shape;5934;p10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5" name="Google Shape;5935;p10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6" name="Google Shape;5936;p104"/>
            <p:cNvGrpSpPr/>
            <p:nvPr/>
          </p:nvGrpSpPr>
          <p:grpSpPr>
            <a:xfrm>
              <a:off x="4745" y="993"/>
              <a:ext cx="585" cy="134"/>
              <a:chOff x="611" y="2567"/>
              <a:chExt cx="730" cy="139"/>
            </a:xfrm>
          </p:grpSpPr>
          <p:sp>
            <p:nvSpPr>
              <p:cNvPr id="5937" name="Google Shape;5937;p10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8" name="Google Shape;5938;p10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9" name="Google Shape;5939;p10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0" name="Google Shape;5940;p10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1" name="Google Shape;5941;p104"/>
            <p:cNvGrpSpPr/>
            <p:nvPr/>
          </p:nvGrpSpPr>
          <p:grpSpPr>
            <a:xfrm>
              <a:off x="4738" y="1630"/>
              <a:ext cx="578" cy="149"/>
              <a:chOff x="618" y="2571"/>
              <a:chExt cx="720" cy="137"/>
            </a:xfrm>
          </p:grpSpPr>
          <p:sp>
            <p:nvSpPr>
              <p:cNvPr id="5942" name="Google Shape;5942;p10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3" name="Google Shape;5943;p10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4" name="Google Shape;5944;p10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5" name="Google Shape;5945;p104"/>
            <p:cNvGrpSpPr/>
            <p:nvPr/>
          </p:nvGrpSpPr>
          <p:grpSpPr>
            <a:xfrm>
              <a:off x="4738" y="1327"/>
              <a:ext cx="584" cy="141"/>
              <a:chOff x="613" y="2568"/>
              <a:chExt cx="728" cy="141"/>
            </a:xfrm>
          </p:grpSpPr>
          <p:sp>
            <p:nvSpPr>
              <p:cNvPr id="5946" name="Google Shape;5946;p10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7" name="Google Shape;5947;p10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8" name="Google Shape;5948;p10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9" name="Google Shape;5949;p10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0" name="Google Shape;5950;p10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1" name="Google Shape;5951;p10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2" name="Google Shape;5952;p10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3" name="Google Shape;5953;p10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4" name="Google Shape;5954;p10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5" name="Google Shape;5955;p10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6" name="Google Shape;5956;p10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957" name="Google Shape;5957;p10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8" name="Google Shape;5958;p10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59" name="Google Shape;5959;p104"/>
          <p:cNvGrpSpPr/>
          <p:nvPr/>
        </p:nvGrpSpPr>
        <p:grpSpPr>
          <a:xfrm>
            <a:off x="4917394" y="5539014"/>
            <a:ext cx="1889805" cy="662028"/>
            <a:chOff x="9620023" y="2667000"/>
            <a:chExt cx="1889805" cy="662028"/>
          </a:xfrm>
        </p:grpSpPr>
        <p:cxnSp>
          <p:nvCxnSpPr>
            <p:cNvPr id="5960" name="Google Shape;5960;p104"/>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5961" name="Google Shape;5961;p104"/>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62" name="Google Shape;5962;p104"/>
            <p:cNvGrpSpPr/>
            <p:nvPr/>
          </p:nvGrpSpPr>
          <p:grpSpPr>
            <a:xfrm>
              <a:off x="9998301" y="2802885"/>
              <a:ext cx="1274763" cy="336550"/>
              <a:chOff x="1065" y="2085"/>
              <a:chExt cx="803" cy="212"/>
            </a:xfrm>
          </p:grpSpPr>
          <p:sp>
            <p:nvSpPr>
              <p:cNvPr id="5963" name="Google Shape;5963;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4" name="Google Shape;5964;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65" name="Google Shape;5965;p104"/>
          <p:cNvGrpSpPr/>
          <p:nvPr/>
        </p:nvGrpSpPr>
        <p:grpSpPr>
          <a:xfrm>
            <a:off x="4080329" y="5732236"/>
            <a:ext cx="4134756" cy="1082222"/>
            <a:chOff x="3673928" y="5775778"/>
            <a:chExt cx="4134756" cy="1082222"/>
          </a:xfrm>
        </p:grpSpPr>
        <p:sp>
          <p:nvSpPr>
            <p:cNvPr id="5966" name="Google Shape;5966;p104"/>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67" name="Google Shape;5967;p104"/>
            <p:cNvGrpSpPr/>
            <p:nvPr/>
          </p:nvGrpSpPr>
          <p:grpSpPr>
            <a:xfrm>
              <a:off x="3673928" y="5804239"/>
              <a:ext cx="3829958" cy="830263"/>
              <a:chOff x="4588327" y="5819777"/>
              <a:chExt cx="3829958" cy="830263"/>
            </a:xfrm>
          </p:grpSpPr>
          <p:sp>
            <p:nvSpPr>
              <p:cNvPr id="5968" name="Google Shape;5968;p104"/>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5969" name="Google Shape;5969;p104"/>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5970" name="Google Shape;5970;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9"/>
                                        </p:tgtEl>
                                        <p:attrNameLst>
                                          <p:attrName>style.visibility</p:attrName>
                                        </p:attrNameLst>
                                      </p:cBhvr>
                                      <p:to>
                                        <p:strVal val="visible"/>
                                      </p:to>
                                    </p:set>
                                    <p:animEffect filter="fade" transition="in">
                                      <p:cBhvr>
                                        <p:cTn dur="2000"/>
                                        <p:tgtEl>
                                          <p:spTgt spid="5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4"/>
                                        </p:tgtEl>
                                        <p:attrNameLst>
                                          <p:attrName>style.visibility</p:attrName>
                                        </p:attrNameLst>
                                      </p:cBhvr>
                                      <p:to>
                                        <p:strVal val="visible"/>
                                      </p:to>
                                    </p:set>
                                    <p:animEffect filter="fade" transition="in">
                                      <p:cBhvr>
                                        <p:cTn dur="500"/>
                                        <p:tgtEl>
                                          <p:spTgt spid="5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8"/>
                                        </p:tgtEl>
                                        <p:attrNameLst>
                                          <p:attrName>style.visibility</p:attrName>
                                        </p:attrNameLst>
                                      </p:cBhvr>
                                      <p:to>
                                        <p:strVal val="visible"/>
                                      </p:to>
                                    </p:set>
                                    <p:animEffect filter="fade" transition="in">
                                      <p:cBhvr>
                                        <p:cTn dur="500"/>
                                        <p:tgtEl>
                                          <p:spTgt spid="5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5"/>
                                        </p:tgtEl>
                                        <p:attrNameLst>
                                          <p:attrName>style.visibility</p:attrName>
                                        </p:attrNameLst>
                                      </p:cBhvr>
                                      <p:to>
                                        <p:strVal val="visible"/>
                                      </p:to>
                                    </p:set>
                                    <p:animEffect filter="fade" transition="in">
                                      <p:cBhvr>
                                        <p:cTn dur="500"/>
                                        <p:tgtEl>
                                          <p:spTgt spid="5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9"/>
                                        </p:tgtEl>
                                        <p:attrNameLst>
                                          <p:attrName>style.visibility</p:attrName>
                                        </p:attrNameLst>
                                      </p:cBhvr>
                                      <p:to>
                                        <p:strVal val="visible"/>
                                      </p:to>
                                    </p:set>
                                    <p:animEffect filter="fade" transition="in">
                                      <p:cBhvr>
                                        <p:cTn dur="500"/>
                                        <p:tgtEl>
                                          <p:spTgt spid="5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5"/>
                                        </p:tgtEl>
                                        <p:attrNameLst>
                                          <p:attrName>style.visibility</p:attrName>
                                        </p:attrNameLst>
                                      </p:cBhvr>
                                      <p:to>
                                        <p:strVal val="visible"/>
                                      </p:to>
                                    </p:set>
                                    <p:animEffect filter="fade" transition="in">
                                      <p:cBhvr>
                                        <p:cTn dur="500"/>
                                        <p:tgtEl>
                                          <p:spTgt spid="59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5" name="Shape 5975"/>
        <p:cNvGrpSpPr/>
        <p:nvPr/>
      </p:nvGrpSpPr>
      <p:grpSpPr>
        <a:xfrm>
          <a:off x="0" y="0"/>
          <a:ext cx="0" cy="0"/>
          <a:chOff x="0" y="0"/>
          <a:chExt cx="0" cy="0"/>
        </a:xfrm>
      </p:grpSpPr>
      <p:sp>
        <p:nvSpPr>
          <p:cNvPr id="5976" name="Google Shape;5976;p10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977" name="Google Shape;5977;p105"/>
          <p:cNvGrpSpPr/>
          <p:nvPr/>
        </p:nvGrpSpPr>
        <p:grpSpPr>
          <a:xfrm>
            <a:off x="8173174" y="1342839"/>
            <a:ext cx="3933825" cy="4568825"/>
            <a:chOff x="3150" y="1107"/>
            <a:chExt cx="2478" cy="2878"/>
          </a:xfrm>
        </p:grpSpPr>
        <p:cxnSp>
          <p:nvCxnSpPr>
            <p:cNvPr id="5978" name="Google Shape;5978;p105"/>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5979" name="Google Shape;5979;p105"/>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5980" name="Google Shape;5980;p105"/>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5981" name="Google Shape;5981;p105"/>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5982" name="Google Shape;5982;p105"/>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3" name="Google Shape;5983;p105"/>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84" name="Google Shape;5984;p105"/>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85" name="Google Shape;5985;p105"/>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86" name="Google Shape;5986;p105"/>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87" name="Google Shape;5987;p105"/>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8" name="Google Shape;5988;p105"/>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89" name="Google Shape;5989;p105"/>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90" name="Google Shape;5990;p105"/>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91" name="Google Shape;5991;p105"/>
            <p:cNvGrpSpPr/>
            <p:nvPr/>
          </p:nvGrpSpPr>
          <p:grpSpPr>
            <a:xfrm>
              <a:off x="4006" y="1848"/>
              <a:ext cx="803" cy="212"/>
              <a:chOff x="1065" y="2085"/>
              <a:chExt cx="803" cy="212"/>
            </a:xfrm>
          </p:grpSpPr>
          <p:sp>
            <p:nvSpPr>
              <p:cNvPr id="5992" name="Google Shape;5992;p105"/>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3" name="Google Shape;5993;p105"/>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5994" name="Google Shape;5994;p105"/>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95" name="Google Shape;5995;p105"/>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6" name="Google Shape;5996;p105"/>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997" name="Google Shape;5997;p105"/>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98" name="Google Shape;5998;p105"/>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999" name="Google Shape;5999;p105"/>
            <p:cNvGrpSpPr/>
            <p:nvPr/>
          </p:nvGrpSpPr>
          <p:grpSpPr>
            <a:xfrm>
              <a:off x="3826" y="2803"/>
              <a:ext cx="1515" cy="300"/>
              <a:chOff x="3818" y="2796"/>
              <a:chExt cx="1515" cy="300"/>
            </a:xfrm>
          </p:grpSpPr>
          <p:cxnSp>
            <p:nvCxnSpPr>
              <p:cNvPr id="6000" name="Google Shape;6000;p105"/>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6001" name="Google Shape;6001;p105"/>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6002" name="Google Shape;6002;p105"/>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6003" name="Google Shape;6003;p105"/>
            <p:cNvGrpSpPr/>
            <p:nvPr/>
          </p:nvGrpSpPr>
          <p:grpSpPr>
            <a:xfrm>
              <a:off x="3570" y="1119"/>
              <a:ext cx="391" cy="307"/>
              <a:chOff x="-44" y="1473"/>
              <a:chExt cx="981" cy="1105"/>
            </a:xfrm>
          </p:grpSpPr>
          <p:pic>
            <p:nvPicPr>
              <p:cNvPr descr="desktop_computer_stylized_medium" id="6004" name="Google Shape;600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05" name="Google Shape;600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006" name="Google Shape;6006;p105"/>
            <p:cNvGrpSpPr/>
            <p:nvPr/>
          </p:nvGrpSpPr>
          <p:grpSpPr>
            <a:xfrm>
              <a:off x="4709" y="1107"/>
              <a:ext cx="212" cy="323"/>
              <a:chOff x="4140" y="429"/>
              <a:chExt cx="1425" cy="2396"/>
            </a:xfrm>
          </p:grpSpPr>
          <p:sp>
            <p:nvSpPr>
              <p:cNvPr id="6007" name="Google Shape;6007;p10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8" name="Google Shape;6008;p105"/>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9" name="Google Shape;6009;p10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0" name="Google Shape;6010;p10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1" name="Google Shape;6011;p105"/>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2" name="Google Shape;6012;p105"/>
              <p:cNvGrpSpPr/>
              <p:nvPr/>
            </p:nvGrpSpPr>
            <p:grpSpPr>
              <a:xfrm>
                <a:off x="4751" y="666"/>
                <a:ext cx="578" cy="148"/>
                <a:chOff x="617" y="2566"/>
                <a:chExt cx="721" cy="142"/>
              </a:xfrm>
            </p:grpSpPr>
            <p:sp>
              <p:nvSpPr>
                <p:cNvPr id="6013" name="Google Shape;6013;p105"/>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4" name="Google Shape;6014;p105"/>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5" name="Google Shape;6015;p105"/>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6" name="Google Shape;6016;p105"/>
              <p:cNvGrpSpPr/>
              <p:nvPr/>
            </p:nvGrpSpPr>
            <p:grpSpPr>
              <a:xfrm>
                <a:off x="4745" y="993"/>
                <a:ext cx="585" cy="134"/>
                <a:chOff x="611" y="2567"/>
                <a:chExt cx="730" cy="139"/>
              </a:xfrm>
            </p:grpSpPr>
            <p:sp>
              <p:nvSpPr>
                <p:cNvPr id="6017" name="Google Shape;6017;p105"/>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8" name="Google Shape;6018;p105"/>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9" name="Google Shape;6019;p105"/>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0" name="Google Shape;6020;p105"/>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1" name="Google Shape;6021;p105"/>
              <p:cNvGrpSpPr/>
              <p:nvPr/>
            </p:nvGrpSpPr>
            <p:grpSpPr>
              <a:xfrm>
                <a:off x="4738" y="1630"/>
                <a:ext cx="578" cy="149"/>
                <a:chOff x="618" y="2571"/>
                <a:chExt cx="720" cy="137"/>
              </a:xfrm>
            </p:grpSpPr>
            <p:sp>
              <p:nvSpPr>
                <p:cNvPr id="6022" name="Google Shape;6022;p105"/>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3" name="Google Shape;6023;p105"/>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4" name="Google Shape;6024;p10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5" name="Google Shape;6025;p105"/>
              <p:cNvGrpSpPr/>
              <p:nvPr/>
            </p:nvGrpSpPr>
            <p:grpSpPr>
              <a:xfrm>
                <a:off x="4738" y="1327"/>
                <a:ext cx="584" cy="141"/>
                <a:chOff x="613" y="2568"/>
                <a:chExt cx="728" cy="141"/>
              </a:xfrm>
            </p:grpSpPr>
            <p:sp>
              <p:nvSpPr>
                <p:cNvPr id="6026" name="Google Shape;6026;p105"/>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7" name="Google Shape;6027;p105"/>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8" name="Google Shape;6028;p105"/>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9" name="Google Shape;6029;p10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0" name="Google Shape;6030;p10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1" name="Google Shape;6031;p105"/>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2" name="Google Shape;6032;p10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3" name="Google Shape;6033;p105"/>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4" name="Google Shape;6034;p105"/>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5" name="Google Shape;6035;p105"/>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6" name="Google Shape;6036;p105"/>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037" name="Google Shape;6037;p105"/>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8" name="Google Shape;6038;p105"/>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6039" name="Google Shape;6039;p105"/>
          <p:cNvGrpSpPr/>
          <p:nvPr/>
        </p:nvGrpSpPr>
        <p:grpSpPr>
          <a:xfrm>
            <a:off x="9120415" y="5983461"/>
            <a:ext cx="3548742" cy="830997"/>
            <a:chOff x="8757558" y="5903267"/>
            <a:chExt cx="3548742" cy="830997"/>
          </a:xfrm>
        </p:grpSpPr>
        <p:sp>
          <p:nvSpPr>
            <p:cNvPr id="6040" name="Google Shape;6040;p105"/>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6041" name="Google Shape;6041;p105"/>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6042" name="Google Shape;6042;p105"/>
          <p:cNvGrpSpPr/>
          <p:nvPr/>
        </p:nvGrpSpPr>
        <p:grpSpPr>
          <a:xfrm>
            <a:off x="8091532" y="3683267"/>
            <a:ext cx="3997325" cy="2365375"/>
            <a:chOff x="3185703" y="3422010"/>
            <a:chExt cx="3997325" cy="2365375"/>
          </a:xfrm>
        </p:grpSpPr>
        <p:sp>
          <p:nvSpPr>
            <p:cNvPr id="6043" name="Google Shape;6043;p105"/>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4" name="Google Shape;6044;p105"/>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5" name="Google Shape;6045;p105"/>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046" name="Google Shape;6046;p105"/>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47" name="Google Shape;6047;p105"/>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6048" name="Google Shape;6048;p105"/>
          <p:cNvGrpSpPr/>
          <p:nvPr/>
        </p:nvGrpSpPr>
        <p:grpSpPr>
          <a:xfrm>
            <a:off x="7997186" y="2493962"/>
            <a:ext cx="3646488" cy="2992438"/>
            <a:chOff x="3134903" y="2369497"/>
            <a:chExt cx="3646488" cy="2992438"/>
          </a:xfrm>
        </p:grpSpPr>
        <p:grpSp>
          <p:nvGrpSpPr>
            <p:cNvPr id="6049" name="Google Shape;6049;p105"/>
            <p:cNvGrpSpPr/>
            <p:nvPr/>
          </p:nvGrpSpPr>
          <p:grpSpPr>
            <a:xfrm>
              <a:off x="3134903" y="2369497"/>
              <a:ext cx="3646488" cy="2992438"/>
              <a:chOff x="3134903" y="2369497"/>
              <a:chExt cx="3646488" cy="2992438"/>
            </a:xfrm>
          </p:grpSpPr>
          <p:grpSp>
            <p:nvGrpSpPr>
              <p:cNvPr id="6050" name="Google Shape;6050;p105"/>
              <p:cNvGrpSpPr/>
              <p:nvPr/>
            </p:nvGrpSpPr>
            <p:grpSpPr>
              <a:xfrm>
                <a:off x="3134903" y="2369497"/>
                <a:ext cx="3646488" cy="2992438"/>
                <a:chOff x="3134903" y="2369497"/>
                <a:chExt cx="3646488" cy="2992438"/>
              </a:xfrm>
            </p:grpSpPr>
            <p:sp>
              <p:nvSpPr>
                <p:cNvPr id="6051" name="Google Shape;6051;p105"/>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52" name="Google Shape;6052;p105"/>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3" name="Google Shape;6053;p105"/>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6054" name="Google Shape;6054;p105"/>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055" name="Google Shape;6055;p105"/>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6" name="Google Shape;6056;p105"/>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6057" name="Google Shape;6057;p105"/>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8"/>
                                        </p:tgtEl>
                                        <p:attrNameLst>
                                          <p:attrName>style.visibility</p:attrName>
                                        </p:attrNameLst>
                                      </p:cBhvr>
                                      <p:to>
                                        <p:strVal val="visible"/>
                                      </p:to>
                                    </p:set>
                                    <p:animEffect filter="fade" transition="in">
                                      <p:cBhvr>
                                        <p:cTn dur="500"/>
                                        <p:tgtEl>
                                          <p:spTgt spid="6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2"/>
                                        </p:tgtEl>
                                        <p:attrNameLst>
                                          <p:attrName>style.visibility</p:attrName>
                                        </p:attrNameLst>
                                      </p:cBhvr>
                                      <p:to>
                                        <p:strVal val="visible"/>
                                      </p:to>
                                    </p:set>
                                    <p:animEffect filter="fade" transition="in">
                                      <p:cBhvr>
                                        <p:cTn dur="500"/>
                                        <p:tgtEl>
                                          <p:spTgt spid="6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7"/>
                                        </p:tgtEl>
                                        <p:attrNameLst>
                                          <p:attrName>style.visibility</p:attrName>
                                        </p:attrNameLst>
                                      </p:cBhvr>
                                      <p:to>
                                        <p:strVal val="visible"/>
                                      </p:to>
                                    </p:set>
                                    <p:animEffect filter="fade" transition="in">
                                      <p:cBhvr>
                                        <p:cTn dur="500"/>
                                        <p:tgtEl>
                                          <p:spTgt spid="6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9"/>
                                        </p:tgtEl>
                                        <p:attrNameLst>
                                          <p:attrName>style.visibility</p:attrName>
                                        </p:attrNameLst>
                                      </p:cBhvr>
                                      <p:to>
                                        <p:strVal val="visible"/>
                                      </p:to>
                                    </p:set>
                                    <p:animEffect filter="fade" transition="in">
                                      <p:cBhvr>
                                        <p:cTn dur="500"/>
                                        <p:tgtEl>
                                          <p:spTgt spid="60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2" name="Shape 6062"/>
        <p:cNvGrpSpPr/>
        <p:nvPr/>
      </p:nvGrpSpPr>
      <p:grpSpPr>
        <a:xfrm>
          <a:off x="0" y="0"/>
          <a:ext cx="0" cy="0"/>
          <a:chOff x="0" y="0"/>
          <a:chExt cx="0" cy="0"/>
        </a:xfrm>
      </p:grpSpPr>
      <p:sp>
        <p:nvSpPr>
          <p:cNvPr id="6063" name="Google Shape;6063;p10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6064" name="Google Shape;6064;p106"/>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6065" name="Google Shape;6065;p106"/>
          <p:cNvGrpSpPr/>
          <p:nvPr/>
        </p:nvGrpSpPr>
        <p:grpSpPr>
          <a:xfrm>
            <a:off x="2810669" y="3005636"/>
            <a:ext cx="4494212" cy="955675"/>
            <a:chOff x="810" y="1363"/>
            <a:chExt cx="2831" cy="602"/>
          </a:xfrm>
        </p:grpSpPr>
        <p:cxnSp>
          <p:nvCxnSpPr>
            <p:cNvPr id="6066" name="Google Shape;6066;p106"/>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67" name="Google Shape;6067;p106"/>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68" name="Google Shape;6068;p106"/>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6069" name="Google Shape;6069;p106"/>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6070" name="Google Shape;6070;p106"/>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6071" name="Google Shape;6071;p106"/>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6072" name="Google Shape;6072;p106"/>
          <p:cNvGrpSpPr/>
          <p:nvPr/>
        </p:nvGrpSpPr>
        <p:grpSpPr>
          <a:xfrm>
            <a:off x="4795044" y="3675561"/>
            <a:ext cx="4519612" cy="1425575"/>
            <a:chOff x="2060" y="1785"/>
            <a:chExt cx="2847" cy="898"/>
          </a:xfrm>
        </p:grpSpPr>
        <p:cxnSp>
          <p:nvCxnSpPr>
            <p:cNvPr id="6073" name="Google Shape;6073;p106"/>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6074" name="Google Shape;6074;p106"/>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5" name="Google Shape;6075;p106"/>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6076" name="Google Shape;6076;p106"/>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6077" name="Google Shape;6077;p106"/>
          <p:cNvGrpSpPr/>
          <p:nvPr/>
        </p:nvGrpSpPr>
        <p:grpSpPr>
          <a:xfrm>
            <a:off x="2512219" y="4774111"/>
            <a:ext cx="6630987" cy="1373188"/>
            <a:chOff x="622" y="2477"/>
            <a:chExt cx="4177" cy="865"/>
          </a:xfrm>
        </p:grpSpPr>
        <p:cxnSp>
          <p:nvCxnSpPr>
            <p:cNvPr id="6078" name="Google Shape;6078;p106"/>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79" name="Google Shape;6079;p106"/>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0" name="Google Shape;6080;p106"/>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6081" name="Google Shape;6081;p106"/>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6082" name="Google Shape;6082;p106"/>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6083" name="Google Shape;6083;p106"/>
          <p:cNvGrpSpPr/>
          <p:nvPr/>
        </p:nvGrpSpPr>
        <p:grpSpPr>
          <a:xfrm>
            <a:off x="1813719" y="3043736"/>
            <a:ext cx="1030287" cy="700088"/>
            <a:chOff x="182" y="1387"/>
            <a:chExt cx="649" cy="441"/>
          </a:xfrm>
        </p:grpSpPr>
        <p:sp>
          <p:nvSpPr>
            <p:cNvPr id="6084" name="Google Shape;6084;p106"/>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6085" name="Google Shape;6085;p106"/>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6086" name="Google Shape;6086;p106"/>
          <p:cNvGrpSpPr/>
          <p:nvPr/>
        </p:nvGrpSpPr>
        <p:grpSpPr>
          <a:xfrm>
            <a:off x="1815306" y="3704136"/>
            <a:ext cx="771525" cy="1622425"/>
            <a:chOff x="183" y="1803"/>
            <a:chExt cx="486" cy="1022"/>
          </a:xfrm>
        </p:grpSpPr>
        <p:sp>
          <p:nvSpPr>
            <p:cNvPr id="6087" name="Google Shape;6087;p106"/>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6088" name="Google Shape;6088;p106"/>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6089" name="Google Shape;6089;p106"/>
          <p:cNvGrpSpPr/>
          <p:nvPr/>
        </p:nvGrpSpPr>
        <p:grpSpPr>
          <a:xfrm>
            <a:off x="9268619" y="3099299"/>
            <a:ext cx="1119187" cy="1192212"/>
            <a:chOff x="4878" y="1422"/>
            <a:chExt cx="705" cy="751"/>
          </a:xfrm>
        </p:grpSpPr>
        <p:sp>
          <p:nvSpPr>
            <p:cNvPr id="6090" name="Google Shape;6090;p106"/>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6091" name="Google Shape;6091;p106"/>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6092" name="Google Shape;6092;p106"/>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6093" name="Google Shape;6093;p106"/>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4" name="Google Shape;6094;p106"/>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6095" name="Google Shape;6095;p106"/>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6" name="Google Shape;6096;p106"/>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6097" name="Google Shape;6097;p106"/>
          <p:cNvGrpSpPr/>
          <p:nvPr/>
        </p:nvGrpSpPr>
        <p:grpSpPr>
          <a:xfrm>
            <a:off x="4464473" y="2492809"/>
            <a:ext cx="642937" cy="600075"/>
            <a:chOff x="-44" y="1473"/>
            <a:chExt cx="981" cy="1105"/>
          </a:xfrm>
        </p:grpSpPr>
        <p:pic>
          <p:nvPicPr>
            <p:cNvPr descr="desktop_computer_stylized_medium" id="6098" name="Google Shape;6098;p10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99" name="Google Shape;6099;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100" name="Google Shape;6100;p106"/>
          <p:cNvGrpSpPr/>
          <p:nvPr/>
        </p:nvGrpSpPr>
        <p:grpSpPr>
          <a:xfrm>
            <a:off x="7221809" y="2580121"/>
            <a:ext cx="336550" cy="512763"/>
            <a:chOff x="4140" y="429"/>
            <a:chExt cx="1425" cy="2396"/>
          </a:xfrm>
        </p:grpSpPr>
        <p:sp>
          <p:nvSpPr>
            <p:cNvPr id="6101" name="Google Shape;6101;p10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2" name="Google Shape;6102;p10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3" name="Google Shape;6103;p10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4" name="Google Shape;6104;p10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5" name="Google Shape;6105;p10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06" name="Google Shape;6106;p106"/>
            <p:cNvGrpSpPr/>
            <p:nvPr/>
          </p:nvGrpSpPr>
          <p:grpSpPr>
            <a:xfrm>
              <a:off x="4751" y="666"/>
              <a:ext cx="578" cy="148"/>
              <a:chOff x="617" y="2566"/>
              <a:chExt cx="721" cy="142"/>
            </a:xfrm>
          </p:grpSpPr>
          <p:sp>
            <p:nvSpPr>
              <p:cNvPr id="6107" name="Google Shape;6107;p10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8" name="Google Shape;6108;p10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09" name="Google Shape;6109;p10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0" name="Google Shape;6110;p106"/>
            <p:cNvGrpSpPr/>
            <p:nvPr/>
          </p:nvGrpSpPr>
          <p:grpSpPr>
            <a:xfrm>
              <a:off x="4745" y="993"/>
              <a:ext cx="585" cy="134"/>
              <a:chOff x="611" y="2567"/>
              <a:chExt cx="730" cy="139"/>
            </a:xfrm>
          </p:grpSpPr>
          <p:sp>
            <p:nvSpPr>
              <p:cNvPr id="6111" name="Google Shape;6111;p10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2" name="Google Shape;6112;p10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3" name="Google Shape;6113;p10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4" name="Google Shape;6114;p10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5" name="Google Shape;6115;p106"/>
            <p:cNvGrpSpPr/>
            <p:nvPr/>
          </p:nvGrpSpPr>
          <p:grpSpPr>
            <a:xfrm>
              <a:off x="4738" y="1630"/>
              <a:ext cx="578" cy="149"/>
              <a:chOff x="618" y="2571"/>
              <a:chExt cx="720" cy="137"/>
            </a:xfrm>
          </p:grpSpPr>
          <p:sp>
            <p:nvSpPr>
              <p:cNvPr id="6116" name="Google Shape;6116;p10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7" name="Google Shape;6117;p10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8" name="Google Shape;6118;p10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9" name="Google Shape;6119;p106"/>
            <p:cNvGrpSpPr/>
            <p:nvPr/>
          </p:nvGrpSpPr>
          <p:grpSpPr>
            <a:xfrm>
              <a:off x="4738" y="1327"/>
              <a:ext cx="584" cy="141"/>
              <a:chOff x="613" y="2568"/>
              <a:chExt cx="728" cy="141"/>
            </a:xfrm>
          </p:grpSpPr>
          <p:sp>
            <p:nvSpPr>
              <p:cNvPr id="6120" name="Google Shape;6120;p10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1" name="Google Shape;6121;p10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22" name="Google Shape;6122;p10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3" name="Google Shape;6123;p10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4" name="Google Shape;6124;p10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5" name="Google Shape;6125;p10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6" name="Google Shape;6126;p10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7" name="Google Shape;6127;p10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8" name="Google Shape;6128;p10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9" name="Google Shape;6129;p10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0" name="Google Shape;6130;p10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131" name="Google Shape;6131;p10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2" name="Google Shape;6132;p10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33" name="Google Shape;6133;p106"/>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6134" name="Google Shape;6134;p106"/>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5" name="Google Shape;6135;p106"/>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6136" name="Google Shape;6136;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5"/>
                                        </p:tgtEl>
                                        <p:attrNameLst>
                                          <p:attrName>style.visibility</p:attrName>
                                        </p:attrNameLst>
                                      </p:cBhvr>
                                      <p:to>
                                        <p:strVal val="visible"/>
                                      </p:to>
                                    </p:set>
                                    <p:animEffect filter="fade" transition="in">
                                      <p:cBhvr>
                                        <p:cTn dur="500"/>
                                        <p:tgtEl>
                                          <p:spTgt spid="6065"/>
                                        </p:tgtEl>
                                      </p:cBhvr>
                                    </p:animEffect>
                                  </p:childTnLst>
                                </p:cTn>
                              </p:par>
                              <p:par>
                                <p:cTn fill="hold" nodeType="withEffect" presetClass="entr" presetID="10" presetSubtype="0">
                                  <p:stCondLst>
                                    <p:cond delay="0"/>
                                  </p:stCondLst>
                                  <p:childTnLst>
                                    <p:set>
                                      <p:cBhvr>
                                        <p:cTn dur="1" fill="hold">
                                          <p:stCondLst>
                                            <p:cond delay="0"/>
                                          </p:stCondLst>
                                        </p:cTn>
                                        <p:tgtEl>
                                          <p:spTgt spid="6083"/>
                                        </p:tgtEl>
                                        <p:attrNameLst>
                                          <p:attrName>style.visibility</p:attrName>
                                        </p:attrNameLst>
                                      </p:cBhvr>
                                      <p:to>
                                        <p:strVal val="visible"/>
                                      </p:to>
                                    </p:set>
                                    <p:animEffect filter="fade" transition="in">
                                      <p:cBhvr>
                                        <p:cTn dur="500"/>
                                        <p:tgtEl>
                                          <p:spTgt spid="6083"/>
                                        </p:tgtEl>
                                      </p:cBhvr>
                                    </p:animEffect>
                                  </p:childTnLst>
                                </p:cTn>
                              </p:par>
                              <p:par>
                                <p:cTn fill="hold" nodeType="withEffect" presetClass="entr" presetID="10" presetSubtype="0">
                                  <p:stCondLst>
                                    <p:cond delay="0"/>
                                  </p:stCondLst>
                                  <p:childTnLst>
                                    <p:set>
                                      <p:cBhvr>
                                        <p:cTn dur="1" fill="hold">
                                          <p:stCondLst>
                                            <p:cond delay="0"/>
                                          </p:stCondLst>
                                        </p:cTn>
                                        <p:tgtEl>
                                          <p:spTgt spid="6135"/>
                                        </p:tgtEl>
                                        <p:attrNameLst>
                                          <p:attrName>style.visibility</p:attrName>
                                        </p:attrNameLst>
                                      </p:cBhvr>
                                      <p:to>
                                        <p:strVal val="visible"/>
                                      </p:to>
                                    </p:set>
                                    <p:animEffect filter="fade" transition="in">
                                      <p:cBhvr>
                                        <p:cTn dur="500"/>
                                        <p:tgtEl>
                                          <p:spTgt spid="6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9"/>
                                        </p:tgtEl>
                                        <p:attrNameLst>
                                          <p:attrName>style.visibility</p:attrName>
                                        </p:attrNameLst>
                                      </p:cBhvr>
                                      <p:to>
                                        <p:strVal val="visible"/>
                                      </p:to>
                                    </p:set>
                                    <p:animEffect filter="fade" transition="in">
                                      <p:cBhvr>
                                        <p:cTn dur="500"/>
                                        <p:tgtEl>
                                          <p:spTgt spid="6089"/>
                                        </p:tgtEl>
                                      </p:cBhvr>
                                    </p:animEffect>
                                  </p:childTnLst>
                                </p:cTn>
                              </p:par>
                              <p:par>
                                <p:cTn fill="hold" nodeType="withEffect" presetClass="entr" presetID="10" presetSubtype="0">
                                  <p:stCondLst>
                                    <p:cond delay="0"/>
                                  </p:stCondLst>
                                  <p:childTnLst>
                                    <p:set>
                                      <p:cBhvr>
                                        <p:cTn dur="1" fill="hold">
                                          <p:stCondLst>
                                            <p:cond delay="0"/>
                                          </p:stCondLst>
                                        </p:cTn>
                                        <p:tgtEl>
                                          <p:spTgt spid="6072"/>
                                        </p:tgtEl>
                                        <p:attrNameLst>
                                          <p:attrName>style.visibility</p:attrName>
                                        </p:attrNameLst>
                                      </p:cBhvr>
                                      <p:to>
                                        <p:strVal val="visible"/>
                                      </p:to>
                                    </p:set>
                                    <p:animEffect filter="fade" transition="in">
                                      <p:cBhvr>
                                        <p:cTn dur="500"/>
                                        <p:tgtEl>
                                          <p:spTgt spid="6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7"/>
                                        </p:tgtEl>
                                        <p:attrNameLst>
                                          <p:attrName>style.visibility</p:attrName>
                                        </p:attrNameLst>
                                      </p:cBhvr>
                                      <p:to>
                                        <p:strVal val="visible"/>
                                      </p:to>
                                    </p:set>
                                    <p:animEffect filter="fade" transition="in">
                                      <p:cBhvr>
                                        <p:cTn dur="500"/>
                                        <p:tgtEl>
                                          <p:spTgt spid="6077"/>
                                        </p:tgtEl>
                                      </p:cBhvr>
                                    </p:animEffect>
                                  </p:childTnLst>
                                </p:cTn>
                              </p:par>
                              <p:par>
                                <p:cTn fill="hold" nodeType="withEffect" presetClass="entr" presetID="10" presetSubtype="0">
                                  <p:stCondLst>
                                    <p:cond delay="0"/>
                                  </p:stCondLst>
                                  <p:childTnLst>
                                    <p:set>
                                      <p:cBhvr>
                                        <p:cTn dur="1" fill="hold">
                                          <p:stCondLst>
                                            <p:cond delay="0"/>
                                          </p:stCondLst>
                                        </p:cTn>
                                        <p:tgtEl>
                                          <p:spTgt spid="6086"/>
                                        </p:tgtEl>
                                        <p:attrNameLst>
                                          <p:attrName>style.visibility</p:attrName>
                                        </p:attrNameLst>
                                      </p:cBhvr>
                                      <p:to>
                                        <p:strVal val="visible"/>
                                      </p:to>
                                    </p:set>
                                    <p:animEffect filter="fade" transition="in">
                                      <p:cBhvr>
                                        <p:cTn dur="500"/>
                                        <p:tgtEl>
                                          <p:spTgt spid="60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1"/>
                                        </p:tgtEl>
                                        <p:attrNameLst>
                                          <p:attrName>style.visibility</p:attrName>
                                        </p:attrNameLst>
                                      </p:cBhvr>
                                      <p:to>
                                        <p:strVal val="visible"/>
                                      </p:to>
                                    </p:set>
                                    <p:animEffect filter="fade" transition="in">
                                      <p:cBhvr>
                                        <p:cTn dur="500"/>
                                        <p:tgtEl>
                                          <p:spTgt spid="6071"/>
                                        </p:tgtEl>
                                      </p:cBhvr>
                                    </p:animEffect>
                                  </p:childTnLst>
                                </p:cTn>
                              </p:par>
                              <p:par>
                                <p:cTn fill="hold" nodeType="withEffect" presetClass="entr" presetID="10" presetSubtype="0">
                                  <p:stCondLst>
                                    <p:cond delay="0"/>
                                  </p:stCondLst>
                                  <p:childTnLst>
                                    <p:set>
                                      <p:cBhvr>
                                        <p:cTn dur="1" fill="hold">
                                          <p:stCondLst>
                                            <p:cond delay="0"/>
                                          </p:stCondLst>
                                        </p:cTn>
                                        <p:tgtEl>
                                          <p:spTgt spid="6092"/>
                                        </p:tgtEl>
                                        <p:attrNameLst>
                                          <p:attrName>style.visibility</p:attrName>
                                        </p:attrNameLst>
                                      </p:cBhvr>
                                      <p:to>
                                        <p:strVal val="visible"/>
                                      </p:to>
                                    </p:set>
                                    <p:animEffect filter="fade" transition="in">
                                      <p:cBhvr>
                                        <p:cTn dur="500"/>
                                        <p:tgtEl>
                                          <p:spTgt spid="60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1" name="Shape 6141"/>
        <p:cNvGrpSpPr/>
        <p:nvPr/>
      </p:nvGrpSpPr>
      <p:grpSpPr>
        <a:xfrm>
          <a:off x="0" y="0"/>
          <a:ext cx="0" cy="0"/>
          <a:chOff x="0" y="0"/>
          <a:chExt cx="0" cy="0"/>
        </a:xfrm>
      </p:grpSpPr>
      <p:sp>
        <p:nvSpPr>
          <p:cNvPr id="6142" name="Google Shape;6142;p10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6143" name="Google Shape;6143;p107"/>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6144" name="Google Shape;6144;p107"/>
          <p:cNvGrpSpPr/>
          <p:nvPr/>
        </p:nvGrpSpPr>
        <p:grpSpPr>
          <a:xfrm>
            <a:off x="6538586" y="2065751"/>
            <a:ext cx="1730667" cy="612648"/>
            <a:chOff x="6538586" y="2065751"/>
            <a:chExt cx="1730667" cy="612648"/>
          </a:xfrm>
        </p:grpSpPr>
        <p:sp>
          <p:nvSpPr>
            <p:cNvPr id="6145" name="Google Shape;6145;p107"/>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6" name="Google Shape;6146;p107"/>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6147" name="Google Shape;6147;p107"/>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148" name="Google Shape;6148;p107"/>
          <p:cNvGrpSpPr/>
          <p:nvPr/>
        </p:nvGrpSpPr>
        <p:grpSpPr>
          <a:xfrm>
            <a:off x="5814165" y="3280776"/>
            <a:ext cx="1672748" cy="612648"/>
            <a:chOff x="5814165" y="3280776"/>
            <a:chExt cx="1672748" cy="612648"/>
          </a:xfrm>
        </p:grpSpPr>
        <p:sp>
          <p:nvSpPr>
            <p:cNvPr id="6149" name="Google Shape;6149;p107"/>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0" name="Google Shape;6150;p107"/>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6151" name="Google Shape;6151;p107"/>
          <p:cNvGrpSpPr/>
          <p:nvPr/>
        </p:nvGrpSpPr>
        <p:grpSpPr>
          <a:xfrm>
            <a:off x="8321457" y="3646119"/>
            <a:ext cx="1695712" cy="612648"/>
            <a:chOff x="8321457" y="3646119"/>
            <a:chExt cx="1695712" cy="612648"/>
          </a:xfrm>
        </p:grpSpPr>
        <p:sp>
          <p:nvSpPr>
            <p:cNvPr id="6152" name="Google Shape;6152;p107"/>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3" name="Google Shape;6153;p107"/>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
        <p:nvSpPr>
          <p:cNvPr id="6154" name="Google Shape;6154;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6155" name="Google Shape;6155;p107"/>
          <p:cNvSpPr/>
          <p:nvPr/>
        </p:nvSpPr>
        <p:spPr>
          <a:xfrm>
            <a:off x="6505718" y="1708879"/>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Are you Ready?</a:t>
            </a:r>
            <a:endParaRPr/>
          </a:p>
        </p:txBody>
      </p:sp>
      <p:sp>
        <p:nvSpPr>
          <p:cNvPr id="6156" name="Google Shape;6156;p107"/>
          <p:cNvSpPr/>
          <p:nvPr/>
        </p:nvSpPr>
        <p:spPr>
          <a:xfrm>
            <a:off x="5818069" y="3849808"/>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Ready</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4"/>
                                        </p:tgtEl>
                                        <p:attrNameLst>
                                          <p:attrName>style.visibility</p:attrName>
                                        </p:attrNameLst>
                                      </p:cBhvr>
                                      <p:to>
                                        <p:strVal val="visible"/>
                                      </p:to>
                                    </p:set>
                                    <p:animEffect filter="fade" transition="in">
                                      <p:cBhvr>
                                        <p:cTn dur="500"/>
                                        <p:tgtEl>
                                          <p:spTgt spid="6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8"/>
                                        </p:tgtEl>
                                        <p:attrNameLst>
                                          <p:attrName>style.visibility</p:attrName>
                                        </p:attrNameLst>
                                      </p:cBhvr>
                                      <p:to>
                                        <p:strVal val="visible"/>
                                      </p:to>
                                    </p:set>
                                    <p:animEffect filter="fade" transition="in">
                                      <p:cBhvr>
                                        <p:cTn dur="500"/>
                                        <p:tgtEl>
                                          <p:spTgt spid="6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1"/>
                                        </p:tgtEl>
                                        <p:attrNameLst>
                                          <p:attrName>style.visibility</p:attrName>
                                        </p:attrNameLst>
                                      </p:cBhvr>
                                      <p:to>
                                        <p:strVal val="visible"/>
                                      </p:to>
                                    </p:set>
                                    <p:animEffect filter="fade" transition="in">
                                      <p:cBhvr>
                                        <p:cTn dur="500"/>
                                        <p:tgtEl>
                                          <p:spTgt spid="6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1" name="Shape 6161"/>
        <p:cNvGrpSpPr/>
        <p:nvPr/>
      </p:nvGrpSpPr>
      <p:grpSpPr>
        <a:xfrm>
          <a:off x="0" y="0"/>
          <a:ext cx="0" cy="0"/>
          <a:chOff x="0" y="0"/>
          <a:chExt cx="0" cy="0"/>
        </a:xfrm>
      </p:grpSpPr>
      <p:sp>
        <p:nvSpPr>
          <p:cNvPr id="6162" name="Google Shape;6162;p10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6163" name="Google Shape;6163;p108"/>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6164" name="Google Shape;6164;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9" name="Shape 6169"/>
        <p:cNvGrpSpPr/>
        <p:nvPr/>
      </p:nvGrpSpPr>
      <p:grpSpPr>
        <a:xfrm>
          <a:off x="0" y="0"/>
          <a:ext cx="0" cy="0"/>
          <a:chOff x="0" y="0"/>
          <a:chExt cx="0" cy="0"/>
        </a:xfrm>
      </p:grpSpPr>
      <p:sp>
        <p:nvSpPr>
          <p:cNvPr id="6170" name="Google Shape;6170;p10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171" name="Google Shape;6171;p109"/>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172" name="Google Shape;6172;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6173" name="Google Shape;6173;p10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8" name="Shape 6178"/>
        <p:cNvGrpSpPr/>
        <p:nvPr/>
      </p:nvGrpSpPr>
      <p:grpSpPr>
        <a:xfrm>
          <a:off x="0" y="0"/>
          <a:ext cx="0" cy="0"/>
          <a:chOff x="0" y="0"/>
          <a:chExt cx="0" cy="0"/>
        </a:xfrm>
      </p:grpSpPr>
      <p:sp>
        <p:nvSpPr>
          <p:cNvPr id="6179" name="Google Shape;6179;p110"/>
          <p:cNvSpPr txBox="1"/>
          <p:nvPr/>
        </p:nvSpPr>
        <p:spPr>
          <a:xfrm>
            <a:off x="721660" y="1411941"/>
            <a:ext cx="10977282"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Congestion:</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informally: “too many sources sending too much data too fast for </a:t>
            </a:r>
            <a:r>
              <a:rPr b="0" i="1" lang="en-US" sz="2800" u="none" cap="none" strike="noStrike">
                <a:solidFill>
                  <a:srgbClr val="C00000"/>
                </a:solidFill>
                <a:latin typeface="Calibri"/>
                <a:ea typeface="Calibri"/>
                <a:cs typeface="Calibri"/>
                <a:sym typeface="Calibri"/>
              </a:rPr>
              <a:t>network</a:t>
            </a:r>
            <a:r>
              <a:rPr b="0" i="0" lang="en-US" sz="2800" u="none" cap="none" strike="noStrike">
                <a:solidFill>
                  <a:srgbClr val="000000"/>
                </a:solidFill>
                <a:latin typeface="Calibri"/>
                <a:ea typeface="Calibri"/>
                <a:cs typeface="Calibri"/>
                <a:sym typeface="Calibri"/>
              </a:rPr>
              <a:t> to handle”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manifestations: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delays (queueing in router buffers)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packet loss (buffer overflow at routers)</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80" name="Google Shape;6180;p110"/>
          <p:cNvSpPr txBox="1"/>
          <p:nvPr/>
        </p:nvSpPr>
        <p:spPr>
          <a:xfrm>
            <a:off x="722672" y="3776599"/>
            <a:ext cx="10977282" cy="1016627"/>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different from flow control!</a:t>
            </a:r>
            <a:endParaRPr/>
          </a:p>
        </p:txBody>
      </p:sp>
      <p:sp>
        <p:nvSpPr>
          <p:cNvPr id="6181" name="Google Shape;6181;p110"/>
          <p:cNvSpPr txBox="1"/>
          <p:nvPr>
            <p:ph type="title"/>
          </p:nvPr>
        </p:nvSpPr>
        <p:spPr>
          <a:xfrm>
            <a:off x="7732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Principles of congestion control</a:t>
            </a:r>
            <a:endParaRPr b="0" sz="4400"/>
          </a:p>
        </p:txBody>
      </p:sp>
      <p:grpSp>
        <p:nvGrpSpPr>
          <p:cNvPr id="6182" name="Google Shape;6182;p110"/>
          <p:cNvGrpSpPr/>
          <p:nvPr/>
        </p:nvGrpSpPr>
        <p:grpSpPr>
          <a:xfrm>
            <a:off x="8686805" y="2737463"/>
            <a:ext cx="2772697" cy="2732213"/>
            <a:chOff x="8878529" y="2737463"/>
            <a:chExt cx="2772697" cy="2732213"/>
          </a:xfrm>
        </p:grpSpPr>
        <p:pic>
          <p:nvPicPr>
            <p:cNvPr descr="Why traffic apps make congestion worse | Berkeley News" id="6183" name="Google Shape;6183;p110"/>
            <p:cNvPicPr preferRelativeResize="0"/>
            <p:nvPr/>
          </p:nvPicPr>
          <p:blipFill rotWithShape="1">
            <a:blip r:embed="rId3">
              <a:alphaModFix/>
            </a:blip>
            <a:srcRect b="0" l="0" r="0" t="0"/>
            <a:stretch/>
          </p:blipFill>
          <p:spPr>
            <a:xfrm>
              <a:off x="8878529" y="2737463"/>
              <a:ext cx="2595716" cy="1730478"/>
            </a:xfrm>
            <a:prstGeom prst="rect">
              <a:avLst/>
            </a:prstGeom>
            <a:noFill/>
            <a:ln>
              <a:noFill/>
            </a:ln>
          </p:spPr>
        </p:pic>
        <p:sp>
          <p:nvSpPr>
            <p:cNvPr id="6184" name="Google Shape;6184;p110"/>
            <p:cNvSpPr txBox="1"/>
            <p:nvPr/>
          </p:nvSpPr>
          <p:spPr>
            <a:xfrm>
              <a:off x="9085007" y="4454013"/>
              <a:ext cx="2566219"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congestion control: </a:t>
              </a:r>
              <a:r>
                <a:rPr b="0" i="0" lang="en-US" sz="1800" u="none" cap="none" strike="noStrike">
                  <a:solidFill>
                    <a:srgbClr val="000000"/>
                  </a:solidFill>
                  <a:latin typeface="Calibri"/>
                  <a:ea typeface="Calibri"/>
                  <a:cs typeface="Calibri"/>
                  <a:sym typeface="Calibri"/>
                </a:rPr>
                <a:t>too many senders, sending too fast</a:t>
              </a:r>
              <a:endParaRPr/>
            </a:p>
          </p:txBody>
        </p:sp>
      </p:grpSp>
      <p:grpSp>
        <p:nvGrpSpPr>
          <p:cNvPr id="6185" name="Google Shape;6185;p110"/>
          <p:cNvGrpSpPr/>
          <p:nvPr/>
        </p:nvGrpSpPr>
        <p:grpSpPr>
          <a:xfrm>
            <a:off x="5737126" y="4424520"/>
            <a:ext cx="5860024" cy="1952948"/>
            <a:chOff x="5869858" y="4586748"/>
            <a:chExt cx="5860024" cy="1952948"/>
          </a:xfrm>
        </p:grpSpPr>
        <p:grpSp>
          <p:nvGrpSpPr>
            <p:cNvPr id="6186" name="Google Shape;6186;p110"/>
            <p:cNvGrpSpPr/>
            <p:nvPr/>
          </p:nvGrpSpPr>
          <p:grpSpPr>
            <a:xfrm>
              <a:off x="5869858" y="4586748"/>
              <a:ext cx="2882176" cy="1915023"/>
              <a:chOff x="6998772" y="3064248"/>
              <a:chExt cx="4393223" cy="2995072"/>
            </a:xfrm>
          </p:grpSpPr>
          <p:pic>
            <p:nvPicPr>
              <p:cNvPr descr="Drinking from the Firehose: How VividCortex Compresses its Metrics" id="6187" name="Google Shape;6187;p110"/>
              <p:cNvPicPr preferRelativeResize="0"/>
              <p:nvPr/>
            </p:nvPicPr>
            <p:blipFill rotWithShape="1">
              <a:blip r:embed="rId4">
                <a:alphaModFix/>
              </a:blip>
              <a:srcRect b="0" l="0" r="0" t="0"/>
              <a:stretch/>
            </p:blipFill>
            <p:spPr>
              <a:xfrm>
                <a:off x="8373303" y="4248105"/>
                <a:ext cx="3018692" cy="1811215"/>
              </a:xfrm>
              <a:prstGeom prst="rect">
                <a:avLst/>
              </a:prstGeom>
              <a:noFill/>
              <a:ln>
                <a:noFill/>
              </a:ln>
            </p:spPr>
          </p:pic>
          <p:pic>
            <p:nvPicPr>
              <p:cNvPr descr="Drinking From the Information Firehose" id="6188" name="Google Shape;6188;p110"/>
              <p:cNvPicPr preferRelativeResize="0"/>
              <p:nvPr/>
            </p:nvPicPr>
            <p:blipFill rotWithShape="1">
              <a:blip r:embed="rId5">
                <a:alphaModFix/>
              </a:blip>
              <a:srcRect b="0" l="0" r="0" t="0"/>
              <a:stretch/>
            </p:blipFill>
            <p:spPr>
              <a:xfrm>
                <a:off x="6998772" y="3064248"/>
                <a:ext cx="2699594" cy="1781732"/>
              </a:xfrm>
              <a:prstGeom prst="rect">
                <a:avLst/>
              </a:prstGeom>
              <a:noFill/>
              <a:ln>
                <a:noFill/>
              </a:ln>
            </p:spPr>
          </p:pic>
        </p:grpSp>
        <p:sp>
          <p:nvSpPr>
            <p:cNvPr id="6189" name="Google Shape;6189;p110"/>
            <p:cNvSpPr txBox="1"/>
            <p:nvPr/>
          </p:nvSpPr>
          <p:spPr>
            <a:xfrm>
              <a:off x="8794953" y="5801032"/>
              <a:ext cx="293492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control: </a:t>
              </a:r>
              <a:r>
                <a:rPr b="0" i="0" lang="en-US" sz="1800" u="none" cap="none" strike="noStrike">
                  <a:solidFill>
                    <a:srgbClr val="000000"/>
                  </a:solidFill>
                  <a:latin typeface="Calibri"/>
                  <a:ea typeface="Calibri"/>
                  <a:cs typeface="Calibri"/>
                  <a:sym typeface="Calibri"/>
                </a:rPr>
                <a:t>one sender too fast for one receiver</a:t>
              </a:r>
              <a:endParaRPr/>
            </a:p>
          </p:txBody>
        </p:sp>
      </p:grpSp>
      <p:sp>
        <p:nvSpPr>
          <p:cNvPr id="6190" name="Google Shape;6190;p110"/>
          <p:cNvSpPr txBox="1"/>
          <p:nvPr/>
        </p:nvSpPr>
        <p:spPr>
          <a:xfrm>
            <a:off x="727588" y="4852219"/>
            <a:ext cx="4758812" cy="580102"/>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a top-10 problem!</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91" name="Google Shape;6191;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0"/>
                                        </p:tgtEl>
                                        <p:attrNameLst>
                                          <p:attrName>style.visibility</p:attrName>
                                        </p:attrNameLst>
                                      </p:cBhvr>
                                      <p:to>
                                        <p:strVal val="visible"/>
                                      </p:to>
                                    </p:set>
                                    <p:animEffect filter="fade" transition="in">
                                      <p:cBhvr>
                                        <p:cTn dur="500"/>
                                        <p:tgtEl>
                                          <p:spTgt spid="6180"/>
                                        </p:tgtEl>
                                      </p:cBhvr>
                                    </p:animEffect>
                                  </p:childTnLst>
                                </p:cTn>
                              </p:par>
                              <p:par>
                                <p:cTn fill="hold" nodeType="withEffect" presetClass="entr" presetID="10" presetSubtype="0">
                                  <p:stCondLst>
                                    <p:cond delay="0"/>
                                  </p:stCondLst>
                                  <p:childTnLst>
                                    <p:set>
                                      <p:cBhvr>
                                        <p:cTn dur="1" fill="hold">
                                          <p:stCondLst>
                                            <p:cond delay="0"/>
                                          </p:stCondLst>
                                        </p:cTn>
                                        <p:tgtEl>
                                          <p:spTgt spid="6185"/>
                                        </p:tgtEl>
                                        <p:attrNameLst>
                                          <p:attrName>style.visibility</p:attrName>
                                        </p:attrNameLst>
                                      </p:cBhvr>
                                      <p:to>
                                        <p:strVal val="visible"/>
                                      </p:to>
                                    </p:set>
                                    <p:animEffect filter="fade" transition="in">
                                      <p:cBhvr>
                                        <p:cTn dur="500"/>
                                        <p:tgtEl>
                                          <p:spTgt spid="6185"/>
                                        </p:tgtEl>
                                      </p:cBhvr>
                                    </p:animEffect>
                                  </p:childTnLst>
                                </p:cTn>
                              </p:par>
                              <p:par>
                                <p:cTn fill="hold" nodeType="withEffect" presetClass="entr" presetID="10" presetSubtype="0">
                                  <p:stCondLst>
                                    <p:cond delay="0"/>
                                  </p:stCondLst>
                                  <p:childTnLst>
                                    <p:set>
                                      <p:cBhvr>
                                        <p:cTn dur="1" fill="hold">
                                          <p:stCondLst>
                                            <p:cond delay="0"/>
                                          </p:stCondLst>
                                        </p:cTn>
                                        <p:tgtEl>
                                          <p:spTgt spid="6190"/>
                                        </p:tgtEl>
                                        <p:attrNameLst>
                                          <p:attrName>style.visibility</p:attrName>
                                        </p:attrNameLst>
                                      </p:cBhvr>
                                      <p:to>
                                        <p:strVal val="visible"/>
                                      </p:to>
                                    </p:set>
                                    <p:animEffect filter="fade" transition="in">
                                      <p:cBhvr>
                                        <p:cTn dur="500"/>
                                        <p:tgtEl>
                                          <p:spTgt spid="6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6" name="Shape 6196"/>
        <p:cNvGrpSpPr/>
        <p:nvPr/>
      </p:nvGrpSpPr>
      <p:grpSpPr>
        <a:xfrm>
          <a:off x="0" y="0"/>
          <a:ext cx="0" cy="0"/>
          <a:chOff x="0" y="0"/>
          <a:chExt cx="0" cy="0"/>
        </a:xfrm>
      </p:grpSpPr>
      <p:sp>
        <p:nvSpPr>
          <p:cNvPr id="6197" name="Google Shape;6197;p111"/>
          <p:cNvSpPr/>
          <p:nvPr/>
        </p:nvSpPr>
        <p:spPr>
          <a:xfrm>
            <a:off x="10005476" y="2888415"/>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98" name="Google Shape;6198;p111"/>
          <p:cNvGrpSpPr/>
          <p:nvPr/>
        </p:nvGrpSpPr>
        <p:grpSpPr>
          <a:xfrm>
            <a:off x="9424984" y="2862877"/>
            <a:ext cx="586768" cy="904023"/>
            <a:chOff x="10910965" y="2513124"/>
            <a:chExt cx="586768" cy="904023"/>
          </a:xfrm>
        </p:grpSpPr>
        <p:sp>
          <p:nvSpPr>
            <p:cNvPr id="6199" name="Google Shape;619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0" name="Google Shape;620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1" name="Google Shape;620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2" name="Google Shape;620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3" name="Google Shape;620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04" name="Google Shape;6204;p111"/>
          <p:cNvSpPr/>
          <p:nvPr/>
        </p:nvSpPr>
        <p:spPr>
          <a:xfrm flipH="1">
            <a:off x="5851590" y="1746530"/>
            <a:ext cx="430143" cy="90046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05" name="Google Shape;6205;p111"/>
          <p:cNvGrpSpPr/>
          <p:nvPr/>
        </p:nvGrpSpPr>
        <p:grpSpPr>
          <a:xfrm>
            <a:off x="5390758" y="2639189"/>
            <a:ext cx="586768" cy="904023"/>
            <a:chOff x="10910965" y="2513124"/>
            <a:chExt cx="586768" cy="904023"/>
          </a:xfrm>
        </p:grpSpPr>
        <p:sp>
          <p:nvSpPr>
            <p:cNvPr id="6206" name="Google Shape;6206;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7" name="Google Shape;6207;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8" name="Google Shape;6208;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9" name="Google Shape;6209;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0" name="Google Shape;6210;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11" name="Google Shape;6211;p111"/>
          <p:cNvGrpSpPr/>
          <p:nvPr/>
        </p:nvGrpSpPr>
        <p:grpSpPr>
          <a:xfrm>
            <a:off x="6267058" y="1750697"/>
            <a:ext cx="586768" cy="904023"/>
            <a:chOff x="10910965" y="2513124"/>
            <a:chExt cx="586768" cy="904023"/>
          </a:xfrm>
        </p:grpSpPr>
        <p:sp>
          <p:nvSpPr>
            <p:cNvPr id="6212" name="Google Shape;6212;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13" name="Google Shape;6213;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4" name="Google Shape;6214;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5" name="Google Shape;6215;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6" name="Google Shape;6216;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17" name="Google Shape;6217;p111"/>
          <p:cNvSpPr/>
          <p:nvPr/>
        </p:nvSpPr>
        <p:spPr>
          <a:xfrm>
            <a:off x="10381714" y="1887018"/>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18" name="Google Shape;6218;p111"/>
          <p:cNvGrpSpPr/>
          <p:nvPr/>
        </p:nvGrpSpPr>
        <p:grpSpPr>
          <a:xfrm>
            <a:off x="9803525" y="1862884"/>
            <a:ext cx="586768" cy="904023"/>
            <a:chOff x="10910965" y="2513124"/>
            <a:chExt cx="586768" cy="904023"/>
          </a:xfrm>
        </p:grpSpPr>
        <p:sp>
          <p:nvSpPr>
            <p:cNvPr id="6219" name="Google Shape;621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20" name="Google Shape;622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1" name="Google Shape;622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2" name="Google Shape;622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3" name="Google Shape;622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24" name="Google Shape;6224;p111"/>
          <p:cNvGrpSpPr/>
          <p:nvPr/>
        </p:nvGrpSpPr>
        <p:grpSpPr>
          <a:xfrm>
            <a:off x="7419579" y="2906627"/>
            <a:ext cx="1047677" cy="561649"/>
            <a:chOff x="7493876" y="2774731"/>
            <a:chExt cx="1481958" cy="894622"/>
          </a:xfrm>
        </p:grpSpPr>
        <p:sp>
          <p:nvSpPr>
            <p:cNvPr id="6225" name="Google Shape;6225;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26" name="Google Shape;6226;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27" name="Google Shape;6227;p111"/>
            <p:cNvGrpSpPr/>
            <p:nvPr/>
          </p:nvGrpSpPr>
          <p:grpSpPr>
            <a:xfrm>
              <a:off x="7713663" y="2848339"/>
              <a:ext cx="1042107" cy="425543"/>
              <a:chOff x="7786941" y="2884917"/>
              <a:chExt cx="897649" cy="353919"/>
            </a:xfrm>
          </p:grpSpPr>
          <p:sp>
            <p:nvSpPr>
              <p:cNvPr id="6228" name="Google Shape;6228;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9" name="Google Shape;6229;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0" name="Google Shape;6230;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1" name="Google Shape;6231;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232" name="Google Shape;6232;p111"/>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1 </a:t>
            </a:r>
            <a:endParaRPr b="0" sz="4400"/>
          </a:p>
        </p:txBody>
      </p:sp>
      <p:grpSp>
        <p:nvGrpSpPr>
          <p:cNvPr id="6233" name="Google Shape;6233;p111"/>
          <p:cNvGrpSpPr/>
          <p:nvPr/>
        </p:nvGrpSpPr>
        <p:grpSpPr>
          <a:xfrm>
            <a:off x="5422300" y="2022783"/>
            <a:ext cx="525463" cy="434975"/>
            <a:chOff x="-44" y="1473"/>
            <a:chExt cx="981" cy="1105"/>
          </a:xfrm>
        </p:grpSpPr>
        <p:pic>
          <p:nvPicPr>
            <p:cNvPr descr="desktop_computer_stylized_medium" id="6234" name="Google Shape;623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35" name="Google Shape;623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36" name="Google Shape;6236;p111"/>
          <p:cNvSpPr/>
          <p:nvPr/>
        </p:nvSpPr>
        <p:spPr>
          <a:xfrm flipH="1">
            <a:off x="5146139" y="2637590"/>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37" name="Google Shape;6237;p111"/>
          <p:cNvSpPr txBox="1"/>
          <p:nvPr/>
        </p:nvSpPr>
        <p:spPr>
          <a:xfrm>
            <a:off x="774261" y="1490147"/>
            <a:ext cx="3792183" cy="36815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Simplest scenario:</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6238" name="Google Shape;6238;p111"/>
          <p:cNvSpPr txBox="1"/>
          <p:nvPr/>
        </p:nvSpPr>
        <p:spPr>
          <a:xfrm>
            <a:off x="4868327" y="5950805"/>
            <a:ext cx="329723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0" lang="en-US" sz="1800" u="none" cap="none" strike="noStrike">
                <a:solidFill>
                  <a:srgbClr val="000000"/>
                </a:solidFill>
                <a:latin typeface="Calibri"/>
                <a:ea typeface="Calibri"/>
                <a:cs typeface="Calibri"/>
                <a:sym typeface="Calibri"/>
              </a:rPr>
              <a:t>maximum per-connection throughput: R/2</a:t>
            </a:r>
            <a:endParaRPr/>
          </a:p>
        </p:txBody>
      </p:sp>
      <p:cxnSp>
        <p:nvCxnSpPr>
          <p:cNvPr id="6239" name="Google Shape;6239;p111"/>
          <p:cNvCxnSpPr/>
          <p:nvPr/>
        </p:nvCxnSpPr>
        <p:spPr>
          <a:xfrm flipH="1">
            <a:off x="6308189" y="2770940"/>
            <a:ext cx="923925" cy="866775"/>
          </a:xfrm>
          <a:prstGeom prst="straightConnector1">
            <a:avLst/>
          </a:prstGeom>
          <a:noFill/>
          <a:ln cap="flat" cmpd="sng" w="9525">
            <a:solidFill>
              <a:srgbClr val="000000"/>
            </a:solidFill>
            <a:prstDash val="solid"/>
            <a:round/>
            <a:headEnd len="med" w="med" type="none"/>
            <a:tailEnd len="med" w="med" type="none"/>
          </a:ln>
        </p:spPr>
      </p:cxnSp>
      <p:sp>
        <p:nvSpPr>
          <p:cNvPr id="6240" name="Google Shape;6240;p111"/>
          <p:cNvSpPr txBox="1"/>
          <p:nvPr/>
        </p:nvSpPr>
        <p:spPr>
          <a:xfrm>
            <a:off x="5236024" y="1757366"/>
            <a:ext cx="913861"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241" name="Google Shape;6241;p111"/>
          <p:cNvSpPr txBox="1"/>
          <p:nvPr/>
        </p:nvSpPr>
        <p:spPr>
          <a:xfrm>
            <a:off x="5231806" y="3686015"/>
            <a:ext cx="799129"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242" name="Google Shape;6242;p111"/>
          <p:cNvCxnSpPr/>
          <p:nvPr/>
        </p:nvCxnSpPr>
        <p:spPr>
          <a:xfrm rot="10800000">
            <a:off x="679396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3" name="Google Shape;6243;p111"/>
          <p:cNvCxnSpPr/>
          <p:nvPr/>
        </p:nvCxnSpPr>
        <p:spPr>
          <a:xfrm rot="10800000">
            <a:off x="841321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4" name="Google Shape;6244;p111"/>
          <p:cNvCxnSpPr/>
          <p:nvPr/>
        </p:nvCxnSpPr>
        <p:spPr>
          <a:xfrm flipH="1">
            <a:off x="8537039" y="2770940"/>
            <a:ext cx="923925" cy="866775"/>
          </a:xfrm>
          <a:prstGeom prst="straightConnector1">
            <a:avLst/>
          </a:prstGeom>
          <a:noFill/>
          <a:ln cap="flat" cmpd="sng" w="9525">
            <a:solidFill>
              <a:srgbClr val="000000"/>
            </a:solidFill>
            <a:prstDash val="solid"/>
            <a:round/>
            <a:headEnd len="med" w="med" type="none"/>
            <a:tailEnd len="med" w="med" type="none"/>
          </a:ln>
        </p:spPr>
      </p:cxnSp>
      <p:cxnSp>
        <p:nvCxnSpPr>
          <p:cNvPr id="6245" name="Google Shape;6245;p111"/>
          <p:cNvCxnSpPr/>
          <p:nvPr/>
        </p:nvCxnSpPr>
        <p:spPr>
          <a:xfrm rot="10800000">
            <a:off x="9458935" y="2771087"/>
            <a:ext cx="439738" cy="0"/>
          </a:xfrm>
          <a:prstGeom prst="straightConnector1">
            <a:avLst/>
          </a:prstGeom>
          <a:noFill/>
          <a:ln cap="flat" cmpd="sng" w="9525">
            <a:solidFill>
              <a:srgbClr val="000000"/>
            </a:solidFill>
            <a:prstDash val="solid"/>
            <a:round/>
            <a:headEnd len="med" w="med" type="none"/>
            <a:tailEnd len="med" w="med" type="none"/>
          </a:ln>
        </p:spPr>
      </p:cxnSp>
      <p:grpSp>
        <p:nvGrpSpPr>
          <p:cNvPr id="6246" name="Google Shape;6246;p111"/>
          <p:cNvGrpSpPr/>
          <p:nvPr/>
        </p:nvGrpSpPr>
        <p:grpSpPr>
          <a:xfrm>
            <a:off x="8616414" y="1265990"/>
            <a:ext cx="1790700" cy="707189"/>
            <a:chOff x="8616414" y="1265990"/>
            <a:chExt cx="1790700" cy="707189"/>
          </a:xfrm>
        </p:grpSpPr>
        <p:sp>
          <p:nvSpPr>
            <p:cNvPr id="6247" name="Google Shape;6247;p111"/>
            <p:cNvSpPr txBox="1"/>
            <p:nvPr/>
          </p:nvSpPr>
          <p:spPr>
            <a:xfrm>
              <a:off x="8616414" y="1265990"/>
              <a:ext cx="17907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throughput:</a:t>
              </a:r>
              <a:r>
                <a:rPr b="0" i="0" lang="en-US" sz="2400" u="none" cap="none" strike="noStrike">
                  <a:solidFill>
                    <a:srgbClr val="FF0000"/>
                  </a:solidFill>
                  <a:latin typeface="Noto Sans Symbols"/>
                  <a:ea typeface="Noto Sans Symbols"/>
                  <a:cs typeface="Noto Sans Symbols"/>
                  <a:sym typeface="Noto Sans Symbol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out</a:t>
              </a:r>
              <a:endParaRPr b="0" i="0" sz="2400" u="none" cap="none" strike="noStrike">
                <a:solidFill>
                  <a:srgbClr val="CC0000"/>
                </a:solidFill>
                <a:latin typeface="Comic Sans MS"/>
                <a:ea typeface="Comic Sans MS"/>
                <a:cs typeface="Comic Sans MS"/>
                <a:sym typeface="Comic Sans MS"/>
              </a:endParaRPr>
            </a:p>
          </p:txBody>
        </p:sp>
        <p:cxnSp>
          <p:nvCxnSpPr>
            <p:cNvPr id="6248" name="Google Shape;6248;p111"/>
            <p:cNvCxnSpPr/>
            <p:nvPr/>
          </p:nvCxnSpPr>
          <p:spPr>
            <a:xfrm>
              <a:off x="9460964" y="1675565"/>
              <a:ext cx="549310" cy="297614"/>
            </a:xfrm>
            <a:prstGeom prst="straightConnector1">
              <a:avLst/>
            </a:prstGeom>
            <a:noFill/>
            <a:ln cap="flat" cmpd="sng" w="9525">
              <a:solidFill>
                <a:srgbClr val="000000"/>
              </a:solidFill>
              <a:prstDash val="solid"/>
              <a:round/>
              <a:headEnd len="med" w="med" type="none"/>
              <a:tailEnd len="med" w="med" type="triangle"/>
            </a:ln>
          </p:spPr>
        </p:cxnSp>
      </p:grpSp>
      <p:sp>
        <p:nvSpPr>
          <p:cNvPr id="6249" name="Google Shape;6249;p111"/>
          <p:cNvSpPr/>
          <p:nvPr/>
        </p:nvSpPr>
        <p:spPr>
          <a:xfrm>
            <a:off x="8102651" y="5953953"/>
            <a:ext cx="260524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170"/>
              <a:buFont typeface="Calibri"/>
              <a:buNone/>
            </a:pPr>
            <a:r>
              <a:rPr b="0" i="0" lang="en-US" sz="1800" u="none" cap="none" strike="noStrike">
                <a:solidFill>
                  <a:srgbClr val="000000"/>
                </a:solidFill>
                <a:latin typeface="Calibri"/>
                <a:ea typeface="Calibri"/>
                <a:cs typeface="Calibri"/>
                <a:sym typeface="Calibri"/>
              </a:rPr>
              <a:t>large delays as arrival rate </a:t>
            </a:r>
            <a:r>
              <a:rPr b="0" i="0" lang="en-US" sz="1800" u="none" cap="none" strike="noStrike">
                <a:solidFill>
                  <a:srgbClr val="000000"/>
                </a:solidFill>
                <a:latin typeface="Noto Sans Symbols"/>
                <a:ea typeface="Noto Sans Symbols"/>
                <a:cs typeface="Noto Sans Symbols"/>
                <a:sym typeface="Noto Sans Symbols"/>
              </a:rPr>
              <a:t>λ</a:t>
            </a:r>
            <a:r>
              <a:rPr b="0" baseline="-25000" i="0" lang="en-US" sz="1800" u="none" cap="none" strike="noStrike">
                <a:solidFill>
                  <a:srgbClr val="000000"/>
                </a:solidFill>
                <a:latin typeface="Gill Sans"/>
                <a:ea typeface="Gill Sans"/>
                <a:cs typeface="Gill Sans"/>
                <a:sym typeface="Gill Sans"/>
              </a:rPr>
              <a:t>in</a:t>
            </a:r>
            <a:r>
              <a:rPr b="0" i="0" lang="en-US" sz="1800" u="none" cap="none" strike="noStrike">
                <a:solidFill>
                  <a:srgbClr val="000000"/>
                </a:solidFill>
                <a:latin typeface="Gill Sans"/>
                <a:ea typeface="Gill Sans"/>
                <a:cs typeface="Gill Sans"/>
                <a:sym typeface="Gill Sans"/>
              </a:rPr>
              <a:t> </a:t>
            </a:r>
            <a:r>
              <a:rPr b="0" i="0" lang="en-US" sz="1800" u="none" cap="none" strike="noStrike">
                <a:solidFill>
                  <a:srgbClr val="000000"/>
                </a:solidFill>
                <a:latin typeface="Calibri"/>
                <a:ea typeface="Calibri"/>
                <a:cs typeface="Calibri"/>
                <a:sym typeface="Calibri"/>
              </a:rPr>
              <a:t>approaches capacity</a:t>
            </a:r>
            <a:endParaRPr/>
          </a:p>
        </p:txBody>
      </p:sp>
      <p:grpSp>
        <p:nvGrpSpPr>
          <p:cNvPr id="6250" name="Google Shape;6250;p111"/>
          <p:cNvGrpSpPr/>
          <p:nvPr/>
        </p:nvGrpSpPr>
        <p:grpSpPr>
          <a:xfrm>
            <a:off x="10481726" y="2478840"/>
            <a:ext cx="231775" cy="441325"/>
            <a:chOff x="4140" y="429"/>
            <a:chExt cx="1425" cy="2396"/>
          </a:xfrm>
        </p:grpSpPr>
        <p:sp>
          <p:nvSpPr>
            <p:cNvPr id="6251" name="Google Shape;6251;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2" name="Google Shape;6252;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3" name="Google Shape;6253;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4" name="Google Shape;6254;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5" name="Google Shape;6255;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56" name="Google Shape;6256;p111"/>
            <p:cNvGrpSpPr/>
            <p:nvPr/>
          </p:nvGrpSpPr>
          <p:grpSpPr>
            <a:xfrm>
              <a:off x="4745" y="670"/>
              <a:ext cx="586" cy="146"/>
              <a:chOff x="609" y="2570"/>
              <a:chExt cx="731" cy="140"/>
            </a:xfrm>
          </p:grpSpPr>
          <p:sp>
            <p:nvSpPr>
              <p:cNvPr id="6257" name="Google Shape;6257;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8" name="Google Shape;6258;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59" name="Google Shape;6259;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0" name="Google Shape;6260;p111"/>
            <p:cNvGrpSpPr/>
            <p:nvPr/>
          </p:nvGrpSpPr>
          <p:grpSpPr>
            <a:xfrm>
              <a:off x="4745" y="998"/>
              <a:ext cx="586" cy="129"/>
              <a:chOff x="612" y="2572"/>
              <a:chExt cx="731" cy="134"/>
            </a:xfrm>
          </p:grpSpPr>
          <p:sp>
            <p:nvSpPr>
              <p:cNvPr id="6261" name="Google Shape;6261;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2" name="Google Shape;6262;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3" name="Google Shape;6263;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4" name="Google Shape;6264;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5" name="Google Shape;6265;p111"/>
            <p:cNvGrpSpPr/>
            <p:nvPr/>
          </p:nvGrpSpPr>
          <p:grpSpPr>
            <a:xfrm>
              <a:off x="4735" y="1627"/>
              <a:ext cx="586" cy="215"/>
              <a:chOff x="614" y="2568"/>
              <a:chExt cx="730" cy="198"/>
            </a:xfrm>
          </p:grpSpPr>
          <p:sp>
            <p:nvSpPr>
              <p:cNvPr id="6266" name="Google Shape;6266;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7" name="Google Shape;6267;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8" name="Google Shape;6268;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9" name="Google Shape;6269;p111"/>
            <p:cNvGrpSpPr/>
            <p:nvPr/>
          </p:nvGrpSpPr>
          <p:grpSpPr>
            <a:xfrm>
              <a:off x="4735" y="1325"/>
              <a:ext cx="586" cy="138"/>
              <a:chOff x="609" y="2566"/>
              <a:chExt cx="730" cy="138"/>
            </a:xfrm>
          </p:grpSpPr>
          <p:sp>
            <p:nvSpPr>
              <p:cNvPr id="6270" name="Google Shape;6270;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1" name="Google Shape;6271;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72" name="Google Shape;6272;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3" name="Google Shape;6273;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4" name="Google Shape;6274;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5" name="Google Shape;6275;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6" name="Google Shape;6276;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7" name="Google Shape;6277;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8" name="Google Shape;6278;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9" name="Google Shape;6279;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0" name="Google Shape;6280;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281" name="Google Shape;6281;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2" name="Google Shape;6282;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3" name="Google Shape;6283;p111"/>
          <p:cNvGrpSpPr/>
          <p:nvPr/>
        </p:nvGrpSpPr>
        <p:grpSpPr>
          <a:xfrm>
            <a:off x="4826257" y="3381692"/>
            <a:ext cx="525463" cy="434975"/>
            <a:chOff x="-44" y="1473"/>
            <a:chExt cx="981" cy="1105"/>
          </a:xfrm>
        </p:grpSpPr>
        <p:pic>
          <p:nvPicPr>
            <p:cNvPr descr="desktop_computer_stylized_medium" id="6284" name="Google Shape;628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85" name="Google Shape;628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6" name="Google Shape;6286;p111"/>
          <p:cNvGrpSpPr/>
          <p:nvPr/>
        </p:nvGrpSpPr>
        <p:grpSpPr>
          <a:xfrm>
            <a:off x="10164226" y="3444040"/>
            <a:ext cx="231775" cy="441325"/>
            <a:chOff x="4140" y="429"/>
            <a:chExt cx="1425" cy="2396"/>
          </a:xfrm>
        </p:grpSpPr>
        <p:sp>
          <p:nvSpPr>
            <p:cNvPr id="6287" name="Google Shape;6287;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8" name="Google Shape;6288;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9" name="Google Shape;6289;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0" name="Google Shape;6290;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1" name="Google Shape;6291;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2" name="Google Shape;6292;p111"/>
            <p:cNvGrpSpPr/>
            <p:nvPr/>
          </p:nvGrpSpPr>
          <p:grpSpPr>
            <a:xfrm>
              <a:off x="4745" y="670"/>
              <a:ext cx="586" cy="146"/>
              <a:chOff x="609" y="2570"/>
              <a:chExt cx="731" cy="140"/>
            </a:xfrm>
          </p:grpSpPr>
          <p:sp>
            <p:nvSpPr>
              <p:cNvPr id="6293" name="Google Shape;6293;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4" name="Google Shape;6294;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5" name="Google Shape;6295;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6" name="Google Shape;6296;p111"/>
            <p:cNvGrpSpPr/>
            <p:nvPr/>
          </p:nvGrpSpPr>
          <p:grpSpPr>
            <a:xfrm>
              <a:off x="4745" y="998"/>
              <a:ext cx="586" cy="129"/>
              <a:chOff x="612" y="2572"/>
              <a:chExt cx="731" cy="134"/>
            </a:xfrm>
          </p:grpSpPr>
          <p:sp>
            <p:nvSpPr>
              <p:cNvPr id="6297" name="Google Shape;6297;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8" name="Google Shape;6298;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9" name="Google Shape;6299;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0" name="Google Shape;6300;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1" name="Google Shape;6301;p111"/>
            <p:cNvGrpSpPr/>
            <p:nvPr/>
          </p:nvGrpSpPr>
          <p:grpSpPr>
            <a:xfrm>
              <a:off x="4735" y="1627"/>
              <a:ext cx="586" cy="215"/>
              <a:chOff x="614" y="2568"/>
              <a:chExt cx="730" cy="198"/>
            </a:xfrm>
          </p:grpSpPr>
          <p:sp>
            <p:nvSpPr>
              <p:cNvPr id="6302" name="Google Shape;6302;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3" name="Google Shape;6303;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4" name="Google Shape;6304;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5" name="Google Shape;6305;p111"/>
            <p:cNvGrpSpPr/>
            <p:nvPr/>
          </p:nvGrpSpPr>
          <p:grpSpPr>
            <a:xfrm>
              <a:off x="4735" y="1325"/>
              <a:ext cx="586" cy="138"/>
              <a:chOff x="609" y="2566"/>
              <a:chExt cx="730" cy="138"/>
            </a:xfrm>
          </p:grpSpPr>
          <p:sp>
            <p:nvSpPr>
              <p:cNvPr id="6306" name="Google Shape;6306;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7" name="Google Shape;6307;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8" name="Google Shape;6308;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9" name="Google Shape;6309;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0" name="Google Shape;6310;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1" name="Google Shape;6311;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2" name="Google Shape;6312;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3" name="Google Shape;6313;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4" name="Google Shape;6314;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5" name="Google Shape;6315;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6" name="Google Shape;6316;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317" name="Google Shape;6317;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8" name="Google Shape;6318;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9" name="Google Shape;6319;p111"/>
          <p:cNvSpPr txBox="1"/>
          <p:nvPr/>
        </p:nvSpPr>
        <p:spPr>
          <a:xfrm>
            <a:off x="774261" y="4402394"/>
            <a:ext cx="3172735" cy="1255728"/>
          </a:xfrm>
          <a:prstGeom prst="rect">
            <a:avLst/>
          </a:prstGeom>
          <a:noFill/>
          <a:ln>
            <a:noFill/>
          </a:ln>
        </p:spPr>
        <p:txBody>
          <a:bodyPr anchorCtr="0" anchor="t" bIns="45700" lIns="91425" spcFirstLastPara="1" rIns="91425" wrap="square" tIns="45700">
            <a:spAutoFit/>
          </a:bodyPr>
          <a:lstStyle/>
          <a:p>
            <a:pPr indent="-400050" lvl="0" marL="40005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What happens as arrival rate </a:t>
            </a:r>
            <a:r>
              <a:rPr b="0" i="1" lang="en-US" sz="2800" u="none" cap="none" strike="noStrike">
                <a:solidFill>
                  <a:srgbClr val="C00000"/>
                </a:solidFill>
                <a:latin typeface="Noto Sans Symbols"/>
                <a:ea typeface="Noto Sans Symbols"/>
                <a:cs typeface="Noto Sans Symbols"/>
                <a:sym typeface="Noto Sans Symbols"/>
              </a:rPr>
              <a:t>λ</a:t>
            </a:r>
            <a:r>
              <a:rPr b="0" baseline="-25000" i="0" lang="en-US" sz="2800" u="none" cap="none" strike="noStrike">
                <a:solidFill>
                  <a:srgbClr val="C00000"/>
                </a:solidFill>
                <a:latin typeface="Calibri"/>
                <a:ea typeface="Calibri"/>
                <a:cs typeface="Calibri"/>
                <a:sym typeface="Calibri"/>
              </a:rPr>
              <a:t>in</a:t>
            </a:r>
            <a:r>
              <a:rPr b="0" i="1" lang="en-US" sz="2800" u="none" cap="none" strike="noStrike">
                <a:solidFill>
                  <a:srgbClr val="C00000"/>
                </a:solidFill>
                <a:latin typeface="Gill Sans"/>
                <a:ea typeface="Gill Sans"/>
                <a:cs typeface="Gill Sans"/>
                <a:sym typeface="Gill Sans"/>
              </a:rPr>
              <a:t> </a:t>
            </a:r>
            <a:r>
              <a:rPr b="0" i="0" lang="en-US" sz="2800" u="none" cap="none" strike="noStrike">
                <a:solidFill>
                  <a:srgbClr val="000000"/>
                </a:solidFill>
                <a:latin typeface="Calibri"/>
                <a:ea typeface="Calibri"/>
                <a:cs typeface="Calibri"/>
                <a:sym typeface="Calibri"/>
              </a:rPr>
              <a:t>approaches R/2? </a:t>
            </a:r>
            <a:endParaRPr/>
          </a:p>
        </p:txBody>
      </p:sp>
      <p:grpSp>
        <p:nvGrpSpPr>
          <p:cNvPr id="6320" name="Google Shape;6320;p111"/>
          <p:cNvGrpSpPr/>
          <p:nvPr/>
        </p:nvGrpSpPr>
        <p:grpSpPr>
          <a:xfrm>
            <a:off x="4818031" y="1175178"/>
            <a:ext cx="2132013" cy="724224"/>
            <a:chOff x="4818031" y="1175178"/>
            <a:chExt cx="2132013" cy="724224"/>
          </a:xfrm>
        </p:grpSpPr>
        <p:sp>
          <p:nvSpPr>
            <p:cNvPr id="6321" name="Google Shape;6321;p111"/>
            <p:cNvSpPr/>
            <p:nvPr/>
          </p:nvSpPr>
          <p:spPr>
            <a:xfrm>
              <a:off x="6584414" y="1808915"/>
              <a:ext cx="92075" cy="904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322" name="Google Shape;6322;p111"/>
            <p:cNvCxnSpPr/>
            <p:nvPr/>
          </p:nvCxnSpPr>
          <p:spPr>
            <a:xfrm>
              <a:off x="6158964" y="1588252"/>
              <a:ext cx="369887" cy="252413"/>
            </a:xfrm>
            <a:prstGeom prst="straightConnector1">
              <a:avLst/>
            </a:prstGeom>
            <a:noFill/>
            <a:ln cap="flat" cmpd="sng" w="9525">
              <a:solidFill>
                <a:srgbClr val="000000"/>
              </a:solidFill>
              <a:prstDash val="solid"/>
              <a:round/>
              <a:headEnd len="med" w="med" type="none"/>
              <a:tailEnd len="med" w="med" type="triangle"/>
            </a:ln>
          </p:spPr>
        </p:cxnSp>
        <p:sp>
          <p:nvSpPr>
            <p:cNvPr id="6323" name="Google Shape;6323;p111"/>
            <p:cNvSpPr txBox="1"/>
            <p:nvPr/>
          </p:nvSpPr>
          <p:spPr>
            <a:xfrm>
              <a:off x="4818031" y="1175178"/>
              <a:ext cx="2132013" cy="366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original data: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in</a:t>
              </a:r>
              <a:r>
                <a:rPr b="0" baseline="-25000" i="0" lang="en-US" sz="1600" u="none" cap="none" strike="noStrike">
                  <a:solidFill>
                    <a:srgbClr val="CC0000"/>
                  </a:solidFill>
                  <a:latin typeface="Arial"/>
                  <a:ea typeface="Arial"/>
                  <a:cs typeface="Arial"/>
                  <a:sym typeface="Arial"/>
                </a:rPr>
                <a:t> </a:t>
              </a:r>
              <a:endParaRPr b="0" i="0" sz="1600" u="none" cap="none" strike="noStrike">
                <a:solidFill>
                  <a:srgbClr val="CC0000"/>
                </a:solidFill>
                <a:latin typeface="Arial"/>
                <a:ea typeface="Arial"/>
                <a:cs typeface="Arial"/>
                <a:sym typeface="Arial"/>
              </a:endParaRPr>
            </a:p>
          </p:txBody>
        </p:sp>
      </p:grpSp>
      <p:cxnSp>
        <p:nvCxnSpPr>
          <p:cNvPr id="6324" name="Google Shape;6324;p111"/>
          <p:cNvCxnSpPr/>
          <p:nvPr/>
        </p:nvCxnSpPr>
        <p:spPr>
          <a:xfrm rot="10800000">
            <a:off x="8546879" y="3636250"/>
            <a:ext cx="822203" cy="0"/>
          </a:xfrm>
          <a:prstGeom prst="straightConnector1">
            <a:avLst/>
          </a:prstGeom>
          <a:noFill/>
          <a:ln cap="flat" cmpd="sng" w="9525">
            <a:solidFill>
              <a:srgbClr val="000000"/>
            </a:solidFill>
            <a:prstDash val="solid"/>
            <a:round/>
            <a:headEnd len="med" w="med" type="none"/>
            <a:tailEnd len="med" w="med" type="none"/>
          </a:ln>
        </p:spPr>
      </p:cxnSp>
      <p:cxnSp>
        <p:nvCxnSpPr>
          <p:cNvPr id="6325" name="Google Shape;6325;p111"/>
          <p:cNvCxnSpPr/>
          <p:nvPr/>
        </p:nvCxnSpPr>
        <p:spPr>
          <a:xfrm rot="10800000">
            <a:off x="6793108" y="2768743"/>
            <a:ext cx="439738" cy="0"/>
          </a:xfrm>
          <a:prstGeom prst="straightConnector1">
            <a:avLst/>
          </a:prstGeom>
          <a:noFill/>
          <a:ln cap="flat" cmpd="sng" w="9525">
            <a:solidFill>
              <a:srgbClr val="000000"/>
            </a:solidFill>
            <a:prstDash val="solid"/>
            <a:round/>
            <a:headEnd len="med" w="med" type="none"/>
            <a:tailEnd len="med" w="med" type="none"/>
          </a:ln>
        </p:spPr>
      </p:cxnSp>
      <p:cxnSp>
        <p:nvCxnSpPr>
          <p:cNvPr id="6326" name="Google Shape;6326;p111"/>
          <p:cNvCxnSpPr/>
          <p:nvPr/>
        </p:nvCxnSpPr>
        <p:spPr>
          <a:xfrm rot="10800000">
            <a:off x="5871674" y="3638595"/>
            <a:ext cx="439738" cy="0"/>
          </a:xfrm>
          <a:prstGeom prst="straightConnector1">
            <a:avLst/>
          </a:prstGeom>
          <a:noFill/>
          <a:ln cap="flat" cmpd="sng" w="9525">
            <a:solidFill>
              <a:srgbClr val="000000"/>
            </a:solidFill>
            <a:prstDash val="solid"/>
            <a:round/>
            <a:headEnd len="med" w="med" type="none"/>
            <a:tailEnd len="med" w="med" type="none"/>
          </a:ln>
        </p:spPr>
      </p:cxnSp>
      <p:sp>
        <p:nvSpPr>
          <p:cNvPr id="6327" name="Google Shape;6327;p111"/>
          <p:cNvSpPr txBox="1"/>
          <p:nvPr/>
        </p:nvSpPr>
        <p:spPr>
          <a:xfrm>
            <a:off x="8597524" y="2808849"/>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28" name="Google Shape;6328;p111"/>
          <p:cNvSpPr txBox="1"/>
          <p:nvPr/>
        </p:nvSpPr>
        <p:spPr>
          <a:xfrm>
            <a:off x="779177" y="2686311"/>
            <a:ext cx="3792183" cy="410850"/>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two flows</a:t>
            </a:r>
            <a:endParaRPr/>
          </a:p>
        </p:txBody>
      </p:sp>
      <p:sp>
        <p:nvSpPr>
          <p:cNvPr id="6329" name="Google Shape;6329;p111"/>
          <p:cNvSpPr txBox="1"/>
          <p:nvPr/>
        </p:nvSpPr>
        <p:spPr>
          <a:xfrm>
            <a:off x="773366" y="1908019"/>
            <a:ext cx="4138268" cy="805685"/>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one router, infinite buffers </a:t>
            </a:r>
            <a:endParaRPr/>
          </a:p>
          <a:p>
            <a:pPr indent="-223838" lvl="0" marL="2238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input, output link capacity: R</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30" name="Google Shape;6330;p111"/>
          <p:cNvGrpSpPr/>
          <p:nvPr/>
        </p:nvGrpSpPr>
        <p:grpSpPr>
          <a:xfrm>
            <a:off x="7530790" y="2226427"/>
            <a:ext cx="1563461" cy="1084649"/>
            <a:chOff x="7530790" y="2226427"/>
            <a:chExt cx="1563461" cy="1084649"/>
          </a:xfrm>
        </p:grpSpPr>
        <p:sp>
          <p:nvSpPr>
            <p:cNvPr id="6331" name="Google Shape;6331;p111"/>
            <p:cNvSpPr txBox="1"/>
            <p:nvPr/>
          </p:nvSpPr>
          <p:spPr>
            <a:xfrm>
              <a:off x="7670264" y="2226427"/>
              <a:ext cx="1423987" cy="39528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Arial"/>
                  <a:ea typeface="Arial"/>
                  <a:cs typeface="Arial"/>
                  <a:sym typeface="Arial"/>
                </a:rPr>
                <a:t>infinite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332" name="Google Shape;6332;p111"/>
            <p:cNvCxnSpPr/>
            <p:nvPr/>
          </p:nvCxnSpPr>
          <p:spPr>
            <a:xfrm flipH="1">
              <a:off x="8308075" y="2647114"/>
              <a:ext cx="238488" cy="375865"/>
            </a:xfrm>
            <a:prstGeom prst="straightConnector1">
              <a:avLst/>
            </a:prstGeom>
            <a:noFill/>
            <a:ln cap="flat" cmpd="sng" w="9525">
              <a:solidFill>
                <a:srgbClr val="000000"/>
              </a:solidFill>
              <a:prstDash val="solid"/>
              <a:round/>
              <a:headEnd len="med" w="med" type="none"/>
              <a:tailEnd len="sm" w="sm" type="none"/>
            </a:ln>
          </p:spPr>
        </p:cxnSp>
        <p:grpSp>
          <p:nvGrpSpPr>
            <p:cNvPr id="6333" name="Google Shape;6333;p111"/>
            <p:cNvGrpSpPr/>
            <p:nvPr/>
          </p:nvGrpSpPr>
          <p:grpSpPr>
            <a:xfrm>
              <a:off x="7530790" y="3050726"/>
              <a:ext cx="899401" cy="260350"/>
              <a:chOff x="10436222" y="4555062"/>
              <a:chExt cx="899401" cy="260350"/>
            </a:xfrm>
          </p:grpSpPr>
          <p:sp>
            <p:nvSpPr>
              <p:cNvPr id="6334" name="Google Shape;6334;p111"/>
              <p:cNvSpPr/>
              <p:nvPr/>
            </p:nvSpPr>
            <p:spPr>
              <a:xfrm>
                <a:off x="10442522" y="4559486"/>
                <a:ext cx="891015" cy="254197"/>
              </a:xfrm>
              <a:prstGeom prst="rect">
                <a:avLst/>
              </a:prstGeom>
              <a:gradFill>
                <a:gsLst>
                  <a:gs pos="0">
                    <a:srgbClr val="757070"/>
                  </a:gs>
                  <a:gs pos="100000">
                    <a:srgbClr val="D8D8D8"/>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335" name="Google Shape;6335;p111"/>
              <p:cNvGrpSpPr/>
              <p:nvPr/>
            </p:nvGrpSpPr>
            <p:grpSpPr>
              <a:xfrm>
                <a:off x="10436222" y="4555062"/>
                <a:ext cx="899401" cy="260350"/>
                <a:chOff x="7488023" y="3444875"/>
                <a:chExt cx="947952" cy="260350"/>
              </a:xfrm>
            </p:grpSpPr>
            <p:grpSp>
              <p:nvGrpSpPr>
                <p:cNvPr id="6336" name="Google Shape;6336;p111"/>
                <p:cNvGrpSpPr/>
                <p:nvPr/>
              </p:nvGrpSpPr>
              <p:grpSpPr>
                <a:xfrm>
                  <a:off x="8025557" y="3487646"/>
                  <a:ext cx="327298" cy="173730"/>
                  <a:chOff x="8094529" y="3437940"/>
                  <a:chExt cx="307888" cy="155752"/>
                </a:xfrm>
              </p:grpSpPr>
              <p:cxnSp>
                <p:nvCxnSpPr>
                  <p:cNvPr id="6337" name="Google Shape;6337;p111"/>
                  <p:cNvCxnSpPr/>
                  <p:nvPr/>
                </p:nvCxnSpPr>
                <p:spPr>
                  <a:xfrm rot="10800000">
                    <a:off x="840241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8" name="Google Shape;6338;p111"/>
                  <p:cNvCxnSpPr/>
                  <p:nvPr/>
                </p:nvCxnSpPr>
                <p:spPr>
                  <a:xfrm rot="10800000">
                    <a:off x="8351102"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9" name="Google Shape;6339;p111"/>
                  <p:cNvCxnSpPr/>
                  <p:nvPr/>
                </p:nvCxnSpPr>
                <p:spPr>
                  <a:xfrm rot="10800000">
                    <a:off x="829978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0" name="Google Shape;6340;p111"/>
                  <p:cNvCxnSpPr/>
                  <p:nvPr/>
                </p:nvCxnSpPr>
                <p:spPr>
                  <a:xfrm rot="10800000">
                    <a:off x="824847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1" name="Google Shape;6341;p111"/>
                  <p:cNvCxnSpPr/>
                  <p:nvPr/>
                </p:nvCxnSpPr>
                <p:spPr>
                  <a:xfrm rot="10800000">
                    <a:off x="8197158"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2" name="Google Shape;6342;p111"/>
                  <p:cNvCxnSpPr/>
                  <p:nvPr/>
                </p:nvCxnSpPr>
                <p:spPr>
                  <a:xfrm rot="10800000">
                    <a:off x="814584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3" name="Google Shape;6343;p111"/>
                  <p:cNvCxnSpPr/>
                  <p:nvPr/>
                </p:nvCxnSpPr>
                <p:spPr>
                  <a:xfrm rot="10800000">
                    <a:off x="8094529" y="3437940"/>
                    <a:ext cx="0" cy="155752"/>
                  </a:xfrm>
                  <a:prstGeom prst="straightConnector1">
                    <a:avLst/>
                  </a:prstGeom>
                  <a:noFill/>
                  <a:ln cap="flat" cmpd="sng" w="12700">
                    <a:solidFill>
                      <a:schemeClr val="dk1"/>
                    </a:solidFill>
                    <a:prstDash val="solid"/>
                    <a:miter lim="800000"/>
                    <a:headEnd len="sm" w="sm" type="none"/>
                    <a:tailEnd len="sm" w="sm" type="none"/>
                  </a:ln>
                </p:spPr>
              </p:cxnSp>
            </p:grpSp>
            <p:grpSp>
              <p:nvGrpSpPr>
                <p:cNvPr id="6344" name="Google Shape;6344;p111"/>
                <p:cNvGrpSpPr/>
                <p:nvPr/>
              </p:nvGrpSpPr>
              <p:grpSpPr>
                <a:xfrm>
                  <a:off x="7488023" y="3444875"/>
                  <a:ext cx="947952" cy="260350"/>
                  <a:chOff x="8103973" y="3803650"/>
                  <a:chExt cx="947952" cy="260350"/>
                </a:xfrm>
              </p:grpSpPr>
              <p:cxnSp>
                <p:nvCxnSpPr>
                  <p:cNvPr id="6345" name="Google Shape;6345;p111"/>
                  <p:cNvCxnSpPr/>
                  <p:nvPr/>
                </p:nvCxnSpPr>
                <p:spPr>
                  <a:xfrm>
                    <a:off x="8110664" y="3810000"/>
                    <a:ext cx="941261" cy="0"/>
                  </a:xfrm>
                  <a:prstGeom prst="straightConnector1">
                    <a:avLst/>
                  </a:prstGeom>
                  <a:noFill/>
                  <a:ln cap="flat" cmpd="sng" w="19050">
                    <a:solidFill>
                      <a:schemeClr val="dk1"/>
                    </a:solidFill>
                    <a:prstDash val="solid"/>
                    <a:miter lim="800000"/>
                    <a:headEnd len="sm" w="sm" type="none"/>
                    <a:tailEnd len="sm" w="sm" type="none"/>
                  </a:ln>
                </p:spPr>
              </p:cxnSp>
              <p:cxnSp>
                <p:nvCxnSpPr>
                  <p:cNvPr id="6346" name="Google Shape;6346;p111"/>
                  <p:cNvCxnSpPr/>
                  <p:nvPr/>
                </p:nvCxnSpPr>
                <p:spPr>
                  <a:xfrm>
                    <a:off x="8103973" y="4060825"/>
                    <a:ext cx="947952" cy="0"/>
                  </a:xfrm>
                  <a:prstGeom prst="straightConnector1">
                    <a:avLst/>
                  </a:prstGeom>
                  <a:noFill/>
                  <a:ln cap="flat" cmpd="sng" w="19050">
                    <a:solidFill>
                      <a:schemeClr val="dk1"/>
                    </a:solidFill>
                    <a:prstDash val="solid"/>
                    <a:miter lim="800000"/>
                    <a:headEnd len="sm" w="sm" type="none"/>
                    <a:tailEnd len="sm" w="sm" type="none"/>
                  </a:ln>
                </p:spPr>
              </p:cxnSp>
              <p:cxnSp>
                <p:nvCxnSpPr>
                  <p:cNvPr id="6347" name="Google Shape;6347;p111"/>
                  <p:cNvCxnSpPr/>
                  <p:nvPr/>
                </p:nvCxnSpPr>
                <p:spPr>
                  <a:xfrm>
                    <a:off x="9048750" y="3803650"/>
                    <a:ext cx="0" cy="260350"/>
                  </a:xfrm>
                  <a:prstGeom prst="straightConnector1">
                    <a:avLst/>
                  </a:prstGeom>
                  <a:noFill/>
                  <a:ln cap="flat" cmpd="sng" w="19050">
                    <a:solidFill>
                      <a:schemeClr val="dk1"/>
                    </a:solidFill>
                    <a:prstDash val="solid"/>
                    <a:miter lim="800000"/>
                    <a:headEnd len="sm" w="sm" type="none"/>
                    <a:tailEnd len="sm" w="sm" type="none"/>
                  </a:ln>
                </p:spPr>
              </p:cxnSp>
            </p:grpSp>
            <p:sp>
              <p:nvSpPr>
                <p:cNvPr id="6348" name="Google Shape;6348;p111"/>
                <p:cNvSpPr/>
                <p:nvPr/>
              </p:nvSpPr>
              <p:spPr>
                <a:xfrm>
                  <a:off x="7924800" y="3546475"/>
                  <a:ext cx="57150" cy="5715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9" name="Google Shape;6349;p111"/>
                <p:cNvSpPr/>
                <p:nvPr/>
              </p:nvSpPr>
              <p:spPr>
                <a:xfrm>
                  <a:off x="7842250" y="3546475"/>
                  <a:ext cx="57150" cy="57150"/>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0" name="Google Shape;6350;p111"/>
                <p:cNvSpPr/>
                <p:nvPr/>
              </p:nvSpPr>
              <p:spPr>
                <a:xfrm>
                  <a:off x="7759700" y="3546475"/>
                  <a:ext cx="57150" cy="5715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1" name="Google Shape;6351;p111"/>
                <p:cNvSpPr/>
                <p:nvPr/>
              </p:nvSpPr>
              <p:spPr>
                <a:xfrm>
                  <a:off x="7677150" y="3546475"/>
                  <a:ext cx="57150" cy="5715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6352" name="Google Shape;6352;p111"/>
          <p:cNvSpPr/>
          <p:nvPr/>
        </p:nvSpPr>
        <p:spPr>
          <a:xfrm>
            <a:off x="6632039" y="1856540"/>
            <a:ext cx="3429000" cy="1276350"/>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53" name="Google Shape;6353;p111"/>
          <p:cNvGrpSpPr/>
          <p:nvPr/>
        </p:nvGrpSpPr>
        <p:grpSpPr>
          <a:xfrm>
            <a:off x="5641439" y="2685215"/>
            <a:ext cx="4000500" cy="1028700"/>
            <a:chOff x="5641439" y="2685215"/>
            <a:chExt cx="4000500" cy="1028700"/>
          </a:xfrm>
        </p:grpSpPr>
        <p:sp>
          <p:nvSpPr>
            <p:cNvPr id="6354" name="Google Shape;6354;p111"/>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355" name="Google Shape;6355;p111"/>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56" name="Google Shape;6356;p111"/>
          <p:cNvSpPr txBox="1"/>
          <p:nvPr/>
        </p:nvSpPr>
        <p:spPr>
          <a:xfrm>
            <a:off x="7077879" y="2843683"/>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57" name="Google Shape;6357;p111"/>
          <p:cNvSpPr txBox="1"/>
          <p:nvPr/>
        </p:nvSpPr>
        <p:spPr>
          <a:xfrm>
            <a:off x="769346" y="3074685"/>
            <a:ext cx="3792183" cy="420682"/>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no retransmissions needed</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58" name="Google Shape;6358;p111"/>
          <p:cNvGrpSpPr/>
          <p:nvPr/>
        </p:nvGrpSpPr>
        <p:grpSpPr>
          <a:xfrm>
            <a:off x="7949626" y="4325522"/>
            <a:ext cx="1778902" cy="1635125"/>
            <a:chOff x="7949627" y="4325522"/>
            <a:chExt cx="1778902" cy="1635125"/>
          </a:xfrm>
        </p:grpSpPr>
        <p:cxnSp>
          <p:nvCxnSpPr>
            <p:cNvPr id="6359" name="Google Shape;6359;p111"/>
            <p:cNvCxnSpPr/>
            <p:nvPr/>
          </p:nvCxnSpPr>
          <p:spPr>
            <a:xfrm>
              <a:off x="8321896" y="4325522"/>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60" name="Google Shape;6360;p111"/>
            <p:cNvCxnSpPr/>
            <p:nvPr/>
          </p:nvCxnSpPr>
          <p:spPr>
            <a:xfrm>
              <a:off x="9455371" y="4465222"/>
              <a:ext cx="0" cy="1104900"/>
            </a:xfrm>
            <a:prstGeom prst="straightConnector1">
              <a:avLst/>
            </a:prstGeom>
            <a:noFill/>
            <a:ln cap="flat" cmpd="sng" w="12700">
              <a:solidFill>
                <a:srgbClr val="000000"/>
              </a:solidFill>
              <a:prstDash val="dash"/>
              <a:round/>
              <a:headEnd len="med" w="med" type="none"/>
              <a:tailEnd len="med" w="med" type="none"/>
            </a:ln>
          </p:spPr>
        </p:cxnSp>
        <p:sp>
          <p:nvSpPr>
            <p:cNvPr id="6361" name="Google Shape;6361;p111"/>
            <p:cNvSpPr/>
            <p:nvPr/>
          </p:nvSpPr>
          <p:spPr>
            <a:xfrm>
              <a:off x="8315546" y="4439822"/>
              <a:ext cx="1106488" cy="1152525"/>
            </a:xfrm>
            <a:custGeom>
              <a:rect b="b" l="l" r="r" t="t"/>
              <a:pathLst>
                <a:path extrusionOk="0" h="10000" w="10000">
                  <a:moveTo>
                    <a:pt x="0" y="10000"/>
                  </a:moveTo>
                  <a:cubicBezTo>
                    <a:pt x="1363" y="9601"/>
                    <a:pt x="6598" y="9697"/>
                    <a:pt x="8219" y="7617"/>
                  </a:cubicBezTo>
                  <a:cubicBezTo>
                    <a:pt x="9562" y="6715"/>
                    <a:pt x="9861" y="4761"/>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62" name="Google Shape;6362;p111"/>
            <p:cNvCxnSpPr/>
            <p:nvPr/>
          </p:nvCxnSpPr>
          <p:spPr>
            <a:xfrm>
              <a:off x="9452196" y="5601872"/>
              <a:ext cx="0" cy="92075"/>
            </a:xfrm>
            <a:prstGeom prst="straightConnector1">
              <a:avLst/>
            </a:prstGeom>
            <a:noFill/>
            <a:ln cap="flat" cmpd="sng" w="19050">
              <a:solidFill>
                <a:srgbClr val="000000"/>
              </a:solidFill>
              <a:prstDash val="solid"/>
              <a:round/>
              <a:headEnd len="med" w="med" type="none"/>
              <a:tailEnd len="med" w="med" type="none"/>
            </a:ln>
          </p:spPr>
        </p:cxnSp>
        <p:sp>
          <p:nvSpPr>
            <p:cNvPr id="6363" name="Google Shape;6363;p111"/>
            <p:cNvSpPr txBox="1"/>
            <p:nvPr/>
          </p:nvSpPr>
          <p:spPr>
            <a:xfrm>
              <a:off x="9242646" y="5636797"/>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64" name="Google Shape;6364;p111"/>
            <p:cNvSpPr txBox="1"/>
            <p:nvPr/>
          </p:nvSpPr>
          <p:spPr>
            <a:xfrm rot="-5400000">
              <a:off x="7790083" y="4868447"/>
              <a:ext cx="688975"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delay</a:t>
              </a:r>
              <a:endParaRPr b="0" baseline="-25000" i="0" sz="1800" u="none" cap="none" strike="noStrike">
                <a:solidFill>
                  <a:srgbClr val="000000"/>
                </a:solidFill>
                <a:latin typeface="Calibri"/>
                <a:ea typeface="Calibri"/>
                <a:cs typeface="Calibri"/>
                <a:sym typeface="Calibri"/>
              </a:endParaRPr>
            </a:p>
          </p:txBody>
        </p:sp>
        <p:sp>
          <p:nvSpPr>
            <p:cNvPr id="6365" name="Google Shape;6365;p111"/>
            <p:cNvSpPr txBox="1"/>
            <p:nvPr/>
          </p:nvSpPr>
          <p:spPr>
            <a:xfrm>
              <a:off x="8720358" y="5563772"/>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66" name="Google Shape;6366;p111"/>
            <p:cNvCxnSpPr/>
            <p:nvPr/>
          </p:nvCxnSpPr>
          <p:spPr>
            <a:xfrm>
              <a:off x="8312683" y="559480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67" name="Google Shape;6367;p111"/>
          <p:cNvSpPr/>
          <p:nvPr/>
        </p:nvSpPr>
        <p:spPr>
          <a:xfrm>
            <a:off x="4764506" y="1106906"/>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111"/>
          <p:cNvSpPr/>
          <p:nvPr/>
        </p:nvSpPr>
        <p:spPr>
          <a:xfrm>
            <a:off x="8507129" y="1182304"/>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9" name="Google Shape;6369;p111"/>
          <p:cNvSpPr txBox="1"/>
          <p:nvPr/>
        </p:nvSpPr>
        <p:spPr>
          <a:xfrm>
            <a:off x="12534826" y="6135036"/>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cxnSp>
        <p:nvCxnSpPr>
          <p:cNvPr id="6370" name="Google Shape;6370;p111"/>
          <p:cNvCxnSpPr/>
          <p:nvPr/>
        </p:nvCxnSpPr>
        <p:spPr>
          <a:xfrm>
            <a:off x="12776717" y="4095473"/>
            <a:ext cx="0" cy="1869027"/>
          </a:xfrm>
          <a:prstGeom prst="straightConnector1">
            <a:avLst/>
          </a:prstGeom>
          <a:noFill/>
          <a:ln cap="flat" cmpd="sng" w="12700">
            <a:solidFill>
              <a:schemeClr val="dk1"/>
            </a:solidFill>
            <a:prstDash val="dash"/>
            <a:round/>
            <a:headEnd len="med" w="med" type="none"/>
            <a:tailEnd len="med" w="med" type="none"/>
          </a:ln>
        </p:spPr>
      </p:cxnSp>
      <p:cxnSp>
        <p:nvCxnSpPr>
          <p:cNvPr id="6371" name="Google Shape;6371;p111"/>
          <p:cNvCxnSpPr/>
          <p:nvPr/>
        </p:nvCxnSpPr>
        <p:spPr>
          <a:xfrm>
            <a:off x="12771096" y="6018207"/>
            <a:ext cx="0" cy="155752"/>
          </a:xfrm>
          <a:prstGeom prst="straightConnector1">
            <a:avLst/>
          </a:prstGeom>
          <a:noFill/>
          <a:ln cap="flat" cmpd="sng" w="19050">
            <a:solidFill>
              <a:schemeClr val="dk1"/>
            </a:solidFill>
            <a:prstDash val="solid"/>
            <a:round/>
            <a:headEnd len="med" w="med" type="none"/>
            <a:tailEnd len="med" w="med" type="none"/>
          </a:ln>
        </p:spPr>
      </p:cxnSp>
      <p:grpSp>
        <p:nvGrpSpPr>
          <p:cNvPr id="6372" name="Google Shape;6372;p111"/>
          <p:cNvGrpSpPr/>
          <p:nvPr/>
        </p:nvGrpSpPr>
        <p:grpSpPr>
          <a:xfrm>
            <a:off x="4643558" y="4257261"/>
            <a:ext cx="2333625" cy="1701800"/>
            <a:chOff x="4643558" y="4257261"/>
            <a:chExt cx="2333625" cy="1701800"/>
          </a:xfrm>
        </p:grpSpPr>
        <p:grpSp>
          <p:nvGrpSpPr>
            <p:cNvPr id="6373" name="Google Shape;6373;p111"/>
            <p:cNvGrpSpPr/>
            <p:nvPr/>
          </p:nvGrpSpPr>
          <p:grpSpPr>
            <a:xfrm>
              <a:off x="4643558" y="4257261"/>
              <a:ext cx="2333625" cy="1701800"/>
              <a:chOff x="4643558" y="4257261"/>
              <a:chExt cx="2333625" cy="1701800"/>
            </a:xfrm>
          </p:grpSpPr>
          <p:cxnSp>
            <p:nvCxnSpPr>
              <p:cNvPr id="6374" name="Google Shape;6374;p111"/>
              <p:cNvCxnSpPr/>
              <p:nvPr/>
            </p:nvCxnSpPr>
            <p:spPr>
              <a:xfrm>
                <a:off x="5126158" y="4323936"/>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75" name="Google Shape;6375;p111"/>
              <p:cNvCxnSpPr/>
              <p:nvPr/>
            </p:nvCxnSpPr>
            <p:spPr>
              <a:xfrm>
                <a:off x="6259633" y="4463636"/>
                <a:ext cx="0" cy="1104900"/>
              </a:xfrm>
              <a:prstGeom prst="straightConnector1">
                <a:avLst/>
              </a:prstGeom>
              <a:noFill/>
              <a:ln cap="flat" cmpd="sng" w="12700">
                <a:solidFill>
                  <a:srgbClr val="000000"/>
                </a:solidFill>
                <a:prstDash val="dash"/>
                <a:round/>
                <a:headEnd len="med" w="med" type="none"/>
                <a:tailEnd len="med" w="med" type="none"/>
              </a:ln>
            </p:spPr>
          </p:cxnSp>
          <p:sp>
            <p:nvSpPr>
              <p:cNvPr id="6376" name="Google Shape;6376;p111"/>
              <p:cNvSpPr/>
              <p:nvPr/>
            </p:nvSpPr>
            <p:spPr>
              <a:xfrm>
                <a:off x="5119808" y="4428711"/>
                <a:ext cx="1857375" cy="1162050"/>
              </a:xfrm>
              <a:custGeom>
                <a:rect b="b" l="l" r="r" t="t"/>
                <a:pathLst>
                  <a:path extrusionOk="0" h="732" w="1170">
                    <a:moveTo>
                      <a:pt x="0" y="732"/>
                    </a:moveTo>
                    <a:lnTo>
                      <a:pt x="720" y="0"/>
                    </a:lnTo>
                    <a:lnTo>
                      <a:pt x="117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77" name="Google Shape;6377;p111"/>
              <p:cNvCxnSpPr/>
              <p:nvPr/>
            </p:nvCxnSpPr>
            <p:spPr>
              <a:xfrm>
                <a:off x="5043608" y="4428711"/>
                <a:ext cx="79375" cy="0"/>
              </a:xfrm>
              <a:prstGeom prst="straightConnector1">
                <a:avLst/>
              </a:prstGeom>
              <a:noFill/>
              <a:ln cap="flat" cmpd="sng" w="19050">
                <a:solidFill>
                  <a:srgbClr val="000000"/>
                </a:solidFill>
                <a:prstDash val="solid"/>
                <a:round/>
                <a:headEnd len="med" w="med" type="none"/>
                <a:tailEnd len="med" w="med" type="none"/>
              </a:ln>
            </p:spPr>
          </p:cxnSp>
          <p:cxnSp>
            <p:nvCxnSpPr>
              <p:cNvPr id="6378" name="Google Shape;6378;p111"/>
              <p:cNvCxnSpPr/>
              <p:nvPr/>
            </p:nvCxnSpPr>
            <p:spPr>
              <a:xfrm>
                <a:off x="6256458" y="5600286"/>
                <a:ext cx="0" cy="92075"/>
              </a:xfrm>
              <a:prstGeom prst="straightConnector1">
                <a:avLst/>
              </a:prstGeom>
              <a:noFill/>
              <a:ln cap="flat" cmpd="sng" w="19050">
                <a:solidFill>
                  <a:srgbClr val="000000"/>
                </a:solidFill>
                <a:prstDash val="solid"/>
                <a:round/>
                <a:headEnd len="med" w="med" type="none"/>
                <a:tailEnd len="med" w="med" type="none"/>
              </a:ln>
            </p:spPr>
          </p:cxnSp>
          <p:sp>
            <p:nvSpPr>
              <p:cNvPr id="6379" name="Google Shape;6379;p111"/>
              <p:cNvSpPr txBox="1"/>
              <p:nvPr/>
            </p:nvSpPr>
            <p:spPr>
              <a:xfrm>
                <a:off x="4643558" y="425726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0" name="Google Shape;6380;p111"/>
              <p:cNvSpPr txBox="1"/>
              <p:nvPr/>
            </p:nvSpPr>
            <p:spPr>
              <a:xfrm>
                <a:off x="6046908" y="563521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1" name="Google Shape;6381;p111"/>
              <p:cNvSpPr txBox="1"/>
              <p:nvPr/>
            </p:nvSpPr>
            <p:spPr>
              <a:xfrm rot="-5400000">
                <a:off x="4638796" y="4563816"/>
                <a:ext cx="5540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sp>
            <p:nvSpPr>
              <p:cNvPr id="6382" name="Google Shape;6382;p111"/>
              <p:cNvSpPr txBox="1"/>
              <p:nvPr/>
            </p:nvSpPr>
            <p:spPr>
              <a:xfrm>
                <a:off x="5524621" y="5562186"/>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83" name="Google Shape;6383;p111"/>
              <p:cNvCxnSpPr/>
              <p:nvPr/>
            </p:nvCxnSpPr>
            <p:spPr>
              <a:xfrm>
                <a:off x="5145208" y="4430299"/>
                <a:ext cx="1039813" cy="0"/>
              </a:xfrm>
              <a:prstGeom prst="straightConnector1">
                <a:avLst/>
              </a:prstGeom>
              <a:noFill/>
              <a:ln cap="flat" cmpd="sng" w="12700">
                <a:solidFill>
                  <a:srgbClr val="000000"/>
                </a:solidFill>
                <a:prstDash val="dash"/>
                <a:round/>
                <a:headEnd len="med" w="med" type="none"/>
                <a:tailEnd len="med" w="med" type="none"/>
              </a:ln>
            </p:spPr>
          </p:cxnSp>
          <p:cxnSp>
            <p:nvCxnSpPr>
              <p:cNvPr id="6384" name="Google Shape;6384;p111"/>
              <p:cNvCxnSpPr/>
              <p:nvPr/>
            </p:nvCxnSpPr>
            <p:spPr>
              <a:xfrm>
                <a:off x="5119903" y="559861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85" name="Google Shape;6385;p111"/>
            <p:cNvSpPr txBox="1"/>
            <p:nvPr/>
          </p:nvSpPr>
          <p:spPr>
            <a:xfrm rot="-5400000">
              <a:off x="4435687" y="5176433"/>
              <a:ext cx="96924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throughput: </a:t>
              </a:r>
              <a:endParaRPr/>
            </a:p>
          </p:txBody>
        </p:sp>
      </p:grpSp>
      <p:sp>
        <p:nvSpPr>
          <p:cNvPr id="6386" name="Google Shape;6386;p111"/>
          <p:cNvSpPr/>
          <p:nvPr/>
        </p:nvSpPr>
        <p:spPr>
          <a:xfrm>
            <a:off x="12697995" y="399582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7" name="Google Shape;6387;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0"/>
                                        </p:tgtEl>
                                        <p:attrNameLst>
                                          <p:attrName>style.visibility</p:attrName>
                                        </p:attrNameLst>
                                      </p:cBhvr>
                                      <p:to>
                                        <p:strVal val="visible"/>
                                      </p:to>
                                    </p:set>
                                    <p:animEffect filter="fade" transition="in">
                                      <p:cBhvr>
                                        <p:cTn dur="500"/>
                                        <p:tgtEl>
                                          <p:spTgt spid="6330"/>
                                        </p:tgtEl>
                                      </p:cBhvr>
                                    </p:animEffect>
                                  </p:childTnLst>
                                </p:cTn>
                              </p:par>
                              <p:par>
                                <p:cTn fill="hold" nodeType="withEffect" presetClass="entr" presetID="10" presetSubtype="0">
                                  <p:stCondLst>
                                    <p:cond delay="0"/>
                                  </p:stCondLst>
                                  <p:childTnLst>
                                    <p:set>
                                      <p:cBhvr>
                                        <p:cTn dur="1" fill="hold">
                                          <p:stCondLst>
                                            <p:cond delay="0"/>
                                          </p:stCondLst>
                                        </p:cTn>
                                        <p:tgtEl>
                                          <p:spTgt spid="6327"/>
                                        </p:tgtEl>
                                        <p:attrNameLst>
                                          <p:attrName>style.visibility</p:attrName>
                                        </p:attrNameLst>
                                      </p:cBhvr>
                                      <p:to>
                                        <p:strVal val="visible"/>
                                      </p:to>
                                    </p:set>
                                    <p:animEffect filter="fade" transition="in">
                                      <p:cBhvr>
                                        <p:cTn dur="500"/>
                                        <p:tgtEl>
                                          <p:spTgt spid="6327"/>
                                        </p:tgtEl>
                                      </p:cBhvr>
                                    </p:animEffect>
                                  </p:childTnLst>
                                </p:cTn>
                              </p:par>
                              <p:par>
                                <p:cTn fill="hold" nodeType="withEffect" presetClass="entr" presetID="10" presetSubtype="0">
                                  <p:stCondLst>
                                    <p:cond delay="0"/>
                                  </p:stCondLst>
                                  <p:childTnLst>
                                    <p:set>
                                      <p:cBhvr>
                                        <p:cTn dur="1" fill="hold">
                                          <p:stCondLst>
                                            <p:cond delay="0"/>
                                          </p:stCondLst>
                                        </p:cTn>
                                        <p:tgtEl>
                                          <p:spTgt spid="6356"/>
                                        </p:tgtEl>
                                        <p:attrNameLst>
                                          <p:attrName>style.visibility</p:attrName>
                                        </p:attrNameLst>
                                      </p:cBhvr>
                                      <p:to>
                                        <p:strVal val="visible"/>
                                      </p:to>
                                    </p:set>
                                    <p:animEffect filter="fade" transition="in">
                                      <p:cBhvr>
                                        <p:cTn dur="500"/>
                                        <p:tgtEl>
                                          <p:spTgt spid="6356"/>
                                        </p:tgtEl>
                                      </p:cBhvr>
                                    </p:animEffect>
                                  </p:childTnLst>
                                </p:cTn>
                              </p:par>
                              <p:par>
                                <p:cTn fill="hold" nodeType="withEffect" presetClass="entr" presetID="10" presetSubtype="0">
                                  <p:stCondLst>
                                    <p:cond delay="0"/>
                                  </p:stCondLst>
                                  <p:childTnLst>
                                    <p:set>
                                      <p:cBhvr>
                                        <p:cTn dur="1" fill="hold">
                                          <p:stCondLst>
                                            <p:cond delay="0"/>
                                          </p:stCondLst>
                                        </p:cTn>
                                        <p:tgtEl>
                                          <p:spTgt spid="6329"/>
                                        </p:tgtEl>
                                        <p:attrNameLst>
                                          <p:attrName>style.visibility</p:attrName>
                                        </p:attrNameLst>
                                      </p:cBhvr>
                                      <p:to>
                                        <p:strVal val="visible"/>
                                      </p:to>
                                    </p:set>
                                    <p:animEffect filter="fade" transition="in">
                                      <p:cBhvr>
                                        <p:cTn dur="500"/>
                                        <p:tgtEl>
                                          <p:spTgt spid="6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8"/>
                                        </p:tgtEl>
                                        <p:attrNameLst>
                                          <p:attrName>style.visibility</p:attrName>
                                        </p:attrNameLst>
                                      </p:cBhvr>
                                      <p:to>
                                        <p:strVal val="visible"/>
                                      </p:to>
                                    </p:set>
                                    <p:animEffect filter="fade" transition="in">
                                      <p:cBhvr>
                                        <p:cTn dur="500"/>
                                        <p:tgtEl>
                                          <p:spTgt spid="6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2"/>
                                        </p:tgtEl>
                                        <p:attrNameLst>
                                          <p:attrName>style.visibility</p:attrName>
                                        </p:attrNameLst>
                                      </p:cBhvr>
                                      <p:to>
                                        <p:strVal val="visible"/>
                                      </p:to>
                                    </p:set>
                                    <p:animEffect filter="fade" transition="in">
                                      <p:cBhvr>
                                        <p:cTn dur="500"/>
                                        <p:tgtEl>
                                          <p:spTgt spid="6352"/>
                                        </p:tgtEl>
                                      </p:cBhvr>
                                    </p:animEffect>
                                  </p:childTnLst>
                                </p:cTn>
                              </p:par>
                              <p:par>
                                <p:cTn fill="hold" nodeType="withEffect" presetClass="entr" presetID="10" presetSubtype="0">
                                  <p:stCondLst>
                                    <p:cond delay="0"/>
                                  </p:stCondLst>
                                  <p:childTnLst>
                                    <p:set>
                                      <p:cBhvr>
                                        <p:cTn dur="1" fill="hold">
                                          <p:stCondLst>
                                            <p:cond delay="0"/>
                                          </p:stCondLst>
                                        </p:cTn>
                                        <p:tgtEl>
                                          <p:spTgt spid="6320"/>
                                        </p:tgtEl>
                                        <p:attrNameLst>
                                          <p:attrName>style.visibility</p:attrName>
                                        </p:attrNameLst>
                                      </p:cBhvr>
                                      <p:to>
                                        <p:strVal val="visible"/>
                                      </p:to>
                                    </p:set>
                                    <p:animEffect filter="fade" transition="in">
                                      <p:cBhvr>
                                        <p:cTn dur="500"/>
                                        <p:tgtEl>
                                          <p:spTgt spid="63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46"/>
                                        </p:tgtEl>
                                        <p:attrNameLst>
                                          <p:attrName>style.visibility</p:attrName>
                                        </p:attrNameLst>
                                      </p:cBhvr>
                                      <p:to>
                                        <p:strVal val="visible"/>
                                      </p:to>
                                    </p:set>
                                    <p:animEffect filter="fade" transition="in">
                                      <p:cBhvr>
                                        <p:cTn dur="500"/>
                                        <p:tgtEl>
                                          <p:spTgt spid="6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3"/>
                                        </p:tgtEl>
                                        <p:attrNameLst>
                                          <p:attrName>style.visibility</p:attrName>
                                        </p:attrNameLst>
                                      </p:cBhvr>
                                      <p:to>
                                        <p:strVal val="visible"/>
                                      </p:to>
                                    </p:set>
                                    <p:animEffect filter="fade" transition="in">
                                      <p:cBhvr>
                                        <p:cTn dur="500"/>
                                        <p:tgtEl>
                                          <p:spTgt spid="6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7"/>
                                        </p:tgtEl>
                                        <p:attrNameLst>
                                          <p:attrName>style.visibility</p:attrName>
                                        </p:attrNameLst>
                                      </p:cBhvr>
                                      <p:to>
                                        <p:strVal val="visible"/>
                                      </p:to>
                                    </p:set>
                                    <p:animEffect filter="fade" transition="in">
                                      <p:cBhvr>
                                        <p:cTn dur="500"/>
                                        <p:tgtEl>
                                          <p:spTgt spid="6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7"/>
                                        </p:tgtEl>
                                      </p:cBhvr>
                                    </p:animEffect>
                                    <p:set>
                                      <p:cBhvr>
                                        <p:cTn dur="1" fill="hold">
                                          <p:stCondLst>
                                            <p:cond delay="500"/>
                                          </p:stCondLst>
                                        </p:cTn>
                                        <p:tgtEl>
                                          <p:spTgt spid="63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68"/>
                                        </p:tgtEl>
                                        <p:attrNameLst>
                                          <p:attrName>style.visibility</p:attrName>
                                        </p:attrNameLst>
                                      </p:cBhvr>
                                      <p:to>
                                        <p:strVal val="visible"/>
                                      </p:to>
                                    </p:set>
                                    <p:animEffect filter="fade" transition="in">
                                      <p:cBhvr>
                                        <p:cTn dur="500"/>
                                        <p:tgtEl>
                                          <p:spTgt spid="6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8"/>
                                        </p:tgtEl>
                                      </p:cBhvr>
                                    </p:animEffect>
                                    <p:set>
                                      <p:cBhvr>
                                        <p:cTn dur="1" fill="hold">
                                          <p:stCondLst>
                                            <p:cond delay="500"/>
                                          </p:stCondLst>
                                        </p:cTn>
                                        <p:tgtEl>
                                          <p:spTgt spid="63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57"/>
                                        </p:tgtEl>
                                        <p:attrNameLst>
                                          <p:attrName>style.visibility</p:attrName>
                                        </p:attrNameLst>
                                      </p:cBhvr>
                                      <p:to>
                                        <p:strVal val="visible"/>
                                      </p:to>
                                    </p:set>
                                    <p:animEffect filter="fade" transition="in">
                                      <p:cBhvr>
                                        <p:cTn dur="500"/>
                                        <p:tgtEl>
                                          <p:spTgt spid="6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9"/>
                                        </p:tgtEl>
                                        <p:attrNameLst>
                                          <p:attrName>style.visibility</p:attrName>
                                        </p:attrNameLst>
                                      </p:cBhvr>
                                      <p:to>
                                        <p:strVal val="visible"/>
                                      </p:to>
                                    </p:set>
                                    <p:animEffect filter="fade" transition="in">
                                      <p:cBhvr>
                                        <p:cTn dur="500"/>
                                        <p:tgtEl>
                                          <p:spTgt spid="6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2"/>
                                        </p:tgtEl>
                                        <p:attrNameLst>
                                          <p:attrName>style.visibility</p:attrName>
                                        </p:attrNameLst>
                                      </p:cBhvr>
                                      <p:to>
                                        <p:strVal val="visible"/>
                                      </p:to>
                                    </p:set>
                                    <p:animEffect filter="fade" transition="in">
                                      <p:cBhvr>
                                        <p:cTn dur="500"/>
                                        <p:tgtEl>
                                          <p:spTgt spid="6372"/>
                                        </p:tgtEl>
                                      </p:cBhvr>
                                    </p:animEffect>
                                  </p:childTnLst>
                                </p:cTn>
                              </p:par>
                              <p:par>
                                <p:cTn fill="hold" nodeType="withEffect" presetClass="entr" presetID="10" presetSubtype="0">
                                  <p:stCondLst>
                                    <p:cond delay="0"/>
                                  </p:stCondLst>
                                  <p:childTnLst>
                                    <p:set>
                                      <p:cBhvr>
                                        <p:cTn dur="1" fill="hold">
                                          <p:stCondLst>
                                            <p:cond delay="0"/>
                                          </p:stCondLst>
                                        </p:cTn>
                                        <p:tgtEl>
                                          <p:spTgt spid="6238"/>
                                        </p:tgtEl>
                                        <p:attrNameLst>
                                          <p:attrName>style.visibility</p:attrName>
                                        </p:attrNameLst>
                                      </p:cBhvr>
                                      <p:to>
                                        <p:strVal val="visible"/>
                                      </p:to>
                                    </p:set>
                                    <p:animEffect filter="fade" transition="in">
                                      <p:cBhvr>
                                        <p:cTn dur="500"/>
                                        <p:tgtEl>
                                          <p:spTgt spid="6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8"/>
                                        </p:tgtEl>
                                        <p:attrNameLst>
                                          <p:attrName>style.visibility</p:attrName>
                                        </p:attrNameLst>
                                      </p:cBhvr>
                                      <p:to>
                                        <p:strVal val="visible"/>
                                      </p:to>
                                    </p:set>
                                    <p:animEffect filter="fade" transition="in">
                                      <p:cBhvr>
                                        <p:cTn dur="500"/>
                                        <p:tgtEl>
                                          <p:spTgt spid="6358"/>
                                        </p:tgtEl>
                                      </p:cBhvr>
                                    </p:animEffect>
                                  </p:childTnLst>
                                </p:cTn>
                              </p:par>
                              <p:par>
                                <p:cTn fill="hold" nodeType="withEffect" presetClass="entr" presetID="10" presetSubtype="0">
                                  <p:stCondLst>
                                    <p:cond delay="0"/>
                                  </p:stCondLst>
                                  <p:childTnLst>
                                    <p:set>
                                      <p:cBhvr>
                                        <p:cTn dur="1" fill="hold">
                                          <p:stCondLst>
                                            <p:cond delay="0"/>
                                          </p:stCondLst>
                                        </p:cTn>
                                        <p:tgtEl>
                                          <p:spTgt spid="6249"/>
                                        </p:tgtEl>
                                        <p:attrNameLst>
                                          <p:attrName>style.visibility</p:attrName>
                                        </p:attrNameLst>
                                      </p:cBhvr>
                                      <p:to>
                                        <p:strVal val="visible"/>
                                      </p:to>
                                    </p:set>
                                    <p:animEffect filter="fade" transition="in">
                                      <p:cBhvr>
                                        <p:cTn dur="500"/>
                                        <p:tgtEl>
                                          <p:spTgt spid="6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2" name="Shape 6392"/>
        <p:cNvGrpSpPr/>
        <p:nvPr/>
      </p:nvGrpSpPr>
      <p:grpSpPr>
        <a:xfrm>
          <a:off x="0" y="0"/>
          <a:ext cx="0" cy="0"/>
          <a:chOff x="0" y="0"/>
          <a:chExt cx="0" cy="0"/>
        </a:xfrm>
      </p:grpSpPr>
      <p:sp>
        <p:nvSpPr>
          <p:cNvPr id="6393" name="Google Shape;6393;p112"/>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94" name="Google Shape;6394;p112"/>
          <p:cNvGrpSpPr/>
          <p:nvPr/>
        </p:nvGrpSpPr>
        <p:grpSpPr>
          <a:xfrm>
            <a:off x="6240513" y="5016599"/>
            <a:ext cx="720732" cy="1182930"/>
            <a:chOff x="10910965" y="2513124"/>
            <a:chExt cx="586768" cy="904023"/>
          </a:xfrm>
        </p:grpSpPr>
        <p:sp>
          <p:nvSpPr>
            <p:cNvPr id="6395" name="Google Shape;6395;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396" name="Google Shape;6396;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7" name="Google Shape;6397;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8" name="Google Shape;6398;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9" name="Google Shape;6399;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00" name="Google Shape;6400;p112"/>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401" name="Google Shape;6401;p112"/>
          <p:cNvSpPr txBox="1"/>
          <p:nvPr/>
        </p:nvSpPr>
        <p:spPr>
          <a:xfrm>
            <a:off x="634964" y="1182473"/>
            <a:ext cx="9710831" cy="50263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one router, </a:t>
            </a:r>
            <a:r>
              <a:rPr b="0" i="1" lang="en-US" sz="2800" u="none" cap="none" strike="noStrike">
                <a:solidFill>
                  <a:srgbClr val="000099"/>
                </a:solidFill>
                <a:latin typeface="Calibri"/>
                <a:ea typeface="Calibri"/>
                <a:cs typeface="Calibri"/>
                <a:sym typeface="Calibri"/>
              </a:rPr>
              <a:t>finite</a:t>
            </a:r>
            <a:r>
              <a:rPr b="0" i="0" lang="en-US" sz="2800" u="none" cap="none" strike="noStrike">
                <a:solidFill>
                  <a:srgbClr val="000000"/>
                </a:solidFill>
                <a:latin typeface="Calibri"/>
                <a:ea typeface="Calibri"/>
                <a:cs typeface="Calibri"/>
                <a:sym typeface="Calibri"/>
              </a:rPr>
              <a:t> buffers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402" name="Google Shape;6402;p112"/>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03" name="Google Shape;6403;p112"/>
          <p:cNvGrpSpPr/>
          <p:nvPr/>
        </p:nvGrpSpPr>
        <p:grpSpPr>
          <a:xfrm>
            <a:off x="1278678" y="4683698"/>
            <a:ext cx="720732" cy="1182930"/>
            <a:chOff x="10910965" y="2513124"/>
            <a:chExt cx="586768" cy="904023"/>
          </a:xfrm>
        </p:grpSpPr>
        <p:sp>
          <p:nvSpPr>
            <p:cNvPr id="6404" name="Google Shape;6404;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05" name="Google Shape;6405;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6" name="Google Shape;6406;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7" name="Google Shape;6407;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8" name="Google Shape;6408;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09" name="Google Shape;6409;p112"/>
          <p:cNvGrpSpPr/>
          <p:nvPr/>
        </p:nvGrpSpPr>
        <p:grpSpPr>
          <a:xfrm>
            <a:off x="2355044" y="3521091"/>
            <a:ext cx="720732" cy="1182930"/>
            <a:chOff x="10910965" y="2513124"/>
            <a:chExt cx="586768" cy="904023"/>
          </a:xfrm>
        </p:grpSpPr>
        <p:sp>
          <p:nvSpPr>
            <p:cNvPr id="6410" name="Google Shape;6410;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1" name="Google Shape;6411;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2" name="Google Shape;6412;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3" name="Google Shape;6413;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4" name="Google Shape;6414;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15" name="Google Shape;6415;p112"/>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16" name="Google Shape;6416;p112"/>
          <p:cNvGrpSpPr/>
          <p:nvPr/>
        </p:nvGrpSpPr>
        <p:grpSpPr>
          <a:xfrm>
            <a:off x="6698918" y="3667889"/>
            <a:ext cx="720732" cy="1182930"/>
            <a:chOff x="10910965" y="2513124"/>
            <a:chExt cx="586768" cy="904023"/>
          </a:xfrm>
        </p:grpSpPr>
        <p:sp>
          <p:nvSpPr>
            <p:cNvPr id="6417" name="Google Shape;6417;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8" name="Google Shape;6418;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9" name="Google Shape;6419;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0" name="Google Shape;6420;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1" name="Google Shape;6421;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22" name="Google Shape;6422;p112"/>
          <p:cNvGrpSpPr/>
          <p:nvPr/>
        </p:nvGrpSpPr>
        <p:grpSpPr>
          <a:xfrm>
            <a:off x="3770696" y="5033645"/>
            <a:ext cx="1286871" cy="734927"/>
            <a:chOff x="7493876" y="2774731"/>
            <a:chExt cx="1481958" cy="894622"/>
          </a:xfrm>
        </p:grpSpPr>
        <p:sp>
          <p:nvSpPr>
            <p:cNvPr id="6423" name="Google Shape;6423;p1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424" name="Google Shape;6424;p1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425" name="Google Shape;6425;p112"/>
            <p:cNvGrpSpPr/>
            <p:nvPr/>
          </p:nvGrpSpPr>
          <p:grpSpPr>
            <a:xfrm>
              <a:off x="7713663" y="2848339"/>
              <a:ext cx="1042107" cy="425543"/>
              <a:chOff x="7786941" y="2884917"/>
              <a:chExt cx="897649" cy="353919"/>
            </a:xfrm>
          </p:grpSpPr>
          <p:sp>
            <p:nvSpPr>
              <p:cNvPr id="6426" name="Google Shape;6426;p1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7" name="Google Shape;6427;p1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8" name="Google Shape;6428;p1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9" name="Google Shape;6429;p1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430" name="Google Shape;6430;p112"/>
          <p:cNvGrpSpPr/>
          <p:nvPr/>
        </p:nvGrpSpPr>
        <p:grpSpPr>
          <a:xfrm>
            <a:off x="1317421" y="3877120"/>
            <a:ext cx="645431" cy="569172"/>
            <a:chOff x="-44" y="1473"/>
            <a:chExt cx="981" cy="1105"/>
          </a:xfrm>
        </p:grpSpPr>
        <p:pic>
          <p:nvPicPr>
            <p:cNvPr descr="desktop_computer_stylized_medium" id="6431" name="Google Shape;6431;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32" name="Google Shape;6432;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33" name="Google Shape;6433;p112"/>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434" name="Google Shape;6434;p112"/>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435" name="Google Shape;6435;p112"/>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436" name="Google Shape;6436;p112"/>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437" name="Google Shape;6437;p112"/>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8" name="Google Shape;6438;p112"/>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9" name="Google Shape;6439;p112"/>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440" name="Google Shape;6440;p112"/>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441" name="Google Shape;6441;p112"/>
          <p:cNvGrpSpPr/>
          <p:nvPr/>
        </p:nvGrpSpPr>
        <p:grpSpPr>
          <a:xfrm>
            <a:off x="7531958" y="4473878"/>
            <a:ext cx="284691" cy="577481"/>
            <a:chOff x="4140" y="429"/>
            <a:chExt cx="1425" cy="2396"/>
          </a:xfrm>
        </p:grpSpPr>
        <p:sp>
          <p:nvSpPr>
            <p:cNvPr id="6442" name="Google Shape;6442;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3" name="Google Shape;6443;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4" name="Google Shape;6444;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5" name="Google Shape;6445;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6" name="Google Shape;6446;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7" name="Google Shape;6447;p112"/>
            <p:cNvGrpSpPr/>
            <p:nvPr/>
          </p:nvGrpSpPr>
          <p:grpSpPr>
            <a:xfrm>
              <a:off x="4745" y="670"/>
              <a:ext cx="586" cy="146"/>
              <a:chOff x="609" y="2570"/>
              <a:chExt cx="731" cy="140"/>
            </a:xfrm>
          </p:grpSpPr>
          <p:sp>
            <p:nvSpPr>
              <p:cNvPr id="6448" name="Google Shape;6448;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9" name="Google Shape;6449;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0" name="Google Shape;6450;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1" name="Google Shape;6451;p112"/>
            <p:cNvGrpSpPr/>
            <p:nvPr/>
          </p:nvGrpSpPr>
          <p:grpSpPr>
            <a:xfrm>
              <a:off x="4745" y="998"/>
              <a:ext cx="586" cy="129"/>
              <a:chOff x="612" y="2572"/>
              <a:chExt cx="731" cy="134"/>
            </a:xfrm>
          </p:grpSpPr>
          <p:sp>
            <p:nvSpPr>
              <p:cNvPr id="6452" name="Google Shape;6452;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3" name="Google Shape;6453;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4" name="Google Shape;6454;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5" name="Google Shape;6455;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6" name="Google Shape;6456;p112"/>
            <p:cNvGrpSpPr/>
            <p:nvPr/>
          </p:nvGrpSpPr>
          <p:grpSpPr>
            <a:xfrm>
              <a:off x="4735" y="1627"/>
              <a:ext cx="586" cy="215"/>
              <a:chOff x="614" y="2568"/>
              <a:chExt cx="730" cy="198"/>
            </a:xfrm>
          </p:grpSpPr>
          <p:sp>
            <p:nvSpPr>
              <p:cNvPr id="6457" name="Google Shape;6457;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8" name="Google Shape;6458;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9" name="Google Shape;6459;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60" name="Google Shape;6460;p112"/>
            <p:cNvGrpSpPr/>
            <p:nvPr/>
          </p:nvGrpSpPr>
          <p:grpSpPr>
            <a:xfrm>
              <a:off x="4735" y="1325"/>
              <a:ext cx="586" cy="138"/>
              <a:chOff x="609" y="2566"/>
              <a:chExt cx="730" cy="138"/>
            </a:xfrm>
          </p:grpSpPr>
          <p:sp>
            <p:nvSpPr>
              <p:cNvPr id="6461" name="Google Shape;6461;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2" name="Google Shape;6462;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63" name="Google Shape;6463;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4" name="Google Shape;6464;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5" name="Google Shape;6465;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6" name="Google Shape;6466;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7" name="Google Shape;6467;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8" name="Google Shape;6468;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9" name="Google Shape;6469;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0" name="Google Shape;6470;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1" name="Google Shape;6471;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72" name="Google Shape;6472;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3" name="Google Shape;6473;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4" name="Google Shape;6474;p112"/>
          <p:cNvGrpSpPr/>
          <p:nvPr/>
        </p:nvGrpSpPr>
        <p:grpSpPr>
          <a:xfrm>
            <a:off x="585296" y="5655276"/>
            <a:ext cx="645431" cy="569172"/>
            <a:chOff x="-44" y="1473"/>
            <a:chExt cx="981" cy="1105"/>
          </a:xfrm>
        </p:grpSpPr>
        <p:pic>
          <p:nvPicPr>
            <p:cNvPr descr="desktop_computer_stylized_medium" id="6475" name="Google Shape;6475;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76" name="Google Shape;6476;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7" name="Google Shape;6477;p112"/>
          <p:cNvGrpSpPr/>
          <p:nvPr/>
        </p:nvGrpSpPr>
        <p:grpSpPr>
          <a:xfrm>
            <a:off x="7141970" y="5736859"/>
            <a:ext cx="284691" cy="577481"/>
            <a:chOff x="4140" y="429"/>
            <a:chExt cx="1425" cy="2396"/>
          </a:xfrm>
        </p:grpSpPr>
        <p:sp>
          <p:nvSpPr>
            <p:cNvPr id="6478" name="Google Shape;6478;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9" name="Google Shape;6479;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0" name="Google Shape;6480;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1" name="Google Shape;6481;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2" name="Google Shape;6482;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3" name="Google Shape;6483;p112"/>
            <p:cNvGrpSpPr/>
            <p:nvPr/>
          </p:nvGrpSpPr>
          <p:grpSpPr>
            <a:xfrm>
              <a:off x="4745" y="670"/>
              <a:ext cx="586" cy="146"/>
              <a:chOff x="609" y="2570"/>
              <a:chExt cx="731" cy="140"/>
            </a:xfrm>
          </p:grpSpPr>
          <p:sp>
            <p:nvSpPr>
              <p:cNvPr id="6484" name="Google Shape;6484;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5" name="Google Shape;6485;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86" name="Google Shape;6486;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7" name="Google Shape;6487;p112"/>
            <p:cNvGrpSpPr/>
            <p:nvPr/>
          </p:nvGrpSpPr>
          <p:grpSpPr>
            <a:xfrm>
              <a:off x="4745" y="998"/>
              <a:ext cx="586" cy="129"/>
              <a:chOff x="612" y="2572"/>
              <a:chExt cx="731" cy="134"/>
            </a:xfrm>
          </p:grpSpPr>
          <p:sp>
            <p:nvSpPr>
              <p:cNvPr id="6488" name="Google Shape;6488;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9" name="Google Shape;6489;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0" name="Google Shape;6490;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1" name="Google Shape;6491;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2" name="Google Shape;6492;p112"/>
            <p:cNvGrpSpPr/>
            <p:nvPr/>
          </p:nvGrpSpPr>
          <p:grpSpPr>
            <a:xfrm>
              <a:off x="4735" y="1627"/>
              <a:ext cx="586" cy="215"/>
              <a:chOff x="614" y="2568"/>
              <a:chExt cx="730" cy="198"/>
            </a:xfrm>
          </p:grpSpPr>
          <p:sp>
            <p:nvSpPr>
              <p:cNvPr id="6493" name="Google Shape;6493;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4" name="Google Shape;6494;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5" name="Google Shape;6495;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6" name="Google Shape;6496;p112"/>
            <p:cNvGrpSpPr/>
            <p:nvPr/>
          </p:nvGrpSpPr>
          <p:grpSpPr>
            <a:xfrm>
              <a:off x="4735" y="1325"/>
              <a:ext cx="586" cy="138"/>
              <a:chOff x="609" y="2566"/>
              <a:chExt cx="730" cy="138"/>
            </a:xfrm>
          </p:grpSpPr>
          <p:sp>
            <p:nvSpPr>
              <p:cNvPr id="6497" name="Google Shape;6497;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8" name="Google Shape;6498;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9" name="Google Shape;6499;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0" name="Google Shape;6500;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1" name="Google Shape;6501;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2" name="Google Shape;6502;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3" name="Google Shape;6503;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4" name="Google Shape;6504;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5" name="Google Shape;6505;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6" name="Google Shape;6506;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7" name="Google Shape;6507;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508" name="Google Shape;6508;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9" name="Google Shape;6509;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510" name="Google Shape;6510;p112"/>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511" name="Google Shape;6511;p112"/>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512" name="Google Shape;6512;p112"/>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513" name="Google Shape;6513;p112"/>
          <p:cNvGrpSpPr/>
          <p:nvPr/>
        </p:nvGrpSpPr>
        <p:grpSpPr>
          <a:xfrm>
            <a:off x="2749090" y="3427413"/>
            <a:ext cx="2851610" cy="946150"/>
            <a:chOff x="2749090" y="3427413"/>
            <a:chExt cx="2851610" cy="946150"/>
          </a:xfrm>
        </p:grpSpPr>
        <p:sp>
          <p:nvSpPr>
            <p:cNvPr id="6514" name="Google Shape;6514;p112"/>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515" name="Google Shape;6515;p112"/>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16" name="Google Shape;6516;p112"/>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517" name="Google Shape;6517;p112"/>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18" name="Google Shape;6518;p112"/>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519" name="Google Shape;6519;p112"/>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520" name="Google Shape;6520;p112"/>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21" name="Google Shape;6521;p112"/>
          <p:cNvGrpSpPr/>
          <p:nvPr/>
        </p:nvGrpSpPr>
        <p:grpSpPr>
          <a:xfrm>
            <a:off x="2913490" y="5218953"/>
            <a:ext cx="1938730" cy="1300181"/>
            <a:chOff x="2913490" y="5218953"/>
            <a:chExt cx="1938730" cy="1300181"/>
          </a:xfrm>
        </p:grpSpPr>
        <p:sp>
          <p:nvSpPr>
            <p:cNvPr id="6522" name="Google Shape;6522;p112"/>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523" name="Google Shape;6523;p112"/>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524" name="Google Shape;6524;p112"/>
            <p:cNvGrpSpPr/>
            <p:nvPr/>
          </p:nvGrpSpPr>
          <p:grpSpPr>
            <a:xfrm>
              <a:off x="4030362" y="5218953"/>
              <a:ext cx="821858" cy="355937"/>
              <a:chOff x="6859123" y="5156933"/>
              <a:chExt cx="456701" cy="226548"/>
            </a:xfrm>
          </p:grpSpPr>
          <p:sp>
            <p:nvSpPr>
              <p:cNvPr id="6525" name="Google Shape;6525;p112"/>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26" name="Google Shape;6526;p112"/>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7" name="Google Shape;6527;p112"/>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8" name="Google Shape;6528;p112"/>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9" name="Google Shape;6529;p112"/>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0" name="Google Shape;6530;p112"/>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1" name="Google Shape;6531;p112"/>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2" name="Google Shape;6532;p112"/>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533" name="Google Shape;6533;p112"/>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4" name="Google Shape;6534;p112"/>
          <p:cNvGrpSpPr/>
          <p:nvPr/>
        </p:nvGrpSpPr>
        <p:grpSpPr>
          <a:xfrm>
            <a:off x="1586591" y="4743924"/>
            <a:ext cx="4913849" cy="1346072"/>
            <a:chOff x="5641439" y="2685215"/>
            <a:chExt cx="4000500" cy="1028700"/>
          </a:xfrm>
        </p:grpSpPr>
        <p:sp>
          <p:nvSpPr>
            <p:cNvPr id="6535" name="Google Shape;6535;p112"/>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36" name="Google Shape;6536;p112"/>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37" name="Google Shape;6537;p112"/>
          <p:cNvGrpSpPr/>
          <p:nvPr/>
        </p:nvGrpSpPr>
        <p:grpSpPr>
          <a:xfrm>
            <a:off x="643673" y="1714605"/>
            <a:ext cx="9710831" cy="1905000"/>
            <a:chOff x="643673" y="1714605"/>
            <a:chExt cx="9710831" cy="1905000"/>
          </a:xfrm>
        </p:grpSpPr>
        <p:grpSp>
          <p:nvGrpSpPr>
            <p:cNvPr id="6538" name="Google Shape;6538;p112"/>
            <p:cNvGrpSpPr/>
            <p:nvPr/>
          </p:nvGrpSpPr>
          <p:grpSpPr>
            <a:xfrm>
              <a:off x="7750739" y="2720058"/>
              <a:ext cx="195221" cy="142875"/>
              <a:chOff x="174" y="3986"/>
              <a:chExt cx="51" cy="62"/>
            </a:xfrm>
          </p:grpSpPr>
          <p:sp>
            <p:nvSpPr>
              <p:cNvPr id="6539" name="Google Shape;6539;p112"/>
              <p:cNvSpPr/>
              <p:nvPr/>
            </p:nvSpPr>
            <p:spPr>
              <a:xfrm>
                <a:off x="176" y="3986"/>
                <a:ext cx="49" cy="48"/>
              </a:xfrm>
              <a:custGeom>
                <a:rect b="b" l="l" r="r" t="t"/>
                <a:pathLst>
                  <a:path extrusionOk="0" h="62" w="49">
                    <a:moveTo>
                      <a:pt x="0" y="0"/>
                    </a:moveTo>
                    <a:lnTo>
                      <a:pt x="49" y="32"/>
                    </a:lnTo>
                    <a:lnTo>
                      <a:pt x="4" y="62"/>
                    </a:lnTo>
                  </a:path>
                </a:pathLst>
              </a:custGeom>
              <a:solidFill>
                <a:schemeClr val="lt1"/>
              </a:solidFill>
              <a:ln cap="flat" cmpd="sng" w="222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540" name="Google Shape;6540;p112"/>
              <p:cNvCxnSpPr/>
              <p:nvPr/>
            </p:nvCxnSpPr>
            <p:spPr>
              <a:xfrm>
                <a:off x="174" y="4048"/>
                <a:ext cx="46" cy="0"/>
              </a:xfrm>
              <a:prstGeom prst="straightConnector1">
                <a:avLst/>
              </a:prstGeom>
              <a:noFill/>
              <a:ln cap="flat" cmpd="sng" w="22225">
                <a:solidFill>
                  <a:schemeClr val="dk1"/>
                </a:solidFill>
                <a:prstDash val="solid"/>
                <a:round/>
                <a:headEnd len="med" w="med" type="none"/>
                <a:tailEnd len="med" w="med" type="none"/>
              </a:ln>
            </p:spPr>
          </p:cxnSp>
        </p:grpSp>
        <p:sp>
          <p:nvSpPr>
            <p:cNvPr id="6541" name="Google Shape;6541;p112"/>
            <p:cNvSpPr txBox="1"/>
            <p:nvPr/>
          </p:nvSpPr>
          <p:spPr>
            <a:xfrm>
              <a:off x="643673" y="1714605"/>
              <a:ext cx="9710831"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lost, timed-out packet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application-layer input = application-layer output:</a:t>
              </a:r>
              <a:r>
                <a:rPr b="0" i="0" lang="en-US" sz="2400" u="none" cap="none" strike="noStrike">
                  <a:solidFill>
                    <a:srgbClr val="000000"/>
                  </a:solidFill>
                  <a:latin typeface="Noto Sans Symbols"/>
                  <a:ea typeface="Noto Sans Symbols"/>
                  <a:cs typeface="Noto Sans Symbols"/>
                  <a:sym typeface="Noto Sans Symbols"/>
                </a:rPr>
                <a:t> λ</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transport-layer input includes </a:t>
              </a:r>
              <a:r>
                <a:rPr b="0" i="1" lang="en-US" sz="2400" u="none" cap="none" strike="noStrike">
                  <a:solidFill>
                    <a:srgbClr val="000000"/>
                  </a:solidFill>
                  <a:latin typeface="Calibri"/>
                  <a:ea typeface="Calibri"/>
                  <a:cs typeface="Calibri"/>
                  <a:sym typeface="Calibri"/>
                </a:rPr>
                <a:t>retransmissions </a:t>
              </a:r>
              <a:r>
                <a:rPr b="0"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Noto Sans Symbols"/>
                  <a:ea typeface="Noto Sans Symbols"/>
                  <a:cs typeface="Noto Sans Symbols"/>
                  <a:sym typeface="Noto Sans Symbols"/>
                </a:rPr>
                <a:t> λ</a:t>
              </a:r>
              <a:r>
                <a:rPr b="0" i="0" lang="en-US" sz="2400" u="none" cap="none" strike="noStrike">
                  <a:solidFill>
                    <a:srgbClr val="000000"/>
                  </a:solidFill>
                  <a:latin typeface="Calibri"/>
                  <a:ea typeface="Calibri"/>
                  <a:cs typeface="Calibri"/>
                  <a:sym typeface="Calibri"/>
                </a:rPr>
                <a:t>’</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endParaRPr b="0" i="1" sz="2400" u="none" cap="none" strike="noStrike">
                <a:solidFill>
                  <a:srgbClr val="000000"/>
                </a:solidFill>
                <a:latin typeface="Calibri"/>
                <a:ea typeface="Calibri"/>
                <a:cs typeface="Calibri"/>
                <a:sym typeface="Calibri"/>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grpSp>
        <p:nvGrpSpPr>
          <p:cNvPr id="6542" name="Google Shape;6542;p112"/>
          <p:cNvGrpSpPr/>
          <p:nvPr/>
        </p:nvGrpSpPr>
        <p:grpSpPr>
          <a:xfrm>
            <a:off x="7116763" y="3629025"/>
            <a:ext cx="1057275" cy="473075"/>
            <a:chOff x="7116763" y="3629025"/>
            <a:chExt cx="1057275" cy="473075"/>
          </a:xfrm>
        </p:grpSpPr>
        <p:sp>
          <p:nvSpPr>
            <p:cNvPr id="6543" name="Google Shape;6543;p112"/>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544" name="Google Shape;6544;p112"/>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45" name="Google Shape;6545;p112"/>
          <p:cNvGrpSpPr/>
          <p:nvPr/>
        </p:nvGrpSpPr>
        <p:grpSpPr>
          <a:xfrm>
            <a:off x="3289650" y="5336775"/>
            <a:ext cx="2124396" cy="604097"/>
            <a:chOff x="3289650" y="5336775"/>
            <a:chExt cx="2124396" cy="604097"/>
          </a:xfrm>
        </p:grpSpPr>
        <p:sp>
          <p:nvSpPr>
            <p:cNvPr id="6546" name="Google Shape;6546;p112"/>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547" name="Google Shape;6547;p112"/>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548" name="Google Shape;6548;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7"/>
                                        </p:tgtEl>
                                        <p:attrNameLst>
                                          <p:attrName>style.visibility</p:attrName>
                                        </p:attrNameLst>
                                      </p:cBhvr>
                                      <p:to>
                                        <p:strVal val="visible"/>
                                      </p:to>
                                    </p:set>
                                    <p:animEffect filter="fade" transition="in">
                                      <p:cBhvr>
                                        <p:cTn dur="500"/>
                                        <p:tgtEl>
                                          <p:spTgt spid="6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3"/>
                                        </p:tgtEl>
                                        <p:attrNameLst>
                                          <p:attrName>style.visibility</p:attrName>
                                        </p:attrNameLst>
                                      </p:cBhvr>
                                      <p:to>
                                        <p:strVal val="visible"/>
                                      </p:to>
                                    </p:set>
                                    <p:animEffect filter="fade" transition="in">
                                      <p:cBhvr>
                                        <p:cTn dur="500"/>
                                        <p:tgtEl>
                                          <p:spTgt spid="6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2"/>
                                        </p:tgtEl>
                                        <p:attrNameLst>
                                          <p:attrName>style.visibility</p:attrName>
                                        </p:attrNameLst>
                                      </p:cBhvr>
                                      <p:to>
                                        <p:strVal val="visible"/>
                                      </p:to>
                                    </p:set>
                                    <p:animEffect filter="fade" transition="in">
                                      <p:cBhvr>
                                        <p:cTn dur="500"/>
                                        <p:tgtEl>
                                          <p:spTgt spid="6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3" name="Shape 6553"/>
        <p:cNvGrpSpPr/>
        <p:nvPr/>
      </p:nvGrpSpPr>
      <p:grpSpPr>
        <a:xfrm>
          <a:off x="0" y="0"/>
          <a:ext cx="0" cy="0"/>
          <a:chOff x="0" y="0"/>
          <a:chExt cx="0" cy="0"/>
        </a:xfrm>
      </p:grpSpPr>
      <p:sp>
        <p:nvSpPr>
          <p:cNvPr id="6554" name="Google Shape;6554;p113"/>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55" name="Google Shape;6555;p113"/>
          <p:cNvGrpSpPr/>
          <p:nvPr/>
        </p:nvGrpSpPr>
        <p:grpSpPr>
          <a:xfrm>
            <a:off x="6240513" y="5016599"/>
            <a:ext cx="720732" cy="1182930"/>
            <a:chOff x="10910965" y="2513124"/>
            <a:chExt cx="586768" cy="904023"/>
          </a:xfrm>
        </p:grpSpPr>
        <p:sp>
          <p:nvSpPr>
            <p:cNvPr id="6556" name="Google Shape;655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57" name="Google Shape;655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8" name="Google Shape;655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9" name="Google Shape;655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0" name="Google Shape;656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61" name="Google Shape;6561;p113"/>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62" name="Google Shape;6562;p113"/>
          <p:cNvGrpSpPr/>
          <p:nvPr/>
        </p:nvGrpSpPr>
        <p:grpSpPr>
          <a:xfrm>
            <a:off x="1278678" y="4683698"/>
            <a:ext cx="720732" cy="1182930"/>
            <a:chOff x="10910965" y="2513124"/>
            <a:chExt cx="586768" cy="904023"/>
          </a:xfrm>
        </p:grpSpPr>
        <p:sp>
          <p:nvSpPr>
            <p:cNvPr id="6563" name="Google Shape;6563;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64" name="Google Shape;6564;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5" name="Google Shape;6565;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6" name="Google Shape;6566;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7" name="Google Shape;6567;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68" name="Google Shape;6568;p113"/>
          <p:cNvGrpSpPr/>
          <p:nvPr/>
        </p:nvGrpSpPr>
        <p:grpSpPr>
          <a:xfrm>
            <a:off x="2355044" y="3521091"/>
            <a:ext cx="720732" cy="1182930"/>
            <a:chOff x="10910965" y="2513124"/>
            <a:chExt cx="586768" cy="904023"/>
          </a:xfrm>
        </p:grpSpPr>
        <p:sp>
          <p:nvSpPr>
            <p:cNvPr id="6569" name="Google Shape;6569;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0" name="Google Shape;6570;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1" name="Google Shape;6571;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2" name="Google Shape;6572;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3" name="Google Shape;6573;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74" name="Google Shape;6574;p113"/>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75" name="Google Shape;6575;p113"/>
          <p:cNvGrpSpPr/>
          <p:nvPr/>
        </p:nvGrpSpPr>
        <p:grpSpPr>
          <a:xfrm>
            <a:off x="6698918" y="3667889"/>
            <a:ext cx="720732" cy="1182930"/>
            <a:chOff x="10910965" y="2513124"/>
            <a:chExt cx="586768" cy="904023"/>
          </a:xfrm>
        </p:grpSpPr>
        <p:sp>
          <p:nvSpPr>
            <p:cNvPr id="6576" name="Google Shape;657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7" name="Google Shape;657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8" name="Google Shape;657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9" name="Google Shape;657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80" name="Google Shape;658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81" name="Google Shape;6581;p113"/>
          <p:cNvGrpSpPr/>
          <p:nvPr/>
        </p:nvGrpSpPr>
        <p:grpSpPr>
          <a:xfrm>
            <a:off x="3770696" y="5033645"/>
            <a:ext cx="1286871" cy="734927"/>
            <a:chOff x="7493876" y="2774731"/>
            <a:chExt cx="1481958" cy="894622"/>
          </a:xfrm>
        </p:grpSpPr>
        <p:sp>
          <p:nvSpPr>
            <p:cNvPr id="6582" name="Google Shape;6582;p1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83" name="Google Shape;6583;p1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84" name="Google Shape;6584;p113"/>
            <p:cNvGrpSpPr/>
            <p:nvPr/>
          </p:nvGrpSpPr>
          <p:grpSpPr>
            <a:xfrm>
              <a:off x="7713663" y="2848339"/>
              <a:ext cx="1042107" cy="425543"/>
              <a:chOff x="7786941" y="2884917"/>
              <a:chExt cx="897649" cy="353919"/>
            </a:xfrm>
          </p:grpSpPr>
          <p:sp>
            <p:nvSpPr>
              <p:cNvPr id="6585" name="Google Shape;6585;p1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6" name="Google Shape;6586;p1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7" name="Google Shape;6587;p1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8" name="Google Shape;6588;p1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89" name="Google Shape;6589;p113"/>
          <p:cNvGrpSpPr/>
          <p:nvPr/>
        </p:nvGrpSpPr>
        <p:grpSpPr>
          <a:xfrm>
            <a:off x="1317421" y="3877120"/>
            <a:ext cx="645431" cy="569172"/>
            <a:chOff x="-44" y="1473"/>
            <a:chExt cx="981" cy="1105"/>
          </a:xfrm>
        </p:grpSpPr>
        <p:pic>
          <p:nvPicPr>
            <p:cNvPr descr="desktop_computer_stylized_medium" id="6590" name="Google Shape;6590;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91" name="Google Shape;6591;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92" name="Google Shape;6592;p113"/>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593" name="Google Shape;6593;p113"/>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594" name="Google Shape;6594;p113"/>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595" name="Google Shape;6595;p113"/>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596" name="Google Shape;6596;p113"/>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7" name="Google Shape;6597;p113"/>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8" name="Google Shape;6598;p113"/>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599" name="Google Shape;6599;p113"/>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00" name="Google Shape;6600;p113"/>
          <p:cNvGrpSpPr/>
          <p:nvPr/>
        </p:nvGrpSpPr>
        <p:grpSpPr>
          <a:xfrm>
            <a:off x="7531958" y="4473878"/>
            <a:ext cx="284691" cy="577481"/>
            <a:chOff x="4140" y="429"/>
            <a:chExt cx="1425" cy="2396"/>
          </a:xfrm>
        </p:grpSpPr>
        <p:sp>
          <p:nvSpPr>
            <p:cNvPr id="6601" name="Google Shape;6601;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2" name="Google Shape;6602;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3" name="Google Shape;6603;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4" name="Google Shape;6604;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5" name="Google Shape;6605;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6" name="Google Shape;6606;p113"/>
            <p:cNvGrpSpPr/>
            <p:nvPr/>
          </p:nvGrpSpPr>
          <p:grpSpPr>
            <a:xfrm>
              <a:off x="4745" y="670"/>
              <a:ext cx="586" cy="146"/>
              <a:chOff x="609" y="2570"/>
              <a:chExt cx="731" cy="140"/>
            </a:xfrm>
          </p:grpSpPr>
          <p:sp>
            <p:nvSpPr>
              <p:cNvPr id="6607" name="Google Shape;6607;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8" name="Google Shape;6608;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9" name="Google Shape;6609;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0" name="Google Shape;6610;p113"/>
            <p:cNvGrpSpPr/>
            <p:nvPr/>
          </p:nvGrpSpPr>
          <p:grpSpPr>
            <a:xfrm>
              <a:off x="4745" y="998"/>
              <a:ext cx="586" cy="129"/>
              <a:chOff x="612" y="2572"/>
              <a:chExt cx="731" cy="134"/>
            </a:xfrm>
          </p:grpSpPr>
          <p:sp>
            <p:nvSpPr>
              <p:cNvPr id="6611" name="Google Shape;6611;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2" name="Google Shape;6612;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3" name="Google Shape;6613;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4" name="Google Shape;6614;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5" name="Google Shape;6615;p113"/>
            <p:cNvGrpSpPr/>
            <p:nvPr/>
          </p:nvGrpSpPr>
          <p:grpSpPr>
            <a:xfrm>
              <a:off x="4735" y="1627"/>
              <a:ext cx="586" cy="215"/>
              <a:chOff x="614" y="2568"/>
              <a:chExt cx="730" cy="198"/>
            </a:xfrm>
          </p:grpSpPr>
          <p:sp>
            <p:nvSpPr>
              <p:cNvPr id="6616" name="Google Shape;6616;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7" name="Google Shape;6617;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8" name="Google Shape;6618;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9" name="Google Shape;6619;p113"/>
            <p:cNvGrpSpPr/>
            <p:nvPr/>
          </p:nvGrpSpPr>
          <p:grpSpPr>
            <a:xfrm>
              <a:off x="4735" y="1325"/>
              <a:ext cx="586" cy="138"/>
              <a:chOff x="609" y="2566"/>
              <a:chExt cx="730" cy="138"/>
            </a:xfrm>
          </p:grpSpPr>
          <p:sp>
            <p:nvSpPr>
              <p:cNvPr id="6620" name="Google Shape;6620;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1" name="Google Shape;6621;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22" name="Google Shape;6622;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3" name="Google Shape;6623;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4" name="Google Shape;6624;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5" name="Google Shape;6625;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6" name="Google Shape;6626;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7" name="Google Shape;6627;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8" name="Google Shape;6628;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9" name="Google Shape;6629;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0" name="Google Shape;6630;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31" name="Google Shape;6631;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2" name="Google Shape;6632;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3" name="Google Shape;6633;p113"/>
          <p:cNvGrpSpPr/>
          <p:nvPr/>
        </p:nvGrpSpPr>
        <p:grpSpPr>
          <a:xfrm>
            <a:off x="585296" y="5655276"/>
            <a:ext cx="645431" cy="569172"/>
            <a:chOff x="-44" y="1473"/>
            <a:chExt cx="981" cy="1105"/>
          </a:xfrm>
        </p:grpSpPr>
        <p:pic>
          <p:nvPicPr>
            <p:cNvPr descr="desktop_computer_stylized_medium" id="6634" name="Google Shape;6634;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635" name="Google Shape;6635;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6" name="Google Shape;6636;p113"/>
          <p:cNvGrpSpPr/>
          <p:nvPr/>
        </p:nvGrpSpPr>
        <p:grpSpPr>
          <a:xfrm>
            <a:off x="7141970" y="5736859"/>
            <a:ext cx="284691" cy="577481"/>
            <a:chOff x="4140" y="429"/>
            <a:chExt cx="1425" cy="2396"/>
          </a:xfrm>
        </p:grpSpPr>
        <p:sp>
          <p:nvSpPr>
            <p:cNvPr id="6637" name="Google Shape;6637;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8" name="Google Shape;6638;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9" name="Google Shape;6639;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0" name="Google Shape;6640;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1" name="Google Shape;6641;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2" name="Google Shape;6642;p113"/>
            <p:cNvGrpSpPr/>
            <p:nvPr/>
          </p:nvGrpSpPr>
          <p:grpSpPr>
            <a:xfrm>
              <a:off x="4745" y="670"/>
              <a:ext cx="586" cy="146"/>
              <a:chOff x="609" y="2570"/>
              <a:chExt cx="731" cy="140"/>
            </a:xfrm>
          </p:grpSpPr>
          <p:sp>
            <p:nvSpPr>
              <p:cNvPr id="6643" name="Google Shape;6643;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4" name="Google Shape;6644;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5" name="Google Shape;6645;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6" name="Google Shape;6646;p113"/>
            <p:cNvGrpSpPr/>
            <p:nvPr/>
          </p:nvGrpSpPr>
          <p:grpSpPr>
            <a:xfrm>
              <a:off x="4745" y="998"/>
              <a:ext cx="586" cy="129"/>
              <a:chOff x="612" y="2572"/>
              <a:chExt cx="731" cy="134"/>
            </a:xfrm>
          </p:grpSpPr>
          <p:sp>
            <p:nvSpPr>
              <p:cNvPr id="6647" name="Google Shape;6647;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8" name="Google Shape;6648;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9" name="Google Shape;6649;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0" name="Google Shape;6650;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1" name="Google Shape;6651;p113"/>
            <p:cNvGrpSpPr/>
            <p:nvPr/>
          </p:nvGrpSpPr>
          <p:grpSpPr>
            <a:xfrm>
              <a:off x="4735" y="1627"/>
              <a:ext cx="586" cy="215"/>
              <a:chOff x="614" y="2568"/>
              <a:chExt cx="730" cy="198"/>
            </a:xfrm>
          </p:grpSpPr>
          <p:sp>
            <p:nvSpPr>
              <p:cNvPr id="6652" name="Google Shape;6652;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3" name="Google Shape;6653;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4" name="Google Shape;6654;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5" name="Google Shape;6655;p113"/>
            <p:cNvGrpSpPr/>
            <p:nvPr/>
          </p:nvGrpSpPr>
          <p:grpSpPr>
            <a:xfrm>
              <a:off x="4735" y="1325"/>
              <a:ext cx="586" cy="138"/>
              <a:chOff x="609" y="2566"/>
              <a:chExt cx="730" cy="138"/>
            </a:xfrm>
          </p:grpSpPr>
          <p:sp>
            <p:nvSpPr>
              <p:cNvPr id="6656" name="Google Shape;6656;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7" name="Google Shape;6657;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8" name="Google Shape;6658;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9" name="Google Shape;6659;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0" name="Google Shape;6660;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1" name="Google Shape;6661;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2" name="Google Shape;6662;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3" name="Google Shape;6663;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4" name="Google Shape;6664;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5" name="Google Shape;6665;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6" name="Google Shape;6666;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67" name="Google Shape;6667;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8" name="Google Shape;6668;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669" name="Google Shape;6669;p113"/>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670" name="Google Shape;6670;p113"/>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671" name="Google Shape;6671;p113"/>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72" name="Google Shape;6672;p113"/>
          <p:cNvGrpSpPr/>
          <p:nvPr/>
        </p:nvGrpSpPr>
        <p:grpSpPr>
          <a:xfrm>
            <a:off x="2749090" y="3427413"/>
            <a:ext cx="2851610" cy="946150"/>
            <a:chOff x="2749090" y="3427413"/>
            <a:chExt cx="2851610" cy="946150"/>
          </a:xfrm>
        </p:grpSpPr>
        <p:sp>
          <p:nvSpPr>
            <p:cNvPr id="6673" name="Google Shape;6673;p113"/>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674" name="Google Shape;6674;p113"/>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675" name="Google Shape;6675;p113"/>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676" name="Google Shape;6676;p113"/>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77" name="Google Shape;6677;p113"/>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678" name="Google Shape;6678;p113"/>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679" name="Google Shape;6679;p113"/>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680" name="Google Shape;6680;p113"/>
          <p:cNvGrpSpPr/>
          <p:nvPr/>
        </p:nvGrpSpPr>
        <p:grpSpPr>
          <a:xfrm>
            <a:off x="2913490" y="5218953"/>
            <a:ext cx="1938730" cy="1300181"/>
            <a:chOff x="2913490" y="5218953"/>
            <a:chExt cx="1938730" cy="1300181"/>
          </a:xfrm>
        </p:grpSpPr>
        <p:sp>
          <p:nvSpPr>
            <p:cNvPr id="6681" name="Google Shape;6681;p113"/>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682" name="Google Shape;6682;p113"/>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683" name="Google Shape;6683;p113"/>
            <p:cNvGrpSpPr/>
            <p:nvPr/>
          </p:nvGrpSpPr>
          <p:grpSpPr>
            <a:xfrm>
              <a:off x="4030362" y="5218953"/>
              <a:ext cx="821858" cy="355937"/>
              <a:chOff x="6859123" y="5156933"/>
              <a:chExt cx="456701" cy="226548"/>
            </a:xfrm>
          </p:grpSpPr>
          <p:sp>
            <p:nvSpPr>
              <p:cNvPr id="6684" name="Google Shape;6684;p113"/>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685" name="Google Shape;6685;p113"/>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6" name="Google Shape;6686;p113"/>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7" name="Google Shape;6687;p113"/>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8" name="Google Shape;6688;p113"/>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9" name="Google Shape;6689;p113"/>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0" name="Google Shape;6690;p113"/>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1" name="Google Shape;6691;p113"/>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692" name="Google Shape;6692;p113"/>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93" name="Google Shape;6693;p113"/>
          <p:cNvGrpSpPr/>
          <p:nvPr/>
        </p:nvGrpSpPr>
        <p:grpSpPr>
          <a:xfrm>
            <a:off x="1586591" y="4743924"/>
            <a:ext cx="4913849" cy="1346072"/>
            <a:chOff x="5641439" y="2685215"/>
            <a:chExt cx="4000500" cy="1028700"/>
          </a:xfrm>
        </p:grpSpPr>
        <p:sp>
          <p:nvSpPr>
            <p:cNvPr id="6694" name="Google Shape;6694;p113"/>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5" name="Google Shape;6695;p113"/>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96" name="Google Shape;6696;p113"/>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697" name="Google Shape;6697;p113"/>
          <p:cNvSpPr/>
          <p:nvPr/>
        </p:nvSpPr>
        <p:spPr>
          <a:xfrm>
            <a:off x="2763838"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8" name="Google Shape;6698;p113"/>
          <p:cNvSpPr/>
          <p:nvPr/>
        </p:nvSpPr>
        <p:spPr>
          <a:xfrm>
            <a:off x="2763838"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9" name="Google Shape;6699;p113"/>
          <p:cNvSpPr/>
          <p:nvPr/>
        </p:nvSpPr>
        <p:spPr>
          <a:xfrm>
            <a:off x="2711450" y="3590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0" name="Google Shape;6700;p113"/>
          <p:cNvSpPr/>
          <p:nvPr/>
        </p:nvSpPr>
        <p:spPr>
          <a:xfrm>
            <a:off x="2381250" y="3824288"/>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1" name="Google Shape;6701;p113"/>
          <p:cNvSpPr txBox="1"/>
          <p:nvPr/>
        </p:nvSpPr>
        <p:spPr>
          <a:xfrm>
            <a:off x="1757363" y="3714750"/>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702" name="Google Shape;6702;p113"/>
          <p:cNvSpPr txBox="1"/>
          <p:nvPr/>
        </p:nvSpPr>
        <p:spPr>
          <a:xfrm>
            <a:off x="3722688" y="4738894"/>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6703" name="Google Shape;6703;p113"/>
          <p:cNvSpPr txBox="1"/>
          <p:nvPr/>
        </p:nvSpPr>
        <p:spPr>
          <a:xfrm>
            <a:off x="592471" y="1287763"/>
            <a:ext cx="7623176" cy="14303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Idealization: </a:t>
            </a:r>
            <a:r>
              <a:rPr b="0" i="0" lang="en-US" sz="2800" u="none" cap="none" strike="noStrike">
                <a:solidFill>
                  <a:srgbClr val="C00000"/>
                </a:solidFill>
                <a:latin typeface="Calibri"/>
                <a:ea typeface="Calibri"/>
                <a:cs typeface="Calibri"/>
                <a:sym typeface="Calibri"/>
              </a:rPr>
              <a:t>perfect knowledge</a:t>
            </a:r>
            <a:endParaRPr/>
          </a:p>
          <a:p>
            <a:pPr indent="-227013" lvl="0" marL="4667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sender sends only when router buffers available </a:t>
            </a:r>
            <a:endParaRPr/>
          </a:p>
          <a:p>
            <a:pPr indent="-69850" lvl="0" marL="352425" marR="0" rtl="0" algn="l">
              <a:lnSpc>
                <a:spcPct val="8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704" name="Google Shape;6704;p113"/>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705" name="Google Shape;6705;p113"/>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nvGrpSpPr>
          <p:cNvPr id="6706" name="Google Shape;6706;p113"/>
          <p:cNvGrpSpPr/>
          <p:nvPr/>
        </p:nvGrpSpPr>
        <p:grpSpPr>
          <a:xfrm>
            <a:off x="3289650" y="5336775"/>
            <a:ext cx="2124396" cy="604097"/>
            <a:chOff x="3289650" y="5336775"/>
            <a:chExt cx="2124396" cy="604097"/>
          </a:xfrm>
        </p:grpSpPr>
        <p:sp>
          <p:nvSpPr>
            <p:cNvPr id="6707" name="Google Shape;6707;p113"/>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708" name="Google Shape;6708;p113"/>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6709" name="Google Shape;6709;p113"/>
          <p:cNvGrpSpPr/>
          <p:nvPr/>
        </p:nvGrpSpPr>
        <p:grpSpPr>
          <a:xfrm>
            <a:off x="8192434" y="1423967"/>
            <a:ext cx="3184336" cy="2791471"/>
            <a:chOff x="7614918" y="1260338"/>
            <a:chExt cx="3184336" cy="2791471"/>
          </a:xfrm>
        </p:grpSpPr>
        <p:sp>
          <p:nvSpPr>
            <p:cNvPr id="6710" name="Google Shape;6710;p113"/>
            <p:cNvSpPr txBox="1"/>
            <p:nvPr/>
          </p:nvSpPr>
          <p:spPr>
            <a:xfrm>
              <a:off x="9984131" y="35362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1" name="Google Shape;6711;p113"/>
            <p:cNvSpPr txBox="1"/>
            <p:nvPr/>
          </p:nvSpPr>
          <p:spPr>
            <a:xfrm>
              <a:off x="8924637" y="3354937"/>
              <a:ext cx="801069" cy="6713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712" name="Google Shape;6712;p113"/>
            <p:cNvCxnSpPr/>
            <p:nvPr/>
          </p:nvCxnSpPr>
          <p:spPr>
            <a:xfrm>
              <a:off x="8219134" y="12603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6713" name="Google Shape;6713;p113"/>
            <p:cNvCxnSpPr/>
            <p:nvPr/>
          </p:nvCxnSpPr>
          <p:spPr>
            <a:xfrm>
              <a:off x="10226022" y="1496652"/>
              <a:ext cx="0" cy="1869027"/>
            </a:xfrm>
            <a:prstGeom prst="straightConnector1">
              <a:avLst/>
            </a:prstGeom>
            <a:noFill/>
            <a:ln cap="flat" cmpd="sng" w="12700">
              <a:solidFill>
                <a:schemeClr val="dk1"/>
              </a:solidFill>
              <a:prstDash val="dash"/>
              <a:round/>
              <a:headEnd len="med" w="med" type="none"/>
              <a:tailEnd len="med" w="med" type="none"/>
            </a:ln>
          </p:spPr>
        </p:cxnSp>
        <p:sp>
          <p:nvSpPr>
            <p:cNvPr id="6714" name="Google Shape;6714;p113"/>
            <p:cNvSpPr/>
            <p:nvPr/>
          </p:nvSpPr>
          <p:spPr>
            <a:xfrm>
              <a:off x="8207891" y="1437573"/>
              <a:ext cx="2023753" cy="1965701"/>
            </a:xfrm>
            <a:custGeom>
              <a:rect b="b" l="l" r="r" t="t"/>
              <a:pathLst>
                <a:path extrusionOk="0" h="732" w="720">
                  <a:moveTo>
                    <a:pt x="0" y="732"/>
                  </a:moveTo>
                  <a:lnTo>
                    <a:pt x="72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715" name="Google Shape;6715;p113"/>
            <p:cNvCxnSpPr/>
            <p:nvPr/>
          </p:nvCxnSpPr>
          <p:spPr>
            <a:xfrm>
              <a:off x="8072974" y="14375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6716" name="Google Shape;6716;p113"/>
            <p:cNvCxnSpPr/>
            <p:nvPr/>
          </p:nvCxnSpPr>
          <p:spPr>
            <a:xfrm>
              <a:off x="10220401" y="3419386"/>
              <a:ext cx="0" cy="155752"/>
            </a:xfrm>
            <a:prstGeom prst="straightConnector1">
              <a:avLst/>
            </a:prstGeom>
            <a:noFill/>
            <a:ln cap="flat" cmpd="sng" w="19050">
              <a:solidFill>
                <a:schemeClr val="dk1"/>
              </a:solidFill>
              <a:prstDash val="solid"/>
              <a:round/>
              <a:headEnd len="med" w="med" type="none"/>
              <a:tailEnd len="med" w="med" type="none"/>
            </a:ln>
          </p:spPr>
        </p:cxnSp>
        <p:sp>
          <p:nvSpPr>
            <p:cNvPr id="6717" name="Google Shape;6717;p113"/>
            <p:cNvSpPr txBox="1"/>
            <p:nvPr/>
          </p:nvSpPr>
          <p:spPr>
            <a:xfrm>
              <a:off x="7614918" y="12630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8" name="Google Shape;6718;p113"/>
            <p:cNvSpPr txBox="1"/>
            <p:nvPr/>
          </p:nvSpPr>
          <p:spPr>
            <a:xfrm rot="-5400000">
              <a:off x="7645131" y="13923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6719" name="Google Shape;6719;p113"/>
            <p:cNvCxnSpPr/>
            <p:nvPr/>
          </p:nvCxnSpPr>
          <p:spPr>
            <a:xfrm>
              <a:off x="8252864" y="1440259"/>
              <a:ext cx="1841053" cy="0"/>
            </a:xfrm>
            <a:prstGeom prst="straightConnector1">
              <a:avLst/>
            </a:prstGeom>
            <a:noFill/>
            <a:ln cap="flat" cmpd="sng" w="12700">
              <a:solidFill>
                <a:schemeClr val="dk1"/>
              </a:solidFill>
              <a:prstDash val="dash"/>
              <a:round/>
              <a:headEnd len="med" w="med" type="none"/>
              <a:tailEnd len="med" w="med" type="none"/>
            </a:ln>
          </p:spPr>
        </p:cxnSp>
        <p:cxnSp>
          <p:nvCxnSpPr>
            <p:cNvPr id="6720" name="Google Shape;6720;p113"/>
            <p:cNvCxnSpPr/>
            <p:nvPr/>
          </p:nvCxnSpPr>
          <p:spPr>
            <a:xfrm>
              <a:off x="8229601" y="33977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6721" name="Google Shape;6721;p113"/>
            <p:cNvSpPr txBox="1"/>
            <p:nvPr/>
          </p:nvSpPr>
          <p:spPr>
            <a:xfrm rot="-5400000">
              <a:off x="7392763" y="24794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6722" name="Google Shape;6722;p113"/>
            <p:cNvSpPr/>
            <p:nvPr/>
          </p:nvSpPr>
          <p:spPr>
            <a:xfrm>
              <a:off x="10147300" y="1397000"/>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723" name="Google Shape;6723;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9"/>
                                        </p:tgtEl>
                                        <p:attrNameLst>
                                          <p:attrName>style.visibility</p:attrName>
                                        </p:attrNameLst>
                                      </p:cBhvr>
                                      <p:to>
                                        <p:strVal val="visible"/>
                                      </p:to>
                                    </p:set>
                                    <p:animEffect filter="fade" transition="in">
                                      <p:cBhvr>
                                        <p:cTn dur="500"/>
                                        <p:tgtEl>
                                          <p:spTgt spid="66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700"/>
                                        </p:tgtEl>
                                        <p:attrNameLst>
                                          <p:attrName>style.visibility</p:attrName>
                                        </p:attrNameLst>
                                      </p:cBhvr>
                                      <p:to>
                                        <p:strVal val="visible"/>
                                      </p:to>
                                    </p:set>
                                    <p:animEffect filter="fade" transition="in">
                                      <p:cBhvr>
                                        <p:cTn dur="500"/>
                                        <p:tgtEl>
                                          <p:spTgt spid="6700"/>
                                        </p:tgtEl>
                                      </p:cBhvr>
                                    </p:animEffect>
                                  </p:childTnLst>
                                </p:cTn>
                              </p:par>
                              <p:par>
                                <p:cTn fill="hold" nodeType="withEffect" presetClass="entr" presetID="10" presetSubtype="0">
                                  <p:stCondLst>
                                    <p:cond delay="0"/>
                                  </p:stCondLst>
                                  <p:childTnLst>
                                    <p:set>
                                      <p:cBhvr>
                                        <p:cTn dur="1" fill="hold">
                                          <p:stCondLst>
                                            <p:cond delay="0"/>
                                          </p:stCondLst>
                                        </p:cTn>
                                        <p:tgtEl>
                                          <p:spTgt spid="6701"/>
                                        </p:tgtEl>
                                        <p:attrNameLst>
                                          <p:attrName>style.visibility</p:attrName>
                                        </p:attrNameLst>
                                      </p:cBhvr>
                                      <p:to>
                                        <p:strVal val="visible"/>
                                      </p:to>
                                    </p:set>
                                    <p:animEffect filter="fade" transition="in">
                                      <p:cBhvr>
                                        <p:cTn dur="500"/>
                                        <p:tgtEl>
                                          <p:spTgt spid="6701"/>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701"/>
                                        </p:tgtEl>
                                      </p:cBhvr>
                                    </p:animEffect>
                                    <p:set>
                                      <p:cBhvr>
                                        <p:cTn dur="1" fill="hold">
                                          <p:stCondLst>
                                            <p:cond delay="500"/>
                                          </p:stCondLst>
                                        </p:cTn>
                                        <p:tgtEl>
                                          <p:spTgt spid="6701"/>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702"/>
                                        </p:tgtEl>
                                        <p:attrNameLst>
                                          <p:attrName>style.visibility</p:attrName>
                                        </p:attrNameLst>
                                      </p:cBhvr>
                                      <p:to>
                                        <p:strVal val="visible"/>
                                      </p:to>
                                    </p:set>
                                    <p:animEffect filter="fade" transition="in">
                                      <p:cBhvr>
                                        <p:cTn dur="500"/>
                                        <p:tgtEl>
                                          <p:spTgt spid="6702"/>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6702"/>
                                        </p:tgtEl>
                                      </p:cBhvr>
                                    </p:animEffect>
                                    <p:set>
                                      <p:cBhvr>
                                        <p:cTn dur="1" fill="hold">
                                          <p:stCondLst>
                                            <p:cond delay="500"/>
                                          </p:stCondLst>
                                        </p:cTn>
                                        <p:tgtEl>
                                          <p:spTgt spid="6702"/>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699"/>
                                        </p:tgtEl>
                                      </p:cBhvr>
                                    </p:animEffect>
                                    <p:set>
                                      <p:cBhvr>
                                        <p:cTn dur="1" fill="hold">
                                          <p:stCondLst>
                                            <p:cond delay="500"/>
                                          </p:stCondLst>
                                        </p:cTn>
                                        <p:tgtEl>
                                          <p:spTgt spid="66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700"/>
                                        </p:tgtEl>
                                      </p:cBhvr>
                                    </p:animEffect>
                                    <p:set>
                                      <p:cBhvr>
                                        <p:cTn dur="1" fill="hold">
                                          <p:stCondLst>
                                            <p:cond delay="500"/>
                                          </p:stCondLst>
                                        </p:cTn>
                                        <p:tgtEl>
                                          <p:spTgt spid="67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9"/>
                                        </p:tgtEl>
                                        <p:attrNameLst>
                                          <p:attrName>style.visibility</p:attrName>
                                        </p:attrNameLst>
                                      </p:cBhvr>
                                      <p:to>
                                        <p:strVal val="visible"/>
                                      </p:to>
                                    </p:set>
                                    <p:animEffect filter="fade" transition="in">
                                      <p:cBhvr>
                                        <p:cTn dur="500"/>
                                        <p:tgtEl>
                                          <p:spTgt spid="6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8" name="Shape 6728"/>
        <p:cNvGrpSpPr/>
        <p:nvPr/>
      </p:nvGrpSpPr>
      <p:grpSpPr>
        <a:xfrm>
          <a:off x="0" y="0"/>
          <a:ext cx="0" cy="0"/>
          <a:chOff x="0" y="0"/>
          <a:chExt cx="0" cy="0"/>
        </a:xfrm>
      </p:grpSpPr>
      <p:pic>
        <p:nvPicPr>
          <p:cNvPr descr="garbage_can" id="6729" name="Google Shape;6729;p114"/>
          <p:cNvPicPr preferRelativeResize="0"/>
          <p:nvPr/>
        </p:nvPicPr>
        <p:blipFill rotWithShape="1">
          <a:blip r:embed="rId3">
            <a:alphaModFix/>
          </a:blip>
          <a:srcRect b="0" l="0" r="0" t="0"/>
          <a:stretch/>
        </p:blipFill>
        <p:spPr>
          <a:xfrm>
            <a:off x="4379913" y="5775325"/>
            <a:ext cx="487362" cy="649288"/>
          </a:xfrm>
          <a:prstGeom prst="rect">
            <a:avLst/>
          </a:prstGeom>
          <a:noFill/>
          <a:ln>
            <a:noFill/>
          </a:ln>
        </p:spPr>
      </p:pic>
      <p:sp>
        <p:nvSpPr>
          <p:cNvPr id="6730" name="Google Shape;6730;p114"/>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1" name="Google Shape;6731;p114"/>
          <p:cNvGrpSpPr/>
          <p:nvPr/>
        </p:nvGrpSpPr>
        <p:grpSpPr>
          <a:xfrm>
            <a:off x="6240513" y="5016599"/>
            <a:ext cx="720732" cy="1182930"/>
            <a:chOff x="10910965" y="2513124"/>
            <a:chExt cx="586768" cy="904023"/>
          </a:xfrm>
        </p:grpSpPr>
        <p:sp>
          <p:nvSpPr>
            <p:cNvPr id="6732" name="Google Shape;673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33" name="Google Shape;673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4" name="Google Shape;673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5" name="Google Shape;673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6" name="Google Shape;673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37" name="Google Shape;6737;p114"/>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8" name="Google Shape;6738;p114"/>
          <p:cNvGrpSpPr/>
          <p:nvPr/>
        </p:nvGrpSpPr>
        <p:grpSpPr>
          <a:xfrm>
            <a:off x="1278678" y="4683698"/>
            <a:ext cx="720732" cy="1182930"/>
            <a:chOff x="10910965" y="2513124"/>
            <a:chExt cx="586768" cy="904023"/>
          </a:xfrm>
        </p:grpSpPr>
        <p:sp>
          <p:nvSpPr>
            <p:cNvPr id="6739" name="Google Shape;6739;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0" name="Google Shape;6740;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1" name="Google Shape;6741;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2" name="Google Shape;6742;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3" name="Google Shape;6743;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44" name="Google Shape;6744;p114"/>
          <p:cNvGrpSpPr/>
          <p:nvPr/>
        </p:nvGrpSpPr>
        <p:grpSpPr>
          <a:xfrm>
            <a:off x="2355044" y="3521091"/>
            <a:ext cx="720732" cy="1182930"/>
            <a:chOff x="10910965" y="2513124"/>
            <a:chExt cx="586768" cy="904023"/>
          </a:xfrm>
        </p:grpSpPr>
        <p:sp>
          <p:nvSpPr>
            <p:cNvPr id="6745" name="Google Shape;6745;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6" name="Google Shape;6746;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7" name="Google Shape;6747;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8" name="Google Shape;6748;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9" name="Google Shape;6749;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50" name="Google Shape;6750;p114"/>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51" name="Google Shape;6751;p114"/>
          <p:cNvGrpSpPr/>
          <p:nvPr/>
        </p:nvGrpSpPr>
        <p:grpSpPr>
          <a:xfrm>
            <a:off x="6698918" y="3667889"/>
            <a:ext cx="720732" cy="1182930"/>
            <a:chOff x="10910965" y="2513124"/>
            <a:chExt cx="586768" cy="904023"/>
          </a:xfrm>
        </p:grpSpPr>
        <p:sp>
          <p:nvSpPr>
            <p:cNvPr id="6752" name="Google Shape;675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53" name="Google Shape;675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4" name="Google Shape;675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5" name="Google Shape;675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6" name="Google Shape;675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57" name="Google Shape;6757;p114"/>
          <p:cNvGrpSpPr/>
          <p:nvPr/>
        </p:nvGrpSpPr>
        <p:grpSpPr>
          <a:xfrm>
            <a:off x="3770696" y="5033645"/>
            <a:ext cx="1286871" cy="734927"/>
            <a:chOff x="7493876" y="2774731"/>
            <a:chExt cx="1481958" cy="894622"/>
          </a:xfrm>
        </p:grpSpPr>
        <p:sp>
          <p:nvSpPr>
            <p:cNvPr id="6758" name="Google Shape;6758;p1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59" name="Google Shape;6759;p1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0" name="Google Shape;6760;p114"/>
            <p:cNvGrpSpPr/>
            <p:nvPr/>
          </p:nvGrpSpPr>
          <p:grpSpPr>
            <a:xfrm>
              <a:off x="7713663" y="2848339"/>
              <a:ext cx="1042107" cy="425543"/>
              <a:chOff x="7786941" y="2884917"/>
              <a:chExt cx="897649" cy="353919"/>
            </a:xfrm>
          </p:grpSpPr>
          <p:sp>
            <p:nvSpPr>
              <p:cNvPr id="6761" name="Google Shape;6761;p1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2" name="Google Shape;6762;p1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3" name="Google Shape;6763;p1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4" name="Google Shape;6764;p1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65" name="Google Shape;6765;p114"/>
          <p:cNvGrpSpPr/>
          <p:nvPr/>
        </p:nvGrpSpPr>
        <p:grpSpPr>
          <a:xfrm>
            <a:off x="1317421" y="3877120"/>
            <a:ext cx="645431" cy="569172"/>
            <a:chOff x="-44" y="1473"/>
            <a:chExt cx="981" cy="1105"/>
          </a:xfrm>
        </p:grpSpPr>
        <p:pic>
          <p:nvPicPr>
            <p:cNvPr descr="desktop_computer_stylized_medium" id="6766" name="Google Shape;6766;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767" name="Google Shape;6767;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68" name="Google Shape;6768;p114"/>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769" name="Google Shape;6769;p114"/>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770" name="Google Shape;6770;p114"/>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771" name="Google Shape;6771;p114"/>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772" name="Google Shape;6772;p114"/>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3" name="Google Shape;6773;p114"/>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4" name="Google Shape;6774;p114"/>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775" name="Google Shape;6775;p114"/>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776" name="Google Shape;6776;p114"/>
          <p:cNvGrpSpPr/>
          <p:nvPr/>
        </p:nvGrpSpPr>
        <p:grpSpPr>
          <a:xfrm>
            <a:off x="7531958" y="4473878"/>
            <a:ext cx="284691" cy="577481"/>
            <a:chOff x="4140" y="429"/>
            <a:chExt cx="1425" cy="2396"/>
          </a:xfrm>
        </p:grpSpPr>
        <p:sp>
          <p:nvSpPr>
            <p:cNvPr id="6777" name="Google Shape;6777;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8" name="Google Shape;6778;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9" name="Google Shape;6779;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0" name="Google Shape;6780;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1" name="Google Shape;6781;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2" name="Google Shape;6782;p114"/>
            <p:cNvGrpSpPr/>
            <p:nvPr/>
          </p:nvGrpSpPr>
          <p:grpSpPr>
            <a:xfrm>
              <a:off x="4745" y="670"/>
              <a:ext cx="586" cy="146"/>
              <a:chOff x="609" y="2570"/>
              <a:chExt cx="731" cy="140"/>
            </a:xfrm>
          </p:grpSpPr>
          <p:sp>
            <p:nvSpPr>
              <p:cNvPr id="6783" name="Google Shape;6783;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4" name="Google Shape;6784;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5" name="Google Shape;6785;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6" name="Google Shape;6786;p114"/>
            <p:cNvGrpSpPr/>
            <p:nvPr/>
          </p:nvGrpSpPr>
          <p:grpSpPr>
            <a:xfrm>
              <a:off x="4745" y="998"/>
              <a:ext cx="586" cy="129"/>
              <a:chOff x="612" y="2572"/>
              <a:chExt cx="731" cy="134"/>
            </a:xfrm>
          </p:grpSpPr>
          <p:sp>
            <p:nvSpPr>
              <p:cNvPr id="6787" name="Google Shape;6787;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8" name="Google Shape;6788;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9" name="Google Shape;6789;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0" name="Google Shape;6790;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1" name="Google Shape;6791;p114"/>
            <p:cNvGrpSpPr/>
            <p:nvPr/>
          </p:nvGrpSpPr>
          <p:grpSpPr>
            <a:xfrm>
              <a:off x="4735" y="1627"/>
              <a:ext cx="586" cy="215"/>
              <a:chOff x="614" y="2568"/>
              <a:chExt cx="730" cy="198"/>
            </a:xfrm>
          </p:grpSpPr>
          <p:sp>
            <p:nvSpPr>
              <p:cNvPr id="6792" name="Google Shape;6792;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3" name="Google Shape;6793;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4" name="Google Shape;6794;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5" name="Google Shape;6795;p114"/>
            <p:cNvGrpSpPr/>
            <p:nvPr/>
          </p:nvGrpSpPr>
          <p:grpSpPr>
            <a:xfrm>
              <a:off x="4735" y="1325"/>
              <a:ext cx="586" cy="138"/>
              <a:chOff x="609" y="2566"/>
              <a:chExt cx="730" cy="138"/>
            </a:xfrm>
          </p:grpSpPr>
          <p:sp>
            <p:nvSpPr>
              <p:cNvPr id="6796" name="Google Shape;6796;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7" name="Google Shape;6797;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8" name="Google Shape;6798;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9" name="Google Shape;6799;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0" name="Google Shape;6800;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1" name="Google Shape;6801;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2" name="Google Shape;6802;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3" name="Google Shape;6803;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4" name="Google Shape;6804;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5" name="Google Shape;6805;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6" name="Google Shape;6806;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07" name="Google Shape;6807;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8" name="Google Shape;6808;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09" name="Google Shape;6809;p114"/>
          <p:cNvGrpSpPr/>
          <p:nvPr/>
        </p:nvGrpSpPr>
        <p:grpSpPr>
          <a:xfrm>
            <a:off x="585296" y="5655276"/>
            <a:ext cx="645431" cy="569172"/>
            <a:chOff x="-44" y="1473"/>
            <a:chExt cx="981" cy="1105"/>
          </a:xfrm>
        </p:grpSpPr>
        <p:pic>
          <p:nvPicPr>
            <p:cNvPr descr="desktop_computer_stylized_medium" id="6810" name="Google Shape;6810;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811" name="Google Shape;6811;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12" name="Google Shape;6812;p114"/>
          <p:cNvGrpSpPr/>
          <p:nvPr/>
        </p:nvGrpSpPr>
        <p:grpSpPr>
          <a:xfrm>
            <a:off x="7141970" y="5736859"/>
            <a:ext cx="284691" cy="577481"/>
            <a:chOff x="4140" y="429"/>
            <a:chExt cx="1425" cy="2396"/>
          </a:xfrm>
        </p:grpSpPr>
        <p:sp>
          <p:nvSpPr>
            <p:cNvPr id="6813" name="Google Shape;6813;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4" name="Google Shape;6814;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5" name="Google Shape;6815;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6" name="Google Shape;6816;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7" name="Google Shape;6817;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18" name="Google Shape;6818;p114"/>
            <p:cNvGrpSpPr/>
            <p:nvPr/>
          </p:nvGrpSpPr>
          <p:grpSpPr>
            <a:xfrm>
              <a:off x="4745" y="670"/>
              <a:ext cx="586" cy="146"/>
              <a:chOff x="609" y="2570"/>
              <a:chExt cx="731" cy="140"/>
            </a:xfrm>
          </p:grpSpPr>
          <p:sp>
            <p:nvSpPr>
              <p:cNvPr id="6819" name="Google Shape;6819;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0" name="Google Shape;6820;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1" name="Google Shape;6821;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2" name="Google Shape;6822;p114"/>
            <p:cNvGrpSpPr/>
            <p:nvPr/>
          </p:nvGrpSpPr>
          <p:grpSpPr>
            <a:xfrm>
              <a:off x="4745" y="998"/>
              <a:ext cx="586" cy="129"/>
              <a:chOff x="612" y="2572"/>
              <a:chExt cx="731" cy="134"/>
            </a:xfrm>
          </p:grpSpPr>
          <p:sp>
            <p:nvSpPr>
              <p:cNvPr id="6823" name="Google Shape;6823;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4" name="Google Shape;6824;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5" name="Google Shape;6825;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6" name="Google Shape;6826;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7" name="Google Shape;6827;p114"/>
            <p:cNvGrpSpPr/>
            <p:nvPr/>
          </p:nvGrpSpPr>
          <p:grpSpPr>
            <a:xfrm>
              <a:off x="4735" y="1627"/>
              <a:ext cx="586" cy="215"/>
              <a:chOff x="614" y="2568"/>
              <a:chExt cx="730" cy="198"/>
            </a:xfrm>
          </p:grpSpPr>
          <p:sp>
            <p:nvSpPr>
              <p:cNvPr id="6828" name="Google Shape;6828;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9" name="Google Shape;6829;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0" name="Google Shape;6830;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31" name="Google Shape;6831;p114"/>
            <p:cNvGrpSpPr/>
            <p:nvPr/>
          </p:nvGrpSpPr>
          <p:grpSpPr>
            <a:xfrm>
              <a:off x="4735" y="1325"/>
              <a:ext cx="586" cy="138"/>
              <a:chOff x="609" y="2566"/>
              <a:chExt cx="730" cy="138"/>
            </a:xfrm>
          </p:grpSpPr>
          <p:sp>
            <p:nvSpPr>
              <p:cNvPr id="6832" name="Google Shape;6832;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3" name="Google Shape;6833;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4" name="Google Shape;6834;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5" name="Google Shape;6835;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6" name="Google Shape;6836;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7" name="Google Shape;6837;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8" name="Google Shape;6838;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9" name="Google Shape;6839;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0" name="Google Shape;6840;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1" name="Google Shape;6841;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2" name="Google Shape;6842;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43" name="Google Shape;6843;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4" name="Google Shape;6844;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845" name="Google Shape;6845;p114"/>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846" name="Google Shape;6846;p114"/>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847" name="Google Shape;6847;p114"/>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848" name="Google Shape;6848;p114"/>
          <p:cNvGrpSpPr/>
          <p:nvPr/>
        </p:nvGrpSpPr>
        <p:grpSpPr>
          <a:xfrm>
            <a:off x="2749090" y="3427413"/>
            <a:ext cx="2851610" cy="946150"/>
            <a:chOff x="2749090" y="3427413"/>
            <a:chExt cx="2851610" cy="946150"/>
          </a:xfrm>
        </p:grpSpPr>
        <p:sp>
          <p:nvSpPr>
            <p:cNvPr id="6849" name="Google Shape;6849;p114"/>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850" name="Google Shape;6850;p114"/>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851" name="Google Shape;6851;p114"/>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852" name="Google Shape;6852;p114"/>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53" name="Google Shape;6853;p114"/>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854" name="Google Shape;6854;p114"/>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855" name="Google Shape;6855;p114"/>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856" name="Google Shape;6856;p114"/>
          <p:cNvGrpSpPr/>
          <p:nvPr/>
        </p:nvGrpSpPr>
        <p:grpSpPr>
          <a:xfrm>
            <a:off x="2913490" y="5218953"/>
            <a:ext cx="1938730" cy="1300181"/>
            <a:chOff x="2913490" y="5218953"/>
            <a:chExt cx="1938730" cy="1300181"/>
          </a:xfrm>
        </p:grpSpPr>
        <p:sp>
          <p:nvSpPr>
            <p:cNvPr id="6857" name="Google Shape;6857;p114"/>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858" name="Google Shape;6858;p114"/>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859" name="Google Shape;6859;p114"/>
            <p:cNvGrpSpPr/>
            <p:nvPr/>
          </p:nvGrpSpPr>
          <p:grpSpPr>
            <a:xfrm>
              <a:off x="4030362" y="5218953"/>
              <a:ext cx="821858" cy="355937"/>
              <a:chOff x="6859123" y="5156933"/>
              <a:chExt cx="456701" cy="226548"/>
            </a:xfrm>
          </p:grpSpPr>
          <p:sp>
            <p:nvSpPr>
              <p:cNvPr id="6860" name="Google Shape;6860;p114"/>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61" name="Google Shape;6861;p114"/>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2" name="Google Shape;6862;p114"/>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3" name="Google Shape;6863;p114"/>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4" name="Google Shape;6864;p114"/>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5" name="Google Shape;6865;p114"/>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6" name="Google Shape;6866;p114"/>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7" name="Google Shape;6867;p114"/>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868" name="Google Shape;6868;p114"/>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69" name="Google Shape;6869;p114"/>
          <p:cNvGrpSpPr/>
          <p:nvPr/>
        </p:nvGrpSpPr>
        <p:grpSpPr>
          <a:xfrm>
            <a:off x="1586591" y="4743924"/>
            <a:ext cx="4913849" cy="1346072"/>
            <a:chOff x="5641439" y="2685215"/>
            <a:chExt cx="4000500" cy="1028700"/>
          </a:xfrm>
        </p:grpSpPr>
        <p:sp>
          <p:nvSpPr>
            <p:cNvPr id="6870" name="Google Shape;6870;p114"/>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71" name="Google Shape;6871;p114"/>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72" name="Google Shape;6872;p114"/>
          <p:cNvGrpSpPr/>
          <p:nvPr/>
        </p:nvGrpSpPr>
        <p:grpSpPr>
          <a:xfrm>
            <a:off x="3289650" y="5336775"/>
            <a:ext cx="2124396" cy="604097"/>
            <a:chOff x="3289650" y="5336775"/>
            <a:chExt cx="2124396" cy="604097"/>
          </a:xfrm>
        </p:grpSpPr>
        <p:sp>
          <p:nvSpPr>
            <p:cNvPr id="6873" name="Google Shape;6873;p114"/>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874" name="Google Shape;6874;p114"/>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875" name="Google Shape;6875;p114"/>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876" name="Google Shape;6876;p114"/>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7" name="Google Shape;6877;p114"/>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8" name="Google Shape;6878;p114"/>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879" name="Google Shape;6879;p114"/>
          <p:cNvSpPr txBox="1"/>
          <p:nvPr/>
        </p:nvSpPr>
        <p:spPr>
          <a:xfrm>
            <a:off x="3786188" y="4761119"/>
            <a:ext cx="16430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no buffer space!</a:t>
            </a:r>
            <a:endParaRPr/>
          </a:p>
        </p:txBody>
      </p:sp>
      <p:sp>
        <p:nvSpPr>
          <p:cNvPr id="6880" name="Google Shape;6880;p114"/>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0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sp>
        <p:nvSpPr>
          <p:cNvPr id="6881" name="Google Shape;6881;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6"/>
                                        </p:tgtEl>
                                        <p:attrNameLst>
                                          <p:attrName>style.visibility</p:attrName>
                                        </p:attrNameLst>
                                      </p:cBhvr>
                                      <p:to>
                                        <p:strVal val="visible"/>
                                      </p:to>
                                    </p:set>
                                    <p:animEffect filter="fade" transition="in">
                                      <p:cBhvr>
                                        <p:cTn dur="500"/>
                                        <p:tgtEl>
                                          <p:spTgt spid="68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877"/>
                                        </p:tgtEl>
                                        <p:attrNameLst>
                                          <p:attrName>style.visibility</p:attrName>
                                        </p:attrNameLst>
                                      </p:cBhvr>
                                      <p:to>
                                        <p:strVal val="visible"/>
                                      </p:to>
                                    </p:set>
                                    <p:animEffect filter="fade" transition="in">
                                      <p:cBhvr>
                                        <p:cTn dur="500"/>
                                        <p:tgtEl>
                                          <p:spTgt spid="6877"/>
                                        </p:tgtEl>
                                      </p:cBhvr>
                                    </p:animEffect>
                                  </p:childTnLst>
                                </p:cTn>
                              </p:par>
                              <p:par>
                                <p:cTn fill="hold" nodeType="withEffect" presetClass="entr" presetID="10" presetSubtype="0">
                                  <p:stCondLst>
                                    <p:cond delay="0"/>
                                  </p:stCondLst>
                                  <p:childTnLst>
                                    <p:set>
                                      <p:cBhvr>
                                        <p:cTn dur="1" fill="hold">
                                          <p:stCondLst>
                                            <p:cond delay="0"/>
                                          </p:stCondLst>
                                        </p:cTn>
                                        <p:tgtEl>
                                          <p:spTgt spid="6878"/>
                                        </p:tgtEl>
                                        <p:attrNameLst>
                                          <p:attrName>style.visibility</p:attrName>
                                        </p:attrNameLst>
                                      </p:cBhvr>
                                      <p:to>
                                        <p:strVal val="visible"/>
                                      </p:to>
                                    </p:set>
                                    <p:animEffect filter="fade" transition="in">
                                      <p:cBhvr>
                                        <p:cTn dur="500"/>
                                        <p:tgtEl>
                                          <p:spTgt spid="6878"/>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878"/>
                                        </p:tgtEl>
                                      </p:cBhvr>
                                    </p:animEffect>
                                    <p:set>
                                      <p:cBhvr>
                                        <p:cTn dur="1" fill="hold">
                                          <p:stCondLst>
                                            <p:cond delay="500"/>
                                          </p:stCondLst>
                                        </p:cTn>
                                        <p:tgtEl>
                                          <p:spTgt spid="6878"/>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879"/>
                                        </p:tgtEl>
                                        <p:attrNameLst>
                                          <p:attrName>style.visibility</p:attrName>
                                        </p:attrNameLst>
                                      </p:cBhvr>
                                      <p:to>
                                        <p:strVal val="visible"/>
                                      </p:to>
                                    </p:set>
                                    <p:animEffect filter="fade" transition="in">
                                      <p:cBhvr>
                                        <p:cTn dur="500"/>
                                        <p:tgtEl>
                                          <p:spTgt spid="68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729"/>
                                        </p:tgtEl>
                                        <p:attrNameLst>
                                          <p:attrName>style.visibility</p:attrName>
                                        </p:attrNameLst>
                                      </p:cBhvr>
                                      <p:to>
                                        <p:strVal val="visible"/>
                                      </p:to>
                                    </p:set>
                                    <p:animEffect filter="fade" transition="in">
                                      <p:cBhvr>
                                        <p:cTn dur="500"/>
                                        <p:tgtEl>
                                          <p:spTgt spid="6729"/>
                                        </p:tgtEl>
                                      </p:cBhvr>
                                    </p:animEffec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879"/>
                                        </p:tgtEl>
                                      </p:cBhvr>
                                    </p:animEffect>
                                    <p:set>
                                      <p:cBhvr>
                                        <p:cTn dur="1" fill="hold">
                                          <p:stCondLst>
                                            <p:cond delay="500"/>
                                          </p:stCondLst>
                                        </p:cTn>
                                        <p:tgtEl>
                                          <p:spTgt spid="6879"/>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6876"/>
                                        </p:tgtEl>
                                      </p:cBhvr>
                                    </p:animEffect>
                                    <p:set>
                                      <p:cBhvr>
                                        <p:cTn dur="1" fill="hold">
                                          <p:stCondLst>
                                            <p:cond delay="500"/>
                                          </p:stCondLst>
                                        </p:cTn>
                                        <p:tgtEl>
                                          <p:spTgt spid="68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6" name="Shape 6886"/>
        <p:cNvGrpSpPr/>
        <p:nvPr/>
      </p:nvGrpSpPr>
      <p:grpSpPr>
        <a:xfrm>
          <a:off x="0" y="0"/>
          <a:ext cx="0" cy="0"/>
          <a:chOff x="0" y="0"/>
          <a:chExt cx="0" cy="0"/>
        </a:xfrm>
      </p:grpSpPr>
      <p:sp>
        <p:nvSpPr>
          <p:cNvPr id="6887" name="Google Shape;6887;p115"/>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88" name="Google Shape;6888;p115"/>
          <p:cNvGrpSpPr/>
          <p:nvPr/>
        </p:nvGrpSpPr>
        <p:grpSpPr>
          <a:xfrm>
            <a:off x="6249435" y="5024056"/>
            <a:ext cx="720732" cy="1182930"/>
            <a:chOff x="10910965" y="2513124"/>
            <a:chExt cx="586768" cy="904023"/>
          </a:xfrm>
        </p:grpSpPr>
        <p:sp>
          <p:nvSpPr>
            <p:cNvPr id="6889" name="Google Shape;688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0" name="Google Shape;689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1" name="Google Shape;689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2" name="Google Shape;689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3" name="Google Shape;689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894" name="Google Shape;6894;p115"/>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95" name="Google Shape;6895;p115"/>
          <p:cNvGrpSpPr/>
          <p:nvPr/>
        </p:nvGrpSpPr>
        <p:grpSpPr>
          <a:xfrm>
            <a:off x="1278678" y="4683698"/>
            <a:ext cx="720732" cy="1182930"/>
            <a:chOff x="10910965" y="2513124"/>
            <a:chExt cx="586768" cy="904023"/>
          </a:xfrm>
        </p:grpSpPr>
        <p:sp>
          <p:nvSpPr>
            <p:cNvPr id="6896" name="Google Shape;6896;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7" name="Google Shape;6897;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8" name="Google Shape;6898;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9" name="Google Shape;6899;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0" name="Google Shape;6900;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01" name="Google Shape;6901;p115"/>
          <p:cNvGrpSpPr/>
          <p:nvPr/>
        </p:nvGrpSpPr>
        <p:grpSpPr>
          <a:xfrm>
            <a:off x="2355044" y="3521091"/>
            <a:ext cx="720732" cy="1182930"/>
            <a:chOff x="10910965" y="2513124"/>
            <a:chExt cx="586768" cy="904023"/>
          </a:xfrm>
        </p:grpSpPr>
        <p:sp>
          <p:nvSpPr>
            <p:cNvPr id="6902" name="Google Shape;6902;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03" name="Google Shape;6903;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4" name="Google Shape;6904;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5" name="Google Shape;6905;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6" name="Google Shape;6906;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907" name="Google Shape;6907;p115"/>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08" name="Google Shape;6908;p115"/>
          <p:cNvGrpSpPr/>
          <p:nvPr/>
        </p:nvGrpSpPr>
        <p:grpSpPr>
          <a:xfrm>
            <a:off x="6698918" y="3667889"/>
            <a:ext cx="720732" cy="1182930"/>
            <a:chOff x="10910965" y="2513124"/>
            <a:chExt cx="586768" cy="904023"/>
          </a:xfrm>
        </p:grpSpPr>
        <p:sp>
          <p:nvSpPr>
            <p:cNvPr id="6909" name="Google Shape;690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10" name="Google Shape;691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1" name="Google Shape;691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2" name="Google Shape;691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3" name="Google Shape;691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14" name="Google Shape;6914;p115"/>
          <p:cNvGrpSpPr/>
          <p:nvPr/>
        </p:nvGrpSpPr>
        <p:grpSpPr>
          <a:xfrm>
            <a:off x="3770696" y="5033645"/>
            <a:ext cx="1286871" cy="734927"/>
            <a:chOff x="7493876" y="2774731"/>
            <a:chExt cx="1481958" cy="894622"/>
          </a:xfrm>
        </p:grpSpPr>
        <p:sp>
          <p:nvSpPr>
            <p:cNvPr id="6915" name="Google Shape;6915;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6" name="Google Shape;6916;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7" name="Google Shape;6917;p115"/>
            <p:cNvGrpSpPr/>
            <p:nvPr/>
          </p:nvGrpSpPr>
          <p:grpSpPr>
            <a:xfrm>
              <a:off x="7713663" y="2848339"/>
              <a:ext cx="1042107" cy="425543"/>
              <a:chOff x="7786941" y="2884917"/>
              <a:chExt cx="897649" cy="353919"/>
            </a:xfrm>
          </p:grpSpPr>
          <p:sp>
            <p:nvSpPr>
              <p:cNvPr id="6918" name="Google Shape;6918;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9" name="Google Shape;6919;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0" name="Google Shape;6920;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1" name="Google Shape;6921;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2" name="Google Shape;6922;p115"/>
          <p:cNvGrpSpPr/>
          <p:nvPr/>
        </p:nvGrpSpPr>
        <p:grpSpPr>
          <a:xfrm>
            <a:off x="1317421" y="3877120"/>
            <a:ext cx="645431" cy="569172"/>
            <a:chOff x="-44" y="1473"/>
            <a:chExt cx="981" cy="1105"/>
          </a:xfrm>
        </p:grpSpPr>
        <p:pic>
          <p:nvPicPr>
            <p:cNvPr descr="desktop_computer_stylized_medium" id="6923" name="Google Shape;6923;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24" name="Google Shape;6924;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25" name="Google Shape;6925;p115"/>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926" name="Google Shape;6926;p115"/>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927" name="Google Shape;6927;p115"/>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928" name="Google Shape;6928;p115"/>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929" name="Google Shape;6929;p115"/>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0" name="Google Shape;6930;p115"/>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1" name="Google Shape;6931;p115"/>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932" name="Google Shape;6932;p115"/>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933" name="Google Shape;6933;p115"/>
          <p:cNvGrpSpPr/>
          <p:nvPr/>
        </p:nvGrpSpPr>
        <p:grpSpPr>
          <a:xfrm>
            <a:off x="7531958" y="4473878"/>
            <a:ext cx="284691" cy="577481"/>
            <a:chOff x="4140" y="429"/>
            <a:chExt cx="1425" cy="2396"/>
          </a:xfrm>
        </p:grpSpPr>
        <p:sp>
          <p:nvSpPr>
            <p:cNvPr id="6934" name="Google Shape;6934;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5" name="Google Shape;6935;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6" name="Google Shape;6936;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7" name="Google Shape;6937;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8" name="Google Shape;6938;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39" name="Google Shape;6939;p115"/>
            <p:cNvGrpSpPr/>
            <p:nvPr/>
          </p:nvGrpSpPr>
          <p:grpSpPr>
            <a:xfrm>
              <a:off x="4745" y="670"/>
              <a:ext cx="586" cy="146"/>
              <a:chOff x="609" y="2570"/>
              <a:chExt cx="731" cy="140"/>
            </a:xfrm>
          </p:grpSpPr>
          <p:sp>
            <p:nvSpPr>
              <p:cNvPr id="6940" name="Google Shape;6940;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1" name="Google Shape;6941;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2" name="Google Shape;6942;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3" name="Google Shape;6943;p115"/>
            <p:cNvGrpSpPr/>
            <p:nvPr/>
          </p:nvGrpSpPr>
          <p:grpSpPr>
            <a:xfrm>
              <a:off x="4745" y="998"/>
              <a:ext cx="586" cy="129"/>
              <a:chOff x="612" y="2572"/>
              <a:chExt cx="731" cy="134"/>
            </a:xfrm>
          </p:grpSpPr>
          <p:sp>
            <p:nvSpPr>
              <p:cNvPr id="6944" name="Google Shape;6944;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5" name="Google Shape;6945;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6" name="Google Shape;6946;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7" name="Google Shape;6947;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8" name="Google Shape;6948;p115"/>
            <p:cNvGrpSpPr/>
            <p:nvPr/>
          </p:nvGrpSpPr>
          <p:grpSpPr>
            <a:xfrm>
              <a:off x="4735" y="1627"/>
              <a:ext cx="586" cy="215"/>
              <a:chOff x="614" y="2568"/>
              <a:chExt cx="730" cy="198"/>
            </a:xfrm>
          </p:grpSpPr>
          <p:sp>
            <p:nvSpPr>
              <p:cNvPr id="6949" name="Google Shape;6949;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0" name="Google Shape;6950;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1" name="Google Shape;6951;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52" name="Google Shape;6952;p115"/>
            <p:cNvGrpSpPr/>
            <p:nvPr/>
          </p:nvGrpSpPr>
          <p:grpSpPr>
            <a:xfrm>
              <a:off x="4735" y="1325"/>
              <a:ext cx="586" cy="138"/>
              <a:chOff x="609" y="2566"/>
              <a:chExt cx="730" cy="138"/>
            </a:xfrm>
          </p:grpSpPr>
          <p:sp>
            <p:nvSpPr>
              <p:cNvPr id="6953" name="Google Shape;6953;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4" name="Google Shape;6954;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5" name="Google Shape;6955;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6" name="Google Shape;6956;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7" name="Google Shape;6957;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8" name="Google Shape;6958;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9" name="Google Shape;6959;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0" name="Google Shape;6960;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1" name="Google Shape;6961;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2" name="Google Shape;6962;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3" name="Google Shape;6963;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964" name="Google Shape;6964;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5" name="Google Shape;6965;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6" name="Google Shape;6966;p115"/>
          <p:cNvGrpSpPr/>
          <p:nvPr/>
        </p:nvGrpSpPr>
        <p:grpSpPr>
          <a:xfrm>
            <a:off x="585296" y="5655276"/>
            <a:ext cx="645431" cy="569172"/>
            <a:chOff x="-44" y="1473"/>
            <a:chExt cx="981" cy="1105"/>
          </a:xfrm>
        </p:grpSpPr>
        <p:pic>
          <p:nvPicPr>
            <p:cNvPr descr="desktop_computer_stylized_medium" id="6967" name="Google Shape;6967;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68" name="Google Shape;6968;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9" name="Google Shape;6969;p115"/>
          <p:cNvGrpSpPr/>
          <p:nvPr/>
        </p:nvGrpSpPr>
        <p:grpSpPr>
          <a:xfrm>
            <a:off x="7141970" y="5736859"/>
            <a:ext cx="284691" cy="577481"/>
            <a:chOff x="4140" y="429"/>
            <a:chExt cx="1425" cy="2396"/>
          </a:xfrm>
        </p:grpSpPr>
        <p:sp>
          <p:nvSpPr>
            <p:cNvPr id="6970" name="Google Shape;6970;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1" name="Google Shape;6971;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2" name="Google Shape;6972;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3" name="Google Shape;6973;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4" name="Google Shape;6974;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5" name="Google Shape;6975;p115"/>
            <p:cNvGrpSpPr/>
            <p:nvPr/>
          </p:nvGrpSpPr>
          <p:grpSpPr>
            <a:xfrm>
              <a:off x="4745" y="670"/>
              <a:ext cx="586" cy="146"/>
              <a:chOff x="609" y="2570"/>
              <a:chExt cx="731" cy="140"/>
            </a:xfrm>
          </p:grpSpPr>
          <p:sp>
            <p:nvSpPr>
              <p:cNvPr id="6976" name="Google Shape;6976;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7" name="Google Shape;6977;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78" name="Google Shape;6978;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9" name="Google Shape;6979;p115"/>
            <p:cNvGrpSpPr/>
            <p:nvPr/>
          </p:nvGrpSpPr>
          <p:grpSpPr>
            <a:xfrm>
              <a:off x="4745" y="998"/>
              <a:ext cx="586" cy="129"/>
              <a:chOff x="612" y="2572"/>
              <a:chExt cx="731" cy="134"/>
            </a:xfrm>
          </p:grpSpPr>
          <p:sp>
            <p:nvSpPr>
              <p:cNvPr id="6980" name="Google Shape;6980;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1" name="Google Shape;6981;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2" name="Google Shape;6982;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3" name="Google Shape;6983;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4" name="Google Shape;6984;p115"/>
            <p:cNvGrpSpPr/>
            <p:nvPr/>
          </p:nvGrpSpPr>
          <p:grpSpPr>
            <a:xfrm>
              <a:off x="4735" y="1627"/>
              <a:ext cx="586" cy="215"/>
              <a:chOff x="614" y="2568"/>
              <a:chExt cx="730" cy="198"/>
            </a:xfrm>
          </p:grpSpPr>
          <p:sp>
            <p:nvSpPr>
              <p:cNvPr id="6985" name="Google Shape;6985;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6" name="Google Shape;6986;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7" name="Google Shape;6987;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8" name="Google Shape;6988;p115"/>
            <p:cNvGrpSpPr/>
            <p:nvPr/>
          </p:nvGrpSpPr>
          <p:grpSpPr>
            <a:xfrm>
              <a:off x="4735" y="1325"/>
              <a:ext cx="586" cy="138"/>
              <a:chOff x="609" y="2566"/>
              <a:chExt cx="730" cy="138"/>
            </a:xfrm>
          </p:grpSpPr>
          <p:sp>
            <p:nvSpPr>
              <p:cNvPr id="6989" name="Google Shape;6989;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0" name="Google Shape;6990;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91" name="Google Shape;6991;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2" name="Google Shape;6992;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3" name="Google Shape;6993;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4" name="Google Shape;6994;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5" name="Google Shape;6995;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6" name="Google Shape;6996;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7" name="Google Shape;6997;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8" name="Google Shape;6998;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9" name="Google Shape;6999;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000" name="Google Shape;7000;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01" name="Google Shape;7001;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002" name="Google Shape;7002;p115"/>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003" name="Google Shape;7003;p115"/>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004" name="Google Shape;7004;p115"/>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005" name="Google Shape;7005;p115"/>
          <p:cNvGrpSpPr/>
          <p:nvPr/>
        </p:nvGrpSpPr>
        <p:grpSpPr>
          <a:xfrm>
            <a:off x="2749090" y="3427413"/>
            <a:ext cx="2851610" cy="946150"/>
            <a:chOff x="2749090" y="3427413"/>
            <a:chExt cx="2851610" cy="946150"/>
          </a:xfrm>
        </p:grpSpPr>
        <p:sp>
          <p:nvSpPr>
            <p:cNvPr id="7006" name="Google Shape;7006;p115"/>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007" name="Google Shape;7007;p115"/>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008" name="Google Shape;7008;p115"/>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009" name="Google Shape;7009;p115"/>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10" name="Google Shape;7010;p115"/>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011" name="Google Shape;7011;p115"/>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012" name="Google Shape;7012;p115"/>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013" name="Google Shape;7013;p115"/>
          <p:cNvGrpSpPr/>
          <p:nvPr/>
        </p:nvGrpSpPr>
        <p:grpSpPr>
          <a:xfrm>
            <a:off x="2913490" y="5218953"/>
            <a:ext cx="1938730" cy="1300181"/>
            <a:chOff x="2913490" y="5218953"/>
            <a:chExt cx="1938730" cy="1300181"/>
          </a:xfrm>
        </p:grpSpPr>
        <p:sp>
          <p:nvSpPr>
            <p:cNvPr id="7014" name="Google Shape;7014;p115"/>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015" name="Google Shape;7015;p115"/>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016" name="Google Shape;7016;p115"/>
            <p:cNvGrpSpPr/>
            <p:nvPr/>
          </p:nvGrpSpPr>
          <p:grpSpPr>
            <a:xfrm>
              <a:off x="4030362" y="5218953"/>
              <a:ext cx="821858" cy="355937"/>
              <a:chOff x="6859123" y="5156933"/>
              <a:chExt cx="456701" cy="226548"/>
            </a:xfrm>
          </p:grpSpPr>
          <p:sp>
            <p:nvSpPr>
              <p:cNvPr id="7017" name="Google Shape;7017;p115"/>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18" name="Google Shape;7018;p115"/>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19" name="Google Shape;7019;p115"/>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0" name="Google Shape;7020;p115"/>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1" name="Google Shape;7021;p115"/>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2" name="Google Shape;7022;p115"/>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3" name="Google Shape;7023;p115"/>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4" name="Google Shape;7024;p115"/>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025" name="Google Shape;7025;p115"/>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26" name="Google Shape;7026;p115"/>
          <p:cNvGrpSpPr/>
          <p:nvPr/>
        </p:nvGrpSpPr>
        <p:grpSpPr>
          <a:xfrm>
            <a:off x="1586591" y="4743924"/>
            <a:ext cx="4913849" cy="1346072"/>
            <a:chOff x="5641439" y="2685215"/>
            <a:chExt cx="4000500" cy="1028700"/>
          </a:xfrm>
        </p:grpSpPr>
        <p:sp>
          <p:nvSpPr>
            <p:cNvPr id="7027" name="Google Shape;7027;p115"/>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28" name="Google Shape;7028;p115"/>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29" name="Google Shape;7029;p115"/>
          <p:cNvGrpSpPr/>
          <p:nvPr/>
        </p:nvGrpSpPr>
        <p:grpSpPr>
          <a:xfrm>
            <a:off x="3289650" y="5336775"/>
            <a:ext cx="2124396" cy="604097"/>
            <a:chOff x="3289650" y="5336775"/>
            <a:chExt cx="2124396" cy="604097"/>
          </a:xfrm>
        </p:grpSpPr>
        <p:sp>
          <p:nvSpPr>
            <p:cNvPr id="7030" name="Google Shape;7030;p115"/>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031" name="Google Shape;7031;p115"/>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032" name="Google Shape;7032;p115"/>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033" name="Google Shape;7033;p115"/>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4" name="Google Shape;7034;p115"/>
          <p:cNvSpPr txBox="1"/>
          <p:nvPr/>
        </p:nvSpPr>
        <p:spPr>
          <a:xfrm>
            <a:off x="3725863"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7035" name="Google Shape;7035;p115"/>
          <p:cNvSpPr/>
          <p:nvPr/>
        </p:nvSpPr>
        <p:spPr>
          <a:xfrm>
            <a:off x="2381250" y="3844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6" name="Google Shape;7036;p115"/>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C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grpSp>
        <p:nvGrpSpPr>
          <p:cNvPr id="7037" name="Google Shape;7037;p115"/>
          <p:cNvGrpSpPr/>
          <p:nvPr/>
        </p:nvGrpSpPr>
        <p:grpSpPr>
          <a:xfrm>
            <a:off x="10039611" y="1993407"/>
            <a:ext cx="1866837" cy="1277498"/>
            <a:chOff x="10039611" y="1800903"/>
            <a:chExt cx="1866837" cy="1277498"/>
          </a:xfrm>
        </p:grpSpPr>
        <p:sp>
          <p:nvSpPr>
            <p:cNvPr id="7038" name="Google Shape;7038;p115"/>
            <p:cNvSpPr txBox="1"/>
            <p:nvPr/>
          </p:nvSpPr>
          <p:spPr>
            <a:xfrm>
              <a:off x="10188717" y="2099672"/>
              <a:ext cx="1717731"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when sending at R/2, some packets are needed retransmissions</a:t>
              </a:r>
              <a:endParaRPr/>
            </a:p>
          </p:txBody>
        </p:sp>
        <p:cxnSp>
          <p:nvCxnSpPr>
            <p:cNvPr id="7039" name="Google Shape;7039;p115"/>
            <p:cNvCxnSpPr/>
            <p:nvPr/>
          </p:nvCxnSpPr>
          <p:spPr>
            <a:xfrm rot="10800000">
              <a:off x="10039611" y="1800903"/>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040" name="Google Shape;7040;p115"/>
          <p:cNvGrpSpPr/>
          <p:nvPr/>
        </p:nvGrpSpPr>
        <p:grpSpPr>
          <a:xfrm>
            <a:off x="7361453" y="1392684"/>
            <a:ext cx="3100386" cy="2791471"/>
            <a:chOff x="10662918" y="1488938"/>
            <a:chExt cx="3100386" cy="2791471"/>
          </a:xfrm>
        </p:grpSpPr>
        <p:sp>
          <p:nvSpPr>
            <p:cNvPr id="7041" name="Google Shape;7041;p115"/>
            <p:cNvSpPr/>
            <p:nvPr/>
          </p:nvSpPr>
          <p:spPr>
            <a:xfrm>
              <a:off x="11260180" y="2035401"/>
              <a:ext cx="2024019" cy="1604948"/>
            </a:xfrm>
            <a:custGeom>
              <a:rect b="b" l="l" r="r" t="t"/>
              <a:pathLst>
                <a:path extrusionOk="0" h="10000" w="10000">
                  <a:moveTo>
                    <a:pt x="0" y="10000"/>
                  </a:moveTo>
                  <a:cubicBezTo>
                    <a:pt x="1268" y="8586"/>
                    <a:pt x="-125" y="9688"/>
                    <a:pt x="7233" y="1532"/>
                  </a:cubicBezTo>
                  <a:cubicBezTo>
                    <a:pt x="7865" y="929"/>
                    <a:pt x="8381" y="338"/>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42" name="Google Shape;7042;p115"/>
            <p:cNvGrpSpPr/>
            <p:nvPr/>
          </p:nvGrpSpPr>
          <p:grpSpPr>
            <a:xfrm>
              <a:off x="12077700" y="3606746"/>
              <a:ext cx="458788" cy="400051"/>
              <a:chOff x="3583" y="1761"/>
              <a:chExt cx="289" cy="252"/>
            </a:xfrm>
          </p:grpSpPr>
          <p:sp>
            <p:nvSpPr>
              <p:cNvPr id="7043" name="Google Shape;7043;p115"/>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044" name="Google Shape;7044;p115"/>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045" name="Google Shape;7045;p115"/>
            <p:cNvCxnSpPr/>
            <p:nvPr/>
          </p:nvCxnSpPr>
          <p:spPr>
            <a:xfrm>
              <a:off x="11267134" y="14889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046" name="Google Shape;7046;p115"/>
            <p:cNvCxnSpPr/>
            <p:nvPr/>
          </p:nvCxnSpPr>
          <p:spPr>
            <a:xfrm>
              <a:off x="13274022" y="1725252"/>
              <a:ext cx="0" cy="1869027"/>
            </a:xfrm>
            <a:prstGeom prst="straightConnector1">
              <a:avLst/>
            </a:prstGeom>
            <a:noFill/>
            <a:ln cap="flat" cmpd="sng" w="12700">
              <a:solidFill>
                <a:schemeClr val="dk1"/>
              </a:solidFill>
              <a:prstDash val="dash"/>
              <a:round/>
              <a:headEnd len="med" w="med" type="none"/>
              <a:tailEnd len="med" w="med" type="none"/>
            </a:ln>
          </p:spPr>
        </p:cxnSp>
        <p:sp>
          <p:nvSpPr>
            <p:cNvPr id="7047" name="Google Shape;7047;p115"/>
            <p:cNvSpPr/>
            <p:nvPr/>
          </p:nvSpPr>
          <p:spPr>
            <a:xfrm>
              <a:off x="11255891" y="1666173"/>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048" name="Google Shape;7048;p115"/>
            <p:cNvCxnSpPr/>
            <p:nvPr/>
          </p:nvCxnSpPr>
          <p:spPr>
            <a:xfrm>
              <a:off x="11120974" y="16661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049" name="Google Shape;7049;p115"/>
            <p:cNvCxnSpPr/>
            <p:nvPr/>
          </p:nvCxnSpPr>
          <p:spPr>
            <a:xfrm>
              <a:off x="13268401" y="3647986"/>
              <a:ext cx="0" cy="155752"/>
            </a:xfrm>
            <a:prstGeom prst="straightConnector1">
              <a:avLst/>
            </a:prstGeom>
            <a:noFill/>
            <a:ln cap="flat" cmpd="sng" w="19050">
              <a:solidFill>
                <a:schemeClr val="dk1"/>
              </a:solidFill>
              <a:prstDash val="solid"/>
              <a:round/>
              <a:headEnd len="med" w="med" type="none"/>
              <a:tailEnd len="med" w="med" type="none"/>
            </a:ln>
          </p:spPr>
        </p:cxnSp>
        <p:sp>
          <p:nvSpPr>
            <p:cNvPr id="7050" name="Google Shape;7050;p115"/>
            <p:cNvSpPr txBox="1"/>
            <p:nvPr/>
          </p:nvSpPr>
          <p:spPr>
            <a:xfrm>
              <a:off x="10662918" y="14916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1" name="Google Shape;7051;p115"/>
            <p:cNvSpPr txBox="1"/>
            <p:nvPr/>
          </p:nvSpPr>
          <p:spPr>
            <a:xfrm rot="-5400000">
              <a:off x="10693131" y="16209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052" name="Google Shape;7052;p115"/>
            <p:cNvCxnSpPr/>
            <p:nvPr/>
          </p:nvCxnSpPr>
          <p:spPr>
            <a:xfrm>
              <a:off x="11300864" y="1668859"/>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053" name="Google Shape;7053;p115"/>
            <p:cNvCxnSpPr/>
            <p:nvPr/>
          </p:nvCxnSpPr>
          <p:spPr>
            <a:xfrm>
              <a:off x="11277601" y="36263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054" name="Google Shape;7054;p115"/>
            <p:cNvSpPr txBox="1"/>
            <p:nvPr/>
          </p:nvSpPr>
          <p:spPr>
            <a:xfrm rot="-5400000">
              <a:off x="10440763" y="27080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055" name="Google Shape;7055;p115"/>
            <p:cNvSpPr/>
            <p:nvPr/>
          </p:nvSpPr>
          <p:spPr>
            <a:xfrm>
              <a:off x="13195300" y="1625600"/>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115"/>
            <p:cNvSpPr txBox="1"/>
            <p:nvPr/>
          </p:nvSpPr>
          <p:spPr>
            <a:xfrm>
              <a:off x="12948181" y="37648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7" name="Google Shape;7057;p115"/>
            <p:cNvSpPr/>
            <p:nvPr/>
          </p:nvSpPr>
          <p:spPr>
            <a:xfrm>
              <a:off x="13213792" y="197868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58" name="Google Shape;7058;p115"/>
            <p:cNvCxnSpPr/>
            <p:nvPr/>
          </p:nvCxnSpPr>
          <p:spPr>
            <a:xfrm>
              <a:off x="11261558" y="2061890"/>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059" name="Google Shape;7059;p115"/>
          <p:cNvSpPr/>
          <p:nvPr/>
        </p:nvSpPr>
        <p:spPr>
          <a:xfrm rot="-2408713">
            <a:off x="7883091" y="2781701"/>
            <a:ext cx="1203158" cy="529390"/>
          </a:xfrm>
          <a:prstGeom prst="ellipse">
            <a:avLst/>
          </a:prstGeom>
          <a:noFill/>
          <a:ln cap="flat" cmpd="sng" w="25400">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0" name="Google Shape;7060;p115"/>
          <p:cNvSpPr/>
          <p:nvPr/>
        </p:nvSpPr>
        <p:spPr>
          <a:xfrm>
            <a:off x="9577137" y="1414913"/>
            <a:ext cx="866274" cy="866274"/>
          </a:xfrm>
          <a:prstGeom prst="ellipse">
            <a:avLst/>
          </a:prstGeom>
          <a:noFill/>
          <a:ln cap="flat" cmpd="sng" w="28575">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61" name="Google Shape;7061;p115"/>
          <p:cNvGrpSpPr/>
          <p:nvPr/>
        </p:nvGrpSpPr>
        <p:grpSpPr>
          <a:xfrm>
            <a:off x="10048776" y="1568677"/>
            <a:ext cx="1915427" cy="480131"/>
            <a:chOff x="10048776" y="1376173"/>
            <a:chExt cx="1915427" cy="480131"/>
          </a:xfrm>
        </p:grpSpPr>
        <p:sp>
          <p:nvSpPr>
            <p:cNvPr id="7062" name="Google Shape;7062;p115"/>
            <p:cNvSpPr/>
            <p:nvPr/>
          </p:nvSpPr>
          <p:spPr>
            <a:xfrm>
              <a:off x="10048776" y="1414914"/>
              <a:ext cx="144379" cy="336885"/>
            </a:xfrm>
            <a:prstGeom prst="rightBrace">
              <a:avLst>
                <a:gd fmla="val 8333" name="adj1"/>
                <a:gd fmla="val 50000" name="adj2"/>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63" name="Google Shape;7063;p115"/>
            <p:cNvSpPr txBox="1"/>
            <p:nvPr/>
          </p:nvSpPr>
          <p:spPr>
            <a:xfrm>
              <a:off x="10148612" y="1376173"/>
              <a:ext cx="1815591" cy="4801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retransmissions</a:t>
              </a:r>
              <a:endParaRPr/>
            </a:p>
          </p:txBody>
        </p:sp>
      </p:grpSp>
      <p:sp>
        <p:nvSpPr>
          <p:cNvPr id="7064" name="Google Shape;7064;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34"/>
                                        </p:tgtEl>
                                        <p:attrNameLst>
                                          <p:attrName>style.visibility</p:attrName>
                                        </p:attrNameLst>
                                      </p:cBhvr>
                                      <p:to>
                                        <p:strVal val="visible"/>
                                      </p:to>
                                    </p:set>
                                    <p:animEffect filter="fade" transition="in">
                                      <p:cBhvr>
                                        <p:cTn dur="500"/>
                                        <p:tgtEl>
                                          <p:spTgt spid="703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7034"/>
                                        </p:tgtEl>
                                      </p:cBhvr>
                                    </p:animEffect>
                                    <p:set>
                                      <p:cBhvr>
                                        <p:cTn dur="1" fill="hold">
                                          <p:stCondLst>
                                            <p:cond delay="500"/>
                                          </p:stCondLst>
                                        </p:cTn>
                                        <p:tgtEl>
                                          <p:spTgt spid="7034"/>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033"/>
                                        </p:tgtEl>
                                      </p:cBhvr>
                                    </p:animEffect>
                                    <p:set>
                                      <p:cBhvr>
                                        <p:cTn dur="1" fill="hold">
                                          <p:stCondLst>
                                            <p:cond delay="500"/>
                                          </p:stCondLst>
                                        </p:cTn>
                                        <p:tgtEl>
                                          <p:spTgt spid="70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035"/>
                                        </p:tgtEl>
                                      </p:cBhvr>
                                    </p:animEffect>
                                    <p:set>
                                      <p:cBhvr>
                                        <p:cTn dur="1" fill="hold">
                                          <p:stCondLst>
                                            <p:cond delay="500"/>
                                          </p:stCondLst>
                                        </p:cTn>
                                        <p:tgtEl>
                                          <p:spTgt spid="70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0"/>
                                        </p:tgtEl>
                                        <p:attrNameLst>
                                          <p:attrName>style.visibility</p:attrName>
                                        </p:attrNameLst>
                                      </p:cBhvr>
                                      <p:to>
                                        <p:strVal val="visible"/>
                                      </p:to>
                                    </p:set>
                                    <p:animEffect filter="fade" transition="in">
                                      <p:cBhvr>
                                        <p:cTn dur="500"/>
                                        <p:tgtEl>
                                          <p:spTgt spid="7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9"/>
                                        </p:tgtEl>
                                        <p:attrNameLst>
                                          <p:attrName>style.visibility</p:attrName>
                                        </p:attrNameLst>
                                      </p:cBhvr>
                                      <p:to>
                                        <p:strVal val="visible"/>
                                      </p:to>
                                    </p:set>
                                    <p:animEffect filter="fade" transition="in">
                                      <p:cBhvr>
                                        <p:cTn dur="500"/>
                                        <p:tgtEl>
                                          <p:spTgt spid="7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0"/>
                                        </p:tgtEl>
                                        <p:attrNameLst>
                                          <p:attrName>style.visibility</p:attrName>
                                        </p:attrNameLst>
                                      </p:cBhvr>
                                      <p:to>
                                        <p:strVal val="visible"/>
                                      </p:to>
                                    </p:set>
                                    <p:animEffect filter="fade" transition="in">
                                      <p:cBhvr>
                                        <p:cTn dur="500"/>
                                        <p:tgtEl>
                                          <p:spTgt spid="7060"/>
                                        </p:tgtEl>
                                      </p:cBhvr>
                                    </p:animEffect>
                                  </p:childTnLst>
                                </p:cTn>
                              </p:par>
                              <p:par>
                                <p:cTn fill="hold" nodeType="withEffect" presetClass="exit" presetID="10" presetSubtype="0">
                                  <p:stCondLst>
                                    <p:cond delay="0"/>
                                  </p:stCondLst>
                                  <p:childTnLst>
                                    <p:animEffect filter="fade" transition="out">
                                      <p:cBhvr>
                                        <p:cTn dur="500"/>
                                        <p:tgtEl>
                                          <p:spTgt spid="7059"/>
                                        </p:tgtEl>
                                      </p:cBhvr>
                                    </p:animEffect>
                                    <p:set>
                                      <p:cBhvr>
                                        <p:cTn dur="1" fill="hold">
                                          <p:stCondLst>
                                            <p:cond delay="500"/>
                                          </p:stCondLst>
                                        </p:cTn>
                                        <p:tgtEl>
                                          <p:spTgt spid="70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7"/>
                                        </p:tgtEl>
                                        <p:attrNameLst>
                                          <p:attrName>style.visibility</p:attrName>
                                        </p:attrNameLst>
                                      </p:cBhvr>
                                      <p:to>
                                        <p:strVal val="visible"/>
                                      </p:to>
                                    </p:set>
                                    <p:animEffect filter="fade" transition="in">
                                      <p:cBhvr>
                                        <p:cTn dur="500"/>
                                        <p:tgtEl>
                                          <p:spTgt spid="7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1"/>
                                        </p:tgtEl>
                                        <p:attrNameLst>
                                          <p:attrName>style.visibility</p:attrName>
                                        </p:attrNameLst>
                                      </p:cBhvr>
                                      <p:to>
                                        <p:strVal val="visible"/>
                                      </p:to>
                                    </p:set>
                                    <p:animEffect filter="fade" transition="in">
                                      <p:cBhvr>
                                        <p:cTn dur="500"/>
                                        <p:tgtEl>
                                          <p:spTgt spid="7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9" name="Shape 7069"/>
        <p:cNvGrpSpPr/>
        <p:nvPr/>
      </p:nvGrpSpPr>
      <p:grpSpPr>
        <a:xfrm>
          <a:off x="0" y="0"/>
          <a:ext cx="0" cy="0"/>
          <a:chOff x="0" y="0"/>
          <a:chExt cx="0" cy="0"/>
        </a:xfrm>
      </p:grpSpPr>
      <p:sp>
        <p:nvSpPr>
          <p:cNvPr id="7070" name="Google Shape;7070;p116"/>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1" name="Google Shape;7071;p116"/>
          <p:cNvGrpSpPr/>
          <p:nvPr/>
        </p:nvGrpSpPr>
        <p:grpSpPr>
          <a:xfrm>
            <a:off x="6249435" y="5024056"/>
            <a:ext cx="720732" cy="1182930"/>
            <a:chOff x="10910965" y="2513124"/>
            <a:chExt cx="586768" cy="904023"/>
          </a:xfrm>
        </p:grpSpPr>
        <p:sp>
          <p:nvSpPr>
            <p:cNvPr id="7072" name="Google Shape;707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73" name="Google Shape;707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4" name="Google Shape;707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5" name="Google Shape;707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6" name="Google Shape;707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77" name="Google Shape;7077;p116"/>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8" name="Google Shape;7078;p116"/>
          <p:cNvGrpSpPr/>
          <p:nvPr/>
        </p:nvGrpSpPr>
        <p:grpSpPr>
          <a:xfrm>
            <a:off x="1278678" y="4683698"/>
            <a:ext cx="720732" cy="1182930"/>
            <a:chOff x="10910965" y="2513124"/>
            <a:chExt cx="586768" cy="904023"/>
          </a:xfrm>
        </p:grpSpPr>
        <p:sp>
          <p:nvSpPr>
            <p:cNvPr id="7079" name="Google Shape;7079;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0" name="Google Shape;7080;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1" name="Google Shape;7081;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2" name="Google Shape;7082;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3" name="Google Shape;7083;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84" name="Google Shape;7084;p116"/>
          <p:cNvGrpSpPr/>
          <p:nvPr/>
        </p:nvGrpSpPr>
        <p:grpSpPr>
          <a:xfrm>
            <a:off x="2355044" y="3521091"/>
            <a:ext cx="720732" cy="1182930"/>
            <a:chOff x="10910965" y="2513124"/>
            <a:chExt cx="586768" cy="904023"/>
          </a:xfrm>
        </p:grpSpPr>
        <p:sp>
          <p:nvSpPr>
            <p:cNvPr id="7085" name="Google Shape;7085;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6" name="Google Shape;7086;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7" name="Google Shape;7087;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8" name="Google Shape;7088;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9" name="Google Shape;7089;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90" name="Google Shape;7090;p116"/>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91" name="Google Shape;7091;p116"/>
          <p:cNvGrpSpPr/>
          <p:nvPr/>
        </p:nvGrpSpPr>
        <p:grpSpPr>
          <a:xfrm>
            <a:off x="6698918" y="3667889"/>
            <a:ext cx="720732" cy="1182930"/>
            <a:chOff x="10910965" y="2513124"/>
            <a:chExt cx="586768" cy="904023"/>
          </a:xfrm>
        </p:grpSpPr>
        <p:sp>
          <p:nvSpPr>
            <p:cNvPr id="7092" name="Google Shape;709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93" name="Google Shape;709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4" name="Google Shape;709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5" name="Google Shape;709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6" name="Google Shape;709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97" name="Google Shape;7097;p116"/>
          <p:cNvGrpSpPr/>
          <p:nvPr/>
        </p:nvGrpSpPr>
        <p:grpSpPr>
          <a:xfrm>
            <a:off x="3770696" y="5033645"/>
            <a:ext cx="1286871" cy="734927"/>
            <a:chOff x="7493876" y="2774731"/>
            <a:chExt cx="1481958" cy="894622"/>
          </a:xfrm>
        </p:grpSpPr>
        <p:sp>
          <p:nvSpPr>
            <p:cNvPr id="7098" name="Google Shape;7098;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99" name="Google Shape;7099;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00" name="Google Shape;7100;p116"/>
            <p:cNvGrpSpPr/>
            <p:nvPr/>
          </p:nvGrpSpPr>
          <p:grpSpPr>
            <a:xfrm>
              <a:off x="7713663" y="2848339"/>
              <a:ext cx="1042107" cy="425543"/>
              <a:chOff x="7786941" y="2884917"/>
              <a:chExt cx="897649" cy="353919"/>
            </a:xfrm>
          </p:grpSpPr>
          <p:sp>
            <p:nvSpPr>
              <p:cNvPr id="7101" name="Google Shape;7101;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2" name="Google Shape;7102;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3" name="Google Shape;7103;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4" name="Google Shape;7104;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05" name="Google Shape;7105;p116"/>
          <p:cNvGrpSpPr/>
          <p:nvPr/>
        </p:nvGrpSpPr>
        <p:grpSpPr>
          <a:xfrm>
            <a:off x="1317421" y="3877120"/>
            <a:ext cx="645431" cy="569172"/>
            <a:chOff x="-44" y="1473"/>
            <a:chExt cx="981" cy="1105"/>
          </a:xfrm>
        </p:grpSpPr>
        <p:pic>
          <p:nvPicPr>
            <p:cNvPr descr="desktop_computer_stylized_medium" id="7106" name="Google Shape;7106;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07" name="Google Shape;7107;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08" name="Google Shape;7108;p116"/>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109" name="Google Shape;7109;p116"/>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7110" name="Google Shape;7110;p116"/>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7111" name="Google Shape;7111;p116"/>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7112" name="Google Shape;7112;p116"/>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3" name="Google Shape;7113;p116"/>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4" name="Google Shape;7114;p116"/>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7115" name="Google Shape;7115;p116"/>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16" name="Google Shape;7116;p116"/>
          <p:cNvGrpSpPr/>
          <p:nvPr/>
        </p:nvGrpSpPr>
        <p:grpSpPr>
          <a:xfrm>
            <a:off x="7531958" y="4473878"/>
            <a:ext cx="284691" cy="577481"/>
            <a:chOff x="4140" y="429"/>
            <a:chExt cx="1425" cy="2396"/>
          </a:xfrm>
        </p:grpSpPr>
        <p:sp>
          <p:nvSpPr>
            <p:cNvPr id="7117" name="Google Shape;7117;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8" name="Google Shape;7118;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9" name="Google Shape;7119;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0" name="Google Shape;7120;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1" name="Google Shape;7121;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2" name="Google Shape;7122;p116"/>
            <p:cNvGrpSpPr/>
            <p:nvPr/>
          </p:nvGrpSpPr>
          <p:grpSpPr>
            <a:xfrm>
              <a:off x="4745" y="670"/>
              <a:ext cx="586" cy="146"/>
              <a:chOff x="609" y="2570"/>
              <a:chExt cx="731" cy="140"/>
            </a:xfrm>
          </p:grpSpPr>
          <p:sp>
            <p:nvSpPr>
              <p:cNvPr id="7123" name="Google Shape;7123;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4" name="Google Shape;7124;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5" name="Google Shape;7125;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6" name="Google Shape;7126;p116"/>
            <p:cNvGrpSpPr/>
            <p:nvPr/>
          </p:nvGrpSpPr>
          <p:grpSpPr>
            <a:xfrm>
              <a:off x="4745" y="998"/>
              <a:ext cx="586" cy="129"/>
              <a:chOff x="612" y="2572"/>
              <a:chExt cx="731" cy="134"/>
            </a:xfrm>
          </p:grpSpPr>
          <p:sp>
            <p:nvSpPr>
              <p:cNvPr id="7127" name="Google Shape;7127;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8" name="Google Shape;7128;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9" name="Google Shape;7129;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0" name="Google Shape;7130;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1" name="Google Shape;7131;p116"/>
            <p:cNvGrpSpPr/>
            <p:nvPr/>
          </p:nvGrpSpPr>
          <p:grpSpPr>
            <a:xfrm>
              <a:off x="4735" y="1627"/>
              <a:ext cx="586" cy="215"/>
              <a:chOff x="614" y="2568"/>
              <a:chExt cx="730" cy="198"/>
            </a:xfrm>
          </p:grpSpPr>
          <p:sp>
            <p:nvSpPr>
              <p:cNvPr id="7132" name="Google Shape;7132;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3" name="Google Shape;7133;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4" name="Google Shape;7134;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5" name="Google Shape;7135;p116"/>
            <p:cNvGrpSpPr/>
            <p:nvPr/>
          </p:nvGrpSpPr>
          <p:grpSpPr>
            <a:xfrm>
              <a:off x="4735" y="1325"/>
              <a:ext cx="586" cy="138"/>
              <a:chOff x="609" y="2566"/>
              <a:chExt cx="730" cy="138"/>
            </a:xfrm>
          </p:grpSpPr>
          <p:sp>
            <p:nvSpPr>
              <p:cNvPr id="7136" name="Google Shape;7136;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7" name="Google Shape;7137;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8" name="Google Shape;7138;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9" name="Google Shape;7139;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0" name="Google Shape;7140;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1" name="Google Shape;7141;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2" name="Google Shape;7142;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3" name="Google Shape;7143;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4" name="Google Shape;7144;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5" name="Google Shape;7145;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6" name="Google Shape;7146;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47" name="Google Shape;7147;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8" name="Google Shape;7148;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49" name="Google Shape;7149;p116"/>
          <p:cNvGrpSpPr/>
          <p:nvPr/>
        </p:nvGrpSpPr>
        <p:grpSpPr>
          <a:xfrm>
            <a:off x="585296" y="5655276"/>
            <a:ext cx="645431" cy="569172"/>
            <a:chOff x="-44" y="1473"/>
            <a:chExt cx="981" cy="1105"/>
          </a:xfrm>
        </p:grpSpPr>
        <p:pic>
          <p:nvPicPr>
            <p:cNvPr descr="desktop_computer_stylized_medium" id="7150" name="Google Shape;7150;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51" name="Google Shape;7151;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52" name="Google Shape;7152;p116"/>
          <p:cNvGrpSpPr/>
          <p:nvPr/>
        </p:nvGrpSpPr>
        <p:grpSpPr>
          <a:xfrm>
            <a:off x="7141970" y="5736859"/>
            <a:ext cx="284691" cy="577481"/>
            <a:chOff x="4140" y="429"/>
            <a:chExt cx="1425" cy="2396"/>
          </a:xfrm>
        </p:grpSpPr>
        <p:sp>
          <p:nvSpPr>
            <p:cNvPr id="7153" name="Google Shape;7153;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4" name="Google Shape;7154;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5" name="Google Shape;7155;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6" name="Google Shape;7156;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7" name="Google Shape;7157;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58" name="Google Shape;7158;p116"/>
            <p:cNvGrpSpPr/>
            <p:nvPr/>
          </p:nvGrpSpPr>
          <p:grpSpPr>
            <a:xfrm>
              <a:off x="4745" y="670"/>
              <a:ext cx="586" cy="146"/>
              <a:chOff x="609" y="2570"/>
              <a:chExt cx="731" cy="140"/>
            </a:xfrm>
          </p:grpSpPr>
          <p:sp>
            <p:nvSpPr>
              <p:cNvPr id="7159" name="Google Shape;7159;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0" name="Google Shape;7160;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1" name="Google Shape;7161;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2" name="Google Shape;7162;p116"/>
            <p:cNvGrpSpPr/>
            <p:nvPr/>
          </p:nvGrpSpPr>
          <p:grpSpPr>
            <a:xfrm>
              <a:off x="4745" y="998"/>
              <a:ext cx="586" cy="129"/>
              <a:chOff x="612" y="2572"/>
              <a:chExt cx="731" cy="134"/>
            </a:xfrm>
          </p:grpSpPr>
          <p:sp>
            <p:nvSpPr>
              <p:cNvPr id="7163" name="Google Shape;7163;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4" name="Google Shape;7164;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5" name="Google Shape;7165;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6" name="Google Shape;7166;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7" name="Google Shape;7167;p116"/>
            <p:cNvGrpSpPr/>
            <p:nvPr/>
          </p:nvGrpSpPr>
          <p:grpSpPr>
            <a:xfrm>
              <a:off x="4735" y="1627"/>
              <a:ext cx="586" cy="215"/>
              <a:chOff x="614" y="2568"/>
              <a:chExt cx="730" cy="198"/>
            </a:xfrm>
          </p:grpSpPr>
          <p:sp>
            <p:nvSpPr>
              <p:cNvPr id="7168" name="Google Shape;7168;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9" name="Google Shape;7169;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0" name="Google Shape;7170;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71" name="Google Shape;7171;p116"/>
            <p:cNvGrpSpPr/>
            <p:nvPr/>
          </p:nvGrpSpPr>
          <p:grpSpPr>
            <a:xfrm>
              <a:off x="4735" y="1325"/>
              <a:ext cx="586" cy="138"/>
              <a:chOff x="609" y="2566"/>
              <a:chExt cx="730" cy="138"/>
            </a:xfrm>
          </p:grpSpPr>
          <p:sp>
            <p:nvSpPr>
              <p:cNvPr id="7172" name="Google Shape;7172;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3" name="Google Shape;7173;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4" name="Google Shape;7174;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5" name="Google Shape;7175;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6" name="Google Shape;7176;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7" name="Google Shape;7177;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8" name="Google Shape;7178;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9" name="Google Shape;7179;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0" name="Google Shape;7180;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1" name="Google Shape;7181;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2" name="Google Shape;7182;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83" name="Google Shape;7183;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4" name="Google Shape;7184;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185" name="Google Shape;7185;p116"/>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186" name="Google Shape;7186;p116"/>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187" name="Google Shape;7187;p116"/>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88" name="Google Shape;7188;p116"/>
          <p:cNvGrpSpPr/>
          <p:nvPr/>
        </p:nvGrpSpPr>
        <p:grpSpPr>
          <a:xfrm>
            <a:off x="2749090" y="3427413"/>
            <a:ext cx="2851610" cy="946150"/>
            <a:chOff x="2749090" y="3427413"/>
            <a:chExt cx="2851610" cy="946150"/>
          </a:xfrm>
        </p:grpSpPr>
        <p:sp>
          <p:nvSpPr>
            <p:cNvPr id="7189" name="Google Shape;7189;p116"/>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190" name="Google Shape;7190;p116"/>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191" name="Google Shape;7191;p116"/>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192" name="Google Shape;7192;p116"/>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193" name="Google Shape;7193;p116"/>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194" name="Google Shape;7194;p116"/>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195" name="Google Shape;7195;p116"/>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196" name="Google Shape;7196;p116"/>
          <p:cNvGrpSpPr/>
          <p:nvPr/>
        </p:nvGrpSpPr>
        <p:grpSpPr>
          <a:xfrm>
            <a:off x="2913490" y="5218953"/>
            <a:ext cx="1938730" cy="1300181"/>
            <a:chOff x="2913490" y="5218953"/>
            <a:chExt cx="1938730" cy="1300181"/>
          </a:xfrm>
        </p:grpSpPr>
        <p:sp>
          <p:nvSpPr>
            <p:cNvPr id="7197" name="Google Shape;7197;p116"/>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198" name="Google Shape;7198;p116"/>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199" name="Google Shape;7199;p116"/>
            <p:cNvGrpSpPr/>
            <p:nvPr/>
          </p:nvGrpSpPr>
          <p:grpSpPr>
            <a:xfrm>
              <a:off x="4030362" y="5218953"/>
              <a:ext cx="821858" cy="355937"/>
              <a:chOff x="6859123" y="5156933"/>
              <a:chExt cx="456701" cy="226548"/>
            </a:xfrm>
          </p:grpSpPr>
          <p:sp>
            <p:nvSpPr>
              <p:cNvPr id="7200" name="Google Shape;7200;p116"/>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01" name="Google Shape;7201;p116"/>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2" name="Google Shape;7202;p116"/>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3" name="Google Shape;7203;p116"/>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4" name="Google Shape;7204;p116"/>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5" name="Google Shape;7205;p116"/>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6" name="Google Shape;7206;p116"/>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7" name="Google Shape;7207;p116"/>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208" name="Google Shape;7208;p116"/>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09" name="Google Shape;7209;p116"/>
          <p:cNvGrpSpPr/>
          <p:nvPr/>
        </p:nvGrpSpPr>
        <p:grpSpPr>
          <a:xfrm>
            <a:off x="1586591" y="4743924"/>
            <a:ext cx="4913849" cy="1346072"/>
            <a:chOff x="5641439" y="2685215"/>
            <a:chExt cx="4000500" cy="1028700"/>
          </a:xfrm>
        </p:grpSpPr>
        <p:sp>
          <p:nvSpPr>
            <p:cNvPr id="7210" name="Google Shape;7210;p116"/>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1" name="Google Shape;7211;p116"/>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212" name="Google Shape;7212;p116"/>
          <p:cNvGrpSpPr/>
          <p:nvPr/>
        </p:nvGrpSpPr>
        <p:grpSpPr>
          <a:xfrm>
            <a:off x="3289650" y="5336775"/>
            <a:ext cx="2124396" cy="604097"/>
            <a:chOff x="3289650" y="5336775"/>
            <a:chExt cx="2124396" cy="604097"/>
          </a:xfrm>
        </p:grpSpPr>
        <p:sp>
          <p:nvSpPr>
            <p:cNvPr id="7213" name="Google Shape;7213;p116"/>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214" name="Google Shape;7214;p116"/>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215" name="Google Shape;7215;p116"/>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cxnSp>
        <p:nvCxnSpPr>
          <p:cNvPr id="7216" name="Google Shape;7216;p116"/>
          <p:cNvCxnSpPr/>
          <p:nvPr/>
        </p:nvCxnSpPr>
        <p:spPr>
          <a:xfrm flipH="1">
            <a:off x="3021013" y="4878388"/>
            <a:ext cx="538162" cy="1587"/>
          </a:xfrm>
          <a:prstGeom prst="straightConnector1">
            <a:avLst/>
          </a:prstGeom>
          <a:noFill/>
          <a:ln cap="flat" cmpd="sng" w="9525">
            <a:solidFill>
              <a:srgbClr val="000000"/>
            </a:solidFill>
            <a:prstDash val="solid"/>
            <a:round/>
            <a:headEnd len="med" w="med" type="none"/>
            <a:tailEnd len="med" w="med" type="none"/>
          </a:ln>
        </p:spPr>
      </p:cxnSp>
      <p:sp>
        <p:nvSpPr>
          <p:cNvPr id="7217" name="Google Shape;7217;p116"/>
          <p:cNvSpPr/>
          <p:nvPr/>
        </p:nvSpPr>
        <p:spPr>
          <a:xfrm>
            <a:off x="2763838" y="3638550"/>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8" name="Google Shape;7218;p116"/>
          <p:cNvSpPr/>
          <p:nvPr/>
        </p:nvSpPr>
        <p:spPr>
          <a:xfrm>
            <a:off x="2822575" y="3698875"/>
            <a:ext cx="4210050" cy="1646238"/>
          </a:xfrm>
          <a:custGeom>
            <a:rect b="b" l="l" r="r" t="t"/>
            <a:pathLst>
              <a:path extrusionOk="0" h="2010" w="5400">
                <a:moveTo>
                  <a:pt x="0" y="0"/>
                </a:moveTo>
                <a:lnTo>
                  <a:pt x="0" y="1485"/>
                </a:lnTo>
                <a:lnTo>
                  <a:pt x="1005" y="1500"/>
                </a:lnTo>
                <a:lnTo>
                  <a:pt x="540" y="2010"/>
                </a:lnTo>
                <a:lnTo>
                  <a:pt x="3615" y="2010"/>
                </a:lnTo>
                <a:lnTo>
                  <a:pt x="4350" y="1275"/>
                </a:lnTo>
                <a:lnTo>
                  <a:pt x="5400" y="1290"/>
                </a:lnTo>
                <a:lnTo>
                  <a:pt x="5400" y="12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9" name="Google Shape;7219;p116"/>
          <p:cNvSpPr/>
          <p:nvPr/>
        </p:nvSpPr>
        <p:spPr>
          <a:xfrm>
            <a:off x="2763838" y="3871913"/>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20" name="Google Shape;7220;p116"/>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1" name="Google Shape;7221;p116"/>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2" name="Google Shape;7222;p116"/>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grpSp>
        <p:nvGrpSpPr>
          <p:cNvPr id="7223" name="Google Shape;7223;p116"/>
          <p:cNvGrpSpPr/>
          <p:nvPr/>
        </p:nvGrpSpPr>
        <p:grpSpPr>
          <a:xfrm>
            <a:off x="1376363" y="3300413"/>
            <a:ext cx="947737" cy="869950"/>
            <a:chOff x="3283" y="2142"/>
            <a:chExt cx="597" cy="548"/>
          </a:xfrm>
        </p:grpSpPr>
        <p:grpSp>
          <p:nvGrpSpPr>
            <p:cNvPr id="7224" name="Google Shape;7224;p116"/>
            <p:cNvGrpSpPr/>
            <p:nvPr/>
          </p:nvGrpSpPr>
          <p:grpSpPr>
            <a:xfrm>
              <a:off x="3283" y="2387"/>
              <a:ext cx="597" cy="303"/>
              <a:chOff x="990" y="4570"/>
              <a:chExt cx="597" cy="380"/>
            </a:xfrm>
          </p:grpSpPr>
          <p:pic>
            <p:nvPicPr>
              <p:cNvPr id="7225" name="Google Shape;7225;p116"/>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7226" name="Google Shape;7226;p116"/>
              <p:cNvSpPr/>
              <p:nvPr/>
            </p:nvSpPr>
            <p:spPr>
              <a:xfrm>
                <a:off x="1124" y="4679"/>
                <a:ext cx="360"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7" name="Google Shape;7227;p116"/>
            <p:cNvSpPr txBox="1"/>
            <p:nvPr/>
          </p:nvSpPr>
          <p:spPr>
            <a:xfrm>
              <a:off x="3343" y="2461"/>
              <a:ext cx="479" cy="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timeout</a:t>
              </a:r>
              <a:endParaRPr/>
            </a:p>
          </p:txBody>
        </p:sp>
        <p:pic>
          <p:nvPicPr>
            <p:cNvPr id="7228" name="Google Shape;7228;p116"/>
            <p:cNvPicPr preferRelativeResize="0"/>
            <p:nvPr/>
          </p:nvPicPr>
          <p:blipFill rotWithShape="1">
            <a:blip r:embed="rId5">
              <a:alphaModFix/>
            </a:blip>
            <a:srcRect b="0" l="0" r="0" t="0"/>
            <a:stretch/>
          </p:blipFill>
          <p:spPr>
            <a:xfrm flipH="1">
              <a:off x="3419" y="2142"/>
              <a:ext cx="262" cy="245"/>
            </a:xfrm>
            <a:prstGeom prst="rect">
              <a:avLst/>
            </a:prstGeom>
            <a:noFill/>
            <a:ln>
              <a:noFill/>
            </a:ln>
          </p:spPr>
        </p:pic>
      </p:grpSp>
      <p:sp>
        <p:nvSpPr>
          <p:cNvPr id="7229" name="Google Shape;7229;p116"/>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230" name="Google Shape;7230;p116"/>
          <p:cNvSpPr txBox="1"/>
          <p:nvPr/>
        </p:nvSpPr>
        <p:spPr>
          <a:xfrm>
            <a:off x="3724275"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grpSp>
        <p:nvGrpSpPr>
          <p:cNvPr id="7231" name="Google Shape;7231;p116"/>
          <p:cNvGrpSpPr/>
          <p:nvPr/>
        </p:nvGrpSpPr>
        <p:grpSpPr>
          <a:xfrm>
            <a:off x="10022277" y="2256302"/>
            <a:ext cx="2018927" cy="1905034"/>
            <a:chOff x="10022277" y="2034920"/>
            <a:chExt cx="2018927" cy="1905034"/>
          </a:xfrm>
        </p:grpSpPr>
        <p:sp>
          <p:nvSpPr>
            <p:cNvPr id="7232" name="Google Shape;7232;p116"/>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33" name="Google Shape;7233;p116"/>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34" name="Google Shape;7234;p116"/>
          <p:cNvGrpSpPr/>
          <p:nvPr/>
        </p:nvGrpSpPr>
        <p:grpSpPr>
          <a:xfrm>
            <a:off x="10040109" y="1751513"/>
            <a:ext cx="1904433" cy="674031"/>
            <a:chOff x="10040109" y="1530131"/>
            <a:chExt cx="1904433" cy="674031"/>
          </a:xfrm>
        </p:grpSpPr>
        <p:sp>
          <p:nvSpPr>
            <p:cNvPr id="7235" name="Google Shape;7235;p116"/>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36" name="Google Shape;7236;p116"/>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37" name="Google Shape;7237;p116"/>
          <p:cNvGrpSpPr/>
          <p:nvPr/>
        </p:nvGrpSpPr>
        <p:grpSpPr>
          <a:xfrm>
            <a:off x="7361453" y="1421562"/>
            <a:ext cx="3100386" cy="2791471"/>
            <a:chOff x="7361453" y="1200180"/>
            <a:chExt cx="3100386" cy="2791471"/>
          </a:xfrm>
        </p:grpSpPr>
        <p:sp>
          <p:nvSpPr>
            <p:cNvPr id="7238" name="Google Shape;7238;p116"/>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39" name="Google Shape;7239;p116"/>
            <p:cNvGrpSpPr/>
            <p:nvPr/>
          </p:nvGrpSpPr>
          <p:grpSpPr>
            <a:xfrm>
              <a:off x="8776235" y="3317988"/>
              <a:ext cx="458788" cy="400051"/>
              <a:chOff x="3583" y="1761"/>
              <a:chExt cx="289" cy="252"/>
            </a:xfrm>
          </p:grpSpPr>
          <p:sp>
            <p:nvSpPr>
              <p:cNvPr id="7240" name="Google Shape;7240;p116"/>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41" name="Google Shape;7241;p116"/>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42" name="Google Shape;7242;p116"/>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43" name="Google Shape;7243;p116"/>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44" name="Google Shape;7244;p116"/>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45" name="Google Shape;7245;p116"/>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46" name="Google Shape;7246;p116"/>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47" name="Google Shape;7247;p116"/>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48" name="Google Shape;7248;p116"/>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49" name="Google Shape;7249;p116"/>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50" name="Google Shape;7250;p116"/>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51" name="Google Shape;7251;p116"/>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52" name="Google Shape;7252;p116"/>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53" name="Google Shape;7253;p116"/>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54" name="Google Shape;7254;p116"/>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5" name="Google Shape;7255;p116"/>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56" name="Google Shape;7256;p116"/>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7" name="Google Shape;7257;p116"/>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58" name="Google Shape;7258;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0"/>
                                        </p:tgtEl>
                                        <p:attrNameLst>
                                          <p:attrName>style.visibility</p:attrName>
                                        </p:attrNameLst>
                                      </p:cBhvr>
                                      <p:to>
                                        <p:strVal val="visible"/>
                                      </p:to>
                                    </p:set>
                                    <p:animEffect filter="fade" transition="in">
                                      <p:cBhvr>
                                        <p:cTn dur="500"/>
                                        <p:tgtEl>
                                          <p:spTgt spid="72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21"/>
                                        </p:tgtEl>
                                        <p:attrNameLst>
                                          <p:attrName>style.visibility</p:attrName>
                                        </p:attrNameLst>
                                      </p:cBhvr>
                                      <p:to>
                                        <p:strVal val="visible"/>
                                      </p:to>
                                    </p:set>
                                    <p:animEffect filter="fade" transition="in">
                                      <p:cBhvr>
                                        <p:cTn dur="500"/>
                                        <p:tgtEl>
                                          <p:spTgt spid="7221"/>
                                        </p:tgtEl>
                                      </p:cBhvr>
                                    </p:animEffect>
                                  </p:childTnLst>
                                </p:cTn>
                              </p:par>
                              <p:par>
                                <p:cTn fill="hold" nodeType="withEffect" presetClass="entr" presetID="10" presetSubtype="0">
                                  <p:stCondLst>
                                    <p:cond delay="0"/>
                                  </p:stCondLst>
                                  <p:childTnLst>
                                    <p:set>
                                      <p:cBhvr>
                                        <p:cTn dur="1" fill="hold">
                                          <p:stCondLst>
                                            <p:cond delay="0"/>
                                          </p:stCondLst>
                                        </p:cTn>
                                        <p:tgtEl>
                                          <p:spTgt spid="7222"/>
                                        </p:tgtEl>
                                        <p:attrNameLst>
                                          <p:attrName>style.visibility</p:attrName>
                                        </p:attrNameLst>
                                      </p:cBhvr>
                                      <p:to>
                                        <p:strVal val="visible"/>
                                      </p:to>
                                    </p:set>
                                    <p:animEffect filter="fade" transition="in">
                                      <p:cBhvr>
                                        <p:cTn dur="500"/>
                                        <p:tgtEl>
                                          <p:spTgt spid="722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222"/>
                                        </p:tgtEl>
                                      </p:cBhvr>
                                    </p:animEffect>
                                    <p:set>
                                      <p:cBhvr>
                                        <p:cTn dur="1" fill="hold">
                                          <p:stCondLst>
                                            <p:cond delay="500"/>
                                          </p:stCondLst>
                                        </p:cTn>
                                        <p:tgtEl>
                                          <p:spTgt spid="7222"/>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230"/>
                                        </p:tgtEl>
                                        <p:attrNameLst>
                                          <p:attrName>style.visibility</p:attrName>
                                        </p:attrNameLst>
                                      </p:cBhvr>
                                      <p:to>
                                        <p:strVal val="visible"/>
                                      </p:to>
                                    </p:set>
                                    <p:animEffect filter="fade" transition="in">
                                      <p:cBhvr>
                                        <p:cTn dur="500"/>
                                        <p:tgtEl>
                                          <p:spTgt spid="7230"/>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7230"/>
                                        </p:tgtEl>
                                      </p:cBhvr>
                                    </p:animEffect>
                                    <p:set>
                                      <p:cBhvr>
                                        <p:cTn dur="1" fill="hold">
                                          <p:stCondLst>
                                            <p:cond delay="500"/>
                                          </p:stCondLst>
                                        </p:cTn>
                                        <p:tgtEl>
                                          <p:spTgt spid="7230"/>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223"/>
                                        </p:tgtEl>
                                        <p:attrNameLst>
                                          <p:attrName>style.visibility</p:attrName>
                                        </p:attrNameLst>
                                      </p:cBhvr>
                                      <p:to>
                                        <p:strVal val="visible"/>
                                      </p:to>
                                    </p:set>
                                    <p:animEffect filter="fade" transition="in">
                                      <p:cBhvr>
                                        <p:cTn dur="500"/>
                                        <p:tgtEl>
                                          <p:spTgt spid="7223"/>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7223"/>
                                        </p:tgtEl>
                                      </p:cBhvr>
                                    </p:animEffect>
                                    <p:set>
                                      <p:cBhvr>
                                        <p:cTn dur="1" fill="hold">
                                          <p:stCondLst>
                                            <p:cond delay="500"/>
                                          </p:stCondLst>
                                        </p:cTn>
                                        <p:tgtEl>
                                          <p:spTgt spid="7223"/>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7220"/>
                                        </p:tgtEl>
                                      </p:cBhvr>
                                    </p:animEffect>
                                    <p:set>
                                      <p:cBhvr>
                                        <p:cTn dur="1" fill="hold">
                                          <p:stCondLst>
                                            <p:cond delay="500"/>
                                          </p:stCondLst>
                                        </p:cTn>
                                        <p:tgtEl>
                                          <p:spTgt spid="7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7"/>
                                        </p:tgtEl>
                                        <p:attrNameLst>
                                          <p:attrName>style.visibility</p:attrName>
                                        </p:attrNameLst>
                                      </p:cBhvr>
                                      <p:to>
                                        <p:strVal val="visible"/>
                                      </p:to>
                                    </p:set>
                                    <p:animEffect filter="fade" transition="in">
                                      <p:cBhvr>
                                        <p:cTn dur="500"/>
                                        <p:tgtEl>
                                          <p:spTgt spid="7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1"/>
                                        </p:tgtEl>
                                        <p:attrNameLst>
                                          <p:attrName>style.visibility</p:attrName>
                                        </p:attrNameLst>
                                      </p:cBhvr>
                                      <p:to>
                                        <p:strVal val="visible"/>
                                      </p:to>
                                    </p:set>
                                    <p:animEffect filter="fade" transition="in">
                                      <p:cBhvr>
                                        <p:cTn dur="500"/>
                                        <p:tgtEl>
                                          <p:spTgt spid="7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4"/>
                                        </p:tgtEl>
                                        <p:attrNameLst>
                                          <p:attrName>style.visibility</p:attrName>
                                        </p:attrNameLst>
                                      </p:cBhvr>
                                      <p:to>
                                        <p:strVal val="visible"/>
                                      </p:to>
                                    </p:set>
                                    <p:animEffect filter="fade" transition="in">
                                      <p:cBhvr>
                                        <p:cTn dur="500"/>
                                        <p:tgtEl>
                                          <p:spTgt spid="7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3" name="Shape 7263"/>
        <p:cNvGrpSpPr/>
        <p:nvPr/>
      </p:nvGrpSpPr>
      <p:grpSpPr>
        <a:xfrm>
          <a:off x="0" y="0"/>
          <a:ext cx="0" cy="0"/>
          <a:chOff x="0" y="0"/>
          <a:chExt cx="0" cy="0"/>
        </a:xfrm>
      </p:grpSpPr>
      <p:sp>
        <p:nvSpPr>
          <p:cNvPr id="7264" name="Google Shape;7264;p117"/>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265" name="Google Shape;7265;p117"/>
          <p:cNvSpPr/>
          <p:nvPr/>
        </p:nvSpPr>
        <p:spPr>
          <a:xfrm>
            <a:off x="1474555" y="3993105"/>
            <a:ext cx="9386733" cy="2159366"/>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“costs” of congestion:</a:t>
            </a:r>
            <a:r>
              <a:rPr b="0" i="0" lang="en-US" sz="2800" u="none" cap="none" strike="noStrike">
                <a:solidFill>
                  <a:srgbClr val="000000"/>
                </a:solidFill>
                <a:latin typeface="Calibri"/>
                <a:ea typeface="Calibri"/>
                <a:cs typeface="Calibri"/>
                <a:sym typeface="Calibri"/>
              </a:rPr>
              <a:t> </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more work (retransmission) for given receiver throughput</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unneeded retransmissions: link carries multiple copies of a packet</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decreasing maximum achievable throughput</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Gill Sans"/>
              <a:ea typeface="Gill Sans"/>
              <a:cs typeface="Gill Sans"/>
              <a:sym typeface="Gill Sans"/>
            </a:endParaRPr>
          </a:p>
        </p:txBody>
      </p:sp>
      <p:sp>
        <p:nvSpPr>
          <p:cNvPr id="7266" name="Google Shape;7266;p117"/>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7267" name="Google Shape;7267;p117"/>
          <p:cNvGrpSpPr/>
          <p:nvPr/>
        </p:nvGrpSpPr>
        <p:grpSpPr>
          <a:xfrm>
            <a:off x="10022277" y="2256302"/>
            <a:ext cx="2018927" cy="1905034"/>
            <a:chOff x="10022277" y="2034920"/>
            <a:chExt cx="2018927" cy="1905034"/>
          </a:xfrm>
        </p:grpSpPr>
        <p:sp>
          <p:nvSpPr>
            <p:cNvPr id="7268" name="Google Shape;7268;p117"/>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69" name="Google Shape;7269;p117"/>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70" name="Google Shape;7270;p117"/>
          <p:cNvGrpSpPr/>
          <p:nvPr/>
        </p:nvGrpSpPr>
        <p:grpSpPr>
          <a:xfrm>
            <a:off x="10040109" y="1751513"/>
            <a:ext cx="1904433" cy="674031"/>
            <a:chOff x="10040109" y="1530131"/>
            <a:chExt cx="1904433" cy="674031"/>
          </a:xfrm>
        </p:grpSpPr>
        <p:sp>
          <p:nvSpPr>
            <p:cNvPr id="7271" name="Google Shape;7271;p117"/>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72" name="Google Shape;7272;p117"/>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73" name="Google Shape;7273;p117"/>
          <p:cNvGrpSpPr/>
          <p:nvPr/>
        </p:nvGrpSpPr>
        <p:grpSpPr>
          <a:xfrm>
            <a:off x="7361453" y="1421562"/>
            <a:ext cx="3100386" cy="2791471"/>
            <a:chOff x="7361453" y="1200180"/>
            <a:chExt cx="3100386" cy="2791471"/>
          </a:xfrm>
        </p:grpSpPr>
        <p:sp>
          <p:nvSpPr>
            <p:cNvPr id="7274" name="Google Shape;7274;p117"/>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75" name="Google Shape;7275;p117"/>
            <p:cNvGrpSpPr/>
            <p:nvPr/>
          </p:nvGrpSpPr>
          <p:grpSpPr>
            <a:xfrm>
              <a:off x="8776235" y="3317988"/>
              <a:ext cx="458788" cy="400051"/>
              <a:chOff x="3583" y="1761"/>
              <a:chExt cx="289" cy="252"/>
            </a:xfrm>
          </p:grpSpPr>
          <p:sp>
            <p:nvSpPr>
              <p:cNvPr id="7276" name="Google Shape;7276;p117"/>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77" name="Google Shape;7277;p117"/>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78" name="Google Shape;7278;p117"/>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79" name="Google Shape;7279;p117"/>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80" name="Google Shape;7280;p117"/>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81" name="Google Shape;7281;p117"/>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82" name="Google Shape;7282;p117"/>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83" name="Google Shape;7283;p117"/>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84" name="Google Shape;7284;p117"/>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85" name="Google Shape;7285;p117"/>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86" name="Google Shape;7286;p117"/>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87" name="Google Shape;7287;p117"/>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88" name="Google Shape;7288;p117"/>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9" name="Google Shape;7289;p117"/>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90" name="Google Shape;7290;p117"/>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1" name="Google Shape;7291;p117"/>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92" name="Google Shape;7292;p117"/>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3" name="Google Shape;7293;p117"/>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94" name="Google Shape;7294;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9" name="Shape 7299"/>
        <p:cNvGrpSpPr/>
        <p:nvPr/>
      </p:nvGrpSpPr>
      <p:grpSpPr>
        <a:xfrm>
          <a:off x="0" y="0"/>
          <a:ext cx="0" cy="0"/>
          <a:chOff x="0" y="0"/>
          <a:chExt cx="0" cy="0"/>
        </a:xfrm>
      </p:grpSpPr>
      <p:sp>
        <p:nvSpPr>
          <p:cNvPr id="7300" name="Google Shape;7300;p118"/>
          <p:cNvSpPr/>
          <p:nvPr/>
        </p:nvSpPr>
        <p:spPr>
          <a:xfrm flipH="1">
            <a:off x="3903164" y="3127613"/>
            <a:ext cx="169456" cy="1042731"/>
          </a:xfrm>
          <a:custGeom>
            <a:rect b="b" l="l" r="r" t="t"/>
            <a:pathLst>
              <a:path extrusionOk="0" h="11173" w="10000">
                <a:moveTo>
                  <a:pt x="10000" y="6998"/>
                </a:moveTo>
                <a:lnTo>
                  <a:pt x="458" y="0"/>
                </a:lnTo>
                <a:cubicBezTo>
                  <a:pt x="306" y="3139"/>
                  <a:pt x="153" y="6277"/>
                  <a:pt x="0" y="9416"/>
                </a:cubicBezTo>
                <a:lnTo>
                  <a:pt x="9177" y="11173"/>
                </a:lnTo>
                <a:lnTo>
                  <a:pt x="10000" y="699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1" name="Google Shape;7301;p118"/>
          <p:cNvGrpSpPr/>
          <p:nvPr/>
        </p:nvGrpSpPr>
        <p:grpSpPr>
          <a:xfrm>
            <a:off x="4058150" y="3125879"/>
            <a:ext cx="616282" cy="869387"/>
            <a:chOff x="10910964" y="2513124"/>
            <a:chExt cx="586769" cy="904023"/>
          </a:xfrm>
        </p:grpSpPr>
        <p:sp>
          <p:nvSpPr>
            <p:cNvPr id="7302" name="Google Shape;7302;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03" name="Google Shape;7303;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4" name="Google Shape;7304;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5" name="Google Shape;7305;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6" name="Google Shape;7306;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07" name="Google Shape;7307;p118"/>
          <p:cNvSpPr/>
          <p:nvPr/>
        </p:nvSpPr>
        <p:spPr>
          <a:xfrm flipH="1">
            <a:off x="1898724" y="5081691"/>
            <a:ext cx="195993" cy="1005421"/>
          </a:xfrm>
          <a:custGeom>
            <a:rect b="b" l="l" r="r" t="t"/>
            <a:pathLst>
              <a:path extrusionOk="0" h="9490" w="10740">
                <a:moveTo>
                  <a:pt x="10740" y="6979"/>
                </a:moveTo>
                <a:lnTo>
                  <a:pt x="424" y="0"/>
                </a:lnTo>
                <a:cubicBezTo>
                  <a:pt x="283" y="3043"/>
                  <a:pt x="141" y="5235"/>
                  <a:pt x="0" y="8278"/>
                </a:cubicBezTo>
                <a:lnTo>
                  <a:pt x="10043" y="9490"/>
                </a:lnTo>
                <a:lnTo>
                  <a:pt x="10740" y="697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8" name="Google Shape;7308;p118"/>
          <p:cNvGrpSpPr/>
          <p:nvPr/>
        </p:nvGrpSpPr>
        <p:grpSpPr>
          <a:xfrm>
            <a:off x="2080082" y="5084889"/>
            <a:ext cx="616282" cy="869387"/>
            <a:chOff x="10910964" y="2513124"/>
            <a:chExt cx="586769" cy="904023"/>
          </a:xfrm>
        </p:grpSpPr>
        <p:sp>
          <p:nvSpPr>
            <p:cNvPr id="7309" name="Google Shape;7309;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0" name="Google Shape;7310;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1" name="Google Shape;7311;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2" name="Google Shape;7312;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3" name="Google Shape;7313;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14" name="Google Shape;7314;p118"/>
          <p:cNvSpPr/>
          <p:nvPr/>
        </p:nvSpPr>
        <p:spPr>
          <a:xfrm>
            <a:off x="8102599" y="5226097"/>
            <a:ext cx="168983" cy="1122548"/>
          </a:xfrm>
          <a:custGeom>
            <a:rect b="b" l="l" r="r" t="t"/>
            <a:pathLst>
              <a:path extrusionOk="0" h="11066" w="7144">
                <a:moveTo>
                  <a:pt x="7144" y="7022"/>
                </a:moveTo>
                <a:lnTo>
                  <a:pt x="328" y="0"/>
                </a:lnTo>
                <a:cubicBezTo>
                  <a:pt x="219" y="3178"/>
                  <a:pt x="109" y="6355"/>
                  <a:pt x="0" y="9533"/>
                </a:cubicBezTo>
                <a:lnTo>
                  <a:pt x="6605" y="11066"/>
                </a:lnTo>
                <a:cubicBezTo>
                  <a:pt x="6785" y="9718"/>
                  <a:pt x="6964" y="8370"/>
                  <a:pt x="7144" y="7022"/>
                </a:cubicBez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15" name="Google Shape;7315;p118"/>
          <p:cNvGrpSpPr/>
          <p:nvPr/>
        </p:nvGrpSpPr>
        <p:grpSpPr>
          <a:xfrm>
            <a:off x="7504175" y="5297345"/>
            <a:ext cx="616281" cy="869387"/>
            <a:chOff x="10910965" y="2513124"/>
            <a:chExt cx="586768" cy="904023"/>
          </a:xfrm>
        </p:grpSpPr>
        <p:sp>
          <p:nvSpPr>
            <p:cNvPr id="7316" name="Google Shape;7316;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7" name="Google Shape;7317;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8" name="Google Shape;7318;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9" name="Google Shape;7319;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20" name="Google Shape;7320;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21" name="Google Shape;7321;p118"/>
          <p:cNvSpPr/>
          <p:nvPr/>
        </p:nvSpPr>
        <p:spPr>
          <a:xfrm>
            <a:off x="8572023" y="3216064"/>
            <a:ext cx="223031" cy="1244178"/>
          </a:xfrm>
          <a:custGeom>
            <a:rect b="b" l="l" r="r" t="t"/>
            <a:pathLst>
              <a:path extrusionOk="0" h="12265" w="10000">
                <a:moveTo>
                  <a:pt x="10000" y="8488"/>
                </a:moveTo>
                <a:lnTo>
                  <a:pt x="348" y="0"/>
                </a:lnTo>
                <a:lnTo>
                  <a:pt x="0" y="9533"/>
                </a:lnTo>
                <a:lnTo>
                  <a:pt x="9025" y="12265"/>
                </a:lnTo>
                <a:lnTo>
                  <a:pt x="10000" y="848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22" name="Google Shape;7322;p118"/>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323" name="Google Shape;7323;p118"/>
          <p:cNvSpPr txBox="1"/>
          <p:nvPr/>
        </p:nvSpPr>
        <p:spPr>
          <a:xfrm>
            <a:off x="936625" y="1320799"/>
            <a:ext cx="3787775" cy="124777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four </a:t>
            </a:r>
            <a:r>
              <a:rPr b="0" i="0" lang="en-US" sz="2400" u="none" cap="none" strike="noStrike">
                <a:solidFill>
                  <a:srgbClr val="000000"/>
                </a:solidFill>
                <a:latin typeface="Calibri"/>
                <a:ea typeface="Calibri"/>
                <a:cs typeface="Calibri"/>
                <a:sym typeface="Calibri"/>
              </a:rPr>
              <a:t>senders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multi-hop</a:t>
            </a:r>
            <a:r>
              <a:rPr b="0" i="0" lang="en-US" sz="2400" u="none" cap="none" strike="noStrike">
                <a:solidFill>
                  <a:srgbClr val="000000"/>
                </a:solidFill>
                <a:latin typeface="Calibri"/>
                <a:ea typeface="Calibri"/>
                <a:cs typeface="Calibri"/>
                <a:sym typeface="Calibri"/>
              </a:rPr>
              <a:t> paths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timeout/retransmit</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324" name="Google Shape;7324;p118"/>
          <p:cNvSpPr/>
          <p:nvPr/>
        </p:nvSpPr>
        <p:spPr>
          <a:xfrm>
            <a:off x="4733925" y="1273175"/>
            <a:ext cx="6264275" cy="52612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Q:</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what happens as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i="0" lang="en-US" sz="2400" u="none" cap="none" strike="noStrike">
                <a:solidFill>
                  <a:srgbClr val="CC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and</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1"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increase ?</a:t>
            </a:r>
            <a:endParaRPr b="0" i="0" sz="2400" u="none" cap="none" strike="noStrike">
              <a:solidFill>
                <a:srgbClr val="000000"/>
              </a:solidFill>
              <a:latin typeface="Calibri"/>
              <a:ea typeface="Calibri"/>
              <a:cs typeface="Calibri"/>
              <a:sym typeface="Calibri"/>
            </a:endParaRPr>
          </a:p>
        </p:txBody>
      </p:sp>
      <p:sp>
        <p:nvSpPr>
          <p:cNvPr id="7325" name="Google Shape;7325;p118"/>
          <p:cNvSpPr/>
          <p:nvPr/>
        </p:nvSpPr>
        <p:spPr>
          <a:xfrm>
            <a:off x="4764261" y="1804940"/>
            <a:ext cx="6994525" cy="106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A:</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as red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alibri"/>
                <a:ea typeface="Calibri"/>
                <a:cs typeface="Calibri"/>
                <a:sym typeface="Calibri"/>
              </a:rPr>
              <a:t>increases, all arriving blue pkts at upper queue are dropped, blue throughput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0</a:t>
            </a:r>
            <a:endParaRPr b="0" i="0" sz="2400" u="none" cap="none" strike="noStrike">
              <a:solidFill>
                <a:srgbClr val="000000"/>
              </a:solidFill>
              <a:latin typeface="Calibri"/>
              <a:ea typeface="Calibri"/>
              <a:cs typeface="Calibri"/>
              <a:sym typeface="Calibri"/>
            </a:endParaRPr>
          </a:p>
        </p:txBody>
      </p:sp>
      <p:grpSp>
        <p:nvGrpSpPr>
          <p:cNvPr id="7326" name="Google Shape;7326;p118"/>
          <p:cNvGrpSpPr/>
          <p:nvPr/>
        </p:nvGrpSpPr>
        <p:grpSpPr>
          <a:xfrm>
            <a:off x="5682185" y="4389943"/>
            <a:ext cx="1015652" cy="456281"/>
            <a:chOff x="7493876" y="2774731"/>
            <a:chExt cx="1481958" cy="894622"/>
          </a:xfrm>
        </p:grpSpPr>
        <p:sp>
          <p:nvSpPr>
            <p:cNvPr id="7327" name="Google Shape;7327;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28" name="Google Shape;7328;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29" name="Google Shape;7329;p118"/>
            <p:cNvGrpSpPr/>
            <p:nvPr/>
          </p:nvGrpSpPr>
          <p:grpSpPr>
            <a:xfrm>
              <a:off x="7713663" y="2848339"/>
              <a:ext cx="1042107" cy="425543"/>
              <a:chOff x="7786941" y="2884917"/>
              <a:chExt cx="897649" cy="353919"/>
            </a:xfrm>
          </p:grpSpPr>
          <p:sp>
            <p:nvSpPr>
              <p:cNvPr id="7330" name="Google Shape;7330;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1" name="Google Shape;7331;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2" name="Google Shape;7332;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3" name="Google Shape;7333;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34" name="Google Shape;7334;p118"/>
          <p:cNvGrpSpPr/>
          <p:nvPr/>
        </p:nvGrpSpPr>
        <p:grpSpPr>
          <a:xfrm>
            <a:off x="5962825" y="5123116"/>
            <a:ext cx="1015652" cy="456281"/>
            <a:chOff x="7493876" y="2774731"/>
            <a:chExt cx="1481958" cy="894622"/>
          </a:xfrm>
        </p:grpSpPr>
        <p:sp>
          <p:nvSpPr>
            <p:cNvPr id="7335" name="Google Shape;7335;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36" name="Google Shape;7336;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37" name="Google Shape;7337;p118"/>
            <p:cNvGrpSpPr/>
            <p:nvPr/>
          </p:nvGrpSpPr>
          <p:grpSpPr>
            <a:xfrm>
              <a:off x="7713663" y="2848339"/>
              <a:ext cx="1042107" cy="425543"/>
              <a:chOff x="7786941" y="2884917"/>
              <a:chExt cx="897649" cy="353919"/>
            </a:xfrm>
          </p:grpSpPr>
          <p:sp>
            <p:nvSpPr>
              <p:cNvPr id="7338" name="Google Shape;7338;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9" name="Google Shape;7339;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0" name="Google Shape;7340;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1" name="Google Shape;7341;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42" name="Google Shape;7342;p118"/>
          <p:cNvGrpSpPr/>
          <p:nvPr/>
        </p:nvGrpSpPr>
        <p:grpSpPr>
          <a:xfrm>
            <a:off x="3583956" y="4844264"/>
            <a:ext cx="1015652" cy="456281"/>
            <a:chOff x="7493876" y="2774731"/>
            <a:chExt cx="1481958" cy="894622"/>
          </a:xfrm>
        </p:grpSpPr>
        <p:sp>
          <p:nvSpPr>
            <p:cNvPr id="7343" name="Google Shape;7343;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44" name="Google Shape;7344;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45" name="Google Shape;7345;p118"/>
            <p:cNvGrpSpPr/>
            <p:nvPr/>
          </p:nvGrpSpPr>
          <p:grpSpPr>
            <a:xfrm>
              <a:off x="7713663" y="2848339"/>
              <a:ext cx="1042107" cy="425543"/>
              <a:chOff x="7786941" y="2884917"/>
              <a:chExt cx="897649" cy="353919"/>
            </a:xfrm>
          </p:grpSpPr>
          <p:sp>
            <p:nvSpPr>
              <p:cNvPr id="7346" name="Google Shape;7346;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7" name="Google Shape;7347;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8" name="Google Shape;7348;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9" name="Google Shape;7349;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350" name="Google Shape;7350;p118"/>
          <p:cNvSpPr txBox="1"/>
          <p:nvPr/>
        </p:nvSpPr>
        <p:spPr>
          <a:xfrm>
            <a:off x="5310361" y="3661938"/>
            <a:ext cx="1912938" cy="39528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finite shared output link buffers</a:t>
            </a:r>
            <a:endParaRPr/>
          </a:p>
        </p:txBody>
      </p:sp>
      <p:cxnSp>
        <p:nvCxnSpPr>
          <p:cNvPr id="7351" name="Google Shape;7351;p118"/>
          <p:cNvCxnSpPr/>
          <p:nvPr/>
        </p:nvCxnSpPr>
        <p:spPr>
          <a:xfrm flipH="1">
            <a:off x="4151313" y="4113259"/>
            <a:ext cx="923925" cy="866775"/>
          </a:xfrm>
          <a:prstGeom prst="straightConnector1">
            <a:avLst/>
          </a:prstGeom>
          <a:noFill/>
          <a:ln cap="flat" cmpd="sng" w="19050">
            <a:solidFill>
              <a:srgbClr val="000000"/>
            </a:solidFill>
            <a:prstDash val="solid"/>
            <a:round/>
            <a:headEnd len="med" w="med" type="none"/>
            <a:tailEnd len="med" w="med" type="none"/>
          </a:ln>
        </p:spPr>
      </p:cxnSp>
      <p:sp>
        <p:nvSpPr>
          <p:cNvPr id="7352" name="Google Shape;7352;p118"/>
          <p:cNvSpPr txBox="1"/>
          <p:nvPr/>
        </p:nvSpPr>
        <p:spPr>
          <a:xfrm>
            <a:off x="3992563" y="2779759"/>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A</a:t>
            </a:r>
            <a:endParaRPr/>
          </a:p>
        </p:txBody>
      </p:sp>
      <p:cxnSp>
        <p:nvCxnSpPr>
          <p:cNvPr id="7353" name="Google Shape;7353;p118"/>
          <p:cNvCxnSpPr/>
          <p:nvPr/>
        </p:nvCxnSpPr>
        <p:spPr>
          <a:xfrm rot="10800000">
            <a:off x="1868129" y="6103982"/>
            <a:ext cx="2462570" cy="0"/>
          </a:xfrm>
          <a:prstGeom prst="straightConnector1">
            <a:avLst/>
          </a:prstGeom>
          <a:noFill/>
          <a:ln cap="flat" cmpd="sng" w="19050">
            <a:solidFill>
              <a:srgbClr val="000000"/>
            </a:solidFill>
            <a:prstDash val="solid"/>
            <a:round/>
            <a:headEnd len="med" w="med" type="none"/>
            <a:tailEnd len="med" w="med" type="none"/>
          </a:ln>
        </p:spPr>
      </p:cxnSp>
      <p:cxnSp>
        <p:nvCxnSpPr>
          <p:cNvPr id="7354" name="Google Shape;7354;p118"/>
          <p:cNvCxnSpPr/>
          <p:nvPr/>
        </p:nvCxnSpPr>
        <p:spPr>
          <a:xfrm rot="10800000">
            <a:off x="4637088" y="4543472"/>
            <a:ext cx="1357312" cy="17462"/>
          </a:xfrm>
          <a:prstGeom prst="straightConnector1">
            <a:avLst/>
          </a:prstGeom>
          <a:noFill/>
          <a:ln cap="flat" cmpd="sng" w="19050">
            <a:solidFill>
              <a:srgbClr val="000000"/>
            </a:solidFill>
            <a:prstDash val="solid"/>
            <a:round/>
            <a:headEnd len="med" w="med" type="none"/>
            <a:tailEnd len="med" w="med" type="none"/>
          </a:ln>
        </p:spPr>
      </p:cxnSp>
      <p:cxnSp>
        <p:nvCxnSpPr>
          <p:cNvPr id="7355" name="Google Shape;7355;p118"/>
          <p:cNvCxnSpPr/>
          <p:nvPr/>
        </p:nvCxnSpPr>
        <p:spPr>
          <a:xfrm rot="10800000">
            <a:off x="6302375" y="4560933"/>
            <a:ext cx="895350" cy="9525"/>
          </a:xfrm>
          <a:prstGeom prst="straightConnector1">
            <a:avLst/>
          </a:prstGeom>
          <a:noFill/>
          <a:ln cap="flat" cmpd="sng" w="19050">
            <a:solidFill>
              <a:srgbClr val="000000"/>
            </a:solidFill>
            <a:prstDash val="solid"/>
            <a:round/>
            <a:headEnd len="med" w="med" type="none"/>
            <a:tailEnd len="med" w="med" type="none"/>
          </a:ln>
        </p:spPr>
      </p:cxnSp>
      <p:cxnSp>
        <p:nvCxnSpPr>
          <p:cNvPr id="7356" name="Google Shape;7356;p118"/>
          <p:cNvCxnSpPr/>
          <p:nvPr/>
        </p:nvCxnSpPr>
        <p:spPr>
          <a:xfrm flipH="1">
            <a:off x="6361112" y="4073832"/>
            <a:ext cx="1337545" cy="1353877"/>
          </a:xfrm>
          <a:prstGeom prst="straightConnector1">
            <a:avLst/>
          </a:prstGeom>
          <a:noFill/>
          <a:ln cap="flat" cmpd="sng" w="19050">
            <a:solidFill>
              <a:srgbClr val="000000"/>
            </a:solidFill>
            <a:prstDash val="solid"/>
            <a:round/>
            <a:headEnd len="med" w="med" type="none"/>
            <a:tailEnd len="med" w="med" type="none"/>
          </a:ln>
        </p:spPr>
      </p:cxnSp>
      <p:cxnSp>
        <p:nvCxnSpPr>
          <p:cNvPr id="7357" name="Google Shape;7357;p118"/>
          <p:cNvCxnSpPr/>
          <p:nvPr/>
        </p:nvCxnSpPr>
        <p:spPr>
          <a:xfrm rot="10800000">
            <a:off x="7687685" y="4077626"/>
            <a:ext cx="439738" cy="0"/>
          </a:xfrm>
          <a:prstGeom prst="straightConnector1">
            <a:avLst/>
          </a:prstGeom>
          <a:noFill/>
          <a:ln cap="flat" cmpd="sng" w="19050">
            <a:solidFill>
              <a:srgbClr val="000000"/>
            </a:solidFill>
            <a:prstDash val="solid"/>
            <a:round/>
            <a:headEnd len="med" w="med" type="none"/>
            <a:tailEnd len="med" w="med" type="none"/>
          </a:ln>
        </p:spPr>
      </p:cxnSp>
      <p:grpSp>
        <p:nvGrpSpPr>
          <p:cNvPr id="7358" name="Google Shape;7358;p118"/>
          <p:cNvGrpSpPr/>
          <p:nvPr/>
        </p:nvGrpSpPr>
        <p:grpSpPr>
          <a:xfrm>
            <a:off x="7027073" y="4812231"/>
            <a:ext cx="637943" cy="602421"/>
            <a:chOff x="7027073" y="4812231"/>
            <a:chExt cx="637943" cy="602421"/>
          </a:xfrm>
        </p:grpSpPr>
        <p:sp>
          <p:nvSpPr>
            <p:cNvPr id="7359" name="Google Shape;7359;p118"/>
            <p:cNvSpPr txBox="1"/>
            <p:nvPr/>
          </p:nvSpPr>
          <p:spPr>
            <a:xfrm>
              <a:off x="7027073" y="4812231"/>
              <a:ext cx="617537"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7360" name="Google Shape;7360;p118"/>
            <p:cNvCxnSpPr/>
            <p:nvPr/>
          </p:nvCxnSpPr>
          <p:spPr>
            <a:xfrm>
              <a:off x="7464991" y="5195577"/>
              <a:ext cx="200025" cy="219075"/>
            </a:xfrm>
            <a:prstGeom prst="straightConnector1">
              <a:avLst/>
            </a:prstGeom>
            <a:noFill/>
            <a:ln cap="flat" cmpd="sng" w="9525">
              <a:solidFill>
                <a:srgbClr val="000000"/>
              </a:solidFill>
              <a:prstDash val="solid"/>
              <a:round/>
              <a:headEnd len="med" w="med" type="none"/>
              <a:tailEnd len="med" w="med" type="triangle"/>
            </a:ln>
          </p:spPr>
        </p:cxnSp>
      </p:grpSp>
      <p:cxnSp>
        <p:nvCxnSpPr>
          <p:cNvPr id="7361" name="Google Shape;7361;p118"/>
          <p:cNvCxnSpPr/>
          <p:nvPr/>
        </p:nvCxnSpPr>
        <p:spPr>
          <a:xfrm flipH="1">
            <a:off x="6249988" y="4162002"/>
            <a:ext cx="7937" cy="243358"/>
          </a:xfrm>
          <a:prstGeom prst="straightConnector1">
            <a:avLst/>
          </a:prstGeom>
          <a:noFill/>
          <a:ln cap="flat" cmpd="sng" w="9525">
            <a:solidFill>
              <a:srgbClr val="000000"/>
            </a:solidFill>
            <a:prstDash val="solid"/>
            <a:round/>
            <a:headEnd len="med" w="med" type="none"/>
            <a:tailEnd len="med" w="med" type="triangle"/>
          </a:ln>
        </p:spPr>
      </p:cxnSp>
      <p:cxnSp>
        <p:nvCxnSpPr>
          <p:cNvPr id="7362" name="Google Shape;7362;p118"/>
          <p:cNvCxnSpPr/>
          <p:nvPr/>
        </p:nvCxnSpPr>
        <p:spPr>
          <a:xfrm>
            <a:off x="6465888" y="3475084"/>
            <a:ext cx="276225" cy="1588"/>
          </a:xfrm>
          <a:prstGeom prst="straightConnector1">
            <a:avLst/>
          </a:prstGeom>
          <a:noFill/>
          <a:ln cap="flat" cmpd="sng" w="38100">
            <a:solidFill>
              <a:srgbClr val="FFFFFF"/>
            </a:solidFill>
            <a:prstDash val="dot"/>
            <a:round/>
            <a:headEnd len="med" w="med" type="none"/>
            <a:tailEnd len="med" w="med" type="none"/>
          </a:ln>
        </p:spPr>
      </p:cxnSp>
      <p:cxnSp>
        <p:nvCxnSpPr>
          <p:cNvPr id="7363" name="Google Shape;7363;p118"/>
          <p:cNvCxnSpPr/>
          <p:nvPr/>
        </p:nvCxnSpPr>
        <p:spPr>
          <a:xfrm rot="10800000">
            <a:off x="4637087" y="6084932"/>
            <a:ext cx="2876307" cy="22485"/>
          </a:xfrm>
          <a:prstGeom prst="straightConnector1">
            <a:avLst/>
          </a:prstGeom>
          <a:noFill/>
          <a:ln cap="flat" cmpd="sng" w="19050">
            <a:solidFill>
              <a:srgbClr val="000000"/>
            </a:solidFill>
            <a:prstDash val="solid"/>
            <a:round/>
            <a:headEnd len="med" w="med" type="none"/>
            <a:tailEnd len="med" w="med" type="none"/>
          </a:ln>
        </p:spPr>
      </p:cxnSp>
      <p:cxnSp>
        <p:nvCxnSpPr>
          <p:cNvPr id="7364" name="Google Shape;7364;p118"/>
          <p:cNvCxnSpPr/>
          <p:nvPr/>
        </p:nvCxnSpPr>
        <p:spPr>
          <a:xfrm flipH="1">
            <a:off x="5711825" y="5461837"/>
            <a:ext cx="604176" cy="632622"/>
          </a:xfrm>
          <a:prstGeom prst="straightConnector1">
            <a:avLst/>
          </a:prstGeom>
          <a:noFill/>
          <a:ln cap="flat" cmpd="sng" w="19050">
            <a:solidFill>
              <a:srgbClr val="000000"/>
            </a:solidFill>
            <a:prstDash val="solid"/>
            <a:round/>
            <a:headEnd len="med" w="med" type="none"/>
            <a:tailEnd len="med" w="med" type="none"/>
          </a:ln>
        </p:spPr>
      </p:cxnSp>
      <p:grpSp>
        <p:nvGrpSpPr>
          <p:cNvPr id="7365" name="Google Shape;7365;p118"/>
          <p:cNvGrpSpPr/>
          <p:nvPr/>
        </p:nvGrpSpPr>
        <p:grpSpPr>
          <a:xfrm>
            <a:off x="4115809" y="5911519"/>
            <a:ext cx="923925" cy="426578"/>
            <a:chOff x="7493876" y="2774731"/>
            <a:chExt cx="1481958" cy="894622"/>
          </a:xfrm>
        </p:grpSpPr>
        <p:sp>
          <p:nvSpPr>
            <p:cNvPr id="7366" name="Google Shape;7366;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67" name="Google Shape;7367;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68" name="Google Shape;7368;p118"/>
            <p:cNvGrpSpPr/>
            <p:nvPr/>
          </p:nvGrpSpPr>
          <p:grpSpPr>
            <a:xfrm>
              <a:off x="7713663" y="2848339"/>
              <a:ext cx="1042107" cy="425543"/>
              <a:chOff x="7786941" y="2884917"/>
              <a:chExt cx="897649" cy="353919"/>
            </a:xfrm>
          </p:grpSpPr>
          <p:sp>
            <p:nvSpPr>
              <p:cNvPr id="7369" name="Google Shape;7369;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0" name="Google Shape;7370;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1" name="Google Shape;7371;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7373" name="Google Shape;7373;p118"/>
          <p:cNvCxnSpPr/>
          <p:nvPr/>
        </p:nvCxnSpPr>
        <p:spPr>
          <a:xfrm flipH="1" rot="10800000">
            <a:off x="4047728" y="4957809"/>
            <a:ext cx="195171" cy="155510"/>
          </a:xfrm>
          <a:prstGeom prst="straightConnector1">
            <a:avLst/>
          </a:prstGeom>
          <a:noFill/>
          <a:ln cap="flat" cmpd="sng" w="28575">
            <a:solidFill>
              <a:srgbClr val="969696"/>
            </a:solidFill>
            <a:prstDash val="solid"/>
            <a:round/>
            <a:headEnd len="med" w="med" type="none"/>
            <a:tailEnd len="med" w="med" type="none"/>
          </a:ln>
        </p:spPr>
      </p:cxnSp>
      <p:cxnSp>
        <p:nvCxnSpPr>
          <p:cNvPr id="7374" name="Google Shape;7374;p118"/>
          <p:cNvCxnSpPr/>
          <p:nvPr/>
        </p:nvCxnSpPr>
        <p:spPr>
          <a:xfrm flipH="1">
            <a:off x="2987674" y="5113320"/>
            <a:ext cx="1031875" cy="982728"/>
          </a:xfrm>
          <a:prstGeom prst="straightConnector1">
            <a:avLst/>
          </a:prstGeom>
          <a:noFill/>
          <a:ln cap="flat" cmpd="sng" w="19050">
            <a:solidFill>
              <a:srgbClr val="000000"/>
            </a:solidFill>
            <a:prstDash val="solid"/>
            <a:round/>
            <a:headEnd len="med" w="med" type="none"/>
            <a:tailEnd len="med" w="med" type="none"/>
          </a:ln>
        </p:spPr>
      </p:cxnSp>
      <p:sp>
        <p:nvSpPr>
          <p:cNvPr id="7375" name="Google Shape;7375;p118"/>
          <p:cNvSpPr txBox="1"/>
          <p:nvPr/>
        </p:nvSpPr>
        <p:spPr>
          <a:xfrm>
            <a:off x="8027988" y="2965497"/>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B</a:t>
            </a:r>
            <a:endParaRPr/>
          </a:p>
        </p:txBody>
      </p:sp>
      <p:sp>
        <p:nvSpPr>
          <p:cNvPr id="7376" name="Google Shape;7376;p118"/>
          <p:cNvSpPr txBox="1"/>
          <p:nvPr/>
        </p:nvSpPr>
        <p:spPr>
          <a:xfrm>
            <a:off x="7480300" y="5026072"/>
            <a:ext cx="735013"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C</a:t>
            </a:r>
            <a:endParaRPr/>
          </a:p>
        </p:txBody>
      </p:sp>
      <p:sp>
        <p:nvSpPr>
          <p:cNvPr id="7377" name="Google Shape;7377;p118"/>
          <p:cNvSpPr txBox="1"/>
          <p:nvPr/>
        </p:nvSpPr>
        <p:spPr>
          <a:xfrm>
            <a:off x="2043113" y="4783184"/>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D</a:t>
            </a:r>
            <a:endParaRPr/>
          </a:p>
        </p:txBody>
      </p:sp>
      <p:grpSp>
        <p:nvGrpSpPr>
          <p:cNvPr id="7378" name="Google Shape;7378;p118"/>
          <p:cNvGrpSpPr/>
          <p:nvPr/>
        </p:nvGrpSpPr>
        <p:grpSpPr>
          <a:xfrm>
            <a:off x="4409092" y="2741055"/>
            <a:ext cx="2272505" cy="510248"/>
            <a:chOff x="4418013" y="2732134"/>
            <a:chExt cx="2272505" cy="510248"/>
          </a:xfrm>
        </p:grpSpPr>
        <p:cxnSp>
          <p:nvCxnSpPr>
            <p:cNvPr id="7379" name="Google Shape;7379;p118"/>
            <p:cNvCxnSpPr/>
            <p:nvPr/>
          </p:nvCxnSpPr>
          <p:spPr>
            <a:xfrm flipH="1">
              <a:off x="4541838" y="3055984"/>
              <a:ext cx="295275" cy="104775"/>
            </a:xfrm>
            <a:prstGeom prst="straightConnector1">
              <a:avLst/>
            </a:prstGeom>
            <a:noFill/>
            <a:ln cap="flat" cmpd="sng" w="9525">
              <a:solidFill>
                <a:srgbClr val="000000"/>
              </a:solidFill>
              <a:prstDash val="solid"/>
              <a:round/>
              <a:headEnd len="med" w="med" type="none"/>
              <a:tailEnd len="med" w="med" type="triangle"/>
            </a:ln>
          </p:spPr>
        </p:cxnSp>
        <p:sp>
          <p:nvSpPr>
            <p:cNvPr id="7380" name="Google Shape;7380;p118"/>
            <p:cNvSpPr/>
            <p:nvPr/>
          </p:nvSpPr>
          <p:spPr>
            <a:xfrm>
              <a:off x="4418013" y="3151234"/>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C00000"/>
                </a:solidFill>
                <a:latin typeface="Tahoma"/>
                <a:ea typeface="Tahoma"/>
                <a:cs typeface="Tahoma"/>
                <a:sym typeface="Tahoma"/>
              </a:endParaRPr>
            </a:p>
          </p:txBody>
        </p:sp>
        <p:sp>
          <p:nvSpPr>
            <p:cNvPr id="7381" name="Google Shape;7381;p118"/>
            <p:cNvSpPr txBox="1"/>
            <p:nvPr/>
          </p:nvSpPr>
          <p:spPr>
            <a:xfrm>
              <a:off x="4809330" y="2732134"/>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a:t>
              </a:r>
              <a:endParaRPr/>
            </a:p>
          </p:txBody>
        </p:sp>
      </p:grpSp>
      <p:cxnSp>
        <p:nvCxnSpPr>
          <p:cNvPr id="7382" name="Google Shape;7382;p118"/>
          <p:cNvCxnSpPr/>
          <p:nvPr/>
        </p:nvCxnSpPr>
        <p:spPr>
          <a:xfrm>
            <a:off x="6305550" y="3389359"/>
            <a:ext cx="339725" cy="0"/>
          </a:xfrm>
          <a:prstGeom prst="straightConnector1">
            <a:avLst/>
          </a:prstGeom>
          <a:noFill/>
          <a:ln cap="flat" cmpd="sng" w="38100">
            <a:solidFill>
              <a:srgbClr val="FFFFFF"/>
            </a:solidFill>
            <a:prstDash val="dot"/>
            <a:round/>
            <a:headEnd len="med" w="med" type="none"/>
            <a:tailEnd len="med" w="med" type="none"/>
          </a:ln>
        </p:spPr>
      </p:cxnSp>
      <p:grpSp>
        <p:nvGrpSpPr>
          <p:cNvPr id="7383" name="Google Shape;7383;p118"/>
          <p:cNvGrpSpPr/>
          <p:nvPr/>
        </p:nvGrpSpPr>
        <p:grpSpPr>
          <a:xfrm>
            <a:off x="4413552" y="3083161"/>
            <a:ext cx="2482850" cy="617537"/>
            <a:chOff x="4418013" y="3074240"/>
            <a:chExt cx="2482850" cy="617537"/>
          </a:xfrm>
        </p:grpSpPr>
        <p:sp>
          <p:nvSpPr>
            <p:cNvPr id="7384" name="Google Shape;7384;p118"/>
            <p:cNvSpPr/>
            <p:nvPr/>
          </p:nvSpPr>
          <p:spPr>
            <a:xfrm>
              <a:off x="4418013" y="3331549"/>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385" name="Google Shape;7385;p118"/>
            <p:cNvCxnSpPr/>
            <p:nvPr/>
          </p:nvCxnSpPr>
          <p:spPr>
            <a:xfrm flipH="1">
              <a:off x="4551363" y="3322684"/>
              <a:ext cx="304800" cy="38100"/>
            </a:xfrm>
            <a:prstGeom prst="straightConnector1">
              <a:avLst/>
            </a:prstGeom>
            <a:noFill/>
            <a:ln cap="flat" cmpd="sng" w="9525">
              <a:solidFill>
                <a:srgbClr val="000000"/>
              </a:solidFill>
              <a:prstDash val="solid"/>
              <a:round/>
              <a:headEnd len="med" w="med" type="none"/>
              <a:tailEnd len="med" w="med" type="triangle"/>
            </a:ln>
          </p:spPr>
        </p:cxnSp>
        <p:sp>
          <p:nvSpPr>
            <p:cNvPr id="7386" name="Google Shape;7386;p118"/>
            <p:cNvSpPr txBox="1"/>
            <p:nvPr/>
          </p:nvSpPr>
          <p:spPr>
            <a:xfrm>
              <a:off x="4551363" y="3074240"/>
              <a:ext cx="2349500" cy="617537"/>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 </a:t>
              </a:r>
              <a:r>
                <a:rPr b="0" i="1" lang="en-US" sz="1600" u="none" cap="none" strike="noStrike">
                  <a:solidFill>
                    <a:srgbClr val="C00000"/>
                  </a:solidFill>
                  <a:latin typeface="Calibri"/>
                  <a:ea typeface="Calibri"/>
                  <a:cs typeface="Calibri"/>
                  <a:sym typeface="Calibri"/>
                </a:rPr>
                <a:t>plus</a:t>
              </a:r>
              <a:r>
                <a:rPr b="0" i="0" lang="en-US" sz="1600" u="none" cap="none" strike="noStrike">
                  <a:solidFill>
                    <a:srgbClr val="C00000"/>
                  </a:solidFill>
                  <a:latin typeface="Calibri"/>
                  <a:ea typeface="Calibri"/>
                  <a:cs typeface="Calibri"/>
                  <a:sym typeface="Calibri"/>
                </a:rPr>
                <a:t> retransmitted data</a:t>
              </a:r>
              <a:endParaRPr/>
            </a:p>
          </p:txBody>
        </p:sp>
      </p:grpSp>
      <p:grpSp>
        <p:nvGrpSpPr>
          <p:cNvPr id="7387" name="Google Shape;7387;p118"/>
          <p:cNvGrpSpPr/>
          <p:nvPr/>
        </p:nvGrpSpPr>
        <p:grpSpPr>
          <a:xfrm>
            <a:off x="8721725" y="4056109"/>
            <a:ext cx="231775" cy="441325"/>
            <a:chOff x="4140" y="429"/>
            <a:chExt cx="1425" cy="2396"/>
          </a:xfrm>
        </p:grpSpPr>
        <p:sp>
          <p:nvSpPr>
            <p:cNvPr id="7388" name="Google Shape;7388;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9" name="Google Shape;7389;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0" name="Google Shape;7390;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1" name="Google Shape;7391;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2" name="Google Shape;7392;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3" name="Google Shape;7393;p118"/>
            <p:cNvGrpSpPr/>
            <p:nvPr/>
          </p:nvGrpSpPr>
          <p:grpSpPr>
            <a:xfrm>
              <a:off x="4745" y="670"/>
              <a:ext cx="586" cy="146"/>
              <a:chOff x="609" y="2570"/>
              <a:chExt cx="731" cy="140"/>
            </a:xfrm>
          </p:grpSpPr>
          <p:sp>
            <p:nvSpPr>
              <p:cNvPr id="7394" name="Google Shape;7394;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5" name="Google Shape;7395;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396" name="Google Shape;7396;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7" name="Google Shape;7397;p118"/>
            <p:cNvGrpSpPr/>
            <p:nvPr/>
          </p:nvGrpSpPr>
          <p:grpSpPr>
            <a:xfrm>
              <a:off x="4745" y="998"/>
              <a:ext cx="586" cy="129"/>
              <a:chOff x="612" y="2572"/>
              <a:chExt cx="731" cy="134"/>
            </a:xfrm>
          </p:grpSpPr>
          <p:sp>
            <p:nvSpPr>
              <p:cNvPr id="7398" name="Google Shape;7398;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9" name="Google Shape;7399;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0" name="Google Shape;7400;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1" name="Google Shape;7401;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2" name="Google Shape;7402;p118"/>
            <p:cNvGrpSpPr/>
            <p:nvPr/>
          </p:nvGrpSpPr>
          <p:grpSpPr>
            <a:xfrm>
              <a:off x="4735" y="1627"/>
              <a:ext cx="586" cy="215"/>
              <a:chOff x="614" y="2568"/>
              <a:chExt cx="730" cy="198"/>
            </a:xfrm>
          </p:grpSpPr>
          <p:sp>
            <p:nvSpPr>
              <p:cNvPr id="7403" name="Google Shape;7403;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4" name="Google Shape;7404;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5" name="Google Shape;7405;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6" name="Google Shape;7406;p118"/>
            <p:cNvGrpSpPr/>
            <p:nvPr/>
          </p:nvGrpSpPr>
          <p:grpSpPr>
            <a:xfrm>
              <a:off x="4735" y="1325"/>
              <a:ext cx="586" cy="138"/>
              <a:chOff x="609" y="2566"/>
              <a:chExt cx="730" cy="138"/>
            </a:xfrm>
          </p:grpSpPr>
          <p:sp>
            <p:nvSpPr>
              <p:cNvPr id="7407" name="Google Shape;7407;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8" name="Google Shape;7408;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9" name="Google Shape;7409;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0" name="Google Shape;7410;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1" name="Google Shape;7411;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2" name="Google Shape;7412;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3" name="Google Shape;7413;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4" name="Google Shape;7414;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5" name="Google Shape;7415;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6" name="Google Shape;7416;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7" name="Google Shape;7417;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18" name="Google Shape;7418;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9" name="Google Shape;7419;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20" name="Google Shape;7420;p118"/>
          <p:cNvGrpSpPr/>
          <p:nvPr/>
        </p:nvGrpSpPr>
        <p:grpSpPr>
          <a:xfrm>
            <a:off x="8242300" y="5913484"/>
            <a:ext cx="231775" cy="441325"/>
            <a:chOff x="4140" y="429"/>
            <a:chExt cx="1425" cy="2396"/>
          </a:xfrm>
        </p:grpSpPr>
        <p:sp>
          <p:nvSpPr>
            <p:cNvPr id="7421" name="Google Shape;7421;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2" name="Google Shape;7422;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3" name="Google Shape;7423;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4" name="Google Shape;7424;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5" name="Google Shape;7425;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26" name="Google Shape;7426;p118"/>
            <p:cNvGrpSpPr/>
            <p:nvPr/>
          </p:nvGrpSpPr>
          <p:grpSpPr>
            <a:xfrm>
              <a:off x="4745" y="670"/>
              <a:ext cx="586" cy="146"/>
              <a:chOff x="609" y="2570"/>
              <a:chExt cx="731" cy="140"/>
            </a:xfrm>
          </p:grpSpPr>
          <p:sp>
            <p:nvSpPr>
              <p:cNvPr id="7427" name="Google Shape;7427;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8" name="Google Shape;7428;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29" name="Google Shape;7429;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0" name="Google Shape;7430;p118"/>
            <p:cNvGrpSpPr/>
            <p:nvPr/>
          </p:nvGrpSpPr>
          <p:grpSpPr>
            <a:xfrm>
              <a:off x="4745" y="998"/>
              <a:ext cx="586" cy="129"/>
              <a:chOff x="612" y="2572"/>
              <a:chExt cx="731" cy="134"/>
            </a:xfrm>
          </p:grpSpPr>
          <p:sp>
            <p:nvSpPr>
              <p:cNvPr id="7431" name="Google Shape;7431;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2" name="Google Shape;7432;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3" name="Google Shape;7433;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4" name="Google Shape;7434;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5" name="Google Shape;7435;p118"/>
            <p:cNvGrpSpPr/>
            <p:nvPr/>
          </p:nvGrpSpPr>
          <p:grpSpPr>
            <a:xfrm>
              <a:off x="4735" y="1627"/>
              <a:ext cx="586" cy="215"/>
              <a:chOff x="614" y="2568"/>
              <a:chExt cx="730" cy="198"/>
            </a:xfrm>
          </p:grpSpPr>
          <p:sp>
            <p:nvSpPr>
              <p:cNvPr id="7436" name="Google Shape;7436;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7" name="Google Shape;7437;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8" name="Google Shape;7438;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9" name="Google Shape;7439;p118"/>
            <p:cNvGrpSpPr/>
            <p:nvPr/>
          </p:nvGrpSpPr>
          <p:grpSpPr>
            <a:xfrm>
              <a:off x="4735" y="1325"/>
              <a:ext cx="586" cy="138"/>
              <a:chOff x="609" y="2566"/>
              <a:chExt cx="730" cy="138"/>
            </a:xfrm>
          </p:grpSpPr>
          <p:sp>
            <p:nvSpPr>
              <p:cNvPr id="7440" name="Google Shape;7440;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1" name="Google Shape;7441;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42" name="Google Shape;7442;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3" name="Google Shape;7443;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4" name="Google Shape;7444;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5" name="Google Shape;7445;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6" name="Google Shape;7446;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7" name="Google Shape;7447;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8" name="Google Shape;7448;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9" name="Google Shape;7449;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0" name="Google Shape;7450;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51" name="Google Shape;7451;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2" name="Google Shape;7452;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53" name="Google Shape;7453;p118"/>
          <p:cNvGrpSpPr/>
          <p:nvPr/>
        </p:nvGrpSpPr>
        <p:grpSpPr>
          <a:xfrm>
            <a:off x="1689100" y="5749972"/>
            <a:ext cx="231775" cy="441325"/>
            <a:chOff x="4140" y="429"/>
            <a:chExt cx="1425" cy="2396"/>
          </a:xfrm>
        </p:grpSpPr>
        <p:sp>
          <p:nvSpPr>
            <p:cNvPr id="7454" name="Google Shape;745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5" name="Google Shape;745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6" name="Google Shape;745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7" name="Google Shape;745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8" name="Google Shape;745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59" name="Google Shape;7459;p118"/>
            <p:cNvGrpSpPr/>
            <p:nvPr/>
          </p:nvGrpSpPr>
          <p:grpSpPr>
            <a:xfrm>
              <a:off x="4745" y="670"/>
              <a:ext cx="586" cy="146"/>
              <a:chOff x="609" y="2570"/>
              <a:chExt cx="731" cy="140"/>
            </a:xfrm>
          </p:grpSpPr>
          <p:sp>
            <p:nvSpPr>
              <p:cNvPr id="7460" name="Google Shape;746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1" name="Google Shape;746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2" name="Google Shape;746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3" name="Google Shape;7463;p118"/>
            <p:cNvGrpSpPr/>
            <p:nvPr/>
          </p:nvGrpSpPr>
          <p:grpSpPr>
            <a:xfrm>
              <a:off x="4745" y="998"/>
              <a:ext cx="586" cy="129"/>
              <a:chOff x="612" y="2572"/>
              <a:chExt cx="731" cy="134"/>
            </a:xfrm>
          </p:grpSpPr>
          <p:sp>
            <p:nvSpPr>
              <p:cNvPr id="7464" name="Google Shape;746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5" name="Google Shape;746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6" name="Google Shape;746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7" name="Google Shape;746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8" name="Google Shape;7468;p118"/>
            <p:cNvGrpSpPr/>
            <p:nvPr/>
          </p:nvGrpSpPr>
          <p:grpSpPr>
            <a:xfrm>
              <a:off x="4735" y="1627"/>
              <a:ext cx="586" cy="215"/>
              <a:chOff x="614" y="2568"/>
              <a:chExt cx="730" cy="198"/>
            </a:xfrm>
          </p:grpSpPr>
          <p:sp>
            <p:nvSpPr>
              <p:cNvPr id="7469" name="Google Shape;746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0" name="Google Shape;747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1" name="Google Shape;747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72" name="Google Shape;7472;p118"/>
            <p:cNvGrpSpPr/>
            <p:nvPr/>
          </p:nvGrpSpPr>
          <p:grpSpPr>
            <a:xfrm>
              <a:off x="4735" y="1325"/>
              <a:ext cx="586" cy="138"/>
              <a:chOff x="609" y="2566"/>
              <a:chExt cx="730" cy="138"/>
            </a:xfrm>
          </p:grpSpPr>
          <p:sp>
            <p:nvSpPr>
              <p:cNvPr id="7473" name="Google Shape;747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4" name="Google Shape;747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5" name="Google Shape;747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6" name="Google Shape;747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7" name="Google Shape;747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8" name="Google Shape;747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9" name="Google Shape;747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0" name="Google Shape;748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1" name="Google Shape;748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2" name="Google Shape;748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3" name="Google Shape;748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84" name="Google Shape;748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5" name="Google Shape;748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86" name="Google Shape;7486;p118"/>
          <p:cNvGrpSpPr/>
          <p:nvPr/>
        </p:nvGrpSpPr>
        <p:grpSpPr>
          <a:xfrm>
            <a:off x="7928343" y="3253082"/>
            <a:ext cx="616281" cy="869387"/>
            <a:chOff x="10910965" y="2513124"/>
            <a:chExt cx="586768" cy="904023"/>
          </a:xfrm>
        </p:grpSpPr>
        <p:sp>
          <p:nvSpPr>
            <p:cNvPr id="7487" name="Google Shape;7487;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488" name="Google Shape;7488;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89" name="Google Shape;7489;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0" name="Google Shape;7490;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1" name="Google Shape;7491;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492" name="Google Shape;7492;p118"/>
          <p:cNvCxnSpPr/>
          <p:nvPr/>
        </p:nvCxnSpPr>
        <p:spPr>
          <a:xfrm>
            <a:off x="3769031" y="4119717"/>
            <a:ext cx="1307691" cy="0"/>
          </a:xfrm>
          <a:prstGeom prst="straightConnector1">
            <a:avLst/>
          </a:prstGeom>
          <a:noFill/>
          <a:ln cap="flat" cmpd="sng" w="19050">
            <a:solidFill>
              <a:schemeClr val="dk1"/>
            </a:solidFill>
            <a:prstDash val="solid"/>
            <a:miter lim="800000"/>
            <a:headEnd len="sm" w="sm" type="none"/>
            <a:tailEnd len="sm" w="sm" type="none"/>
          </a:ln>
        </p:spPr>
      </p:cxnSp>
      <p:grpSp>
        <p:nvGrpSpPr>
          <p:cNvPr id="7493" name="Google Shape;7493;p118"/>
          <p:cNvGrpSpPr/>
          <p:nvPr/>
        </p:nvGrpSpPr>
        <p:grpSpPr>
          <a:xfrm>
            <a:off x="3703638" y="3744959"/>
            <a:ext cx="231775" cy="441325"/>
            <a:chOff x="4140" y="429"/>
            <a:chExt cx="1425" cy="2396"/>
          </a:xfrm>
        </p:grpSpPr>
        <p:sp>
          <p:nvSpPr>
            <p:cNvPr id="7494" name="Google Shape;749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5" name="Google Shape;749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6" name="Google Shape;749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7" name="Google Shape;749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8" name="Google Shape;749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99" name="Google Shape;7499;p118"/>
            <p:cNvGrpSpPr/>
            <p:nvPr/>
          </p:nvGrpSpPr>
          <p:grpSpPr>
            <a:xfrm>
              <a:off x="4745" y="670"/>
              <a:ext cx="586" cy="146"/>
              <a:chOff x="609" y="2570"/>
              <a:chExt cx="731" cy="140"/>
            </a:xfrm>
          </p:grpSpPr>
          <p:sp>
            <p:nvSpPr>
              <p:cNvPr id="7500" name="Google Shape;750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1" name="Google Shape;750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2" name="Google Shape;750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3" name="Google Shape;7503;p118"/>
            <p:cNvGrpSpPr/>
            <p:nvPr/>
          </p:nvGrpSpPr>
          <p:grpSpPr>
            <a:xfrm>
              <a:off x="4745" y="998"/>
              <a:ext cx="586" cy="129"/>
              <a:chOff x="612" y="2572"/>
              <a:chExt cx="731" cy="134"/>
            </a:xfrm>
          </p:grpSpPr>
          <p:sp>
            <p:nvSpPr>
              <p:cNvPr id="7504" name="Google Shape;750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5" name="Google Shape;750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6" name="Google Shape;750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7" name="Google Shape;750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8" name="Google Shape;7508;p118"/>
            <p:cNvGrpSpPr/>
            <p:nvPr/>
          </p:nvGrpSpPr>
          <p:grpSpPr>
            <a:xfrm>
              <a:off x="4735" y="1627"/>
              <a:ext cx="586" cy="215"/>
              <a:chOff x="614" y="2568"/>
              <a:chExt cx="730" cy="198"/>
            </a:xfrm>
          </p:grpSpPr>
          <p:sp>
            <p:nvSpPr>
              <p:cNvPr id="7509" name="Google Shape;750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0" name="Google Shape;751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1" name="Google Shape;751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12" name="Google Shape;7512;p118"/>
            <p:cNvGrpSpPr/>
            <p:nvPr/>
          </p:nvGrpSpPr>
          <p:grpSpPr>
            <a:xfrm>
              <a:off x="4735" y="1325"/>
              <a:ext cx="586" cy="138"/>
              <a:chOff x="609" y="2566"/>
              <a:chExt cx="730" cy="138"/>
            </a:xfrm>
          </p:grpSpPr>
          <p:sp>
            <p:nvSpPr>
              <p:cNvPr id="7513" name="Google Shape;751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4" name="Google Shape;751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5" name="Google Shape;751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6" name="Google Shape;751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7" name="Google Shape;751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8" name="Google Shape;751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9" name="Google Shape;751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0" name="Google Shape;752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1" name="Google Shape;752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2" name="Google Shape;752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3" name="Google Shape;752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524" name="Google Shape;752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5" name="Google Shape;752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26" name="Google Shape;7526;p118"/>
          <p:cNvGrpSpPr/>
          <p:nvPr/>
        </p:nvGrpSpPr>
        <p:grpSpPr>
          <a:xfrm>
            <a:off x="4258034" y="5968846"/>
            <a:ext cx="476864" cy="255639"/>
            <a:chOff x="6859123" y="5156933"/>
            <a:chExt cx="456701" cy="226548"/>
          </a:xfrm>
        </p:grpSpPr>
        <p:sp>
          <p:nvSpPr>
            <p:cNvPr id="7527" name="Google Shape;7527;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28" name="Google Shape;7528;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29" name="Google Shape;7529;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0" name="Google Shape;7530;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1" name="Google Shape;7531;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2" name="Google Shape;7532;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3" name="Google Shape;7533;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4" name="Google Shape;7534;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35" name="Google Shape;7535;p118"/>
          <p:cNvGrpSpPr/>
          <p:nvPr/>
        </p:nvGrpSpPr>
        <p:grpSpPr>
          <a:xfrm rot="-2622180">
            <a:off x="3960984" y="4842636"/>
            <a:ext cx="476864" cy="255639"/>
            <a:chOff x="6859123" y="5156933"/>
            <a:chExt cx="456701" cy="226548"/>
          </a:xfrm>
        </p:grpSpPr>
        <p:sp>
          <p:nvSpPr>
            <p:cNvPr id="7536" name="Google Shape;7536;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37" name="Google Shape;7537;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8" name="Google Shape;7538;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9" name="Google Shape;7539;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0" name="Google Shape;7540;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1" name="Google Shape;7541;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2" name="Google Shape;7542;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3" name="Google Shape;7543;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44" name="Google Shape;7544;p118"/>
          <p:cNvGrpSpPr/>
          <p:nvPr/>
        </p:nvGrpSpPr>
        <p:grpSpPr>
          <a:xfrm>
            <a:off x="6120416" y="4464220"/>
            <a:ext cx="476864" cy="255639"/>
            <a:chOff x="6859123" y="5156933"/>
            <a:chExt cx="456701" cy="226548"/>
          </a:xfrm>
        </p:grpSpPr>
        <p:sp>
          <p:nvSpPr>
            <p:cNvPr id="7545" name="Google Shape;7545;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46" name="Google Shape;7546;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7" name="Google Shape;7547;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8" name="Google Shape;7548;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9" name="Google Shape;7549;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0" name="Google Shape;7550;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1" name="Google Shape;7551;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2" name="Google Shape;7552;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53" name="Google Shape;7553;p118"/>
          <p:cNvGrpSpPr/>
          <p:nvPr/>
        </p:nvGrpSpPr>
        <p:grpSpPr>
          <a:xfrm rot="-2742359">
            <a:off x="6110083" y="5317919"/>
            <a:ext cx="476864" cy="255639"/>
            <a:chOff x="6859123" y="5156933"/>
            <a:chExt cx="456701" cy="226548"/>
          </a:xfrm>
        </p:grpSpPr>
        <p:sp>
          <p:nvSpPr>
            <p:cNvPr id="7554" name="Google Shape;7554;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55" name="Google Shape;7555;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6" name="Google Shape;7556;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7" name="Google Shape;7557;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8" name="Google Shape;7558;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9" name="Google Shape;7559;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0" name="Google Shape;7560;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1" name="Google Shape;7561;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sp>
        <p:nvSpPr>
          <p:cNvPr id="7562" name="Google Shape;7562;p118"/>
          <p:cNvSpPr/>
          <p:nvPr/>
        </p:nvSpPr>
        <p:spPr>
          <a:xfrm>
            <a:off x="4455129" y="3198255"/>
            <a:ext cx="3305175" cy="2857500"/>
          </a:xfrm>
          <a:custGeom>
            <a:rect b="b" l="l" r="r" t="t"/>
            <a:pathLst>
              <a:path extrusionOk="0" h="10000" w="10000">
                <a:moveTo>
                  <a:pt x="0" y="0"/>
                </a:moveTo>
                <a:cubicBezTo>
                  <a:pt x="4" y="986"/>
                  <a:pt x="7" y="1972"/>
                  <a:pt x="11" y="2958"/>
                </a:cubicBezTo>
                <a:lnTo>
                  <a:pt x="2299" y="2963"/>
                </a:lnTo>
                <a:lnTo>
                  <a:pt x="951" y="4533"/>
                </a:lnTo>
                <a:lnTo>
                  <a:pt x="8674" y="4700"/>
                </a:lnTo>
                <a:lnTo>
                  <a:pt x="4265" y="10000"/>
                </a:lnTo>
                <a:lnTo>
                  <a:pt x="10000" y="10000"/>
                </a:lnTo>
                <a:lnTo>
                  <a:pt x="10000" y="7567"/>
                </a:ln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63" name="Google Shape;7563;p118"/>
          <p:cNvGrpSpPr/>
          <p:nvPr/>
        </p:nvGrpSpPr>
        <p:grpSpPr>
          <a:xfrm>
            <a:off x="2825750" y="3227434"/>
            <a:ext cx="5111145" cy="2933700"/>
            <a:chOff x="2825750" y="3227434"/>
            <a:chExt cx="5111145" cy="2933700"/>
          </a:xfrm>
        </p:grpSpPr>
        <p:grpSp>
          <p:nvGrpSpPr>
            <p:cNvPr id="7564" name="Google Shape;7564;p118"/>
            <p:cNvGrpSpPr/>
            <p:nvPr/>
          </p:nvGrpSpPr>
          <p:grpSpPr>
            <a:xfrm>
              <a:off x="7844820" y="5350527"/>
              <a:ext cx="92075" cy="271462"/>
              <a:chOff x="10104" y="10005"/>
              <a:chExt cx="137" cy="411"/>
            </a:xfrm>
          </p:grpSpPr>
          <p:sp>
            <p:nvSpPr>
              <p:cNvPr id="7565" name="Google Shape;7565;p118"/>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66" name="Google Shape;7566;p118"/>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67" name="Google Shape;7567;p118"/>
            <p:cNvSpPr/>
            <p:nvPr/>
          </p:nvSpPr>
          <p:spPr>
            <a:xfrm>
              <a:off x="2825750" y="3227434"/>
              <a:ext cx="5067300" cy="2933700"/>
            </a:xfrm>
            <a:custGeom>
              <a:rect b="b" l="l" r="r" t="t"/>
              <a:pathLst>
                <a:path extrusionOk="0" h="10000" w="10000">
                  <a:moveTo>
                    <a:pt x="9981" y="7403"/>
                  </a:moveTo>
                  <a:cubicBezTo>
                    <a:pt x="9987" y="8269"/>
                    <a:pt x="9994" y="9134"/>
                    <a:pt x="10000" y="10000"/>
                  </a:cubicBezTo>
                  <a:lnTo>
                    <a:pt x="0" y="9968"/>
                  </a:lnTo>
                  <a:lnTo>
                    <a:pt x="4154" y="3214"/>
                  </a:lnTo>
                  <a:lnTo>
                    <a:pt x="2965" y="3221"/>
                  </a:lnTo>
                  <a:cubicBezTo>
                    <a:pt x="2965" y="2171"/>
                    <a:pt x="2951" y="1050"/>
                    <a:pt x="2951" y="0"/>
                  </a:cubicBezTo>
                </a:path>
              </a:pathLst>
            </a:custGeom>
            <a:noFill/>
            <a:ln cap="flat" cmpd="sng" w="38100">
              <a:solidFill>
                <a:srgbClr val="FF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68" name="Google Shape;7568;p118"/>
          <p:cNvGrpSpPr/>
          <p:nvPr/>
        </p:nvGrpSpPr>
        <p:grpSpPr>
          <a:xfrm>
            <a:off x="2352785" y="3322684"/>
            <a:ext cx="5785267" cy="2890693"/>
            <a:chOff x="2437534" y="3327145"/>
            <a:chExt cx="5785267" cy="2890693"/>
          </a:xfrm>
        </p:grpSpPr>
        <p:grpSp>
          <p:nvGrpSpPr>
            <p:cNvPr id="7569" name="Google Shape;7569;p118"/>
            <p:cNvGrpSpPr/>
            <p:nvPr/>
          </p:nvGrpSpPr>
          <p:grpSpPr>
            <a:xfrm>
              <a:off x="2437534" y="5122909"/>
              <a:ext cx="92465" cy="271463"/>
              <a:chOff x="10192" y="10005"/>
              <a:chExt cx="140" cy="411"/>
            </a:xfrm>
          </p:grpSpPr>
          <p:sp>
            <p:nvSpPr>
              <p:cNvPr id="7570" name="Google Shape;7570;p118"/>
              <p:cNvSpPr/>
              <p:nvPr/>
            </p:nvSpPr>
            <p:spPr>
              <a:xfrm>
                <a:off x="10195"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71" name="Google Shape;7571;p118"/>
              <p:cNvSpPr/>
              <p:nvPr/>
            </p:nvSpPr>
            <p:spPr>
              <a:xfrm>
                <a:off x="10192"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72" name="Google Shape;7572;p118"/>
            <p:cNvSpPr/>
            <p:nvPr/>
          </p:nvSpPr>
          <p:spPr>
            <a:xfrm>
              <a:off x="2479226" y="3327145"/>
              <a:ext cx="5743575" cy="2890693"/>
            </a:xfrm>
            <a:custGeom>
              <a:rect b="b" l="l" r="r" t="t"/>
              <a:pathLst>
                <a:path extrusionOk="0" h="10016" w="10000">
                  <a:moveTo>
                    <a:pt x="0" y="6337"/>
                  </a:moveTo>
                  <a:lnTo>
                    <a:pt x="0" y="10016"/>
                  </a:lnTo>
                  <a:lnTo>
                    <a:pt x="978" y="10000"/>
                  </a:lnTo>
                  <a:lnTo>
                    <a:pt x="3881" y="4422"/>
                  </a:lnTo>
                  <a:lnTo>
                    <a:pt x="7894" y="4521"/>
                  </a:lnTo>
                  <a:lnTo>
                    <a:pt x="9005" y="2244"/>
                  </a:lnTo>
                  <a:lnTo>
                    <a:pt x="10000" y="2244"/>
                  </a:lnTo>
                  <a:lnTo>
                    <a:pt x="9967"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73" name="Google Shape;7573;p118"/>
          <p:cNvGrpSpPr/>
          <p:nvPr/>
        </p:nvGrpSpPr>
        <p:grpSpPr>
          <a:xfrm>
            <a:off x="2549524" y="3308080"/>
            <a:ext cx="5828945" cy="2729229"/>
            <a:chOff x="2549524" y="3308080"/>
            <a:chExt cx="5828945" cy="2729229"/>
          </a:xfrm>
        </p:grpSpPr>
        <p:sp>
          <p:nvSpPr>
            <p:cNvPr id="7574" name="Google Shape;7574;p118"/>
            <p:cNvSpPr/>
            <p:nvPr/>
          </p:nvSpPr>
          <p:spPr>
            <a:xfrm>
              <a:off x="2549524" y="3370309"/>
              <a:ext cx="5787725" cy="2667000"/>
            </a:xfrm>
            <a:custGeom>
              <a:rect b="b" l="l" r="r" t="t"/>
              <a:pathLst>
                <a:path extrusionOk="0" h="10000" w="9994">
                  <a:moveTo>
                    <a:pt x="0" y="6715"/>
                  </a:moveTo>
                  <a:lnTo>
                    <a:pt x="0" y="10000"/>
                  </a:lnTo>
                  <a:lnTo>
                    <a:pt x="5362" y="10000"/>
                  </a:lnTo>
                  <a:lnTo>
                    <a:pt x="8832" y="2502"/>
                  </a:lnTo>
                  <a:lnTo>
                    <a:pt x="9994" y="2505"/>
                  </a:lnTo>
                  <a:cubicBezTo>
                    <a:pt x="9989" y="1648"/>
                    <a:pt x="9989" y="857"/>
                    <a:pt x="9984" y="0"/>
                  </a:cubicBezTo>
                </a:path>
              </a:pathLst>
            </a:custGeom>
            <a:noFill/>
            <a:ln cap="flat" cmpd="sng" w="381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75" name="Google Shape;7575;p118"/>
            <p:cNvSpPr/>
            <p:nvPr/>
          </p:nvSpPr>
          <p:spPr>
            <a:xfrm>
              <a:off x="8286088" y="3308080"/>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6" name="Google Shape;7576;p118"/>
            <p:cNvSpPr/>
            <p:nvPr/>
          </p:nvSpPr>
          <p:spPr>
            <a:xfrm>
              <a:off x="8290207" y="3467541"/>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7577" name="Google Shape;7577;p118"/>
          <p:cNvSpPr/>
          <p:nvPr/>
        </p:nvSpPr>
        <p:spPr>
          <a:xfrm>
            <a:off x="5476775" y="4215866"/>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8" name="Google Shape;7578;p118"/>
          <p:cNvSpPr/>
          <p:nvPr/>
        </p:nvSpPr>
        <p:spPr>
          <a:xfrm>
            <a:off x="5725428" y="4965032"/>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9" name="Google Shape;7579;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2"/>
                                        </p:tgtEl>
                                        <p:attrNameLst>
                                          <p:attrName>style.visibility</p:attrName>
                                        </p:attrNameLst>
                                      </p:cBhvr>
                                      <p:to>
                                        <p:strVal val="visible"/>
                                      </p:to>
                                    </p:set>
                                    <p:animEffect filter="fade" transition="in">
                                      <p:cBhvr>
                                        <p:cTn dur="500"/>
                                        <p:tgtEl>
                                          <p:spTgt spid="7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8"/>
                                        </p:tgtEl>
                                        <p:attrNameLst>
                                          <p:attrName>style.visibility</p:attrName>
                                        </p:attrNameLst>
                                      </p:cBhvr>
                                      <p:to>
                                        <p:strVal val="visible"/>
                                      </p:to>
                                    </p:set>
                                    <p:animEffect filter="fade" transition="in">
                                      <p:cBhvr>
                                        <p:cTn dur="500"/>
                                        <p:tgtEl>
                                          <p:spTgt spid="73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83"/>
                                        </p:tgtEl>
                                        <p:attrNameLst>
                                          <p:attrName>style.visibility</p:attrName>
                                        </p:attrNameLst>
                                      </p:cBhvr>
                                      <p:to>
                                        <p:strVal val="visible"/>
                                      </p:to>
                                    </p:set>
                                    <p:animEffect filter="fade" transition="in">
                                      <p:cBhvr>
                                        <p:cTn dur="500"/>
                                        <p:tgtEl>
                                          <p:spTgt spid="73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58"/>
                                        </p:tgtEl>
                                        <p:attrNameLst>
                                          <p:attrName>style.visibility</p:attrName>
                                        </p:attrNameLst>
                                      </p:cBhvr>
                                      <p:to>
                                        <p:strVal val="visible"/>
                                      </p:to>
                                    </p:set>
                                    <p:animEffect filter="fade" transition="in">
                                      <p:cBhvr>
                                        <p:cTn dur="500"/>
                                        <p:tgtEl>
                                          <p:spTgt spid="7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8"/>
                                        </p:tgtEl>
                                        <p:attrNameLst>
                                          <p:attrName>style.visibility</p:attrName>
                                        </p:attrNameLst>
                                      </p:cBhvr>
                                      <p:to>
                                        <p:strVal val="visible"/>
                                      </p:to>
                                    </p:set>
                                    <p:animEffect filter="fade" transition="in">
                                      <p:cBhvr>
                                        <p:cTn dur="500"/>
                                        <p:tgtEl>
                                          <p:spTgt spid="7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3"/>
                                        </p:tgtEl>
                                        <p:attrNameLst>
                                          <p:attrName>style.visibility</p:attrName>
                                        </p:attrNameLst>
                                      </p:cBhvr>
                                      <p:to>
                                        <p:strVal val="visible"/>
                                      </p:to>
                                    </p:set>
                                    <p:animEffect filter="fade" transition="in">
                                      <p:cBhvr>
                                        <p:cTn dur="500"/>
                                        <p:tgtEl>
                                          <p:spTgt spid="7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3"/>
                                        </p:tgtEl>
                                        <p:attrNameLst>
                                          <p:attrName>style.visibility</p:attrName>
                                        </p:attrNameLst>
                                      </p:cBhvr>
                                      <p:to>
                                        <p:strVal val="visible"/>
                                      </p:to>
                                    </p:set>
                                    <p:animEffect filter="fade" transition="in">
                                      <p:cBhvr>
                                        <p:cTn dur="500"/>
                                        <p:tgtEl>
                                          <p:spTgt spid="7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7"/>
                                        </p:tgtEl>
                                        <p:attrNameLst>
                                          <p:attrName>style.visibility</p:attrName>
                                        </p:attrNameLst>
                                      </p:cBhvr>
                                      <p:to>
                                        <p:strVal val="visible"/>
                                      </p:to>
                                    </p:set>
                                    <p:animEffect filter="fade" transition="in">
                                      <p:cBhvr>
                                        <p:cTn dur="500"/>
                                        <p:tgtEl>
                                          <p:spTgt spid="7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8"/>
                                        </p:tgtEl>
                                        <p:attrNameLst>
                                          <p:attrName>style.visibility</p:attrName>
                                        </p:attrNameLst>
                                      </p:cBhvr>
                                      <p:to>
                                        <p:strVal val="visible"/>
                                      </p:to>
                                    </p:set>
                                    <p:animEffect filter="fade" transition="in">
                                      <p:cBhvr>
                                        <p:cTn dur="500"/>
                                        <p:tgtEl>
                                          <p:spTgt spid="7578"/>
                                        </p:tgtEl>
                                      </p:cBhvr>
                                    </p:animEffect>
                                  </p:childTnLst>
                                </p:cTn>
                              </p:par>
                              <p:par>
                                <p:cTn fill="hold" nodeType="withEffect" presetClass="exit" presetID="10" presetSubtype="0">
                                  <p:stCondLst>
                                    <p:cond delay="0"/>
                                  </p:stCondLst>
                                  <p:childTnLst>
                                    <p:animEffect filter="fade" transition="out">
                                      <p:cBhvr>
                                        <p:cTn dur="500"/>
                                        <p:tgtEl>
                                          <p:spTgt spid="7577"/>
                                        </p:tgtEl>
                                      </p:cBhvr>
                                    </p:animEffect>
                                    <p:set>
                                      <p:cBhvr>
                                        <p:cTn dur="1" fill="hold">
                                          <p:stCondLst>
                                            <p:cond delay="500"/>
                                          </p:stCondLst>
                                        </p:cTn>
                                        <p:tgtEl>
                                          <p:spTgt spid="75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78"/>
                                        </p:tgtEl>
                                      </p:cBhvr>
                                    </p:animEffect>
                                    <p:set>
                                      <p:cBhvr>
                                        <p:cTn dur="1" fill="hold">
                                          <p:stCondLst>
                                            <p:cond delay="500"/>
                                          </p:stCondLst>
                                        </p:cTn>
                                        <p:tgtEl>
                                          <p:spTgt spid="75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4"/>
                                        </p:tgtEl>
                                        <p:attrNameLst>
                                          <p:attrName>style.visibility</p:attrName>
                                        </p:attrNameLst>
                                      </p:cBhvr>
                                      <p:to>
                                        <p:strVal val="visible"/>
                                      </p:to>
                                    </p:set>
                                    <p:animEffect filter="fade" transition="in">
                                      <p:cBhvr>
                                        <p:cTn dur="500"/>
                                        <p:tgtEl>
                                          <p:spTgt spid="7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5"/>
                                        </p:tgtEl>
                                        <p:attrNameLst>
                                          <p:attrName>style.visibility</p:attrName>
                                        </p:attrNameLst>
                                      </p:cBhvr>
                                      <p:to>
                                        <p:strVal val="visible"/>
                                      </p:to>
                                    </p:set>
                                    <p:animEffect filter="fade" transition="in">
                                      <p:cBhvr>
                                        <p:cTn dur="500"/>
                                        <p:tgtEl>
                                          <p:spTgt spid="7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4" name="Shape 7584"/>
        <p:cNvGrpSpPr/>
        <p:nvPr/>
      </p:nvGrpSpPr>
      <p:grpSpPr>
        <a:xfrm>
          <a:off x="0" y="0"/>
          <a:ext cx="0" cy="0"/>
          <a:chOff x="0" y="0"/>
          <a:chExt cx="0" cy="0"/>
        </a:xfrm>
      </p:grpSpPr>
      <p:grpSp>
        <p:nvGrpSpPr>
          <p:cNvPr id="7585" name="Google Shape;7585;p119"/>
          <p:cNvGrpSpPr/>
          <p:nvPr/>
        </p:nvGrpSpPr>
        <p:grpSpPr>
          <a:xfrm>
            <a:off x="9193161" y="2984089"/>
            <a:ext cx="357600" cy="634183"/>
            <a:chOff x="10910965" y="2513124"/>
            <a:chExt cx="586768" cy="904023"/>
          </a:xfrm>
        </p:grpSpPr>
        <p:sp>
          <p:nvSpPr>
            <p:cNvPr id="7586" name="Google Shape;7586;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87" name="Google Shape;7587;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8" name="Google Shape;7588;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9" name="Google Shape;7589;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0" name="Google Shape;7590;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1" name="Google Shape;7591;p119"/>
          <p:cNvGrpSpPr/>
          <p:nvPr/>
        </p:nvGrpSpPr>
        <p:grpSpPr>
          <a:xfrm>
            <a:off x="6047012" y="2820091"/>
            <a:ext cx="357600" cy="634183"/>
            <a:chOff x="10910965" y="2513124"/>
            <a:chExt cx="586768" cy="904023"/>
          </a:xfrm>
        </p:grpSpPr>
        <p:sp>
          <p:nvSpPr>
            <p:cNvPr id="7592" name="Google Shape;7592;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3" name="Google Shape;7593;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4" name="Google Shape;7594;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5" name="Google Shape;7595;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6" name="Google Shape;7596;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7" name="Google Shape;7597;p119"/>
          <p:cNvGrpSpPr/>
          <p:nvPr/>
        </p:nvGrpSpPr>
        <p:grpSpPr>
          <a:xfrm>
            <a:off x="7166228" y="1579986"/>
            <a:ext cx="357600" cy="634183"/>
            <a:chOff x="10910965" y="2513124"/>
            <a:chExt cx="586768" cy="904023"/>
          </a:xfrm>
        </p:grpSpPr>
        <p:sp>
          <p:nvSpPr>
            <p:cNvPr id="7598" name="Google Shape;7598;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9" name="Google Shape;7599;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0" name="Google Shape;7600;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1" name="Google Shape;7601;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2" name="Google Shape;7602;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603" name="Google Shape;7603;p119"/>
          <p:cNvCxnSpPr/>
          <p:nvPr/>
        </p:nvCxnSpPr>
        <p:spPr>
          <a:xfrm rot="10800000">
            <a:off x="9257399" y="2242311"/>
            <a:ext cx="260376" cy="0"/>
          </a:xfrm>
          <a:prstGeom prst="straightConnector1">
            <a:avLst/>
          </a:prstGeom>
          <a:noFill/>
          <a:ln cap="flat" cmpd="sng" w="19050">
            <a:solidFill>
              <a:srgbClr val="000000"/>
            </a:solidFill>
            <a:prstDash val="solid"/>
            <a:round/>
            <a:headEnd len="med" w="med" type="none"/>
            <a:tailEnd len="med" w="med" type="none"/>
          </a:ln>
        </p:spPr>
      </p:cxnSp>
      <p:grpSp>
        <p:nvGrpSpPr>
          <p:cNvPr id="7604" name="Google Shape;7604;p119"/>
          <p:cNvGrpSpPr/>
          <p:nvPr/>
        </p:nvGrpSpPr>
        <p:grpSpPr>
          <a:xfrm>
            <a:off x="9453716" y="1637069"/>
            <a:ext cx="357600" cy="634183"/>
            <a:chOff x="10910965" y="2513124"/>
            <a:chExt cx="586768" cy="904023"/>
          </a:xfrm>
        </p:grpSpPr>
        <p:sp>
          <p:nvSpPr>
            <p:cNvPr id="7605" name="Google Shape;7605;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606" name="Google Shape;7606;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7" name="Google Shape;7607;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8" name="Google Shape;7608;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9" name="Google Shape;7609;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610" name="Google Shape;7610;p119"/>
          <p:cNvGrpSpPr/>
          <p:nvPr/>
        </p:nvGrpSpPr>
        <p:grpSpPr>
          <a:xfrm>
            <a:off x="6869826" y="2671431"/>
            <a:ext cx="660225" cy="290099"/>
            <a:chOff x="7493876" y="2774731"/>
            <a:chExt cx="1481958" cy="894622"/>
          </a:xfrm>
        </p:grpSpPr>
        <p:sp>
          <p:nvSpPr>
            <p:cNvPr id="7611" name="Google Shape;7611;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12" name="Google Shape;7612;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13" name="Google Shape;7613;p119"/>
            <p:cNvGrpSpPr/>
            <p:nvPr/>
          </p:nvGrpSpPr>
          <p:grpSpPr>
            <a:xfrm>
              <a:off x="7713663" y="2848339"/>
              <a:ext cx="1042107" cy="425543"/>
              <a:chOff x="7786941" y="2884917"/>
              <a:chExt cx="897649" cy="353919"/>
            </a:xfrm>
          </p:grpSpPr>
          <p:sp>
            <p:nvSpPr>
              <p:cNvPr id="7614" name="Google Shape;7614;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5" name="Google Shape;7615;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6" name="Google Shape;7616;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7" name="Google Shape;7617;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18" name="Google Shape;7618;p119"/>
          <p:cNvGrpSpPr/>
          <p:nvPr/>
        </p:nvGrpSpPr>
        <p:grpSpPr>
          <a:xfrm>
            <a:off x="7928680" y="2356760"/>
            <a:ext cx="660225" cy="290099"/>
            <a:chOff x="7493876" y="2774731"/>
            <a:chExt cx="1481958" cy="894622"/>
          </a:xfrm>
        </p:grpSpPr>
        <p:sp>
          <p:nvSpPr>
            <p:cNvPr id="7619" name="Google Shape;7619;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0" name="Google Shape;7620;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1" name="Google Shape;7621;p119"/>
            <p:cNvGrpSpPr/>
            <p:nvPr/>
          </p:nvGrpSpPr>
          <p:grpSpPr>
            <a:xfrm>
              <a:off x="7713663" y="2848339"/>
              <a:ext cx="1042107" cy="425543"/>
              <a:chOff x="7786941" y="2884917"/>
              <a:chExt cx="897649" cy="353919"/>
            </a:xfrm>
          </p:grpSpPr>
          <p:sp>
            <p:nvSpPr>
              <p:cNvPr id="7622" name="Google Shape;7622;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3" name="Google Shape;7623;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4" name="Google Shape;7624;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5" name="Google Shape;7625;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26" name="Google Shape;7626;p119"/>
          <p:cNvGrpSpPr/>
          <p:nvPr/>
        </p:nvGrpSpPr>
        <p:grpSpPr>
          <a:xfrm>
            <a:off x="8246995" y="2882143"/>
            <a:ext cx="660225" cy="290099"/>
            <a:chOff x="7493876" y="2774731"/>
            <a:chExt cx="1481958" cy="894622"/>
          </a:xfrm>
        </p:grpSpPr>
        <p:sp>
          <p:nvSpPr>
            <p:cNvPr id="7627" name="Google Shape;7627;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8" name="Google Shape;7628;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9" name="Google Shape;7629;p119"/>
            <p:cNvGrpSpPr/>
            <p:nvPr/>
          </p:nvGrpSpPr>
          <p:grpSpPr>
            <a:xfrm>
              <a:off x="7713663" y="2848339"/>
              <a:ext cx="1042107" cy="425543"/>
              <a:chOff x="7786941" y="2884917"/>
              <a:chExt cx="897649" cy="353919"/>
            </a:xfrm>
          </p:grpSpPr>
          <p:sp>
            <p:nvSpPr>
              <p:cNvPr id="7630" name="Google Shape;7630;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1" name="Google Shape;7631;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2" name="Google Shape;7632;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3" name="Google Shape;7633;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34" name="Google Shape;7634;p119"/>
          <p:cNvGrpSpPr/>
          <p:nvPr/>
        </p:nvGrpSpPr>
        <p:grpSpPr>
          <a:xfrm>
            <a:off x="7203643" y="3367614"/>
            <a:ext cx="660225" cy="290099"/>
            <a:chOff x="7493876" y="2774731"/>
            <a:chExt cx="1481958" cy="894622"/>
          </a:xfrm>
        </p:grpSpPr>
        <p:sp>
          <p:nvSpPr>
            <p:cNvPr id="7635" name="Google Shape;7635;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6" name="Google Shape;7636;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37" name="Google Shape;7637;p119"/>
            <p:cNvGrpSpPr/>
            <p:nvPr/>
          </p:nvGrpSpPr>
          <p:grpSpPr>
            <a:xfrm>
              <a:off x="7713663" y="2848339"/>
              <a:ext cx="1042107" cy="425543"/>
              <a:chOff x="7786941" y="2884917"/>
              <a:chExt cx="897649" cy="353919"/>
            </a:xfrm>
          </p:grpSpPr>
          <p:sp>
            <p:nvSpPr>
              <p:cNvPr id="7638" name="Google Shape;7638;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9" name="Google Shape;7639;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0" name="Google Shape;7640;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1" name="Google Shape;7641;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642" name="Google Shape;7642;p119"/>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643" name="Google Shape;7643;p119"/>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44" name="Google Shape;7644;p119"/>
          <p:cNvSpPr/>
          <p:nvPr/>
        </p:nvSpPr>
        <p:spPr>
          <a:xfrm>
            <a:off x="1639888" y="4329113"/>
            <a:ext cx="9650409" cy="99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C00000"/>
                </a:solidFill>
                <a:latin typeface="Calibri"/>
                <a:ea typeface="Calibri"/>
                <a:cs typeface="Calibri"/>
                <a:sym typeface="Calibri"/>
              </a:rPr>
              <a:t>another “cost” of congestion: </a:t>
            </a:r>
            <a:endParaRPr/>
          </a:p>
          <a:p>
            <a:pPr indent="-34290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when packet dropped, any upstream transmission capacity and buffering used for that packet was wasted!</a:t>
            </a:r>
            <a:endParaRPr b="0" i="0" sz="2800" u="none" cap="none" strike="noStrike">
              <a:solidFill>
                <a:srgbClr val="000000"/>
              </a:solidFill>
              <a:latin typeface="Calibri"/>
              <a:ea typeface="Calibri"/>
              <a:cs typeface="Calibri"/>
              <a:sym typeface="Calibri"/>
            </a:endParaRPr>
          </a:p>
        </p:txBody>
      </p:sp>
      <p:cxnSp>
        <p:nvCxnSpPr>
          <p:cNvPr id="7645" name="Google Shape;7645;p119"/>
          <p:cNvCxnSpPr/>
          <p:nvPr/>
        </p:nvCxnSpPr>
        <p:spPr>
          <a:xfrm flipH="1">
            <a:off x="7206675" y="2219117"/>
            <a:ext cx="546573" cy="550850"/>
          </a:xfrm>
          <a:prstGeom prst="straightConnector1">
            <a:avLst/>
          </a:prstGeom>
          <a:noFill/>
          <a:ln cap="flat" cmpd="sng" w="19050">
            <a:solidFill>
              <a:srgbClr val="000000"/>
            </a:solidFill>
            <a:prstDash val="solid"/>
            <a:round/>
            <a:headEnd len="med" w="med" type="none"/>
            <a:tailEnd len="med" w="med" type="none"/>
          </a:ln>
        </p:spPr>
      </p:cxnSp>
      <p:cxnSp>
        <p:nvCxnSpPr>
          <p:cNvPr id="7646" name="Google Shape;7646;p119"/>
          <p:cNvCxnSpPr/>
          <p:nvPr/>
        </p:nvCxnSpPr>
        <p:spPr>
          <a:xfrm rot="10800000">
            <a:off x="7492872" y="2219117"/>
            <a:ext cx="260376" cy="0"/>
          </a:xfrm>
          <a:prstGeom prst="straightConnector1">
            <a:avLst/>
          </a:prstGeom>
          <a:noFill/>
          <a:ln cap="flat" cmpd="sng" w="19050">
            <a:solidFill>
              <a:srgbClr val="000000"/>
            </a:solidFill>
            <a:prstDash val="solid"/>
            <a:round/>
            <a:headEnd len="med" w="med" type="none"/>
            <a:tailEnd len="med" w="med" type="none"/>
          </a:ln>
        </p:spPr>
      </p:cxnSp>
      <p:cxnSp>
        <p:nvCxnSpPr>
          <p:cNvPr id="7647" name="Google Shape;7647;p119"/>
          <p:cNvCxnSpPr/>
          <p:nvPr/>
        </p:nvCxnSpPr>
        <p:spPr>
          <a:xfrm flipH="1">
            <a:off x="6404029" y="3477375"/>
            <a:ext cx="865049" cy="7731"/>
          </a:xfrm>
          <a:prstGeom prst="straightConnector1">
            <a:avLst/>
          </a:prstGeom>
          <a:noFill/>
          <a:ln cap="flat" cmpd="sng" w="19050">
            <a:solidFill>
              <a:srgbClr val="000000"/>
            </a:solidFill>
            <a:prstDash val="solid"/>
            <a:round/>
            <a:headEnd len="med" w="med" type="none"/>
            <a:tailEnd len="med" w="med" type="none"/>
          </a:ln>
        </p:spPr>
      </p:cxnSp>
      <p:cxnSp>
        <p:nvCxnSpPr>
          <p:cNvPr id="7648" name="Google Shape;7648;p119"/>
          <p:cNvCxnSpPr/>
          <p:nvPr/>
        </p:nvCxnSpPr>
        <p:spPr>
          <a:xfrm rot="10800000">
            <a:off x="7492872" y="2491642"/>
            <a:ext cx="430372" cy="0"/>
          </a:xfrm>
          <a:prstGeom prst="straightConnector1">
            <a:avLst/>
          </a:prstGeom>
          <a:noFill/>
          <a:ln cap="flat" cmpd="sng" w="19050">
            <a:solidFill>
              <a:srgbClr val="000000"/>
            </a:solidFill>
            <a:prstDash val="solid"/>
            <a:round/>
            <a:headEnd len="med" w="med" type="none"/>
            <a:tailEnd len="med" w="med" type="none"/>
          </a:ln>
        </p:spPr>
      </p:cxnSp>
      <p:cxnSp>
        <p:nvCxnSpPr>
          <p:cNvPr id="7649" name="Google Shape;7649;p119"/>
          <p:cNvCxnSpPr/>
          <p:nvPr/>
        </p:nvCxnSpPr>
        <p:spPr>
          <a:xfrm rot="10800000">
            <a:off x="8549437" y="2503239"/>
            <a:ext cx="460499" cy="5799"/>
          </a:xfrm>
          <a:prstGeom prst="straightConnector1">
            <a:avLst/>
          </a:prstGeom>
          <a:noFill/>
          <a:ln cap="flat" cmpd="sng" w="19050">
            <a:solidFill>
              <a:srgbClr val="000000"/>
            </a:solidFill>
            <a:prstDash val="solid"/>
            <a:round/>
            <a:headEnd len="med" w="med" type="none"/>
            <a:tailEnd len="med" w="med" type="none"/>
          </a:ln>
        </p:spPr>
      </p:cxnSp>
      <p:cxnSp>
        <p:nvCxnSpPr>
          <p:cNvPr id="7650" name="Google Shape;7650;p119"/>
          <p:cNvCxnSpPr/>
          <p:nvPr/>
        </p:nvCxnSpPr>
        <p:spPr>
          <a:xfrm flipH="1">
            <a:off x="8515007" y="2230714"/>
            <a:ext cx="768214" cy="823377"/>
          </a:xfrm>
          <a:prstGeom prst="straightConnector1">
            <a:avLst/>
          </a:prstGeom>
          <a:noFill/>
          <a:ln cap="flat" cmpd="sng" w="19050">
            <a:solidFill>
              <a:srgbClr val="000000"/>
            </a:solidFill>
            <a:prstDash val="solid"/>
            <a:round/>
            <a:headEnd len="med" w="med" type="none"/>
            <a:tailEnd len="med" w="med" type="none"/>
          </a:ln>
        </p:spPr>
      </p:cxnSp>
      <p:grpSp>
        <p:nvGrpSpPr>
          <p:cNvPr id="7651" name="Google Shape;7651;p119"/>
          <p:cNvGrpSpPr/>
          <p:nvPr/>
        </p:nvGrpSpPr>
        <p:grpSpPr>
          <a:xfrm>
            <a:off x="8295103" y="2407263"/>
            <a:ext cx="186693" cy="155869"/>
            <a:chOff x="11283" y="10423"/>
            <a:chExt cx="475" cy="374"/>
          </a:xfrm>
        </p:grpSpPr>
        <p:sp>
          <p:nvSpPr>
            <p:cNvPr id="7652" name="Google Shape;7652;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53" name="Google Shape;7653;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4" name="Google Shape;7654;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5" name="Google Shape;7655;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6" name="Google Shape;7656;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7" name="Google Shape;7657;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58" name="Google Shape;7658;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59" name="Google Shape;7659;p119"/>
          <p:cNvCxnSpPr/>
          <p:nvPr/>
        </p:nvCxnSpPr>
        <p:spPr>
          <a:xfrm>
            <a:off x="8577410" y="1813227"/>
            <a:ext cx="163542" cy="1932"/>
          </a:xfrm>
          <a:prstGeom prst="straightConnector1">
            <a:avLst/>
          </a:prstGeom>
          <a:noFill/>
          <a:ln cap="flat" cmpd="sng" w="38100">
            <a:solidFill>
              <a:srgbClr val="FFFFFF"/>
            </a:solidFill>
            <a:prstDash val="dot"/>
            <a:round/>
            <a:headEnd len="med" w="med" type="none"/>
            <a:tailEnd len="med" w="med" type="none"/>
          </a:ln>
        </p:spPr>
      </p:cxnSp>
      <p:grpSp>
        <p:nvGrpSpPr>
          <p:cNvPr id="7660" name="Google Shape;7660;p119"/>
          <p:cNvGrpSpPr/>
          <p:nvPr/>
        </p:nvGrpSpPr>
        <p:grpSpPr>
          <a:xfrm>
            <a:off x="7363760" y="1608349"/>
            <a:ext cx="53797" cy="172019"/>
            <a:chOff x="10104" y="10005"/>
            <a:chExt cx="137" cy="411"/>
          </a:xfrm>
        </p:grpSpPr>
        <p:sp>
          <p:nvSpPr>
            <p:cNvPr id="7661" name="Google Shape;7661;p119"/>
            <p:cNvSpPr/>
            <p:nvPr/>
          </p:nvSpPr>
          <p:spPr>
            <a:xfrm>
              <a:off x="10104" y="10005"/>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62" name="Google Shape;7662;p119"/>
            <p:cNvSpPr/>
            <p:nvPr/>
          </p:nvSpPr>
          <p:spPr>
            <a:xfrm>
              <a:off x="10104" y="10278"/>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63" name="Google Shape;7663;p119"/>
          <p:cNvGrpSpPr/>
          <p:nvPr/>
        </p:nvGrpSpPr>
        <p:grpSpPr>
          <a:xfrm rot="7844936">
            <a:off x="8457757" y="2928960"/>
            <a:ext cx="204878" cy="142023"/>
            <a:chOff x="11283" y="10423"/>
            <a:chExt cx="475" cy="374"/>
          </a:xfrm>
        </p:grpSpPr>
        <p:sp>
          <p:nvSpPr>
            <p:cNvPr id="7664" name="Google Shape;766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65" name="Google Shape;766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6" name="Google Shape;766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7" name="Google Shape;766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8" name="Google Shape;766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9" name="Google Shape;766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70" name="Google Shape;767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71" name="Google Shape;7671;p119"/>
          <p:cNvCxnSpPr/>
          <p:nvPr/>
        </p:nvCxnSpPr>
        <p:spPr>
          <a:xfrm rot="10800000">
            <a:off x="7764006" y="3471578"/>
            <a:ext cx="1172766" cy="11597"/>
          </a:xfrm>
          <a:prstGeom prst="straightConnector1">
            <a:avLst/>
          </a:prstGeom>
          <a:noFill/>
          <a:ln cap="flat" cmpd="sng" w="19050">
            <a:solidFill>
              <a:srgbClr val="000000"/>
            </a:solidFill>
            <a:prstDash val="solid"/>
            <a:round/>
            <a:headEnd len="med" w="med" type="none"/>
            <a:tailEnd len="med" w="med" type="none"/>
          </a:ln>
        </p:spPr>
      </p:cxnSp>
      <p:cxnSp>
        <p:nvCxnSpPr>
          <p:cNvPr id="7672" name="Google Shape;7672;p119"/>
          <p:cNvCxnSpPr/>
          <p:nvPr/>
        </p:nvCxnSpPr>
        <p:spPr>
          <a:xfrm flipH="1">
            <a:off x="8129823" y="3059889"/>
            <a:ext cx="367969" cy="417487"/>
          </a:xfrm>
          <a:prstGeom prst="straightConnector1">
            <a:avLst/>
          </a:prstGeom>
          <a:noFill/>
          <a:ln cap="flat" cmpd="sng" w="19050">
            <a:solidFill>
              <a:srgbClr val="000000"/>
            </a:solidFill>
            <a:prstDash val="solid"/>
            <a:round/>
            <a:headEnd len="med" w="med" type="none"/>
            <a:tailEnd len="med" w="med" type="none"/>
          </a:ln>
        </p:spPr>
      </p:cxnSp>
      <p:sp>
        <p:nvSpPr>
          <p:cNvPr id="7673" name="Google Shape;7673;p119"/>
          <p:cNvSpPr/>
          <p:nvPr/>
        </p:nvSpPr>
        <p:spPr>
          <a:xfrm>
            <a:off x="7391735" y="1631543"/>
            <a:ext cx="1956042" cy="1814908"/>
          </a:xfrm>
          <a:custGeom>
            <a:rect b="b" l="l" r="r" t="t"/>
            <a:pathLst>
              <a:path extrusionOk="0" h="4500" w="5205">
                <a:moveTo>
                  <a:pt x="0" y="0"/>
                </a:moveTo>
                <a:lnTo>
                  <a:pt x="0" y="1320"/>
                </a:lnTo>
                <a:lnTo>
                  <a:pt x="1230" y="1350"/>
                </a:lnTo>
                <a:lnTo>
                  <a:pt x="495" y="2040"/>
                </a:lnTo>
                <a:lnTo>
                  <a:pt x="4515" y="2115"/>
                </a:lnTo>
                <a:lnTo>
                  <a:pt x="2220" y="4500"/>
                </a:lnTo>
                <a:lnTo>
                  <a:pt x="5205" y="4500"/>
                </a:lnTo>
                <a:lnTo>
                  <a:pt x="5205" y="3405"/>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74" name="Google Shape;7674;p119"/>
          <p:cNvGrpSpPr/>
          <p:nvPr/>
        </p:nvGrpSpPr>
        <p:grpSpPr>
          <a:xfrm>
            <a:off x="7312115" y="3392332"/>
            <a:ext cx="187213" cy="156558"/>
            <a:chOff x="11283" y="10423"/>
            <a:chExt cx="475" cy="374"/>
          </a:xfrm>
        </p:grpSpPr>
        <p:sp>
          <p:nvSpPr>
            <p:cNvPr id="7675" name="Google Shape;7675;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76" name="Google Shape;7676;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7" name="Google Shape;7677;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8" name="Google Shape;7678;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9" name="Google Shape;7679;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0" name="Google Shape;7680;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81" name="Google Shape;7681;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82" name="Google Shape;7682;p119"/>
          <p:cNvCxnSpPr/>
          <p:nvPr/>
        </p:nvCxnSpPr>
        <p:spPr>
          <a:xfrm flipH="1">
            <a:off x="6515926" y="2963248"/>
            <a:ext cx="514296" cy="514127"/>
          </a:xfrm>
          <a:prstGeom prst="straightConnector1">
            <a:avLst/>
          </a:prstGeom>
          <a:noFill/>
          <a:ln cap="flat" cmpd="sng" w="19050">
            <a:solidFill>
              <a:srgbClr val="000000"/>
            </a:solidFill>
            <a:prstDash val="solid"/>
            <a:round/>
            <a:headEnd len="med" w="med" type="none"/>
            <a:tailEnd len="med" w="med" type="none"/>
          </a:ln>
        </p:spPr>
      </p:cxnSp>
      <p:grpSp>
        <p:nvGrpSpPr>
          <p:cNvPr id="7683" name="Google Shape;7683;p119"/>
          <p:cNvGrpSpPr/>
          <p:nvPr/>
        </p:nvGrpSpPr>
        <p:grpSpPr>
          <a:xfrm rot="8027572">
            <a:off x="7091324" y="2716351"/>
            <a:ext cx="204878" cy="142023"/>
            <a:chOff x="11283" y="10423"/>
            <a:chExt cx="475" cy="374"/>
          </a:xfrm>
        </p:grpSpPr>
        <p:sp>
          <p:nvSpPr>
            <p:cNvPr id="7684" name="Google Shape;768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85" name="Google Shape;768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6" name="Google Shape;768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7" name="Google Shape;768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8" name="Google Shape;768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9" name="Google Shape;768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90" name="Google Shape;769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sp>
        <p:nvSpPr>
          <p:cNvPr id="7691" name="Google Shape;7691;p119"/>
          <p:cNvSpPr/>
          <p:nvPr/>
        </p:nvSpPr>
        <p:spPr>
          <a:xfrm>
            <a:off x="6421244" y="1656669"/>
            <a:ext cx="2999696" cy="1863229"/>
          </a:xfrm>
          <a:custGeom>
            <a:rect b="b" l="l" r="r" t="t"/>
            <a:pathLst>
              <a:path extrusionOk="0" h="4620" w="7980">
                <a:moveTo>
                  <a:pt x="7965" y="3420"/>
                </a:moveTo>
                <a:lnTo>
                  <a:pt x="7980" y="4620"/>
                </a:lnTo>
                <a:lnTo>
                  <a:pt x="0" y="4605"/>
                </a:lnTo>
                <a:lnTo>
                  <a:pt x="3315" y="1485"/>
                </a:lnTo>
                <a:lnTo>
                  <a:pt x="2355" y="1455"/>
                </a:lnTo>
                <a:lnTo>
                  <a:pt x="2355" y="0"/>
                </a:lnTo>
              </a:path>
            </a:pathLst>
          </a:custGeom>
          <a:noFill/>
          <a:ln cap="flat" cmpd="sng" w="38100">
            <a:solidFill>
              <a:srgbClr val="FF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2" name="Google Shape;7692;p119"/>
          <p:cNvSpPr/>
          <p:nvPr/>
        </p:nvSpPr>
        <p:spPr>
          <a:xfrm>
            <a:off x="6184539" y="1716586"/>
            <a:ext cx="3399942" cy="1832304"/>
          </a:xfrm>
          <a:custGeom>
            <a:rect b="b" l="l" r="r" t="t"/>
            <a:pathLst>
              <a:path extrusionOk="0" h="4545" w="9045">
                <a:moveTo>
                  <a:pt x="0" y="2880"/>
                </a:moveTo>
                <a:lnTo>
                  <a:pt x="0" y="4530"/>
                </a:lnTo>
                <a:lnTo>
                  <a:pt x="885" y="4545"/>
                </a:lnTo>
                <a:lnTo>
                  <a:pt x="3510" y="2010"/>
                </a:lnTo>
                <a:lnTo>
                  <a:pt x="7140" y="2055"/>
                </a:lnTo>
                <a:lnTo>
                  <a:pt x="8145" y="1020"/>
                </a:lnTo>
                <a:lnTo>
                  <a:pt x="9045" y="1020"/>
                </a:lnTo>
                <a:lnTo>
                  <a:pt x="9015"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3" name="Google Shape;7693;p119"/>
          <p:cNvSpPr/>
          <p:nvPr/>
        </p:nvSpPr>
        <p:spPr>
          <a:xfrm>
            <a:off x="6257703" y="1747511"/>
            <a:ext cx="3430069" cy="1693141"/>
          </a:xfrm>
          <a:custGeom>
            <a:rect b="b" l="l" r="r" t="t"/>
            <a:pathLst>
              <a:path extrusionOk="0" h="4201" w="9120">
                <a:moveTo>
                  <a:pt x="0" y="2821"/>
                </a:moveTo>
                <a:lnTo>
                  <a:pt x="0" y="4201"/>
                </a:lnTo>
                <a:lnTo>
                  <a:pt x="4890" y="4201"/>
                </a:lnTo>
                <a:lnTo>
                  <a:pt x="8055" y="1051"/>
                </a:lnTo>
                <a:lnTo>
                  <a:pt x="9120" y="1080"/>
                </a:lnTo>
                <a:lnTo>
                  <a:pt x="9105" y="0"/>
                </a:lnTo>
              </a:path>
            </a:pathLst>
          </a:custGeom>
          <a:noFill/>
          <a:ln cap="flat" cmpd="sng" w="38100">
            <a:solidFill>
              <a:srgbClr val="00B05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94" name="Google Shape;7694;p119"/>
          <p:cNvGrpSpPr/>
          <p:nvPr/>
        </p:nvGrpSpPr>
        <p:grpSpPr>
          <a:xfrm>
            <a:off x="6156566" y="2860810"/>
            <a:ext cx="53796" cy="172019"/>
            <a:chOff x="10104" y="10005"/>
            <a:chExt cx="137" cy="411"/>
          </a:xfrm>
        </p:grpSpPr>
        <p:sp>
          <p:nvSpPr>
            <p:cNvPr id="7695" name="Google Shape;7695;p119"/>
            <p:cNvSpPr/>
            <p:nvPr/>
          </p:nvSpPr>
          <p:spPr>
            <a:xfrm>
              <a:off x="10104"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6" name="Google Shape;7696;p119"/>
            <p:cNvSpPr/>
            <p:nvPr/>
          </p:nvSpPr>
          <p:spPr>
            <a:xfrm>
              <a:off x="10104"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97" name="Google Shape;7697;p119"/>
          <p:cNvGrpSpPr/>
          <p:nvPr/>
        </p:nvGrpSpPr>
        <p:grpSpPr>
          <a:xfrm>
            <a:off x="9388663" y="3009635"/>
            <a:ext cx="53796" cy="173953"/>
            <a:chOff x="10104" y="10005"/>
            <a:chExt cx="137" cy="411"/>
          </a:xfrm>
        </p:grpSpPr>
        <p:sp>
          <p:nvSpPr>
            <p:cNvPr id="7698" name="Google Shape;7698;p119"/>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9" name="Google Shape;7699;p119"/>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0" name="Google Shape;7700;p119"/>
          <p:cNvGrpSpPr/>
          <p:nvPr/>
        </p:nvGrpSpPr>
        <p:grpSpPr>
          <a:xfrm>
            <a:off x="9653341" y="1703056"/>
            <a:ext cx="53797" cy="173953"/>
            <a:chOff x="10104" y="10005"/>
            <a:chExt cx="137" cy="411"/>
          </a:xfrm>
        </p:grpSpPr>
        <p:sp>
          <p:nvSpPr>
            <p:cNvPr id="7701" name="Google Shape;7701;p119"/>
            <p:cNvSpPr/>
            <p:nvPr/>
          </p:nvSpPr>
          <p:spPr>
            <a:xfrm>
              <a:off x="10104" y="10005"/>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702" name="Google Shape;7702;p119"/>
            <p:cNvSpPr/>
            <p:nvPr/>
          </p:nvSpPr>
          <p:spPr>
            <a:xfrm>
              <a:off x="10104" y="10278"/>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3" name="Google Shape;7703;p119"/>
          <p:cNvGrpSpPr/>
          <p:nvPr/>
        </p:nvGrpSpPr>
        <p:grpSpPr>
          <a:xfrm>
            <a:off x="1505725" y="1423988"/>
            <a:ext cx="3115488" cy="2380952"/>
            <a:chOff x="1505725" y="1423988"/>
            <a:chExt cx="3115488" cy="2380952"/>
          </a:xfrm>
        </p:grpSpPr>
        <p:cxnSp>
          <p:nvCxnSpPr>
            <p:cNvPr id="7704" name="Google Shape;7704;p119"/>
            <p:cNvCxnSpPr/>
            <p:nvPr/>
          </p:nvCxnSpPr>
          <p:spPr>
            <a:xfrm>
              <a:off x="2143125" y="1520825"/>
              <a:ext cx="0" cy="1860550"/>
            </a:xfrm>
            <a:prstGeom prst="straightConnector1">
              <a:avLst/>
            </a:prstGeom>
            <a:noFill/>
            <a:ln cap="flat" cmpd="sng" w="19050">
              <a:solidFill>
                <a:srgbClr val="000000"/>
              </a:solidFill>
              <a:prstDash val="solid"/>
              <a:round/>
              <a:headEnd len="med" w="med" type="none"/>
              <a:tailEnd len="med" w="med" type="none"/>
            </a:ln>
          </p:spPr>
        </p:cxnSp>
        <p:cxnSp>
          <p:nvCxnSpPr>
            <p:cNvPr id="7705" name="Google Shape;7705;p119"/>
            <p:cNvCxnSpPr/>
            <p:nvPr/>
          </p:nvCxnSpPr>
          <p:spPr>
            <a:xfrm flipH="1" rot="10800000">
              <a:off x="2127250" y="3373438"/>
              <a:ext cx="2333625" cy="4762"/>
            </a:xfrm>
            <a:prstGeom prst="straightConnector1">
              <a:avLst/>
            </a:prstGeom>
            <a:noFill/>
            <a:ln cap="flat" cmpd="sng" w="19050">
              <a:solidFill>
                <a:srgbClr val="000000"/>
              </a:solidFill>
              <a:prstDash val="solid"/>
              <a:round/>
              <a:headEnd len="med" w="med" type="none"/>
              <a:tailEnd len="med" w="med" type="none"/>
            </a:ln>
          </p:spPr>
        </p:cxnSp>
        <p:sp>
          <p:nvSpPr>
            <p:cNvPr id="7706" name="Google Shape;7706;p119"/>
            <p:cNvSpPr/>
            <p:nvPr/>
          </p:nvSpPr>
          <p:spPr>
            <a:xfrm>
              <a:off x="2132013" y="2607303"/>
              <a:ext cx="2489200" cy="759348"/>
            </a:xfrm>
            <a:custGeom>
              <a:rect b="b" l="l" r="r" t="t"/>
              <a:pathLst>
                <a:path extrusionOk="0" h="10001" w="10000">
                  <a:moveTo>
                    <a:pt x="0" y="9992"/>
                  </a:moveTo>
                  <a:cubicBezTo>
                    <a:pt x="695" y="8315"/>
                    <a:pt x="3984" y="235"/>
                    <a:pt x="5094" y="5"/>
                  </a:cubicBezTo>
                  <a:cubicBezTo>
                    <a:pt x="6204" y="-225"/>
                    <a:pt x="5488" y="6933"/>
                    <a:pt x="6661" y="8610"/>
                  </a:cubicBezTo>
                  <a:cubicBezTo>
                    <a:pt x="7835" y="10287"/>
                    <a:pt x="8882" y="9997"/>
                    <a:pt x="10000" y="996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707" name="Google Shape;7707;p119"/>
            <p:cNvCxnSpPr/>
            <p:nvPr/>
          </p:nvCxnSpPr>
          <p:spPr>
            <a:xfrm>
              <a:off x="2011363" y="1673225"/>
              <a:ext cx="125412" cy="0"/>
            </a:xfrm>
            <a:prstGeom prst="straightConnector1">
              <a:avLst/>
            </a:prstGeom>
            <a:noFill/>
            <a:ln cap="flat" cmpd="sng" w="19050">
              <a:solidFill>
                <a:srgbClr val="000000"/>
              </a:solidFill>
              <a:prstDash val="solid"/>
              <a:round/>
              <a:headEnd len="med" w="med" type="none"/>
              <a:tailEnd len="med" w="med" type="none"/>
            </a:ln>
          </p:spPr>
        </p:cxnSp>
        <p:cxnSp>
          <p:nvCxnSpPr>
            <p:cNvPr id="7708" name="Google Shape;7708;p119"/>
            <p:cNvCxnSpPr/>
            <p:nvPr/>
          </p:nvCxnSpPr>
          <p:spPr>
            <a:xfrm>
              <a:off x="3944938" y="3381375"/>
              <a:ext cx="0" cy="134938"/>
            </a:xfrm>
            <a:prstGeom prst="straightConnector1">
              <a:avLst/>
            </a:prstGeom>
            <a:noFill/>
            <a:ln cap="flat" cmpd="sng" w="19050">
              <a:solidFill>
                <a:srgbClr val="000000"/>
              </a:solidFill>
              <a:prstDash val="solid"/>
              <a:round/>
              <a:headEnd len="med" w="med" type="none"/>
              <a:tailEnd len="med" w="med" type="none"/>
            </a:ln>
          </p:spPr>
        </p:cxnSp>
        <p:sp>
          <p:nvSpPr>
            <p:cNvPr id="7709" name="Google Shape;7709;p119"/>
            <p:cNvSpPr txBox="1"/>
            <p:nvPr/>
          </p:nvSpPr>
          <p:spPr>
            <a:xfrm>
              <a:off x="1505725" y="1423988"/>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0" name="Google Shape;7710;p119"/>
            <p:cNvSpPr txBox="1"/>
            <p:nvPr/>
          </p:nvSpPr>
          <p:spPr>
            <a:xfrm>
              <a:off x="3742512" y="3433763"/>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1" name="Google Shape;7711;p119"/>
            <p:cNvSpPr txBox="1"/>
            <p:nvPr/>
          </p:nvSpPr>
          <p:spPr>
            <a:xfrm rot="-5400000">
              <a:off x="1416844" y="2351882"/>
              <a:ext cx="8080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p:txBody>
        </p:sp>
        <p:sp>
          <p:nvSpPr>
            <p:cNvPr id="7712" name="Google Shape;7712;p119"/>
            <p:cNvSpPr txBox="1"/>
            <p:nvPr/>
          </p:nvSpPr>
          <p:spPr>
            <a:xfrm>
              <a:off x="2857001" y="3343275"/>
              <a:ext cx="5629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r>
                <a:rPr b="0" baseline="30000" i="0" lang="en-US" sz="2400" u="none" cap="none" strike="noStrike">
                  <a:solidFill>
                    <a:srgbClr val="000000"/>
                  </a:solidFill>
                  <a:latin typeface="Calibri"/>
                  <a:ea typeface="Calibri"/>
                  <a:cs typeface="Calibri"/>
                  <a:sym typeface="Calibri"/>
                </a:rPr>
                <a:t>’</a:t>
              </a:r>
              <a:endParaRPr b="0" baseline="30000" i="0" sz="2400" u="none" cap="none" strike="noStrike">
                <a:solidFill>
                  <a:srgbClr val="000000"/>
                </a:solidFill>
                <a:latin typeface="Calibri"/>
                <a:ea typeface="Calibri"/>
                <a:cs typeface="Calibri"/>
                <a:sym typeface="Calibri"/>
              </a:endParaRPr>
            </a:p>
          </p:txBody>
        </p:sp>
      </p:grpSp>
      <p:sp>
        <p:nvSpPr>
          <p:cNvPr id="7713" name="Google Shape;7713;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8" name="Shape 7718"/>
        <p:cNvGrpSpPr/>
        <p:nvPr/>
      </p:nvGrpSpPr>
      <p:grpSpPr>
        <a:xfrm>
          <a:off x="0" y="0"/>
          <a:ext cx="0" cy="0"/>
          <a:chOff x="0" y="0"/>
          <a:chExt cx="0" cy="0"/>
        </a:xfrm>
      </p:grpSpPr>
      <p:sp>
        <p:nvSpPr>
          <p:cNvPr id="7719" name="Google Shape;7719;p120"/>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insights</a:t>
            </a:r>
            <a:endParaRPr b="0" sz="4400"/>
          </a:p>
        </p:txBody>
      </p:sp>
      <p:grpSp>
        <p:nvGrpSpPr>
          <p:cNvPr id="7720" name="Google Shape;7720;p120"/>
          <p:cNvGrpSpPr/>
          <p:nvPr/>
        </p:nvGrpSpPr>
        <p:grpSpPr>
          <a:xfrm>
            <a:off x="1054099" y="5185696"/>
            <a:ext cx="8420101" cy="1336368"/>
            <a:chOff x="1054099" y="4728508"/>
            <a:chExt cx="8420101" cy="1336368"/>
          </a:xfrm>
        </p:grpSpPr>
        <p:sp>
          <p:nvSpPr>
            <p:cNvPr id="7721" name="Google Shape;7721;p120"/>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22" name="Google Shape;7722;p120"/>
            <p:cNvSpPr/>
            <p:nvPr/>
          </p:nvSpPr>
          <p:spPr>
            <a:xfrm>
              <a:off x="1054099" y="4926013"/>
              <a:ext cx="6735751" cy="80819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upstream transmission capacity / buffering wasted for packets lost downstream</a:t>
              </a:r>
              <a:endParaRPr b="0" i="0" sz="2800" u="none" cap="none" strike="noStrike">
                <a:solidFill>
                  <a:srgbClr val="000000"/>
                </a:solidFill>
                <a:latin typeface="Calibri"/>
                <a:ea typeface="Calibri"/>
                <a:cs typeface="Calibri"/>
                <a:sym typeface="Calibri"/>
              </a:endParaRPr>
            </a:p>
          </p:txBody>
        </p:sp>
        <p:pic>
          <p:nvPicPr>
            <p:cNvPr id="7723" name="Google Shape;7723;p120"/>
            <p:cNvPicPr preferRelativeResize="0"/>
            <p:nvPr/>
          </p:nvPicPr>
          <p:blipFill rotWithShape="1">
            <a:blip r:embed="rId3">
              <a:alphaModFix/>
            </a:blip>
            <a:srcRect b="0" l="0" r="0" t="0"/>
            <a:stretch/>
          </p:blipFill>
          <p:spPr>
            <a:xfrm>
              <a:off x="7734126" y="4728508"/>
              <a:ext cx="1657096" cy="1336368"/>
            </a:xfrm>
            <a:prstGeom prst="rect">
              <a:avLst/>
            </a:prstGeom>
            <a:noFill/>
            <a:ln>
              <a:noFill/>
            </a:ln>
          </p:spPr>
        </p:pic>
      </p:grpSp>
      <p:grpSp>
        <p:nvGrpSpPr>
          <p:cNvPr id="7724" name="Google Shape;7724;p120"/>
          <p:cNvGrpSpPr/>
          <p:nvPr/>
        </p:nvGrpSpPr>
        <p:grpSpPr>
          <a:xfrm>
            <a:off x="1028700" y="2052023"/>
            <a:ext cx="10080734" cy="1334789"/>
            <a:chOff x="1028700" y="1860299"/>
            <a:chExt cx="10080734" cy="1334789"/>
          </a:xfrm>
        </p:grpSpPr>
        <p:sp>
          <p:nvSpPr>
            <p:cNvPr id="7725" name="Google Shape;7725;p120"/>
            <p:cNvSpPr/>
            <p:nvPr/>
          </p:nvSpPr>
          <p:spPr>
            <a:xfrm>
              <a:off x="1028700" y="2139156"/>
              <a:ext cx="10080734"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delay increases as capacity approached </a:t>
              </a:r>
              <a:endParaRPr/>
            </a:p>
          </p:txBody>
        </p:sp>
        <p:pic>
          <p:nvPicPr>
            <p:cNvPr id="7726" name="Google Shape;7726;p120"/>
            <p:cNvPicPr preferRelativeResize="0"/>
            <p:nvPr/>
          </p:nvPicPr>
          <p:blipFill rotWithShape="1">
            <a:blip r:embed="rId4">
              <a:alphaModFix/>
            </a:blip>
            <a:srcRect b="0" l="0" r="0" t="0"/>
            <a:stretch/>
          </p:blipFill>
          <p:spPr>
            <a:xfrm>
              <a:off x="9451601" y="1860299"/>
              <a:ext cx="1402990" cy="1334789"/>
            </a:xfrm>
            <a:prstGeom prst="rect">
              <a:avLst/>
            </a:prstGeom>
            <a:noFill/>
            <a:ln>
              <a:noFill/>
            </a:ln>
          </p:spPr>
        </p:pic>
      </p:grpSp>
      <p:grpSp>
        <p:nvGrpSpPr>
          <p:cNvPr id="7727" name="Google Shape;7727;p120"/>
          <p:cNvGrpSpPr/>
          <p:nvPr/>
        </p:nvGrpSpPr>
        <p:grpSpPr>
          <a:xfrm>
            <a:off x="1041400" y="4167737"/>
            <a:ext cx="9952137" cy="1463041"/>
            <a:chOff x="1041400" y="4167737"/>
            <a:chExt cx="9952137" cy="1463041"/>
          </a:xfrm>
        </p:grpSpPr>
        <p:sp>
          <p:nvSpPr>
            <p:cNvPr id="7728" name="Google Shape;7728;p120"/>
            <p:cNvSpPr/>
            <p:nvPr/>
          </p:nvSpPr>
          <p:spPr>
            <a:xfrm>
              <a:off x="1041400" y="4352873"/>
              <a:ext cx="6769100" cy="76227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un-needed duplicates further decreases effective throughput</a:t>
              </a:r>
              <a:endParaRPr/>
            </a:p>
          </p:txBody>
        </p:sp>
        <p:pic>
          <p:nvPicPr>
            <p:cNvPr id="7729" name="Google Shape;7729;p120"/>
            <p:cNvPicPr preferRelativeResize="0"/>
            <p:nvPr/>
          </p:nvPicPr>
          <p:blipFill rotWithShape="1">
            <a:blip r:embed="rId5">
              <a:alphaModFix/>
            </a:blip>
            <a:srcRect b="0" l="0" r="0" t="0"/>
            <a:stretch/>
          </p:blipFill>
          <p:spPr>
            <a:xfrm>
              <a:off x="9364995" y="4167737"/>
              <a:ext cx="1628542" cy="1463041"/>
            </a:xfrm>
            <a:prstGeom prst="rect">
              <a:avLst/>
            </a:prstGeom>
            <a:noFill/>
            <a:ln>
              <a:noFill/>
            </a:ln>
          </p:spPr>
        </p:pic>
      </p:grpSp>
      <p:grpSp>
        <p:nvGrpSpPr>
          <p:cNvPr id="7730" name="Google Shape;7730;p120"/>
          <p:cNvGrpSpPr/>
          <p:nvPr/>
        </p:nvGrpSpPr>
        <p:grpSpPr>
          <a:xfrm>
            <a:off x="1041400" y="2983830"/>
            <a:ext cx="8301120" cy="1447533"/>
            <a:chOff x="1041400" y="2983830"/>
            <a:chExt cx="8301120" cy="1447533"/>
          </a:xfrm>
        </p:grpSpPr>
        <p:sp>
          <p:nvSpPr>
            <p:cNvPr id="7731" name="Google Shape;7731;p120"/>
            <p:cNvSpPr/>
            <p:nvPr/>
          </p:nvSpPr>
          <p:spPr>
            <a:xfrm>
              <a:off x="1041400" y="3256108"/>
              <a:ext cx="6332794" cy="4272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loss/retransmission decreases effective throughput</a:t>
              </a:r>
              <a:endParaRPr/>
            </a:p>
          </p:txBody>
        </p:sp>
        <p:pic>
          <p:nvPicPr>
            <p:cNvPr id="7732" name="Google Shape;7732;p120"/>
            <p:cNvPicPr preferRelativeResize="0"/>
            <p:nvPr/>
          </p:nvPicPr>
          <p:blipFill rotWithShape="1">
            <a:blip r:embed="rId6">
              <a:alphaModFix/>
            </a:blip>
            <a:srcRect b="0" l="0" r="0" t="0"/>
            <a:stretch/>
          </p:blipFill>
          <p:spPr>
            <a:xfrm>
              <a:off x="7723915" y="2983830"/>
              <a:ext cx="1618605" cy="1447533"/>
            </a:xfrm>
            <a:prstGeom prst="rect">
              <a:avLst/>
            </a:prstGeom>
            <a:noFill/>
            <a:ln>
              <a:noFill/>
            </a:ln>
          </p:spPr>
        </p:pic>
      </p:grpSp>
      <p:grpSp>
        <p:nvGrpSpPr>
          <p:cNvPr id="7733" name="Google Shape;7733;p120"/>
          <p:cNvGrpSpPr/>
          <p:nvPr/>
        </p:nvGrpSpPr>
        <p:grpSpPr>
          <a:xfrm>
            <a:off x="1041400" y="1190115"/>
            <a:ext cx="8210815" cy="1330482"/>
            <a:chOff x="1041400" y="1190115"/>
            <a:chExt cx="8210815" cy="1330482"/>
          </a:xfrm>
        </p:grpSpPr>
        <p:sp>
          <p:nvSpPr>
            <p:cNvPr id="7734" name="Google Shape;7734;p120"/>
            <p:cNvSpPr/>
            <p:nvPr/>
          </p:nvSpPr>
          <p:spPr>
            <a:xfrm>
              <a:off x="1041400" y="1395413"/>
              <a:ext cx="6538912"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throughput can never exceed capacity </a:t>
              </a:r>
              <a:endParaRPr/>
            </a:p>
          </p:txBody>
        </p:sp>
        <p:pic>
          <p:nvPicPr>
            <p:cNvPr id="7735" name="Google Shape;7735;p120"/>
            <p:cNvPicPr preferRelativeResize="0"/>
            <p:nvPr/>
          </p:nvPicPr>
          <p:blipFill rotWithShape="1">
            <a:blip r:embed="rId7">
              <a:alphaModFix/>
            </a:blip>
            <a:srcRect b="0" l="0" r="0" t="0"/>
            <a:stretch/>
          </p:blipFill>
          <p:spPr>
            <a:xfrm>
              <a:off x="7729084" y="1190115"/>
              <a:ext cx="1523131" cy="1330482"/>
            </a:xfrm>
            <a:prstGeom prst="rect">
              <a:avLst/>
            </a:prstGeom>
            <a:noFill/>
            <a:ln>
              <a:noFill/>
            </a:ln>
          </p:spPr>
        </p:pic>
      </p:grpSp>
      <p:sp>
        <p:nvSpPr>
          <p:cNvPr id="7736" name="Google Shape;7736;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3"/>
                                        </p:tgtEl>
                                        <p:attrNameLst>
                                          <p:attrName>style.visibility</p:attrName>
                                        </p:attrNameLst>
                                      </p:cBhvr>
                                      <p:to>
                                        <p:strVal val="visible"/>
                                      </p:to>
                                    </p:set>
                                    <p:animEffect filter="fade" transition="in">
                                      <p:cBhvr>
                                        <p:cTn dur="500"/>
                                        <p:tgtEl>
                                          <p:spTgt spid="7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4"/>
                                        </p:tgtEl>
                                        <p:attrNameLst>
                                          <p:attrName>style.visibility</p:attrName>
                                        </p:attrNameLst>
                                      </p:cBhvr>
                                      <p:to>
                                        <p:strVal val="visible"/>
                                      </p:to>
                                    </p:set>
                                    <p:animEffect filter="fade" transition="in">
                                      <p:cBhvr>
                                        <p:cTn dur="500"/>
                                        <p:tgtEl>
                                          <p:spTgt spid="7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0"/>
                                        </p:tgtEl>
                                        <p:attrNameLst>
                                          <p:attrName>style.visibility</p:attrName>
                                        </p:attrNameLst>
                                      </p:cBhvr>
                                      <p:to>
                                        <p:strVal val="visible"/>
                                      </p:to>
                                    </p:set>
                                    <p:animEffect filter="fade" transition="in">
                                      <p:cBhvr>
                                        <p:cTn dur="500"/>
                                        <p:tgtEl>
                                          <p:spTgt spid="7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7"/>
                                        </p:tgtEl>
                                        <p:attrNameLst>
                                          <p:attrName>style.visibility</p:attrName>
                                        </p:attrNameLst>
                                      </p:cBhvr>
                                      <p:to>
                                        <p:strVal val="visible"/>
                                      </p:to>
                                    </p:set>
                                    <p:animEffect filter="fade" transition="in">
                                      <p:cBhvr>
                                        <p:cTn dur="500"/>
                                        <p:tgtEl>
                                          <p:spTgt spid="7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0"/>
                                        </p:tgtEl>
                                        <p:attrNameLst>
                                          <p:attrName>style.visibility</p:attrName>
                                        </p:attrNameLst>
                                      </p:cBhvr>
                                      <p:to>
                                        <p:strVal val="visible"/>
                                      </p:to>
                                    </p:set>
                                    <p:animEffect filter="fade" transition="in">
                                      <p:cBhvr>
                                        <p:cTn dur="500"/>
                                        <p:tgtEl>
                                          <p:spTgt spid="7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1" name="Shape 7741"/>
        <p:cNvGrpSpPr/>
        <p:nvPr/>
      </p:nvGrpSpPr>
      <p:grpSpPr>
        <a:xfrm>
          <a:off x="0" y="0"/>
          <a:ext cx="0" cy="0"/>
          <a:chOff x="0" y="0"/>
          <a:chExt cx="0" cy="0"/>
        </a:xfrm>
      </p:grpSpPr>
      <p:grpSp>
        <p:nvGrpSpPr>
          <p:cNvPr id="7742" name="Google Shape;7742;p121"/>
          <p:cNvGrpSpPr/>
          <p:nvPr/>
        </p:nvGrpSpPr>
        <p:grpSpPr>
          <a:xfrm>
            <a:off x="10476914" y="2368655"/>
            <a:ext cx="717868" cy="1154474"/>
            <a:chOff x="7664720" y="2795550"/>
            <a:chExt cx="717868" cy="1154474"/>
          </a:xfrm>
        </p:grpSpPr>
        <p:sp>
          <p:nvSpPr>
            <p:cNvPr id="7743" name="Google Shape;7743;p121"/>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44" name="Google Shape;774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5" name="Google Shape;774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6" name="Google Shape;774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7" name="Google Shape;774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48" name="Google Shape;7748;p121"/>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749" name="Google Shape;7749;p121"/>
          <p:cNvGrpSpPr/>
          <p:nvPr/>
        </p:nvGrpSpPr>
        <p:grpSpPr>
          <a:xfrm>
            <a:off x="6405254" y="3243263"/>
            <a:ext cx="525462" cy="434975"/>
            <a:chOff x="-44" y="1473"/>
            <a:chExt cx="981" cy="1105"/>
          </a:xfrm>
        </p:grpSpPr>
        <p:pic>
          <p:nvPicPr>
            <p:cNvPr descr="desktop_computer_stylized_medium" id="7750" name="Google Shape;7750;p1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751" name="Google Shape;7751;p1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752" name="Google Shape;7752;p121"/>
          <p:cNvGrpSpPr/>
          <p:nvPr/>
        </p:nvGrpSpPr>
        <p:grpSpPr>
          <a:xfrm>
            <a:off x="7045286" y="2362077"/>
            <a:ext cx="717868" cy="1154474"/>
            <a:chOff x="7664720" y="2799688"/>
            <a:chExt cx="717868" cy="1154474"/>
          </a:xfrm>
        </p:grpSpPr>
        <p:sp>
          <p:nvSpPr>
            <p:cNvPr id="7753" name="Google Shape;7753;p121"/>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54" name="Google Shape;775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5" name="Google Shape;775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6" name="Google Shape;775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7" name="Google Shape;775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58" name="Google Shape;7758;p121"/>
          <p:cNvSpPr txBox="1"/>
          <p:nvPr>
            <p:ph idx="1" type="body"/>
          </p:nvPr>
        </p:nvSpPr>
        <p:spPr>
          <a:xfrm>
            <a:off x="884903" y="1939313"/>
            <a:ext cx="5562600" cy="2536434"/>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End-end congestion control:</a:t>
            </a:r>
            <a:endParaRPr/>
          </a:p>
          <a:p>
            <a:pPr indent="-336550" lvl="0" marL="466725" rtl="0" algn="l">
              <a:lnSpc>
                <a:spcPct val="90000"/>
              </a:lnSpc>
              <a:spcBef>
                <a:spcPts val="1000"/>
              </a:spcBef>
              <a:spcAft>
                <a:spcPts val="0"/>
              </a:spcAft>
              <a:buSzPts val="3200"/>
              <a:buChar char="▪"/>
            </a:pPr>
            <a:r>
              <a:rPr lang="en-US" sz="3200"/>
              <a:t>no explicit feedback from network</a:t>
            </a:r>
            <a:endParaRPr/>
          </a:p>
          <a:p>
            <a:pPr indent="-336550" lvl="0" marL="466725" rtl="0" algn="l">
              <a:lnSpc>
                <a:spcPct val="90000"/>
              </a:lnSpc>
              <a:spcBef>
                <a:spcPts val="1000"/>
              </a:spcBef>
              <a:spcAft>
                <a:spcPts val="0"/>
              </a:spcAft>
              <a:buSzPts val="3200"/>
              <a:buChar char="▪"/>
            </a:pPr>
            <a:r>
              <a:rPr lang="en-US" sz="3200"/>
              <a:t>congestion </a:t>
            </a:r>
            <a:r>
              <a:rPr i="1" lang="en-US" sz="3200">
                <a:solidFill>
                  <a:srgbClr val="C00000"/>
                </a:solidFill>
              </a:rPr>
              <a:t>inferred</a:t>
            </a:r>
            <a:r>
              <a:rPr lang="en-US" sz="3200"/>
              <a:t> from observed loss, delay</a:t>
            </a:r>
            <a:endParaRPr/>
          </a:p>
        </p:txBody>
      </p:sp>
      <p:sp>
        <p:nvSpPr>
          <p:cNvPr id="7759" name="Google Shape;7759;p12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760" name="Google Shape;7760;p121"/>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1" name="Google Shape;7761;p121"/>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2" name="Google Shape;7762;p121"/>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3" name="Google Shape;7763;p121"/>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4" name="Google Shape;7764;p121"/>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5" name="Google Shape;7765;p121"/>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6" name="Google Shape;7766;p121"/>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7" name="Google Shape;7767;p121"/>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768" name="Google Shape;7768;p121"/>
          <p:cNvGrpSpPr/>
          <p:nvPr/>
        </p:nvGrpSpPr>
        <p:grpSpPr>
          <a:xfrm>
            <a:off x="9719734" y="3946352"/>
            <a:ext cx="578032" cy="285706"/>
            <a:chOff x="7493876" y="2774731"/>
            <a:chExt cx="1481958" cy="894622"/>
          </a:xfrm>
        </p:grpSpPr>
        <p:sp>
          <p:nvSpPr>
            <p:cNvPr id="7769" name="Google Shape;776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0" name="Google Shape;777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1" name="Google Shape;7771;p121"/>
            <p:cNvGrpSpPr/>
            <p:nvPr/>
          </p:nvGrpSpPr>
          <p:grpSpPr>
            <a:xfrm>
              <a:off x="7713663" y="2848339"/>
              <a:ext cx="1042107" cy="425543"/>
              <a:chOff x="7786941" y="2884917"/>
              <a:chExt cx="897649" cy="353919"/>
            </a:xfrm>
          </p:grpSpPr>
          <p:sp>
            <p:nvSpPr>
              <p:cNvPr id="7772" name="Google Shape;777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3" name="Google Shape;777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4" name="Google Shape;777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5" name="Google Shape;777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6" name="Google Shape;7776;p121"/>
          <p:cNvGrpSpPr/>
          <p:nvPr/>
        </p:nvGrpSpPr>
        <p:grpSpPr>
          <a:xfrm>
            <a:off x="9351606" y="4600112"/>
            <a:ext cx="578032" cy="285706"/>
            <a:chOff x="7493876" y="2774731"/>
            <a:chExt cx="1481958" cy="894622"/>
          </a:xfrm>
        </p:grpSpPr>
        <p:sp>
          <p:nvSpPr>
            <p:cNvPr id="7777" name="Google Shape;7777;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8" name="Google Shape;7778;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9" name="Google Shape;7779;p121"/>
            <p:cNvGrpSpPr/>
            <p:nvPr/>
          </p:nvGrpSpPr>
          <p:grpSpPr>
            <a:xfrm>
              <a:off x="7713663" y="2848339"/>
              <a:ext cx="1042107" cy="425543"/>
              <a:chOff x="7786941" y="2884917"/>
              <a:chExt cx="897649" cy="353919"/>
            </a:xfrm>
          </p:grpSpPr>
          <p:sp>
            <p:nvSpPr>
              <p:cNvPr id="7780" name="Google Shape;7780;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1" name="Google Shape;7781;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2" name="Google Shape;7782;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3" name="Google Shape;7783;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84" name="Google Shape;7784;p121"/>
          <p:cNvGrpSpPr/>
          <p:nvPr/>
        </p:nvGrpSpPr>
        <p:grpSpPr>
          <a:xfrm>
            <a:off x="8195132" y="4551443"/>
            <a:ext cx="578032" cy="285706"/>
            <a:chOff x="7493876" y="2774731"/>
            <a:chExt cx="1481958" cy="894622"/>
          </a:xfrm>
        </p:grpSpPr>
        <p:sp>
          <p:nvSpPr>
            <p:cNvPr id="7785" name="Google Shape;7785;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86" name="Google Shape;7786;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87" name="Google Shape;7787;p121"/>
            <p:cNvGrpSpPr/>
            <p:nvPr/>
          </p:nvGrpSpPr>
          <p:grpSpPr>
            <a:xfrm>
              <a:off x="7713663" y="2848339"/>
              <a:ext cx="1042107" cy="425543"/>
              <a:chOff x="7786941" y="2884917"/>
              <a:chExt cx="897649" cy="353919"/>
            </a:xfrm>
          </p:grpSpPr>
          <p:sp>
            <p:nvSpPr>
              <p:cNvPr id="7788" name="Google Shape;7788;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9" name="Google Shape;7789;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0" name="Google Shape;7790;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1" name="Google Shape;7791;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92" name="Google Shape;7792;p121"/>
          <p:cNvGrpSpPr/>
          <p:nvPr/>
        </p:nvGrpSpPr>
        <p:grpSpPr>
          <a:xfrm>
            <a:off x="8800632" y="3636044"/>
            <a:ext cx="578032" cy="285706"/>
            <a:chOff x="7493876" y="2774731"/>
            <a:chExt cx="1481958" cy="894622"/>
          </a:xfrm>
        </p:grpSpPr>
        <p:sp>
          <p:nvSpPr>
            <p:cNvPr id="7793" name="Google Shape;7793;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4" name="Google Shape;7794;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95" name="Google Shape;7795;p121"/>
            <p:cNvGrpSpPr/>
            <p:nvPr/>
          </p:nvGrpSpPr>
          <p:grpSpPr>
            <a:xfrm>
              <a:off x="7713663" y="2848339"/>
              <a:ext cx="1042107" cy="425543"/>
              <a:chOff x="7786941" y="2884917"/>
              <a:chExt cx="897649" cy="353919"/>
            </a:xfrm>
          </p:grpSpPr>
          <p:sp>
            <p:nvSpPr>
              <p:cNvPr id="7796" name="Google Shape;7796;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7" name="Google Shape;7797;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8" name="Google Shape;7798;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9" name="Google Shape;7799;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0" name="Google Shape;7800;p121"/>
          <p:cNvGrpSpPr/>
          <p:nvPr/>
        </p:nvGrpSpPr>
        <p:grpSpPr>
          <a:xfrm>
            <a:off x="8711293" y="4233883"/>
            <a:ext cx="578032" cy="285706"/>
            <a:chOff x="7493876" y="2774731"/>
            <a:chExt cx="1481958" cy="894622"/>
          </a:xfrm>
        </p:grpSpPr>
        <p:sp>
          <p:nvSpPr>
            <p:cNvPr id="7801" name="Google Shape;7801;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02" name="Google Shape;7802;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3" name="Google Shape;7803;p121"/>
            <p:cNvGrpSpPr/>
            <p:nvPr/>
          </p:nvGrpSpPr>
          <p:grpSpPr>
            <a:xfrm>
              <a:off x="7713663" y="2848339"/>
              <a:ext cx="1042107" cy="425543"/>
              <a:chOff x="7786941" y="2884917"/>
              <a:chExt cx="897649" cy="353919"/>
            </a:xfrm>
          </p:grpSpPr>
          <p:sp>
            <p:nvSpPr>
              <p:cNvPr id="7804" name="Google Shape;7804;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5" name="Google Shape;7805;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6" name="Google Shape;7806;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7" name="Google Shape;7807;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8" name="Google Shape;7808;p121"/>
          <p:cNvGrpSpPr/>
          <p:nvPr/>
        </p:nvGrpSpPr>
        <p:grpSpPr>
          <a:xfrm>
            <a:off x="7764614" y="3944180"/>
            <a:ext cx="578032" cy="285706"/>
            <a:chOff x="7493876" y="2774731"/>
            <a:chExt cx="1481958" cy="894622"/>
          </a:xfrm>
        </p:grpSpPr>
        <p:sp>
          <p:nvSpPr>
            <p:cNvPr id="7809" name="Google Shape;780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10" name="Google Shape;781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11" name="Google Shape;7811;p121"/>
            <p:cNvGrpSpPr/>
            <p:nvPr/>
          </p:nvGrpSpPr>
          <p:grpSpPr>
            <a:xfrm>
              <a:off x="7713663" y="2848339"/>
              <a:ext cx="1042107" cy="425543"/>
              <a:chOff x="7786941" y="2884917"/>
              <a:chExt cx="897649" cy="353919"/>
            </a:xfrm>
          </p:grpSpPr>
          <p:sp>
            <p:nvSpPr>
              <p:cNvPr id="7812" name="Google Shape;781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3" name="Google Shape;781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4" name="Google Shape;781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5" name="Google Shape;781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16" name="Google Shape;7816;p121"/>
          <p:cNvGrpSpPr/>
          <p:nvPr/>
        </p:nvGrpSpPr>
        <p:grpSpPr>
          <a:xfrm>
            <a:off x="8867832" y="4245561"/>
            <a:ext cx="456701" cy="226548"/>
            <a:chOff x="6859123" y="5156933"/>
            <a:chExt cx="456701" cy="226548"/>
          </a:xfrm>
        </p:grpSpPr>
        <p:sp>
          <p:nvSpPr>
            <p:cNvPr id="7817" name="Google Shape;7817;p121"/>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18" name="Google Shape;7818;p121"/>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19" name="Google Shape;7819;p121"/>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0" name="Google Shape;7820;p121"/>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1" name="Google Shape;7821;p121"/>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2" name="Google Shape;7822;p121"/>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3" name="Google Shape;7823;p121"/>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4" name="Google Shape;7824;p121"/>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825" name="Google Shape;7825;p121"/>
          <p:cNvGrpSpPr/>
          <p:nvPr/>
        </p:nvGrpSpPr>
        <p:grpSpPr>
          <a:xfrm>
            <a:off x="7428575" y="2677315"/>
            <a:ext cx="3355719" cy="1705017"/>
            <a:chOff x="7428575" y="2677315"/>
            <a:chExt cx="3355719" cy="1705017"/>
          </a:xfrm>
        </p:grpSpPr>
        <p:sp>
          <p:nvSpPr>
            <p:cNvPr id="7826" name="Google Shape;7826;p121"/>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7" name="Google Shape;7827;p121"/>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8" name="Google Shape;7828;p121"/>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829" name="Google Shape;7829;p121"/>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830" name="Google Shape;7830;p121"/>
          <p:cNvGrpSpPr/>
          <p:nvPr/>
        </p:nvGrpSpPr>
        <p:grpSpPr>
          <a:xfrm>
            <a:off x="6799618" y="2691243"/>
            <a:ext cx="4657206" cy="1827509"/>
            <a:chOff x="6799618" y="2691243"/>
            <a:chExt cx="4657206" cy="1827509"/>
          </a:xfrm>
        </p:grpSpPr>
        <p:sp>
          <p:nvSpPr>
            <p:cNvPr id="7831" name="Google Shape;7831;p121"/>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2" name="Google Shape;7832;p121"/>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833" name="Google Shape;7833;p121"/>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834" name="Google Shape;7834;p121"/>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35" name="Google Shape;7835;p121"/>
          <p:cNvGrpSpPr/>
          <p:nvPr/>
        </p:nvGrpSpPr>
        <p:grpSpPr>
          <a:xfrm>
            <a:off x="11355079" y="3260620"/>
            <a:ext cx="231775" cy="441325"/>
            <a:chOff x="4140" y="429"/>
            <a:chExt cx="1425" cy="2396"/>
          </a:xfrm>
        </p:grpSpPr>
        <p:sp>
          <p:nvSpPr>
            <p:cNvPr id="7836" name="Google Shape;7836;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7" name="Google Shape;7837;p12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8" name="Google Shape;7838;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9" name="Google Shape;7839;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0" name="Google Shape;7840;p12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1" name="Google Shape;7841;p121"/>
            <p:cNvGrpSpPr/>
            <p:nvPr/>
          </p:nvGrpSpPr>
          <p:grpSpPr>
            <a:xfrm>
              <a:off x="4745" y="670"/>
              <a:ext cx="586" cy="146"/>
              <a:chOff x="609" y="2570"/>
              <a:chExt cx="731" cy="140"/>
            </a:xfrm>
          </p:grpSpPr>
          <p:sp>
            <p:nvSpPr>
              <p:cNvPr id="7842" name="Google Shape;7842;p12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3" name="Google Shape;7843;p12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4" name="Google Shape;7844;p12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5" name="Google Shape;7845;p121"/>
            <p:cNvGrpSpPr/>
            <p:nvPr/>
          </p:nvGrpSpPr>
          <p:grpSpPr>
            <a:xfrm>
              <a:off x="4745" y="998"/>
              <a:ext cx="586" cy="129"/>
              <a:chOff x="612" y="2572"/>
              <a:chExt cx="731" cy="134"/>
            </a:xfrm>
          </p:grpSpPr>
          <p:sp>
            <p:nvSpPr>
              <p:cNvPr id="7846" name="Google Shape;7846;p12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7" name="Google Shape;7847;p12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8" name="Google Shape;7848;p12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9" name="Google Shape;7849;p12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0" name="Google Shape;7850;p121"/>
            <p:cNvGrpSpPr/>
            <p:nvPr/>
          </p:nvGrpSpPr>
          <p:grpSpPr>
            <a:xfrm>
              <a:off x="4735" y="1627"/>
              <a:ext cx="586" cy="215"/>
              <a:chOff x="614" y="2568"/>
              <a:chExt cx="730" cy="198"/>
            </a:xfrm>
          </p:grpSpPr>
          <p:sp>
            <p:nvSpPr>
              <p:cNvPr id="7851" name="Google Shape;7851;p12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2" name="Google Shape;7852;p12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3" name="Google Shape;7853;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4" name="Google Shape;7854;p121"/>
            <p:cNvGrpSpPr/>
            <p:nvPr/>
          </p:nvGrpSpPr>
          <p:grpSpPr>
            <a:xfrm>
              <a:off x="4735" y="1325"/>
              <a:ext cx="586" cy="138"/>
              <a:chOff x="609" y="2566"/>
              <a:chExt cx="730" cy="138"/>
            </a:xfrm>
          </p:grpSpPr>
          <p:sp>
            <p:nvSpPr>
              <p:cNvPr id="7855" name="Google Shape;7855;p12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6" name="Google Shape;7856;p12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7" name="Google Shape;7857;p12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8" name="Google Shape;7858;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9" name="Google Shape;7859;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0" name="Google Shape;7860;p12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1" name="Google Shape;7861;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2" name="Google Shape;7862;p12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3" name="Google Shape;7863;p12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4" name="Google Shape;7864;p12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5" name="Google Shape;7865;p12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866" name="Google Shape;7866;p12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7" name="Google Shape;7867;p12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68" name="Google Shape;7868;p121"/>
          <p:cNvSpPr txBox="1"/>
          <p:nvPr/>
        </p:nvSpPr>
        <p:spPr>
          <a:xfrm>
            <a:off x="921800" y="4257398"/>
            <a:ext cx="5562600" cy="632236"/>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approach taken by TCP</a:t>
            </a:r>
            <a:endParaRPr b="0" i="0" sz="3600" u="none" cap="none" strike="noStrike">
              <a:solidFill>
                <a:srgbClr val="000000"/>
              </a:solidFill>
              <a:latin typeface="Calibri"/>
              <a:ea typeface="Calibri"/>
              <a:cs typeface="Calibri"/>
              <a:sym typeface="Calibri"/>
            </a:endParaRPr>
          </a:p>
        </p:txBody>
      </p:sp>
      <p:sp>
        <p:nvSpPr>
          <p:cNvPr id="7869" name="Google Shape;7869;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5"/>
                                        </p:tgtEl>
                                        <p:attrNameLst>
                                          <p:attrName>style.visibility</p:attrName>
                                        </p:attrNameLst>
                                      </p:cBhvr>
                                      <p:to>
                                        <p:strVal val="visible"/>
                                      </p:to>
                                    </p:set>
                                    <p:animEffect filter="fade" transition="in">
                                      <p:cBhvr>
                                        <p:cTn dur="1000"/>
                                        <p:tgtEl>
                                          <p:spTgt spid="78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30"/>
                                        </p:tgtEl>
                                        <p:attrNameLst>
                                          <p:attrName>style.visibility</p:attrName>
                                        </p:attrNameLst>
                                      </p:cBhvr>
                                      <p:to>
                                        <p:strVal val="visible"/>
                                      </p:to>
                                    </p:set>
                                    <p:animEffect filter="fade" transition="in">
                                      <p:cBhvr>
                                        <p:cTn dur="1000"/>
                                        <p:tgtEl>
                                          <p:spTgt spid="7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8"/>
                                        </p:tgtEl>
                                        <p:attrNameLst>
                                          <p:attrName>style.visibility</p:attrName>
                                        </p:attrNameLst>
                                      </p:cBhvr>
                                      <p:to>
                                        <p:strVal val="visible"/>
                                      </p:to>
                                    </p:set>
                                    <p:animEffect filter="fade" transition="in">
                                      <p:cBhvr>
                                        <p:cTn dur="500"/>
                                        <p:tgtEl>
                                          <p:spTgt spid="7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4" name="Shape 7874"/>
        <p:cNvGrpSpPr/>
        <p:nvPr/>
      </p:nvGrpSpPr>
      <p:grpSpPr>
        <a:xfrm>
          <a:off x="0" y="0"/>
          <a:ext cx="0" cy="0"/>
          <a:chOff x="0" y="0"/>
          <a:chExt cx="0" cy="0"/>
        </a:xfrm>
      </p:grpSpPr>
      <p:sp>
        <p:nvSpPr>
          <p:cNvPr id="7875" name="Google Shape;7875;p122"/>
          <p:cNvSpPr txBox="1"/>
          <p:nvPr>
            <p:ph idx="1" type="body"/>
          </p:nvPr>
        </p:nvSpPr>
        <p:spPr>
          <a:xfrm>
            <a:off x="718945" y="5640403"/>
            <a:ext cx="5781368" cy="736333"/>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000"/>
              <a:buChar char="▪"/>
            </a:pPr>
            <a:r>
              <a:rPr lang="en-US" sz="3000"/>
              <a:t>TCP ECN, ATM, DECbit protocols</a:t>
            </a:r>
            <a:endParaRPr sz="3500"/>
          </a:p>
        </p:txBody>
      </p:sp>
      <p:sp>
        <p:nvSpPr>
          <p:cNvPr id="7876" name="Google Shape;7876;p12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877" name="Google Shape;7877;p122"/>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8" name="Google Shape;7878;p122"/>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9" name="Google Shape;7879;p122"/>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0" name="Google Shape;7880;p122"/>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1" name="Google Shape;7881;p122"/>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2" name="Google Shape;7882;p122"/>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3" name="Google Shape;7883;p122"/>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4" name="Google Shape;7884;p122"/>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885" name="Google Shape;7885;p122"/>
          <p:cNvGrpSpPr/>
          <p:nvPr/>
        </p:nvGrpSpPr>
        <p:grpSpPr>
          <a:xfrm>
            <a:off x="9719734" y="3946352"/>
            <a:ext cx="578032" cy="285706"/>
            <a:chOff x="7493876" y="2774731"/>
            <a:chExt cx="1481958" cy="894622"/>
          </a:xfrm>
        </p:grpSpPr>
        <p:sp>
          <p:nvSpPr>
            <p:cNvPr id="7886" name="Google Shape;788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87" name="Google Shape;788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8" name="Google Shape;7888;p122"/>
            <p:cNvGrpSpPr/>
            <p:nvPr/>
          </p:nvGrpSpPr>
          <p:grpSpPr>
            <a:xfrm>
              <a:off x="7713663" y="2848339"/>
              <a:ext cx="1042107" cy="425543"/>
              <a:chOff x="7786941" y="2884917"/>
              <a:chExt cx="897649" cy="353919"/>
            </a:xfrm>
          </p:grpSpPr>
          <p:sp>
            <p:nvSpPr>
              <p:cNvPr id="7889" name="Google Shape;788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0" name="Google Shape;789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1" name="Google Shape;789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2" name="Google Shape;789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93" name="Google Shape;7893;p122"/>
          <p:cNvGrpSpPr/>
          <p:nvPr/>
        </p:nvGrpSpPr>
        <p:grpSpPr>
          <a:xfrm>
            <a:off x="9351606" y="4600112"/>
            <a:ext cx="578032" cy="285706"/>
            <a:chOff x="7493876" y="2774731"/>
            <a:chExt cx="1481958" cy="894622"/>
          </a:xfrm>
        </p:grpSpPr>
        <p:sp>
          <p:nvSpPr>
            <p:cNvPr id="7894" name="Google Shape;7894;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95" name="Google Shape;7895;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96" name="Google Shape;7896;p122"/>
            <p:cNvGrpSpPr/>
            <p:nvPr/>
          </p:nvGrpSpPr>
          <p:grpSpPr>
            <a:xfrm>
              <a:off x="7713663" y="2848339"/>
              <a:ext cx="1042107" cy="425543"/>
              <a:chOff x="7786941" y="2884917"/>
              <a:chExt cx="897649" cy="353919"/>
            </a:xfrm>
          </p:grpSpPr>
          <p:sp>
            <p:nvSpPr>
              <p:cNvPr id="7897" name="Google Shape;7897;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8" name="Google Shape;7898;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9" name="Google Shape;7899;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0" name="Google Shape;7900;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1" name="Google Shape;7901;p122"/>
          <p:cNvGrpSpPr/>
          <p:nvPr/>
        </p:nvGrpSpPr>
        <p:grpSpPr>
          <a:xfrm>
            <a:off x="8195132" y="4551443"/>
            <a:ext cx="578032" cy="285706"/>
            <a:chOff x="7493876" y="2774731"/>
            <a:chExt cx="1481958" cy="894622"/>
          </a:xfrm>
        </p:grpSpPr>
        <p:sp>
          <p:nvSpPr>
            <p:cNvPr id="7902" name="Google Shape;7902;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03" name="Google Shape;7903;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04" name="Google Shape;7904;p122"/>
            <p:cNvGrpSpPr/>
            <p:nvPr/>
          </p:nvGrpSpPr>
          <p:grpSpPr>
            <a:xfrm>
              <a:off x="7713663" y="2848339"/>
              <a:ext cx="1042107" cy="425543"/>
              <a:chOff x="7786941" y="2884917"/>
              <a:chExt cx="897649" cy="353919"/>
            </a:xfrm>
          </p:grpSpPr>
          <p:sp>
            <p:nvSpPr>
              <p:cNvPr id="7905" name="Google Shape;7905;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6" name="Google Shape;7906;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7" name="Google Shape;7907;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9" name="Google Shape;7909;p122"/>
          <p:cNvGrpSpPr/>
          <p:nvPr/>
        </p:nvGrpSpPr>
        <p:grpSpPr>
          <a:xfrm>
            <a:off x="8800632" y="3636044"/>
            <a:ext cx="578032" cy="285706"/>
            <a:chOff x="7493876" y="2774731"/>
            <a:chExt cx="1481958" cy="894622"/>
          </a:xfrm>
        </p:grpSpPr>
        <p:sp>
          <p:nvSpPr>
            <p:cNvPr id="7910" name="Google Shape;7910;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1" name="Google Shape;7911;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12" name="Google Shape;7912;p122"/>
            <p:cNvGrpSpPr/>
            <p:nvPr/>
          </p:nvGrpSpPr>
          <p:grpSpPr>
            <a:xfrm>
              <a:off x="7713663" y="2848339"/>
              <a:ext cx="1042107" cy="425543"/>
              <a:chOff x="7786941" y="2884917"/>
              <a:chExt cx="897649" cy="353919"/>
            </a:xfrm>
          </p:grpSpPr>
          <p:sp>
            <p:nvSpPr>
              <p:cNvPr id="7913" name="Google Shape;7913;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4" name="Google Shape;7914;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17" name="Google Shape;7917;p122"/>
          <p:cNvGrpSpPr/>
          <p:nvPr/>
        </p:nvGrpSpPr>
        <p:grpSpPr>
          <a:xfrm>
            <a:off x="8711293" y="4233883"/>
            <a:ext cx="578032" cy="285706"/>
            <a:chOff x="7493876" y="2774731"/>
            <a:chExt cx="1481958" cy="894622"/>
          </a:xfrm>
        </p:grpSpPr>
        <p:sp>
          <p:nvSpPr>
            <p:cNvPr id="7918" name="Google Shape;7918;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9" name="Google Shape;7919;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0" name="Google Shape;7920;p122"/>
            <p:cNvGrpSpPr/>
            <p:nvPr/>
          </p:nvGrpSpPr>
          <p:grpSpPr>
            <a:xfrm>
              <a:off x="7713663" y="2848339"/>
              <a:ext cx="1042107" cy="425543"/>
              <a:chOff x="7786941" y="2884917"/>
              <a:chExt cx="897649" cy="353919"/>
            </a:xfrm>
          </p:grpSpPr>
          <p:sp>
            <p:nvSpPr>
              <p:cNvPr id="7921" name="Google Shape;7921;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2" name="Google Shape;7922;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3" name="Google Shape;7923;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4" name="Google Shape;7924;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25" name="Google Shape;7925;p122"/>
          <p:cNvGrpSpPr/>
          <p:nvPr/>
        </p:nvGrpSpPr>
        <p:grpSpPr>
          <a:xfrm>
            <a:off x="7764614" y="3944180"/>
            <a:ext cx="578032" cy="285706"/>
            <a:chOff x="7493876" y="2774731"/>
            <a:chExt cx="1481958" cy="894622"/>
          </a:xfrm>
        </p:grpSpPr>
        <p:sp>
          <p:nvSpPr>
            <p:cNvPr id="7926" name="Google Shape;792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27" name="Google Shape;792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8" name="Google Shape;7928;p122"/>
            <p:cNvGrpSpPr/>
            <p:nvPr/>
          </p:nvGrpSpPr>
          <p:grpSpPr>
            <a:xfrm>
              <a:off x="7713663" y="2848339"/>
              <a:ext cx="1042107" cy="425543"/>
              <a:chOff x="7786941" y="2884917"/>
              <a:chExt cx="897649" cy="353919"/>
            </a:xfrm>
          </p:grpSpPr>
          <p:sp>
            <p:nvSpPr>
              <p:cNvPr id="7929" name="Google Shape;792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0" name="Google Shape;793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1" name="Google Shape;793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2" name="Google Shape;793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933" name="Google Shape;7933;p122"/>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34" name="Google Shape;7934;p122"/>
          <p:cNvGrpSpPr/>
          <p:nvPr/>
        </p:nvGrpSpPr>
        <p:grpSpPr>
          <a:xfrm>
            <a:off x="11355079" y="3260620"/>
            <a:ext cx="231775" cy="441325"/>
            <a:chOff x="4140" y="429"/>
            <a:chExt cx="1425" cy="2396"/>
          </a:xfrm>
        </p:grpSpPr>
        <p:sp>
          <p:nvSpPr>
            <p:cNvPr id="7935" name="Google Shape;793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6" name="Google Shape;7936;p12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7" name="Google Shape;793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8" name="Google Shape;793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9" name="Google Shape;7939;p12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0" name="Google Shape;7940;p122"/>
            <p:cNvGrpSpPr/>
            <p:nvPr/>
          </p:nvGrpSpPr>
          <p:grpSpPr>
            <a:xfrm>
              <a:off x="4745" y="670"/>
              <a:ext cx="586" cy="146"/>
              <a:chOff x="609" y="2570"/>
              <a:chExt cx="731" cy="140"/>
            </a:xfrm>
          </p:grpSpPr>
          <p:sp>
            <p:nvSpPr>
              <p:cNvPr id="7941" name="Google Shape;7941;p12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2" name="Google Shape;7942;p12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3" name="Google Shape;7943;p12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4" name="Google Shape;7944;p122"/>
            <p:cNvGrpSpPr/>
            <p:nvPr/>
          </p:nvGrpSpPr>
          <p:grpSpPr>
            <a:xfrm>
              <a:off x="4745" y="998"/>
              <a:ext cx="586" cy="129"/>
              <a:chOff x="612" y="2572"/>
              <a:chExt cx="731" cy="134"/>
            </a:xfrm>
          </p:grpSpPr>
          <p:sp>
            <p:nvSpPr>
              <p:cNvPr id="7945" name="Google Shape;7945;p12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6" name="Google Shape;7946;p12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7" name="Google Shape;7947;p12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8" name="Google Shape;7948;p12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9" name="Google Shape;7949;p122"/>
            <p:cNvGrpSpPr/>
            <p:nvPr/>
          </p:nvGrpSpPr>
          <p:grpSpPr>
            <a:xfrm>
              <a:off x="4735" y="1627"/>
              <a:ext cx="586" cy="215"/>
              <a:chOff x="614" y="2568"/>
              <a:chExt cx="730" cy="198"/>
            </a:xfrm>
          </p:grpSpPr>
          <p:sp>
            <p:nvSpPr>
              <p:cNvPr id="7950" name="Google Shape;7950;p12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1" name="Google Shape;7951;p12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2" name="Google Shape;795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53" name="Google Shape;7953;p122"/>
            <p:cNvGrpSpPr/>
            <p:nvPr/>
          </p:nvGrpSpPr>
          <p:grpSpPr>
            <a:xfrm>
              <a:off x="4735" y="1325"/>
              <a:ext cx="586" cy="138"/>
              <a:chOff x="609" y="2566"/>
              <a:chExt cx="730" cy="138"/>
            </a:xfrm>
          </p:grpSpPr>
          <p:sp>
            <p:nvSpPr>
              <p:cNvPr id="7954" name="Google Shape;7954;p12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5" name="Google Shape;7955;p12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6" name="Google Shape;7956;p12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7" name="Google Shape;795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8" name="Google Shape;795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9" name="Google Shape;7959;p12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0" name="Google Shape;796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1" name="Google Shape;7961;p12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2" name="Google Shape;7962;p12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3" name="Google Shape;7963;p12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4" name="Google Shape;7964;p12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965" name="Google Shape;7965;p12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6" name="Google Shape;7966;p12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67" name="Google Shape;7967;p122"/>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68" name="Google Shape;7968;p122"/>
          <p:cNvGrpSpPr/>
          <p:nvPr/>
        </p:nvGrpSpPr>
        <p:grpSpPr>
          <a:xfrm>
            <a:off x="6405254" y="3243263"/>
            <a:ext cx="525462" cy="434975"/>
            <a:chOff x="-44" y="1473"/>
            <a:chExt cx="981" cy="1105"/>
          </a:xfrm>
        </p:grpSpPr>
        <p:pic>
          <p:nvPicPr>
            <p:cNvPr descr="desktop_computer_stylized_medium" id="7969" name="Google Shape;7969;p1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70" name="Google Shape;7970;p1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971" name="Google Shape;7971;p122"/>
          <p:cNvGrpSpPr/>
          <p:nvPr/>
        </p:nvGrpSpPr>
        <p:grpSpPr>
          <a:xfrm>
            <a:off x="7045286" y="2362077"/>
            <a:ext cx="717868" cy="1154474"/>
            <a:chOff x="7664720" y="2799688"/>
            <a:chExt cx="717868" cy="1154474"/>
          </a:xfrm>
        </p:grpSpPr>
        <p:sp>
          <p:nvSpPr>
            <p:cNvPr id="7972" name="Google Shape;7972;p122"/>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3" name="Google Shape;7973;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4" name="Google Shape;7974;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5" name="Google Shape;7975;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6" name="Google Shape;7976;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77" name="Google Shape;7977;p122"/>
          <p:cNvGrpSpPr/>
          <p:nvPr/>
        </p:nvGrpSpPr>
        <p:grpSpPr>
          <a:xfrm>
            <a:off x="10476914" y="2368655"/>
            <a:ext cx="717868" cy="1154474"/>
            <a:chOff x="7664720" y="2795550"/>
            <a:chExt cx="717868" cy="1154474"/>
          </a:xfrm>
        </p:grpSpPr>
        <p:sp>
          <p:nvSpPr>
            <p:cNvPr id="7978" name="Google Shape;7978;p122"/>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9" name="Google Shape;7979;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0" name="Google Shape;7980;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1" name="Google Shape;7981;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2" name="Google Shape;7982;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83" name="Google Shape;7983;p122"/>
          <p:cNvGrpSpPr/>
          <p:nvPr/>
        </p:nvGrpSpPr>
        <p:grpSpPr>
          <a:xfrm>
            <a:off x="8867832" y="4245561"/>
            <a:ext cx="456701" cy="226548"/>
            <a:chOff x="6859123" y="5156933"/>
            <a:chExt cx="456701" cy="226548"/>
          </a:xfrm>
        </p:grpSpPr>
        <p:sp>
          <p:nvSpPr>
            <p:cNvPr id="7984" name="Google Shape;7984;p122"/>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85" name="Google Shape;7985;p122"/>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6" name="Google Shape;7986;p122"/>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7" name="Google Shape;7987;p122"/>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8" name="Google Shape;7988;p122"/>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9" name="Google Shape;7989;p122"/>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0" name="Google Shape;7990;p122"/>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1" name="Google Shape;7991;p122"/>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992" name="Google Shape;7992;p122"/>
          <p:cNvGrpSpPr/>
          <p:nvPr/>
        </p:nvGrpSpPr>
        <p:grpSpPr>
          <a:xfrm>
            <a:off x="7552398" y="2762175"/>
            <a:ext cx="3061681" cy="1433307"/>
            <a:chOff x="7552398" y="2762175"/>
            <a:chExt cx="3061681" cy="1433307"/>
          </a:xfrm>
        </p:grpSpPr>
        <p:sp>
          <p:nvSpPr>
            <p:cNvPr id="7993" name="Google Shape;7993;p122"/>
            <p:cNvSpPr/>
            <p:nvPr/>
          </p:nvSpPr>
          <p:spPr>
            <a:xfrm flipH="1">
              <a:off x="9104671" y="2771139"/>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4" name="Google Shape;7994;p122"/>
            <p:cNvSpPr/>
            <p:nvPr/>
          </p:nvSpPr>
          <p:spPr>
            <a:xfrm>
              <a:off x="7552398" y="2762175"/>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7995" name="Google Shape;7995;p122"/>
          <p:cNvGrpSpPr/>
          <p:nvPr/>
        </p:nvGrpSpPr>
        <p:grpSpPr>
          <a:xfrm>
            <a:off x="7428575" y="2677315"/>
            <a:ext cx="3355719" cy="1705017"/>
            <a:chOff x="7428575" y="2677315"/>
            <a:chExt cx="3355719" cy="1705017"/>
          </a:xfrm>
        </p:grpSpPr>
        <p:sp>
          <p:nvSpPr>
            <p:cNvPr id="7996" name="Google Shape;7996;p122"/>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7" name="Google Shape;7997;p122"/>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8" name="Google Shape;7998;p122"/>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999" name="Google Shape;7999;p122"/>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8000" name="Google Shape;8000;p122"/>
          <p:cNvGrpSpPr/>
          <p:nvPr/>
        </p:nvGrpSpPr>
        <p:grpSpPr>
          <a:xfrm>
            <a:off x="6799618" y="2691243"/>
            <a:ext cx="4657206" cy="1827509"/>
            <a:chOff x="6799618" y="2691243"/>
            <a:chExt cx="4657206" cy="1827509"/>
          </a:xfrm>
        </p:grpSpPr>
        <p:sp>
          <p:nvSpPr>
            <p:cNvPr id="8001" name="Google Shape;8001;p122"/>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2" name="Google Shape;8002;p122"/>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8003" name="Google Shape;8003;p122"/>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8004" name="Google Shape;8004;p122"/>
          <p:cNvSpPr txBox="1"/>
          <p:nvPr/>
        </p:nvSpPr>
        <p:spPr>
          <a:xfrm>
            <a:off x="8061221" y="2622756"/>
            <a:ext cx="20955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explicit congestion info</a:t>
            </a:r>
            <a:endParaRPr/>
          </a:p>
        </p:txBody>
      </p:sp>
      <p:sp>
        <p:nvSpPr>
          <p:cNvPr id="8005" name="Google Shape;8005;p122"/>
          <p:cNvSpPr txBox="1"/>
          <p:nvPr/>
        </p:nvSpPr>
        <p:spPr>
          <a:xfrm>
            <a:off x="698090" y="1818967"/>
            <a:ext cx="5781368" cy="38214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00000"/>
                </a:solidFill>
                <a:latin typeface="Calibri"/>
                <a:ea typeface="Calibri"/>
                <a:cs typeface="Calibri"/>
                <a:sym typeface="Calibri"/>
              </a:rPr>
              <a:t>Network-assisted congestion control:</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routers provide </a:t>
            </a:r>
            <a:r>
              <a:rPr b="0" i="1" lang="en-US" sz="3000" u="none" cap="none" strike="noStrike">
                <a:solidFill>
                  <a:srgbClr val="C00000"/>
                </a:solidFill>
                <a:latin typeface="Calibri"/>
                <a:ea typeface="Calibri"/>
                <a:cs typeface="Calibri"/>
                <a:sym typeface="Calibri"/>
              </a:rPr>
              <a:t>direct</a:t>
            </a:r>
            <a:r>
              <a:rPr b="0" i="0" lang="en-US" sz="3000" u="none" cap="none" strike="noStrike">
                <a:solidFill>
                  <a:srgbClr val="000000"/>
                </a:solidFill>
                <a:latin typeface="Calibri"/>
                <a:ea typeface="Calibri"/>
                <a:cs typeface="Calibri"/>
                <a:sym typeface="Calibri"/>
              </a:rPr>
              <a:t> feedback to sending/receiving hosts with flows passing through congested router</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may indicate congestion level or explicitly set sending rate</a:t>
            </a:r>
            <a:endParaRPr/>
          </a:p>
        </p:txBody>
      </p:sp>
      <p:sp>
        <p:nvSpPr>
          <p:cNvPr id="8006" name="Google Shape;8006;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5"/>
                                        </p:tgtEl>
                                        <p:attrNameLst>
                                          <p:attrName>style.visibility</p:attrName>
                                        </p:attrNameLst>
                                      </p:cBhvr>
                                      <p:to>
                                        <p:strVal val="visible"/>
                                      </p:to>
                                    </p:set>
                                    <p:animEffect filter="fade" transition="in">
                                      <p:cBhvr>
                                        <p:cTn dur="1000"/>
                                        <p:tgtEl>
                                          <p:spTgt spid="79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00"/>
                                        </p:tgtEl>
                                        <p:attrNameLst>
                                          <p:attrName>style.visibility</p:attrName>
                                        </p:attrNameLst>
                                      </p:cBhvr>
                                      <p:to>
                                        <p:strVal val="visible"/>
                                      </p:to>
                                    </p:set>
                                    <p:animEffect filter="fade" transition="in">
                                      <p:cBhvr>
                                        <p:cTn dur="1000"/>
                                        <p:tgtEl>
                                          <p:spTgt spid="8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2"/>
                                        </p:tgtEl>
                                        <p:attrNameLst>
                                          <p:attrName>style.visibility</p:attrName>
                                        </p:attrNameLst>
                                      </p:cBhvr>
                                      <p:to>
                                        <p:strVal val="visible"/>
                                      </p:to>
                                    </p:set>
                                    <p:animEffect filter="fade" transition="in">
                                      <p:cBhvr>
                                        <p:cTn dur="500"/>
                                        <p:tgtEl>
                                          <p:spTgt spid="79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04"/>
                                        </p:tgtEl>
                                        <p:attrNameLst>
                                          <p:attrName>style.visibility</p:attrName>
                                        </p:attrNameLst>
                                      </p:cBhvr>
                                      <p:to>
                                        <p:strVal val="visible"/>
                                      </p:to>
                                    </p:set>
                                    <p:animEffect filter="fade" transition="in">
                                      <p:cBhvr>
                                        <p:cTn dur="500"/>
                                        <p:tgtEl>
                                          <p:spTgt spid="8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5">
                                            <p:txEl>
                                              <p:pRg end="0" st="0"/>
                                            </p:txEl>
                                          </p:spTgt>
                                        </p:tgtEl>
                                        <p:attrNameLst>
                                          <p:attrName>style.visibility</p:attrName>
                                        </p:attrNameLst>
                                      </p:cBhvr>
                                      <p:to>
                                        <p:strVal val="visible"/>
                                      </p:to>
                                    </p:set>
                                    <p:animEffect filter="fade" transition="in">
                                      <p:cBhvr>
                                        <p:cTn dur="500"/>
                                        <p:tgtEl>
                                          <p:spTgt spid="787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1" name="Shape 8011"/>
        <p:cNvGrpSpPr/>
        <p:nvPr/>
      </p:nvGrpSpPr>
      <p:grpSpPr>
        <a:xfrm>
          <a:off x="0" y="0"/>
          <a:ext cx="0" cy="0"/>
          <a:chOff x="0" y="0"/>
          <a:chExt cx="0" cy="0"/>
        </a:xfrm>
      </p:grpSpPr>
      <p:sp>
        <p:nvSpPr>
          <p:cNvPr id="8012" name="Google Shape;8012;p12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8013" name="Google Shape;8013;p123"/>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solidFill>
                  <a:srgbClr val="BFBFBF"/>
                </a:solidFill>
              </a:rPr>
              <a:t>Evolution of transport-layer functionality</a:t>
            </a:r>
            <a:endParaRPr sz="3200"/>
          </a:p>
          <a:p>
            <a:pPr indent="-222250" lvl="0" marL="352425" rtl="0" algn="l">
              <a:lnSpc>
                <a:spcPct val="90000"/>
              </a:lnSpc>
              <a:spcBef>
                <a:spcPts val="1000"/>
              </a:spcBef>
              <a:spcAft>
                <a:spcPts val="0"/>
              </a:spcAft>
              <a:buSzPts val="2400"/>
              <a:buFont typeface="Noto Sans Symbols"/>
              <a:buNone/>
            </a:pPr>
            <a:r>
              <a:t/>
            </a:r>
            <a:endParaRPr sz="2400"/>
          </a:p>
        </p:txBody>
      </p:sp>
      <p:sp>
        <p:nvSpPr>
          <p:cNvPr id="8014" name="Google Shape;8014;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015" name="Google Shape;8015;p123"/>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0" name="Shape 8020"/>
        <p:cNvGrpSpPr/>
        <p:nvPr/>
      </p:nvGrpSpPr>
      <p:grpSpPr>
        <a:xfrm>
          <a:off x="0" y="0"/>
          <a:ext cx="0" cy="0"/>
          <a:chOff x="0" y="0"/>
          <a:chExt cx="0" cy="0"/>
        </a:xfrm>
      </p:grpSpPr>
      <p:sp>
        <p:nvSpPr>
          <p:cNvPr id="8021" name="Google Shape;8021;p124"/>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AIMD</a:t>
            </a:r>
            <a:endParaRPr b="0" sz="4400"/>
          </a:p>
        </p:txBody>
      </p:sp>
      <p:sp>
        <p:nvSpPr>
          <p:cNvPr id="8022" name="Google Shape;8022;p124"/>
          <p:cNvSpPr/>
          <p:nvPr/>
        </p:nvSpPr>
        <p:spPr>
          <a:xfrm>
            <a:off x="901700" y="1168400"/>
            <a:ext cx="10274300" cy="1447800"/>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approach: </a:t>
            </a:r>
            <a:r>
              <a:rPr b="0" i="0" lang="en-US" sz="2800" u="none" cap="none" strike="noStrike">
                <a:solidFill>
                  <a:srgbClr val="000000"/>
                </a:solidFill>
                <a:latin typeface="Calibri"/>
                <a:ea typeface="Calibri"/>
                <a:cs typeface="Calibri"/>
                <a:sym typeface="Calibri"/>
              </a:rPr>
              <a:t>senders can</a:t>
            </a:r>
            <a:r>
              <a:rPr b="0" i="1"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increase sending rate until packet loss (congestion) occurs, then decrease sending rate on loss event</a:t>
            </a:r>
            <a:endParaRPr b="0" i="0" sz="2800" u="none" cap="none" strike="noStrike">
              <a:solidFill>
                <a:srgbClr val="000000"/>
              </a:solidFill>
              <a:latin typeface="Gill Sans"/>
              <a:ea typeface="Gill Sans"/>
              <a:cs typeface="Gill Sans"/>
              <a:sym typeface="Gill Sans"/>
            </a:endParaRPr>
          </a:p>
        </p:txBody>
      </p:sp>
      <p:sp>
        <p:nvSpPr>
          <p:cNvPr id="8023" name="Google Shape;8023;p124"/>
          <p:cNvSpPr txBox="1"/>
          <p:nvPr/>
        </p:nvSpPr>
        <p:spPr>
          <a:xfrm>
            <a:off x="8688708" y="4380805"/>
            <a:ext cx="2769156"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13A3"/>
              </a:buClr>
              <a:buSzPts val="3600"/>
              <a:buFont typeface="Calibri"/>
              <a:buNone/>
            </a:pPr>
            <a:r>
              <a:rPr b="1" i="0" lang="en-US" sz="3600" u="none" cap="none" strike="noStrike">
                <a:solidFill>
                  <a:srgbClr val="0013A3"/>
                </a:solidFill>
                <a:latin typeface="Calibri"/>
                <a:ea typeface="Calibri"/>
                <a:cs typeface="Calibri"/>
                <a:sym typeface="Calibri"/>
              </a:rPr>
              <a:t>AIMD</a:t>
            </a:r>
            <a:r>
              <a:rPr b="0" i="0" lang="en-US" sz="2800" u="none" cap="none" strike="noStrike">
                <a:solidFill>
                  <a:srgbClr val="000000"/>
                </a:solidFill>
                <a:latin typeface="Calibri"/>
                <a:ea typeface="Calibri"/>
                <a:cs typeface="Calibri"/>
                <a:sym typeface="Calibri"/>
              </a:rPr>
              <a:t> sawtooth</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behavior: </a:t>
            </a:r>
            <a:r>
              <a:rPr b="0" i="1" lang="en-US" sz="2800" u="none" cap="none" strike="noStrike">
                <a:solidFill>
                  <a:srgbClr val="0013A3"/>
                </a:solidFill>
                <a:latin typeface="Calibri"/>
                <a:ea typeface="Calibri"/>
                <a:cs typeface="Calibri"/>
                <a:sym typeface="Calibri"/>
              </a:rPr>
              <a:t>probing</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bandwidth</a:t>
            </a:r>
            <a:endParaRPr/>
          </a:p>
        </p:txBody>
      </p:sp>
      <p:sp>
        <p:nvSpPr>
          <p:cNvPr id="8024" name="Google Shape;8024;p124"/>
          <p:cNvSpPr/>
          <p:nvPr/>
        </p:nvSpPr>
        <p:spPr>
          <a:xfrm>
            <a:off x="4717339" y="3774454"/>
            <a:ext cx="6858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025" name="Google Shape;8025;p124"/>
          <p:cNvCxnSpPr/>
          <p:nvPr/>
        </p:nvCxnSpPr>
        <p:spPr>
          <a:xfrm flipH="1" rot="10800000">
            <a:off x="3898189" y="5196854"/>
            <a:ext cx="169863" cy="169862"/>
          </a:xfrm>
          <a:prstGeom prst="straightConnector1">
            <a:avLst/>
          </a:prstGeom>
          <a:noFill/>
          <a:ln cap="flat" cmpd="sng" w="38100">
            <a:solidFill>
              <a:schemeClr val="dk1"/>
            </a:solidFill>
            <a:prstDash val="solid"/>
            <a:round/>
            <a:headEnd len="med" w="med" type="none"/>
            <a:tailEnd len="med" w="med" type="none"/>
          </a:ln>
        </p:spPr>
      </p:cxnSp>
      <p:cxnSp>
        <p:nvCxnSpPr>
          <p:cNvPr id="8026" name="Google Shape;8026;p124"/>
          <p:cNvCxnSpPr/>
          <p:nvPr/>
        </p:nvCxnSpPr>
        <p:spPr>
          <a:xfrm>
            <a:off x="4079164" y="5185741"/>
            <a:ext cx="0" cy="642938"/>
          </a:xfrm>
          <a:prstGeom prst="straightConnector1">
            <a:avLst/>
          </a:prstGeom>
          <a:noFill/>
          <a:ln cap="flat" cmpd="sng" w="38100">
            <a:solidFill>
              <a:schemeClr val="dk1"/>
            </a:solidFill>
            <a:prstDash val="solid"/>
            <a:round/>
            <a:headEnd len="med" w="med" type="none"/>
            <a:tailEnd len="med" w="med" type="none"/>
          </a:ln>
        </p:spPr>
      </p:cxnSp>
      <p:cxnSp>
        <p:nvCxnSpPr>
          <p:cNvPr id="8027" name="Google Shape;8027;p124"/>
          <p:cNvCxnSpPr/>
          <p:nvPr/>
        </p:nvCxnSpPr>
        <p:spPr>
          <a:xfrm flipH="1" rot="10800000">
            <a:off x="4068052" y="4869829"/>
            <a:ext cx="982662" cy="981075"/>
          </a:xfrm>
          <a:prstGeom prst="straightConnector1">
            <a:avLst/>
          </a:prstGeom>
          <a:noFill/>
          <a:ln cap="flat" cmpd="sng" w="38100">
            <a:solidFill>
              <a:schemeClr val="dk1"/>
            </a:solidFill>
            <a:prstDash val="solid"/>
            <a:round/>
            <a:headEnd len="med" w="med" type="none"/>
            <a:tailEnd len="med" w="med" type="none"/>
          </a:ln>
        </p:spPr>
      </p:cxnSp>
      <p:cxnSp>
        <p:nvCxnSpPr>
          <p:cNvPr id="8028" name="Google Shape;8028;p124"/>
          <p:cNvCxnSpPr/>
          <p:nvPr/>
        </p:nvCxnSpPr>
        <p:spPr>
          <a:xfrm>
            <a:off x="5039602" y="4871416"/>
            <a:ext cx="0" cy="801688"/>
          </a:xfrm>
          <a:prstGeom prst="straightConnector1">
            <a:avLst/>
          </a:prstGeom>
          <a:noFill/>
          <a:ln cap="flat" cmpd="sng" w="38100">
            <a:solidFill>
              <a:schemeClr val="dk1"/>
            </a:solidFill>
            <a:prstDash val="solid"/>
            <a:round/>
            <a:headEnd len="med" w="med" type="none"/>
            <a:tailEnd len="med" w="med" type="none"/>
          </a:ln>
        </p:spPr>
      </p:cxnSp>
      <p:cxnSp>
        <p:nvCxnSpPr>
          <p:cNvPr id="8029" name="Google Shape;8029;p124"/>
          <p:cNvCxnSpPr/>
          <p:nvPr/>
        </p:nvCxnSpPr>
        <p:spPr>
          <a:xfrm flipH="1" rot="10800000">
            <a:off x="5031664" y="5168279"/>
            <a:ext cx="525463" cy="523875"/>
          </a:xfrm>
          <a:prstGeom prst="straightConnector1">
            <a:avLst/>
          </a:prstGeom>
          <a:noFill/>
          <a:ln cap="flat" cmpd="sng" w="38100">
            <a:solidFill>
              <a:schemeClr val="dk1"/>
            </a:solidFill>
            <a:prstDash val="solid"/>
            <a:round/>
            <a:headEnd len="med" w="med" type="none"/>
            <a:tailEnd len="med" w="med" type="none"/>
          </a:ln>
        </p:spPr>
      </p:cxnSp>
      <p:cxnSp>
        <p:nvCxnSpPr>
          <p:cNvPr id="8030" name="Google Shape;8030;p124"/>
          <p:cNvCxnSpPr/>
          <p:nvPr/>
        </p:nvCxnSpPr>
        <p:spPr>
          <a:xfrm>
            <a:off x="5557127" y="5163516"/>
            <a:ext cx="0" cy="688975"/>
          </a:xfrm>
          <a:prstGeom prst="straightConnector1">
            <a:avLst/>
          </a:prstGeom>
          <a:noFill/>
          <a:ln cap="flat" cmpd="sng" w="38100">
            <a:solidFill>
              <a:schemeClr val="dk1"/>
            </a:solidFill>
            <a:prstDash val="solid"/>
            <a:round/>
            <a:headEnd len="med" w="med" type="none"/>
            <a:tailEnd len="med" w="med" type="none"/>
          </a:ln>
        </p:spPr>
      </p:cxnSp>
      <p:cxnSp>
        <p:nvCxnSpPr>
          <p:cNvPr id="8031" name="Google Shape;8031;p124"/>
          <p:cNvCxnSpPr/>
          <p:nvPr/>
        </p:nvCxnSpPr>
        <p:spPr>
          <a:xfrm flipH="1" rot="10800000">
            <a:off x="5568240" y="4849191"/>
            <a:ext cx="969963" cy="981075"/>
          </a:xfrm>
          <a:prstGeom prst="straightConnector1">
            <a:avLst/>
          </a:prstGeom>
          <a:noFill/>
          <a:ln cap="flat" cmpd="sng" w="38100">
            <a:solidFill>
              <a:schemeClr val="dk1"/>
            </a:solidFill>
            <a:prstDash val="solid"/>
            <a:round/>
            <a:headEnd len="med" w="med" type="none"/>
            <a:tailEnd len="med" w="med" type="none"/>
          </a:ln>
        </p:spPr>
      </p:cxnSp>
      <p:cxnSp>
        <p:nvCxnSpPr>
          <p:cNvPr id="8032" name="Google Shape;8032;p124"/>
          <p:cNvCxnSpPr/>
          <p:nvPr/>
        </p:nvCxnSpPr>
        <p:spPr>
          <a:xfrm>
            <a:off x="6533440" y="4849191"/>
            <a:ext cx="11113" cy="835025"/>
          </a:xfrm>
          <a:prstGeom prst="straightConnector1">
            <a:avLst/>
          </a:prstGeom>
          <a:noFill/>
          <a:ln cap="flat" cmpd="sng" w="38100">
            <a:solidFill>
              <a:schemeClr val="dk1"/>
            </a:solidFill>
            <a:prstDash val="solid"/>
            <a:round/>
            <a:headEnd len="med" w="med" type="none"/>
            <a:tailEnd len="med" w="med" type="none"/>
          </a:ln>
        </p:spPr>
      </p:cxnSp>
      <p:cxnSp>
        <p:nvCxnSpPr>
          <p:cNvPr id="8033" name="Google Shape;8033;p124"/>
          <p:cNvCxnSpPr/>
          <p:nvPr/>
        </p:nvCxnSpPr>
        <p:spPr>
          <a:xfrm flipH="1" rot="10800000">
            <a:off x="6538202" y="5012704"/>
            <a:ext cx="666750" cy="666750"/>
          </a:xfrm>
          <a:prstGeom prst="straightConnector1">
            <a:avLst/>
          </a:prstGeom>
          <a:noFill/>
          <a:ln cap="flat" cmpd="sng" w="38100">
            <a:solidFill>
              <a:schemeClr val="dk1"/>
            </a:solidFill>
            <a:prstDash val="solid"/>
            <a:round/>
            <a:headEnd len="med" w="med" type="none"/>
            <a:tailEnd len="med" w="med" type="none"/>
          </a:ln>
        </p:spPr>
      </p:cxnSp>
      <p:cxnSp>
        <p:nvCxnSpPr>
          <p:cNvPr id="8034" name="Google Shape;8034;p124"/>
          <p:cNvCxnSpPr/>
          <p:nvPr/>
        </p:nvCxnSpPr>
        <p:spPr>
          <a:xfrm>
            <a:off x="7204952" y="4998416"/>
            <a:ext cx="0" cy="747712"/>
          </a:xfrm>
          <a:prstGeom prst="straightConnector1">
            <a:avLst/>
          </a:prstGeom>
          <a:noFill/>
          <a:ln cap="flat" cmpd="sng" w="38100">
            <a:solidFill>
              <a:schemeClr val="dk1"/>
            </a:solidFill>
            <a:prstDash val="solid"/>
            <a:round/>
            <a:headEnd len="med" w="med" type="none"/>
            <a:tailEnd len="med" w="med" type="none"/>
          </a:ln>
        </p:spPr>
      </p:cxnSp>
      <p:cxnSp>
        <p:nvCxnSpPr>
          <p:cNvPr id="8035" name="Google Shape;8035;p124"/>
          <p:cNvCxnSpPr/>
          <p:nvPr/>
        </p:nvCxnSpPr>
        <p:spPr>
          <a:xfrm flipH="1" rot="10800000">
            <a:off x="7195427" y="4746004"/>
            <a:ext cx="876300" cy="1014412"/>
          </a:xfrm>
          <a:prstGeom prst="straightConnector1">
            <a:avLst/>
          </a:prstGeom>
          <a:noFill/>
          <a:ln cap="flat" cmpd="sng" w="38100">
            <a:solidFill>
              <a:schemeClr val="dk1"/>
            </a:solidFill>
            <a:prstDash val="solid"/>
            <a:round/>
            <a:headEnd len="med" w="med" type="none"/>
            <a:tailEnd len="med" w="med" type="none"/>
          </a:ln>
        </p:spPr>
      </p:cxnSp>
      <p:grpSp>
        <p:nvGrpSpPr>
          <p:cNvPr id="8036" name="Google Shape;8036;p124"/>
          <p:cNvGrpSpPr/>
          <p:nvPr/>
        </p:nvGrpSpPr>
        <p:grpSpPr>
          <a:xfrm>
            <a:off x="3439503" y="4254499"/>
            <a:ext cx="4602061" cy="2566367"/>
            <a:chOff x="4099904" y="3937000"/>
            <a:chExt cx="4602061" cy="2566367"/>
          </a:xfrm>
        </p:grpSpPr>
        <p:sp>
          <p:nvSpPr>
            <p:cNvPr id="8037" name="Google Shape;8037;p124"/>
            <p:cNvSpPr txBox="1"/>
            <p:nvPr/>
          </p:nvSpPr>
          <p:spPr>
            <a:xfrm rot="-5400000">
              <a:off x="3117142" y="4919761"/>
              <a:ext cx="2273300"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TCP sender  Sending rate</a:t>
              </a:r>
              <a:endParaRPr/>
            </a:p>
          </p:txBody>
        </p:sp>
        <p:cxnSp>
          <p:nvCxnSpPr>
            <p:cNvPr id="8038" name="Google Shape;8038;p124"/>
            <p:cNvCxnSpPr/>
            <p:nvPr/>
          </p:nvCxnSpPr>
          <p:spPr>
            <a:xfrm>
              <a:off x="4558589" y="6176341"/>
              <a:ext cx="4143375" cy="0"/>
            </a:xfrm>
            <a:prstGeom prst="straightConnector1">
              <a:avLst/>
            </a:prstGeom>
            <a:noFill/>
            <a:ln cap="flat" cmpd="sng" w="28575">
              <a:solidFill>
                <a:schemeClr val="dk1"/>
              </a:solidFill>
              <a:prstDash val="solid"/>
              <a:round/>
              <a:headEnd len="med" w="med" type="none"/>
              <a:tailEnd len="med" w="med" type="triangle"/>
            </a:ln>
          </p:spPr>
        </p:cxnSp>
        <p:cxnSp>
          <p:nvCxnSpPr>
            <p:cNvPr id="8039" name="Google Shape;8039;p124"/>
            <p:cNvCxnSpPr/>
            <p:nvPr/>
          </p:nvCxnSpPr>
          <p:spPr>
            <a:xfrm>
              <a:off x="4546600" y="4203700"/>
              <a:ext cx="877" cy="1974229"/>
            </a:xfrm>
            <a:prstGeom prst="straightConnector1">
              <a:avLst/>
            </a:prstGeom>
            <a:noFill/>
            <a:ln cap="flat" cmpd="sng" w="28575">
              <a:solidFill>
                <a:schemeClr val="dk1"/>
              </a:solidFill>
              <a:prstDash val="solid"/>
              <a:round/>
              <a:headEnd len="med" w="med" type="none"/>
              <a:tailEnd len="med" w="med" type="none"/>
            </a:ln>
          </p:spPr>
        </p:cxnSp>
        <p:sp>
          <p:nvSpPr>
            <p:cNvPr id="8040" name="Google Shape;8040;p124"/>
            <p:cNvSpPr txBox="1"/>
            <p:nvPr/>
          </p:nvSpPr>
          <p:spPr>
            <a:xfrm>
              <a:off x="6125452" y="6166816"/>
              <a:ext cx="5762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a:t>
              </a:r>
              <a:endParaRPr/>
            </a:p>
          </p:txBody>
        </p:sp>
      </p:grpSp>
      <p:grpSp>
        <p:nvGrpSpPr>
          <p:cNvPr id="8041" name="Google Shape;8041;p124"/>
          <p:cNvGrpSpPr/>
          <p:nvPr/>
        </p:nvGrpSpPr>
        <p:grpSpPr>
          <a:xfrm>
            <a:off x="965200" y="2146300"/>
            <a:ext cx="5054600" cy="1905000"/>
            <a:chOff x="0" y="4533900"/>
            <a:chExt cx="4762500" cy="1905000"/>
          </a:xfrm>
        </p:grpSpPr>
        <p:sp>
          <p:nvSpPr>
            <p:cNvPr id="8042" name="Google Shape;8042;p124"/>
            <p:cNvSpPr/>
            <p:nvPr/>
          </p:nvSpPr>
          <p:spPr>
            <a:xfrm>
              <a:off x="406846" y="4737100"/>
              <a:ext cx="4334880" cy="1435100"/>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3" name="Google Shape;8043;p124"/>
            <p:cNvSpPr/>
            <p:nvPr/>
          </p:nvSpPr>
          <p:spPr>
            <a:xfrm>
              <a:off x="0" y="4991100"/>
              <a:ext cx="4762500" cy="14478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increase sending rate </a:t>
              </a:r>
              <a:r>
                <a:rPr b="0" i="0" lang="en-US" sz="2600" u="none" cap="none" strike="noStrike">
                  <a:solidFill>
                    <a:srgbClr val="000000"/>
                  </a:solidFill>
                  <a:latin typeface="Gill Sans"/>
                  <a:ea typeface="Gill Sans"/>
                  <a:cs typeface="Gill Sans"/>
                  <a:sym typeface="Gill Sans"/>
                </a:rPr>
                <a:t>by </a:t>
              </a:r>
              <a:r>
                <a:rPr b="0" i="0" lang="en-US" sz="2600" u="none" cap="none" strike="noStrike">
                  <a:solidFill>
                    <a:srgbClr val="000000"/>
                  </a:solidFill>
                  <a:latin typeface="Calibri"/>
                  <a:ea typeface="Calibri"/>
                  <a:cs typeface="Calibri"/>
                  <a:sym typeface="Calibri"/>
                </a:rPr>
                <a:t>1 maximum segment size every RTT until loss detected</a:t>
              </a:r>
              <a:endParaRPr b="0" i="1" sz="2600" u="none" cap="none" strike="noStrike">
                <a:solidFill>
                  <a:srgbClr val="000000"/>
                </a:solidFill>
                <a:latin typeface="Calibri"/>
                <a:ea typeface="Calibri"/>
                <a:cs typeface="Calibri"/>
                <a:sym typeface="Calibri"/>
              </a:endParaRPr>
            </a:p>
          </p:txBody>
        </p:sp>
        <p:sp>
          <p:nvSpPr>
            <p:cNvPr id="8044" name="Google Shape;8044;p124"/>
            <p:cNvSpPr/>
            <p:nvPr/>
          </p:nvSpPr>
          <p:spPr>
            <a:xfrm>
              <a:off x="508000" y="4533900"/>
              <a:ext cx="26670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00B050"/>
                  </a:solidFill>
                  <a:latin typeface="Calibri"/>
                  <a:ea typeface="Calibri"/>
                  <a:cs typeface="Calibri"/>
                  <a:sym typeface="Calibri"/>
                </a:rPr>
                <a:t>A</a:t>
              </a:r>
              <a:r>
                <a:rPr b="0" i="1" lang="en-US" sz="2800" u="none" cap="none" strike="noStrike">
                  <a:solidFill>
                    <a:srgbClr val="00B050"/>
                  </a:solidFill>
                  <a:latin typeface="Calibri"/>
                  <a:ea typeface="Calibri"/>
                  <a:cs typeface="Calibri"/>
                  <a:sym typeface="Calibri"/>
                </a:rPr>
                <a:t>dditive </a:t>
              </a:r>
              <a:r>
                <a:rPr b="0" i="1" lang="en-US" sz="2800" u="sng" cap="none" strike="noStrike">
                  <a:solidFill>
                    <a:srgbClr val="00B050"/>
                  </a:solidFill>
                  <a:latin typeface="Calibri"/>
                  <a:ea typeface="Calibri"/>
                  <a:cs typeface="Calibri"/>
                  <a:sym typeface="Calibri"/>
                </a:rPr>
                <a:t>I</a:t>
              </a:r>
              <a:r>
                <a:rPr b="0" i="1" lang="en-US" sz="2800" u="none" cap="none" strike="noStrike">
                  <a:solidFill>
                    <a:srgbClr val="00B050"/>
                  </a:solidFill>
                  <a:latin typeface="Calibri"/>
                  <a:ea typeface="Calibri"/>
                  <a:cs typeface="Calibri"/>
                  <a:sym typeface="Calibri"/>
                </a:rPr>
                <a:t>ncrease</a:t>
              </a:r>
              <a:endParaRPr b="0" i="0" sz="2800" u="none" cap="none" strike="noStrike">
                <a:solidFill>
                  <a:srgbClr val="00B050"/>
                </a:solidFill>
                <a:latin typeface="Gill Sans"/>
                <a:ea typeface="Gill Sans"/>
                <a:cs typeface="Gill Sans"/>
                <a:sym typeface="Gill Sans"/>
              </a:endParaRPr>
            </a:p>
          </p:txBody>
        </p:sp>
      </p:grpSp>
      <p:grpSp>
        <p:nvGrpSpPr>
          <p:cNvPr id="8045" name="Google Shape;8045;p124"/>
          <p:cNvGrpSpPr/>
          <p:nvPr/>
        </p:nvGrpSpPr>
        <p:grpSpPr>
          <a:xfrm>
            <a:off x="6007100" y="2197100"/>
            <a:ext cx="4749800" cy="1422400"/>
            <a:chOff x="38100" y="4533900"/>
            <a:chExt cx="4749800" cy="1422400"/>
          </a:xfrm>
        </p:grpSpPr>
        <p:sp>
          <p:nvSpPr>
            <p:cNvPr id="8046" name="Google Shape;8046;p124"/>
            <p:cNvSpPr/>
            <p:nvPr/>
          </p:nvSpPr>
          <p:spPr>
            <a:xfrm>
              <a:off x="342900" y="4686300"/>
              <a:ext cx="4267200" cy="1270000"/>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7" name="Google Shape;8047;p124"/>
            <p:cNvSpPr/>
            <p:nvPr/>
          </p:nvSpPr>
          <p:spPr>
            <a:xfrm>
              <a:off x="38100" y="4991100"/>
              <a:ext cx="4749800" cy="8255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cut sending rate in half at each loss event</a:t>
              </a:r>
              <a:endParaRPr b="0" i="1" sz="26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48" name="Google Shape;8048;p124"/>
            <p:cNvSpPr/>
            <p:nvPr/>
          </p:nvSpPr>
          <p:spPr>
            <a:xfrm>
              <a:off x="508000" y="4533900"/>
              <a:ext cx="37465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C00000"/>
                  </a:solidFill>
                  <a:latin typeface="Calibri"/>
                  <a:ea typeface="Calibri"/>
                  <a:cs typeface="Calibri"/>
                  <a:sym typeface="Calibri"/>
                </a:rPr>
                <a:t>M</a:t>
              </a:r>
              <a:r>
                <a:rPr b="0" i="1" lang="en-US" sz="2800" u="none" cap="none" strike="noStrike">
                  <a:solidFill>
                    <a:srgbClr val="C00000"/>
                  </a:solidFill>
                  <a:latin typeface="Calibri"/>
                  <a:ea typeface="Calibri"/>
                  <a:cs typeface="Calibri"/>
                  <a:sym typeface="Calibri"/>
                </a:rPr>
                <a:t>ultiplicative </a:t>
              </a:r>
              <a:r>
                <a:rPr b="0" i="1" lang="en-US" sz="2800" u="sng" cap="none" strike="noStrike">
                  <a:solidFill>
                    <a:srgbClr val="C00000"/>
                  </a:solidFill>
                  <a:latin typeface="Calibri"/>
                  <a:ea typeface="Calibri"/>
                  <a:cs typeface="Calibri"/>
                  <a:sym typeface="Calibri"/>
                </a:rPr>
                <a:t>D</a:t>
              </a:r>
              <a:r>
                <a:rPr b="0" i="1" lang="en-US" sz="2800" u="none" cap="none" strike="noStrike">
                  <a:solidFill>
                    <a:srgbClr val="C00000"/>
                  </a:solidFill>
                  <a:latin typeface="Calibri"/>
                  <a:ea typeface="Calibri"/>
                  <a:cs typeface="Calibri"/>
                  <a:sym typeface="Calibri"/>
                </a:rPr>
                <a:t>ecrease</a:t>
              </a:r>
              <a:endParaRPr b="0" i="0" sz="2800" u="none" cap="none" strike="noStrike">
                <a:solidFill>
                  <a:srgbClr val="C00000"/>
                </a:solidFill>
                <a:latin typeface="Gill Sans"/>
                <a:ea typeface="Gill Sans"/>
                <a:cs typeface="Gill Sans"/>
                <a:sym typeface="Gill Sans"/>
              </a:endParaRPr>
            </a:p>
          </p:txBody>
        </p:sp>
      </p:grpSp>
      <p:grpSp>
        <p:nvGrpSpPr>
          <p:cNvPr id="8049" name="Google Shape;8049;p124"/>
          <p:cNvGrpSpPr/>
          <p:nvPr/>
        </p:nvGrpSpPr>
        <p:grpSpPr>
          <a:xfrm>
            <a:off x="3952943" y="3784600"/>
            <a:ext cx="3599234" cy="1591283"/>
            <a:chOff x="3965643" y="3797300"/>
            <a:chExt cx="3599234" cy="1591283"/>
          </a:xfrm>
        </p:grpSpPr>
        <p:grpSp>
          <p:nvGrpSpPr>
            <p:cNvPr id="8050" name="Google Shape;8050;p124"/>
            <p:cNvGrpSpPr/>
            <p:nvPr/>
          </p:nvGrpSpPr>
          <p:grpSpPr>
            <a:xfrm>
              <a:off x="3965643" y="4159386"/>
              <a:ext cx="3599234" cy="1229197"/>
              <a:chOff x="3965643" y="4159386"/>
              <a:chExt cx="3599234" cy="1229197"/>
            </a:xfrm>
          </p:grpSpPr>
          <p:cxnSp>
            <p:nvCxnSpPr>
              <p:cNvPr id="8051" name="Google Shape;8051;p124"/>
              <p:cNvCxnSpPr/>
              <p:nvPr/>
            </p:nvCxnSpPr>
            <p:spPr>
              <a:xfrm>
                <a:off x="3972128" y="4163438"/>
                <a:ext cx="0" cy="10562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2" name="Google Shape;8052;p124"/>
              <p:cNvCxnSpPr/>
              <p:nvPr/>
            </p:nvCxnSpPr>
            <p:spPr>
              <a:xfrm>
                <a:off x="4480128" y="4163438"/>
                <a:ext cx="0" cy="12213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3" name="Google Shape;8053;p124"/>
              <p:cNvCxnSpPr/>
              <p:nvPr/>
            </p:nvCxnSpPr>
            <p:spPr>
              <a:xfrm>
                <a:off x="5295630" y="4163438"/>
                <a:ext cx="0" cy="1225145"/>
              </a:xfrm>
              <a:prstGeom prst="straightConnector1">
                <a:avLst/>
              </a:prstGeom>
              <a:noFill/>
              <a:ln cap="flat" cmpd="sng" w="12700">
                <a:solidFill>
                  <a:srgbClr val="00B050"/>
                </a:solidFill>
                <a:prstDash val="solid"/>
                <a:miter lim="800000"/>
                <a:headEnd len="sm" w="sm" type="none"/>
                <a:tailEnd len="med" w="med" type="triangle"/>
              </a:ln>
            </p:spPr>
          </p:cxnSp>
          <p:cxnSp>
            <p:nvCxnSpPr>
              <p:cNvPr id="8054" name="Google Shape;8054;p124"/>
              <p:cNvCxnSpPr/>
              <p:nvPr/>
            </p:nvCxnSpPr>
            <p:spPr>
              <a:xfrm>
                <a:off x="5964941" y="4171542"/>
                <a:ext cx="0" cy="1204339"/>
              </a:xfrm>
              <a:prstGeom prst="straightConnector1">
                <a:avLst/>
              </a:prstGeom>
              <a:noFill/>
              <a:ln cap="flat" cmpd="sng" w="12700">
                <a:solidFill>
                  <a:srgbClr val="00B050"/>
                </a:solidFill>
                <a:prstDash val="solid"/>
                <a:miter lim="800000"/>
                <a:headEnd len="sm" w="sm" type="none"/>
                <a:tailEnd len="med" w="med" type="triangle"/>
              </a:ln>
            </p:spPr>
          </p:cxnSp>
          <p:cxnSp>
            <p:nvCxnSpPr>
              <p:cNvPr id="8055" name="Google Shape;8055;p124"/>
              <p:cNvCxnSpPr/>
              <p:nvPr/>
            </p:nvCxnSpPr>
            <p:spPr>
              <a:xfrm>
                <a:off x="6794500" y="4165056"/>
                <a:ext cx="0" cy="1193800"/>
              </a:xfrm>
              <a:prstGeom prst="straightConnector1">
                <a:avLst/>
              </a:prstGeom>
              <a:noFill/>
              <a:ln cap="flat" cmpd="sng" w="12700">
                <a:solidFill>
                  <a:srgbClr val="00B050"/>
                </a:solidFill>
                <a:prstDash val="solid"/>
                <a:miter lim="800000"/>
                <a:headEnd len="sm" w="sm" type="none"/>
                <a:tailEnd len="med" w="med" type="triangle"/>
              </a:ln>
            </p:spPr>
          </p:cxnSp>
          <p:cxnSp>
            <p:nvCxnSpPr>
              <p:cNvPr id="8056" name="Google Shape;8056;p124"/>
              <p:cNvCxnSpPr/>
              <p:nvPr/>
            </p:nvCxnSpPr>
            <p:spPr>
              <a:xfrm>
                <a:off x="7559743" y="4159386"/>
                <a:ext cx="0" cy="1106520"/>
              </a:xfrm>
              <a:prstGeom prst="straightConnector1">
                <a:avLst/>
              </a:prstGeom>
              <a:noFill/>
              <a:ln cap="flat" cmpd="sng" w="12700">
                <a:solidFill>
                  <a:srgbClr val="00B050"/>
                </a:solidFill>
                <a:prstDash val="solid"/>
                <a:miter lim="800000"/>
                <a:headEnd len="sm" w="sm" type="none"/>
                <a:tailEnd len="med" w="med" type="triangle"/>
              </a:ln>
            </p:spPr>
          </p:cxnSp>
          <p:cxnSp>
            <p:nvCxnSpPr>
              <p:cNvPr id="8057" name="Google Shape;8057;p124"/>
              <p:cNvCxnSpPr/>
              <p:nvPr/>
            </p:nvCxnSpPr>
            <p:spPr>
              <a:xfrm>
                <a:off x="3965643" y="4162357"/>
                <a:ext cx="3599234" cy="0"/>
              </a:xfrm>
              <a:prstGeom prst="straightConnector1">
                <a:avLst/>
              </a:prstGeom>
              <a:noFill/>
              <a:ln cap="flat" cmpd="sng" w="12700">
                <a:solidFill>
                  <a:srgbClr val="00B050"/>
                </a:solidFill>
                <a:prstDash val="solid"/>
                <a:miter lim="800000"/>
                <a:headEnd len="sm" w="sm" type="none"/>
                <a:tailEnd len="sm" w="sm" type="none"/>
              </a:ln>
            </p:spPr>
          </p:cxnSp>
        </p:grpSp>
        <p:cxnSp>
          <p:nvCxnSpPr>
            <p:cNvPr id="8058" name="Google Shape;8058;p124"/>
            <p:cNvCxnSpPr/>
            <p:nvPr/>
          </p:nvCxnSpPr>
          <p:spPr>
            <a:xfrm>
              <a:off x="5651500" y="3797300"/>
              <a:ext cx="0" cy="381000"/>
            </a:xfrm>
            <a:prstGeom prst="straightConnector1">
              <a:avLst/>
            </a:prstGeom>
            <a:noFill/>
            <a:ln cap="flat" cmpd="sng" w="12700">
              <a:solidFill>
                <a:srgbClr val="00B050"/>
              </a:solidFill>
              <a:prstDash val="solid"/>
              <a:miter lim="800000"/>
              <a:headEnd len="sm" w="sm" type="none"/>
              <a:tailEnd len="med" w="med" type="triangle"/>
            </a:ln>
          </p:spPr>
        </p:cxnSp>
      </p:grpSp>
      <p:grpSp>
        <p:nvGrpSpPr>
          <p:cNvPr id="8059" name="Google Shape;8059;p124"/>
          <p:cNvGrpSpPr/>
          <p:nvPr/>
        </p:nvGrpSpPr>
        <p:grpSpPr>
          <a:xfrm>
            <a:off x="4108450" y="3622675"/>
            <a:ext cx="3819526" cy="1695450"/>
            <a:chOff x="4108450" y="3622675"/>
            <a:chExt cx="3819526" cy="1695450"/>
          </a:xfrm>
        </p:grpSpPr>
        <p:grpSp>
          <p:nvGrpSpPr>
            <p:cNvPr id="8060" name="Google Shape;8060;p124"/>
            <p:cNvGrpSpPr/>
            <p:nvPr/>
          </p:nvGrpSpPr>
          <p:grpSpPr>
            <a:xfrm>
              <a:off x="4108450" y="3975100"/>
              <a:ext cx="3819526" cy="1343025"/>
              <a:chOff x="4108450" y="3975100"/>
              <a:chExt cx="3819526" cy="1343025"/>
            </a:xfrm>
          </p:grpSpPr>
          <p:cxnSp>
            <p:nvCxnSpPr>
              <p:cNvPr id="8061" name="Google Shape;8061;p124"/>
              <p:cNvCxnSpPr/>
              <p:nvPr/>
            </p:nvCxnSpPr>
            <p:spPr>
              <a:xfrm flipH="1">
                <a:off x="7245350" y="3981450"/>
                <a:ext cx="679450" cy="1254125"/>
              </a:xfrm>
              <a:prstGeom prst="straightConnector1">
                <a:avLst/>
              </a:prstGeom>
              <a:noFill/>
              <a:ln cap="flat" cmpd="sng" w="12700">
                <a:solidFill>
                  <a:srgbClr val="C00000"/>
                </a:solidFill>
                <a:prstDash val="solid"/>
                <a:miter lim="800000"/>
                <a:headEnd len="sm" w="sm" type="none"/>
                <a:tailEnd len="med" w="med" type="triangle"/>
              </a:ln>
            </p:spPr>
          </p:cxnSp>
          <p:cxnSp>
            <p:nvCxnSpPr>
              <p:cNvPr id="8062" name="Google Shape;8062;p124"/>
              <p:cNvCxnSpPr/>
              <p:nvPr/>
            </p:nvCxnSpPr>
            <p:spPr>
              <a:xfrm flipH="1">
                <a:off x="4108450" y="3975100"/>
                <a:ext cx="3816350" cy="1339850"/>
              </a:xfrm>
              <a:prstGeom prst="straightConnector1">
                <a:avLst/>
              </a:prstGeom>
              <a:noFill/>
              <a:ln cap="flat" cmpd="sng" w="12700">
                <a:solidFill>
                  <a:srgbClr val="C00000"/>
                </a:solidFill>
                <a:prstDash val="solid"/>
                <a:miter lim="800000"/>
                <a:headEnd len="sm" w="sm" type="none"/>
                <a:tailEnd len="med" w="med" type="triangle"/>
              </a:ln>
            </p:spPr>
          </p:cxnSp>
          <p:cxnSp>
            <p:nvCxnSpPr>
              <p:cNvPr id="8063" name="Google Shape;8063;p124"/>
              <p:cNvCxnSpPr/>
              <p:nvPr/>
            </p:nvCxnSpPr>
            <p:spPr>
              <a:xfrm flipH="1">
                <a:off x="5070475" y="3978275"/>
                <a:ext cx="2854325" cy="1298575"/>
              </a:xfrm>
              <a:prstGeom prst="straightConnector1">
                <a:avLst/>
              </a:prstGeom>
              <a:noFill/>
              <a:ln cap="flat" cmpd="sng" w="12700">
                <a:solidFill>
                  <a:srgbClr val="C00000"/>
                </a:solidFill>
                <a:prstDash val="solid"/>
                <a:miter lim="800000"/>
                <a:headEnd len="sm" w="sm" type="none"/>
                <a:tailEnd len="med" w="med" type="triangle"/>
              </a:ln>
            </p:spPr>
          </p:cxnSp>
          <p:cxnSp>
            <p:nvCxnSpPr>
              <p:cNvPr id="8064" name="Google Shape;8064;p124"/>
              <p:cNvCxnSpPr/>
              <p:nvPr/>
            </p:nvCxnSpPr>
            <p:spPr>
              <a:xfrm flipH="1">
                <a:off x="5607050" y="3984625"/>
                <a:ext cx="2320926" cy="1333500"/>
              </a:xfrm>
              <a:prstGeom prst="straightConnector1">
                <a:avLst/>
              </a:prstGeom>
              <a:noFill/>
              <a:ln cap="flat" cmpd="sng" w="12700">
                <a:solidFill>
                  <a:srgbClr val="C00000"/>
                </a:solidFill>
                <a:prstDash val="solid"/>
                <a:miter lim="800000"/>
                <a:headEnd len="sm" w="sm" type="none"/>
                <a:tailEnd len="med" w="med" type="triangle"/>
              </a:ln>
            </p:spPr>
          </p:cxnSp>
          <p:cxnSp>
            <p:nvCxnSpPr>
              <p:cNvPr id="8065" name="Google Shape;8065;p124"/>
              <p:cNvCxnSpPr/>
              <p:nvPr/>
            </p:nvCxnSpPr>
            <p:spPr>
              <a:xfrm flipH="1">
                <a:off x="6565900" y="3984625"/>
                <a:ext cx="1358900" cy="1193800"/>
              </a:xfrm>
              <a:prstGeom prst="straightConnector1">
                <a:avLst/>
              </a:prstGeom>
              <a:noFill/>
              <a:ln cap="flat" cmpd="sng" w="12700">
                <a:solidFill>
                  <a:srgbClr val="C00000"/>
                </a:solidFill>
                <a:prstDash val="solid"/>
                <a:miter lim="800000"/>
                <a:headEnd len="sm" w="sm" type="none"/>
                <a:tailEnd len="med" w="med" type="triangle"/>
              </a:ln>
            </p:spPr>
          </p:cxnSp>
        </p:grpSp>
        <p:cxnSp>
          <p:nvCxnSpPr>
            <p:cNvPr id="8066" name="Google Shape;8066;p124"/>
            <p:cNvCxnSpPr/>
            <p:nvPr/>
          </p:nvCxnSpPr>
          <p:spPr>
            <a:xfrm rot="10800000">
              <a:off x="7921625" y="3622675"/>
              <a:ext cx="0" cy="358775"/>
            </a:xfrm>
            <a:prstGeom prst="straightConnector1">
              <a:avLst/>
            </a:prstGeom>
            <a:noFill/>
            <a:ln cap="flat" cmpd="sng" w="12700">
              <a:solidFill>
                <a:srgbClr val="C00000"/>
              </a:solidFill>
              <a:prstDash val="solid"/>
              <a:miter lim="800000"/>
              <a:headEnd len="sm" w="sm" type="none"/>
              <a:tailEnd len="sm" w="sm" type="none"/>
            </a:ln>
          </p:spPr>
        </p:cxnSp>
      </p:grpSp>
      <p:sp>
        <p:nvSpPr>
          <p:cNvPr id="8067" name="Google Shape;8067;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6"/>
                                        </p:tgtEl>
                                        <p:attrNameLst>
                                          <p:attrName>style.visibility</p:attrName>
                                        </p:attrNameLst>
                                      </p:cBhvr>
                                      <p:to>
                                        <p:strVal val="visible"/>
                                      </p:to>
                                    </p:set>
                                    <p:animEffect filter="fade" transition="in">
                                      <p:cBhvr>
                                        <p:cTn dur="500"/>
                                        <p:tgtEl>
                                          <p:spTgt spid="8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5"/>
                                        </p:tgtEl>
                                        <p:attrNameLst>
                                          <p:attrName>style.visibility</p:attrName>
                                        </p:attrNameLst>
                                      </p:cBhvr>
                                      <p:to>
                                        <p:strVal val="visible"/>
                                      </p:to>
                                    </p:set>
                                    <p:animEffect filter="fade" transition="in">
                                      <p:cBhvr>
                                        <p:cTn dur="500"/>
                                        <p:tgtEl>
                                          <p:spTgt spid="80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26"/>
                                        </p:tgtEl>
                                        <p:attrNameLst>
                                          <p:attrName>style.visibility</p:attrName>
                                        </p:attrNameLst>
                                      </p:cBhvr>
                                      <p:to>
                                        <p:strVal val="visible"/>
                                      </p:to>
                                    </p:set>
                                    <p:animEffect filter="fade" transition="in">
                                      <p:cBhvr>
                                        <p:cTn dur="500"/>
                                        <p:tgtEl>
                                          <p:spTgt spid="80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27"/>
                                        </p:tgtEl>
                                        <p:attrNameLst>
                                          <p:attrName>style.visibility</p:attrName>
                                        </p:attrNameLst>
                                      </p:cBhvr>
                                      <p:to>
                                        <p:strVal val="visible"/>
                                      </p:to>
                                    </p:set>
                                    <p:animEffect filter="fade" transition="in">
                                      <p:cBhvr>
                                        <p:cTn dur="500"/>
                                        <p:tgtEl>
                                          <p:spTgt spid="80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028"/>
                                        </p:tgtEl>
                                        <p:attrNameLst>
                                          <p:attrName>style.visibility</p:attrName>
                                        </p:attrNameLst>
                                      </p:cBhvr>
                                      <p:to>
                                        <p:strVal val="visible"/>
                                      </p:to>
                                    </p:set>
                                    <p:animEffect filter="fade" transition="in">
                                      <p:cBhvr>
                                        <p:cTn dur="500"/>
                                        <p:tgtEl>
                                          <p:spTgt spid="80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029"/>
                                        </p:tgtEl>
                                        <p:attrNameLst>
                                          <p:attrName>style.visibility</p:attrName>
                                        </p:attrNameLst>
                                      </p:cBhvr>
                                      <p:to>
                                        <p:strVal val="visible"/>
                                      </p:to>
                                    </p:set>
                                    <p:animEffect filter="fade" transition="in">
                                      <p:cBhvr>
                                        <p:cTn dur="500"/>
                                        <p:tgtEl>
                                          <p:spTgt spid="802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030"/>
                                        </p:tgtEl>
                                        <p:attrNameLst>
                                          <p:attrName>style.visibility</p:attrName>
                                        </p:attrNameLst>
                                      </p:cBhvr>
                                      <p:to>
                                        <p:strVal val="visible"/>
                                      </p:to>
                                    </p:set>
                                    <p:animEffect filter="fade" transition="in">
                                      <p:cBhvr>
                                        <p:cTn dur="500"/>
                                        <p:tgtEl>
                                          <p:spTgt spid="803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031"/>
                                        </p:tgtEl>
                                        <p:attrNameLst>
                                          <p:attrName>style.visibility</p:attrName>
                                        </p:attrNameLst>
                                      </p:cBhvr>
                                      <p:to>
                                        <p:strVal val="visible"/>
                                      </p:to>
                                    </p:set>
                                    <p:animEffect filter="fade" transition="in">
                                      <p:cBhvr>
                                        <p:cTn dur="500"/>
                                        <p:tgtEl>
                                          <p:spTgt spid="803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8032"/>
                                        </p:tgtEl>
                                        <p:attrNameLst>
                                          <p:attrName>style.visibility</p:attrName>
                                        </p:attrNameLst>
                                      </p:cBhvr>
                                      <p:to>
                                        <p:strVal val="visible"/>
                                      </p:to>
                                    </p:set>
                                    <p:animEffect filter="fade" transition="in">
                                      <p:cBhvr>
                                        <p:cTn dur="500"/>
                                        <p:tgtEl>
                                          <p:spTgt spid="803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033"/>
                                        </p:tgtEl>
                                        <p:attrNameLst>
                                          <p:attrName>style.visibility</p:attrName>
                                        </p:attrNameLst>
                                      </p:cBhvr>
                                      <p:to>
                                        <p:strVal val="visible"/>
                                      </p:to>
                                    </p:set>
                                    <p:animEffect filter="fade" transition="in">
                                      <p:cBhvr>
                                        <p:cTn dur="500"/>
                                        <p:tgtEl>
                                          <p:spTgt spid="803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8034"/>
                                        </p:tgtEl>
                                        <p:attrNameLst>
                                          <p:attrName>style.visibility</p:attrName>
                                        </p:attrNameLst>
                                      </p:cBhvr>
                                      <p:to>
                                        <p:strVal val="visible"/>
                                      </p:to>
                                    </p:set>
                                    <p:animEffect filter="fade" transition="in">
                                      <p:cBhvr>
                                        <p:cTn dur="500"/>
                                        <p:tgtEl>
                                          <p:spTgt spid="803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035"/>
                                        </p:tgtEl>
                                        <p:attrNameLst>
                                          <p:attrName>style.visibility</p:attrName>
                                        </p:attrNameLst>
                                      </p:cBhvr>
                                      <p:to>
                                        <p:strVal val="visible"/>
                                      </p:to>
                                    </p:set>
                                    <p:animEffect filter="fade" transition="in">
                                      <p:cBhvr>
                                        <p:cTn dur="500"/>
                                        <p:tgtEl>
                                          <p:spTgt spid="80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1"/>
                                        </p:tgtEl>
                                        <p:attrNameLst>
                                          <p:attrName>style.visibility</p:attrName>
                                        </p:attrNameLst>
                                      </p:cBhvr>
                                      <p:to>
                                        <p:strVal val="visible"/>
                                      </p:to>
                                    </p:set>
                                    <p:animEffect filter="fade" transition="in">
                                      <p:cBhvr>
                                        <p:cTn dur="500"/>
                                        <p:tgtEl>
                                          <p:spTgt spid="8041"/>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49"/>
                                        </p:tgtEl>
                                        <p:attrNameLst>
                                          <p:attrName>style.visibility</p:attrName>
                                        </p:attrNameLst>
                                      </p:cBhvr>
                                      <p:to>
                                        <p:strVal val="visible"/>
                                      </p:to>
                                    </p:set>
                                    <p:animEffect filter="fade" transition="in">
                                      <p:cBhvr>
                                        <p:cTn dur="500"/>
                                        <p:tgtEl>
                                          <p:spTgt spid="8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5"/>
                                        </p:tgtEl>
                                        <p:attrNameLst>
                                          <p:attrName>style.visibility</p:attrName>
                                        </p:attrNameLst>
                                      </p:cBhvr>
                                      <p:to>
                                        <p:strVal val="visible"/>
                                      </p:to>
                                    </p:set>
                                    <p:animEffect filter="fade" transition="in">
                                      <p:cBhvr>
                                        <p:cTn dur="500"/>
                                        <p:tgtEl>
                                          <p:spTgt spid="8045"/>
                                        </p:tgtEl>
                                      </p:cBhvr>
                                    </p:animEffect>
                                  </p:childTnLst>
                                </p:cTn>
                              </p:par>
                              <p:par>
                                <p:cTn fill="hold" nodeType="withEffect" presetClass="exit" presetID="10" presetSubtype="0">
                                  <p:stCondLst>
                                    <p:cond delay="0"/>
                                  </p:stCondLst>
                                  <p:childTnLst>
                                    <p:animEffect filter="fade" transition="out">
                                      <p:cBhvr>
                                        <p:cTn dur="500"/>
                                        <p:tgtEl>
                                          <p:spTgt spid="8049"/>
                                        </p:tgtEl>
                                      </p:cBhvr>
                                    </p:animEffect>
                                    <p:set>
                                      <p:cBhvr>
                                        <p:cTn dur="1" fill="hold">
                                          <p:stCondLst>
                                            <p:cond delay="500"/>
                                          </p:stCondLst>
                                        </p:cTn>
                                        <p:tgtEl>
                                          <p:spTgt spid="804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59"/>
                                        </p:tgtEl>
                                        <p:attrNameLst>
                                          <p:attrName>style.visibility</p:attrName>
                                        </p:attrNameLst>
                                      </p:cBhvr>
                                      <p:to>
                                        <p:strVal val="visible"/>
                                      </p:to>
                                    </p:set>
                                    <p:animEffect filter="fade" transition="in">
                                      <p:cBhvr>
                                        <p:cTn dur="500"/>
                                        <p:tgtEl>
                                          <p:spTgt spid="8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3"/>
                                        </p:tgtEl>
                                        <p:attrNameLst>
                                          <p:attrName>style.visibility</p:attrName>
                                        </p:attrNameLst>
                                      </p:cBhvr>
                                      <p:to>
                                        <p:strVal val="visible"/>
                                      </p:to>
                                    </p:set>
                                    <p:animEffect filter="fade" transition="in">
                                      <p:cBhvr>
                                        <p:cTn dur="500"/>
                                        <p:tgtEl>
                                          <p:spTgt spid="8023"/>
                                        </p:tgtEl>
                                      </p:cBhvr>
                                    </p:animEffect>
                                  </p:childTnLst>
                                </p:cTn>
                              </p:par>
                              <p:par>
                                <p:cTn fill="hold" nodeType="withEffect" presetClass="exit" presetID="10" presetSubtype="0">
                                  <p:stCondLst>
                                    <p:cond delay="0"/>
                                  </p:stCondLst>
                                  <p:childTnLst>
                                    <p:animEffect filter="fade" transition="out">
                                      <p:cBhvr>
                                        <p:cTn dur="500"/>
                                        <p:tgtEl>
                                          <p:spTgt spid="8059"/>
                                        </p:tgtEl>
                                      </p:cBhvr>
                                    </p:animEffect>
                                    <p:set>
                                      <p:cBhvr>
                                        <p:cTn dur="1" fill="hold">
                                          <p:stCondLst>
                                            <p:cond delay="500"/>
                                          </p:stCondLst>
                                        </p:cTn>
                                        <p:tgtEl>
                                          <p:spTgt spid="80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2" name="Shape 8072"/>
        <p:cNvGrpSpPr/>
        <p:nvPr/>
      </p:nvGrpSpPr>
      <p:grpSpPr>
        <a:xfrm>
          <a:off x="0" y="0"/>
          <a:ext cx="0" cy="0"/>
          <a:chOff x="0" y="0"/>
          <a:chExt cx="0" cy="0"/>
        </a:xfrm>
      </p:grpSpPr>
      <p:sp>
        <p:nvSpPr>
          <p:cNvPr id="8073" name="Google Shape;8073;p125"/>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TCP AIMD: more</a:t>
            </a:r>
            <a:endParaRPr b="0" sz="4400"/>
          </a:p>
        </p:txBody>
      </p:sp>
      <p:sp>
        <p:nvSpPr>
          <p:cNvPr id="8074" name="Google Shape;8074;p125"/>
          <p:cNvSpPr/>
          <p:nvPr/>
        </p:nvSpPr>
        <p:spPr>
          <a:xfrm>
            <a:off x="901700" y="136144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none" cap="none" strike="noStrike">
                <a:solidFill>
                  <a:srgbClr val="C00000"/>
                </a:solidFill>
                <a:latin typeface="Calibri"/>
                <a:ea typeface="Calibri"/>
                <a:cs typeface="Calibri"/>
                <a:sym typeface="Calibri"/>
              </a:rPr>
              <a:t>Multiplicative decrease </a:t>
            </a:r>
            <a:r>
              <a:rPr b="0" i="0" lang="en-US" sz="2800" u="none" cap="none" strike="noStrike">
                <a:solidFill>
                  <a:srgbClr val="000000"/>
                </a:solidFill>
                <a:latin typeface="Calibri"/>
                <a:ea typeface="Calibri"/>
                <a:cs typeface="Calibri"/>
                <a:sym typeface="Calibri"/>
              </a:rPr>
              <a:t>detail:  sending rate is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in half on loss detected by triple duplicate ACK (TCP Reno)</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to 1 MSS (maximum segment size) when loss detected by timeout (TCP Tahoe)</a:t>
            </a:r>
            <a:endParaRPr/>
          </a:p>
          <a:p>
            <a:pPr indent="-127000" lvl="0" marL="4064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5" name="Google Shape;8075;p125"/>
          <p:cNvSpPr/>
          <p:nvPr/>
        </p:nvSpPr>
        <p:spPr>
          <a:xfrm>
            <a:off x="861060" y="336296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0" lang="en-US" sz="2800" u="none" cap="none" strike="noStrike">
                <a:solidFill>
                  <a:srgbClr val="000000"/>
                </a:solidFill>
                <a:latin typeface="Calibri"/>
                <a:ea typeface="Calibri"/>
                <a:cs typeface="Calibri"/>
                <a:sym typeface="Calibri"/>
              </a:rPr>
              <a:t>Why</a:t>
            </a:r>
            <a:r>
              <a:rPr b="0" i="1" lang="en-US" sz="2800" u="none" cap="none" strike="noStrike">
                <a:solidFill>
                  <a:srgbClr val="C00000"/>
                </a:solidFill>
                <a:latin typeface="Calibri"/>
                <a:ea typeface="Calibri"/>
                <a:cs typeface="Calibri"/>
                <a:sym typeface="Calibri"/>
              </a:rPr>
              <a:t> </a:t>
            </a:r>
            <a:r>
              <a:rPr b="0" i="0" lang="en-US" sz="2800" u="sng" cap="none" strike="noStrike">
                <a:solidFill>
                  <a:srgbClr val="C0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I</a:t>
            </a:r>
            <a:r>
              <a:rPr b="0" i="0" lang="en-US" sz="2800" u="sng" cap="none" strike="noStrike">
                <a:solidFill>
                  <a:srgbClr val="C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D</a:t>
            </a:r>
            <a:r>
              <a:rPr b="0" i="0" lang="en-US" sz="2800" u="none" cap="none" strike="noStrike">
                <a:solidFill>
                  <a:srgbClr val="C00000"/>
                </a:solidFill>
                <a:latin typeface="Calibri"/>
                <a:ea typeface="Calibri"/>
                <a:cs typeface="Calibri"/>
                <a:sym typeface="Calibri"/>
              </a:rPr>
              <a:t>?</a:t>
            </a:r>
            <a:r>
              <a:rPr b="0" i="1"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AIMD – a distributed, asynchronous algorithm – has been shown to:</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optimize congested flow rates network wide!</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have desirable stability properties</a:t>
            </a:r>
            <a:endParaRPr/>
          </a:p>
          <a:p>
            <a:pPr indent="0" lvl="0" marL="101600" marR="0" rtl="0" algn="l">
              <a:lnSpc>
                <a:spcPct val="85000"/>
              </a:lnSpc>
              <a:spcBef>
                <a:spcPts val="560"/>
              </a:spcBef>
              <a:spcAft>
                <a:spcPts val="0"/>
              </a:spcAft>
              <a:buClr>
                <a:srgbClr val="000099"/>
              </a:buClr>
              <a:buSzPts val="2800"/>
              <a:buFont typeface="Calibri"/>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6" name="Google Shape;8076;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5"/>
                                        </p:tgtEl>
                                        <p:attrNameLst>
                                          <p:attrName>style.visibility</p:attrName>
                                        </p:attrNameLst>
                                      </p:cBhvr>
                                      <p:to>
                                        <p:strVal val="visible"/>
                                      </p:to>
                                    </p:set>
                                    <p:animEffect filter="fade" transition="in">
                                      <p:cBhvr>
                                        <p:cTn dur="500"/>
                                        <p:tgtEl>
                                          <p:spTgt spid="8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1" name="Shape 8081"/>
        <p:cNvGrpSpPr/>
        <p:nvPr/>
      </p:nvGrpSpPr>
      <p:grpSpPr>
        <a:xfrm>
          <a:off x="0" y="0"/>
          <a:ext cx="0" cy="0"/>
          <a:chOff x="0" y="0"/>
          <a:chExt cx="0" cy="0"/>
        </a:xfrm>
      </p:grpSpPr>
      <p:sp>
        <p:nvSpPr>
          <p:cNvPr id="8082" name="Google Shape;8082;p126"/>
          <p:cNvSpPr txBox="1"/>
          <p:nvPr>
            <p:ph type="title"/>
          </p:nvPr>
        </p:nvSpPr>
        <p:spPr>
          <a:xfrm>
            <a:off x="812800" y="2594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details</a:t>
            </a:r>
            <a:endParaRPr b="0" sz="4400"/>
          </a:p>
        </p:txBody>
      </p:sp>
      <p:grpSp>
        <p:nvGrpSpPr>
          <p:cNvPr id="8083" name="Google Shape;8083;p126"/>
          <p:cNvGrpSpPr/>
          <p:nvPr/>
        </p:nvGrpSpPr>
        <p:grpSpPr>
          <a:xfrm>
            <a:off x="1116489" y="4838128"/>
            <a:ext cx="10034111" cy="1695450"/>
            <a:chOff x="1116489" y="4838128"/>
            <a:chExt cx="10034111" cy="1695450"/>
          </a:xfrm>
        </p:grpSpPr>
        <p:sp>
          <p:nvSpPr>
            <p:cNvPr id="8084" name="Google Shape;8084;p126"/>
            <p:cNvSpPr/>
            <p:nvPr/>
          </p:nvSpPr>
          <p:spPr>
            <a:xfrm>
              <a:off x="5989208" y="4895568"/>
              <a:ext cx="5161392" cy="36512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85" name="Google Shape;8085;p126"/>
            <p:cNvSpPr txBox="1"/>
            <p:nvPr/>
          </p:nvSpPr>
          <p:spPr>
            <a:xfrm>
              <a:off x="1116489" y="4838128"/>
              <a:ext cx="9628822" cy="16954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TCP sender limits transmission:</a:t>
              </a:r>
              <a:endParaRPr/>
            </a:p>
            <a:p>
              <a:pPr indent="-284163" lvl="0" marL="284163"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ourier"/>
                  <a:ea typeface="Courier"/>
                  <a:cs typeface="Courier"/>
                  <a:sym typeface="Courier"/>
                </a:rPr>
                <a:t>cwnd </a:t>
              </a:r>
              <a:r>
                <a:rPr b="0" i="0" lang="en-US" sz="2800" u="none" cap="none" strike="noStrike">
                  <a:solidFill>
                    <a:srgbClr val="000000"/>
                  </a:solidFill>
                  <a:latin typeface="Calibri"/>
                  <a:ea typeface="Calibri"/>
                  <a:cs typeface="Calibri"/>
                  <a:sym typeface="Calibri"/>
                </a:rPr>
                <a:t>is dynamically adjusted in response to observed network congestion (implementing TCP congestion control)</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8086" name="Google Shape;8086;p126"/>
            <p:cNvGrpSpPr/>
            <p:nvPr/>
          </p:nvGrpSpPr>
          <p:grpSpPr>
            <a:xfrm>
              <a:off x="6040008" y="4887177"/>
              <a:ext cx="4888123" cy="397144"/>
              <a:chOff x="5614194" y="4809655"/>
              <a:chExt cx="4888123" cy="397144"/>
            </a:xfrm>
          </p:grpSpPr>
          <p:sp>
            <p:nvSpPr>
              <p:cNvPr id="8087" name="Google Shape;8087;p126"/>
              <p:cNvSpPr txBox="1"/>
              <p:nvPr/>
            </p:nvSpPr>
            <p:spPr>
              <a:xfrm>
                <a:off x="5614194" y="4868630"/>
                <a:ext cx="4395788" cy="338169"/>
              </a:xfrm>
              <a:prstGeom prst="rect">
                <a:avLst/>
              </a:prstGeom>
              <a:noFill/>
              <a:ln>
                <a:noFill/>
              </a:ln>
            </p:spPr>
            <p:txBody>
              <a:bodyPr anchorCtr="0" anchor="t" bIns="45700" lIns="91425" spcFirstLastPara="1" rIns="91425" wrap="square" tIns="45700">
                <a:spAutoFit/>
              </a:bodyPr>
              <a:lstStyle/>
              <a:p>
                <a:pPr indent="-225425" lvl="0" marL="225425"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LastByteSent- LastByteAcked</a:t>
                </a:r>
                <a:endParaRPr b="0" i="0" sz="1800" u="none" cap="none" strike="noStrike">
                  <a:solidFill>
                    <a:srgbClr val="000000"/>
                  </a:solidFill>
                  <a:latin typeface="Courier New"/>
                  <a:ea typeface="Courier New"/>
                  <a:cs typeface="Courier New"/>
                  <a:sym typeface="Courier New"/>
                </a:endParaRPr>
              </a:p>
            </p:txBody>
          </p:sp>
          <p:grpSp>
            <p:nvGrpSpPr>
              <p:cNvPr id="8088" name="Google Shape;8088;p126"/>
              <p:cNvGrpSpPr/>
              <p:nvPr/>
            </p:nvGrpSpPr>
            <p:grpSpPr>
              <a:xfrm>
                <a:off x="9416467" y="4809655"/>
                <a:ext cx="1085850" cy="366713"/>
                <a:chOff x="7709188" y="4768381"/>
                <a:chExt cx="1085850" cy="366713"/>
              </a:xfrm>
            </p:grpSpPr>
            <p:grpSp>
              <p:nvGrpSpPr>
                <p:cNvPr id="8089" name="Google Shape;8089;p126"/>
                <p:cNvGrpSpPr/>
                <p:nvPr/>
              </p:nvGrpSpPr>
              <p:grpSpPr>
                <a:xfrm>
                  <a:off x="7709188" y="4789019"/>
                  <a:ext cx="350837" cy="336550"/>
                  <a:chOff x="2059" y="2097"/>
                  <a:chExt cx="221" cy="212"/>
                </a:xfrm>
              </p:grpSpPr>
              <p:sp>
                <p:nvSpPr>
                  <p:cNvPr id="8090" name="Google Shape;8090;p126"/>
                  <p:cNvSpPr txBox="1"/>
                  <p:nvPr/>
                </p:nvSpPr>
                <p:spPr>
                  <a:xfrm>
                    <a:off x="2059" y="2097"/>
                    <a:ext cx="22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&lt;</a:t>
                    </a:r>
                    <a:endParaRPr/>
                  </a:p>
                </p:txBody>
              </p:sp>
              <p:cxnSp>
                <p:nvCxnSpPr>
                  <p:cNvPr id="8091" name="Google Shape;8091;p126"/>
                  <p:cNvCxnSpPr/>
                  <p:nvPr/>
                </p:nvCxnSpPr>
                <p:spPr>
                  <a:xfrm>
                    <a:off x="2133" y="2269"/>
                    <a:ext cx="85" cy="0"/>
                  </a:xfrm>
                  <a:prstGeom prst="straightConnector1">
                    <a:avLst/>
                  </a:prstGeom>
                  <a:noFill/>
                  <a:ln cap="flat" cmpd="sng" w="19050">
                    <a:solidFill>
                      <a:srgbClr val="000000"/>
                    </a:solidFill>
                    <a:prstDash val="solid"/>
                    <a:round/>
                    <a:headEnd len="med" w="med" type="none"/>
                    <a:tailEnd len="med" w="med" type="none"/>
                  </a:ln>
                </p:spPr>
              </p:cxnSp>
            </p:grpSp>
            <p:sp>
              <p:nvSpPr>
                <p:cNvPr id="8092" name="Google Shape;8092;p126"/>
                <p:cNvSpPr txBox="1"/>
                <p:nvPr/>
              </p:nvSpPr>
              <p:spPr>
                <a:xfrm>
                  <a:off x="8064788" y="4768381"/>
                  <a:ext cx="730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cwnd</a:t>
                  </a:r>
                  <a:endParaRPr b="1" i="0" sz="1800" u="none" cap="none" strike="noStrike">
                    <a:solidFill>
                      <a:srgbClr val="000000"/>
                    </a:solidFill>
                    <a:latin typeface="Courier New"/>
                    <a:ea typeface="Courier New"/>
                    <a:cs typeface="Courier New"/>
                    <a:sym typeface="Courier New"/>
                  </a:endParaRPr>
                </a:p>
              </p:txBody>
            </p:sp>
          </p:grpSp>
        </p:grpSp>
      </p:grpSp>
      <p:sp>
        <p:nvSpPr>
          <p:cNvPr id="8093" name="Google Shape;8093;p126"/>
          <p:cNvSpPr/>
          <p:nvPr/>
        </p:nvSpPr>
        <p:spPr>
          <a:xfrm>
            <a:off x="1314221" y="2927773"/>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94" name="Google Shape;8094;p126"/>
          <p:cNvGrpSpPr/>
          <p:nvPr/>
        </p:nvGrpSpPr>
        <p:grpSpPr>
          <a:xfrm>
            <a:off x="1289051" y="2849038"/>
            <a:ext cx="1267801" cy="861704"/>
            <a:chOff x="1289051" y="2849038"/>
            <a:chExt cx="1267801" cy="861704"/>
          </a:xfrm>
        </p:grpSpPr>
        <p:sp>
          <p:nvSpPr>
            <p:cNvPr id="8095" name="Google Shape;8095;p126"/>
            <p:cNvSpPr/>
            <p:nvPr/>
          </p:nvSpPr>
          <p:spPr>
            <a:xfrm>
              <a:off x="2369283" y="2849038"/>
              <a:ext cx="187569" cy="464732"/>
            </a:xfrm>
            <a:custGeom>
              <a:rect b="b" l="l" r="r" t="t"/>
              <a:pathLst>
                <a:path extrusionOk="0" h="242" w="91">
                  <a:moveTo>
                    <a:pt x="91" y="0"/>
                  </a:moveTo>
                  <a:lnTo>
                    <a:pt x="88" y="242"/>
                  </a:lnTo>
                  <a:lnTo>
                    <a:pt x="0" y="242"/>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6" name="Google Shape;8096;p126"/>
            <p:cNvSpPr txBox="1"/>
            <p:nvPr/>
          </p:nvSpPr>
          <p:spPr>
            <a:xfrm>
              <a:off x="1289051" y="3119811"/>
              <a:ext cx="986168"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ACKed</a:t>
              </a:r>
              <a:endParaRPr b="0" i="0" sz="1800" u="none" cap="none" strike="noStrike">
                <a:solidFill>
                  <a:srgbClr val="000000"/>
                </a:solidFill>
                <a:latin typeface="Calibri"/>
                <a:ea typeface="Calibri"/>
                <a:cs typeface="Calibri"/>
                <a:sym typeface="Calibri"/>
              </a:endParaRPr>
            </a:p>
          </p:txBody>
        </p:sp>
      </p:grpSp>
      <p:grpSp>
        <p:nvGrpSpPr>
          <p:cNvPr id="8097" name="Google Shape;8097;p126"/>
          <p:cNvGrpSpPr/>
          <p:nvPr/>
        </p:nvGrpSpPr>
        <p:grpSpPr>
          <a:xfrm>
            <a:off x="3824084" y="2948877"/>
            <a:ext cx="1759290" cy="1283237"/>
            <a:chOff x="3824084" y="2948877"/>
            <a:chExt cx="1759290" cy="1283237"/>
          </a:xfrm>
        </p:grpSpPr>
        <p:sp>
          <p:nvSpPr>
            <p:cNvPr id="8098" name="Google Shape;8098;p126"/>
            <p:cNvSpPr txBox="1"/>
            <p:nvPr/>
          </p:nvSpPr>
          <p:spPr>
            <a:xfrm>
              <a:off x="3979525" y="3890482"/>
              <a:ext cx="1603849"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 sent</a:t>
              </a:r>
              <a:endParaRPr/>
            </a:p>
          </p:txBody>
        </p:sp>
        <p:sp>
          <p:nvSpPr>
            <p:cNvPr id="8099" name="Google Shape;8099;p126"/>
            <p:cNvSpPr/>
            <p:nvPr/>
          </p:nvSpPr>
          <p:spPr>
            <a:xfrm flipH="1">
              <a:off x="3824084" y="2948877"/>
              <a:ext cx="190240" cy="1102896"/>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8100" name="Google Shape;8100;p126"/>
          <p:cNvGrpSpPr/>
          <p:nvPr/>
        </p:nvGrpSpPr>
        <p:grpSpPr>
          <a:xfrm>
            <a:off x="1289051" y="1292332"/>
            <a:ext cx="4641849" cy="1497173"/>
            <a:chOff x="1289051" y="1292332"/>
            <a:chExt cx="4641849" cy="1497173"/>
          </a:xfrm>
        </p:grpSpPr>
        <p:sp>
          <p:nvSpPr>
            <p:cNvPr id="8101" name="Google Shape;8101;p126"/>
            <p:cNvSpPr/>
            <p:nvPr/>
          </p:nvSpPr>
          <p:spPr>
            <a:xfrm>
              <a:off x="1370854" y="2034797"/>
              <a:ext cx="86000" cy="752789"/>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2" name="Google Shape;8102;p126"/>
            <p:cNvSpPr/>
            <p:nvPr/>
          </p:nvSpPr>
          <p:spPr>
            <a:xfrm>
              <a:off x="1498805" y="2036716"/>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3" name="Google Shape;8103;p126"/>
            <p:cNvSpPr/>
            <p:nvPr/>
          </p:nvSpPr>
          <p:spPr>
            <a:xfrm>
              <a:off x="1628852"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4" name="Google Shape;8104;p126"/>
            <p:cNvSpPr/>
            <p:nvPr/>
          </p:nvSpPr>
          <p:spPr>
            <a:xfrm>
              <a:off x="1756801"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5" name="Google Shape;8105;p126"/>
            <p:cNvSpPr/>
            <p:nvPr/>
          </p:nvSpPr>
          <p:spPr>
            <a:xfrm>
              <a:off x="1882653"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6" name="Google Shape;8106;p126"/>
            <p:cNvSpPr/>
            <p:nvPr/>
          </p:nvSpPr>
          <p:spPr>
            <a:xfrm>
              <a:off x="2010604"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7" name="Google Shape;8107;p126"/>
            <p:cNvSpPr/>
            <p:nvPr/>
          </p:nvSpPr>
          <p:spPr>
            <a:xfrm>
              <a:off x="2132261"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8" name="Google Shape;8108;p126"/>
            <p:cNvSpPr/>
            <p:nvPr/>
          </p:nvSpPr>
          <p:spPr>
            <a:xfrm>
              <a:off x="2258113"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9" name="Google Shape;8109;p126"/>
            <p:cNvSpPr/>
            <p:nvPr/>
          </p:nvSpPr>
          <p:spPr>
            <a:xfrm>
              <a:off x="2383965"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0" name="Google Shape;8110;p126"/>
            <p:cNvSpPr/>
            <p:nvPr/>
          </p:nvSpPr>
          <p:spPr>
            <a:xfrm>
              <a:off x="2524500"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1" name="Google Shape;8111;p126"/>
            <p:cNvSpPr/>
            <p:nvPr/>
          </p:nvSpPr>
          <p:spPr>
            <a:xfrm>
              <a:off x="2654547" y="2036716"/>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2" name="Google Shape;8112;p126"/>
            <p:cNvSpPr/>
            <p:nvPr/>
          </p:nvSpPr>
          <p:spPr>
            <a:xfrm>
              <a:off x="2782498"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3" name="Google Shape;8113;p126"/>
            <p:cNvSpPr/>
            <p:nvPr/>
          </p:nvSpPr>
          <p:spPr>
            <a:xfrm>
              <a:off x="2910447"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4" name="Google Shape;8114;p126"/>
            <p:cNvSpPr/>
            <p:nvPr/>
          </p:nvSpPr>
          <p:spPr>
            <a:xfrm>
              <a:off x="303839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5" name="Google Shape;8115;p126"/>
            <p:cNvSpPr/>
            <p:nvPr/>
          </p:nvSpPr>
          <p:spPr>
            <a:xfrm>
              <a:off x="316424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6" name="Google Shape;8116;p126"/>
            <p:cNvSpPr/>
            <p:nvPr/>
          </p:nvSpPr>
          <p:spPr>
            <a:xfrm>
              <a:off x="328590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7" name="Google Shape;8117;p126"/>
            <p:cNvSpPr/>
            <p:nvPr/>
          </p:nvSpPr>
          <p:spPr>
            <a:xfrm>
              <a:off x="341175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8" name="Google Shape;8118;p126"/>
            <p:cNvSpPr/>
            <p:nvPr/>
          </p:nvSpPr>
          <p:spPr>
            <a:xfrm>
              <a:off x="3539708"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9" name="Google Shape;8119;p126"/>
            <p:cNvSpPr/>
            <p:nvPr/>
          </p:nvSpPr>
          <p:spPr>
            <a:xfrm>
              <a:off x="3657170"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0" name="Google Shape;8120;p126"/>
            <p:cNvSpPr/>
            <p:nvPr/>
          </p:nvSpPr>
          <p:spPr>
            <a:xfrm>
              <a:off x="3783022"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1" name="Google Shape;8121;p126"/>
            <p:cNvSpPr/>
            <p:nvPr/>
          </p:nvSpPr>
          <p:spPr>
            <a:xfrm>
              <a:off x="3906778"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2" name="Google Shape;8122;p126"/>
            <p:cNvSpPr/>
            <p:nvPr/>
          </p:nvSpPr>
          <p:spPr>
            <a:xfrm>
              <a:off x="4028435"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3" name="Google Shape;8123;p126"/>
            <p:cNvSpPr/>
            <p:nvPr/>
          </p:nvSpPr>
          <p:spPr>
            <a:xfrm>
              <a:off x="4156384"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4" name="Google Shape;8124;p126"/>
            <p:cNvSpPr/>
            <p:nvPr/>
          </p:nvSpPr>
          <p:spPr>
            <a:xfrm>
              <a:off x="4282236"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5" name="Google Shape;8125;p126"/>
            <p:cNvSpPr/>
            <p:nvPr/>
          </p:nvSpPr>
          <p:spPr>
            <a:xfrm>
              <a:off x="4399698"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6" name="Google Shape;8126;p126"/>
            <p:cNvSpPr/>
            <p:nvPr/>
          </p:nvSpPr>
          <p:spPr>
            <a:xfrm>
              <a:off x="4525550"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7" name="Google Shape;8127;p126"/>
            <p:cNvSpPr/>
            <p:nvPr/>
          </p:nvSpPr>
          <p:spPr>
            <a:xfrm>
              <a:off x="4653501"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8" name="Google Shape;8128;p126"/>
            <p:cNvSpPr/>
            <p:nvPr/>
          </p:nvSpPr>
          <p:spPr>
            <a:xfrm>
              <a:off x="4781450" y="2036716"/>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9" name="Google Shape;8129;p126"/>
            <p:cNvSpPr/>
            <p:nvPr/>
          </p:nvSpPr>
          <p:spPr>
            <a:xfrm>
              <a:off x="49094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0" name="Google Shape;8130;p126"/>
            <p:cNvSpPr/>
            <p:nvPr/>
          </p:nvSpPr>
          <p:spPr>
            <a:xfrm>
              <a:off x="5039448"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1" name="Google Shape;8131;p126"/>
            <p:cNvSpPr/>
            <p:nvPr/>
          </p:nvSpPr>
          <p:spPr>
            <a:xfrm>
              <a:off x="51653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2" name="Google Shape;8132;p126"/>
            <p:cNvSpPr/>
            <p:nvPr/>
          </p:nvSpPr>
          <p:spPr>
            <a:xfrm>
              <a:off x="5291152"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3" name="Google Shape;8133;p126"/>
            <p:cNvSpPr/>
            <p:nvPr/>
          </p:nvSpPr>
          <p:spPr>
            <a:xfrm>
              <a:off x="5412809"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4" name="Google Shape;8134;p126"/>
            <p:cNvSpPr/>
            <p:nvPr/>
          </p:nvSpPr>
          <p:spPr>
            <a:xfrm>
              <a:off x="5540759" y="2034797"/>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5" name="Google Shape;8135;p126"/>
            <p:cNvSpPr/>
            <p:nvPr/>
          </p:nvSpPr>
          <p:spPr>
            <a:xfrm>
              <a:off x="5666611" y="2034797"/>
              <a:ext cx="86000" cy="752789"/>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6" name="Google Shape;8136;p126"/>
            <p:cNvSpPr/>
            <p:nvPr/>
          </p:nvSpPr>
          <p:spPr>
            <a:xfrm>
              <a:off x="1427488" y="1902290"/>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7" name="Google Shape;8137;p126"/>
            <p:cNvSpPr txBox="1"/>
            <p:nvPr/>
          </p:nvSpPr>
          <p:spPr>
            <a:xfrm>
              <a:off x="3220882" y="1648799"/>
              <a:ext cx="805454" cy="34374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cwnd</a:t>
              </a:r>
              <a:endParaRPr b="1" i="1" sz="1400" u="none" cap="none" strike="noStrike">
                <a:solidFill>
                  <a:srgbClr val="000000"/>
                </a:solidFill>
                <a:latin typeface="Courier New"/>
                <a:ea typeface="Courier New"/>
                <a:cs typeface="Courier New"/>
                <a:sym typeface="Courier New"/>
              </a:endParaRPr>
            </a:p>
          </p:txBody>
        </p:sp>
        <p:grpSp>
          <p:nvGrpSpPr>
            <p:cNvPr id="8138" name="Google Shape;8138;p126"/>
            <p:cNvGrpSpPr/>
            <p:nvPr/>
          </p:nvGrpSpPr>
          <p:grpSpPr>
            <a:xfrm>
              <a:off x="4022141" y="1750580"/>
              <a:ext cx="591506" cy="142108"/>
              <a:chOff x="4250" y="1692"/>
              <a:chExt cx="374" cy="86"/>
            </a:xfrm>
          </p:grpSpPr>
          <p:cxnSp>
            <p:nvCxnSpPr>
              <p:cNvPr id="8139" name="Google Shape;8139;p126"/>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0" name="Google Shape;8140;p126"/>
              <p:cNvCxnSpPr/>
              <p:nvPr/>
            </p:nvCxnSpPr>
            <p:spPr>
              <a:xfrm>
                <a:off x="4621"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8141" name="Google Shape;8141;p126"/>
            <p:cNvGrpSpPr/>
            <p:nvPr/>
          </p:nvGrpSpPr>
          <p:grpSpPr>
            <a:xfrm rot="10800000">
              <a:off x="2633863" y="1759691"/>
              <a:ext cx="616676" cy="149790"/>
              <a:chOff x="4260" y="1700"/>
              <a:chExt cx="374" cy="86"/>
            </a:xfrm>
          </p:grpSpPr>
          <p:cxnSp>
            <p:nvCxnSpPr>
              <p:cNvPr id="8142" name="Google Shape;8142;p126"/>
              <p:cNvCxnSpPr/>
              <p:nvPr/>
            </p:nvCxnSpPr>
            <p:spPr>
              <a:xfrm>
                <a:off x="4260" y="1746"/>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3" name="Google Shape;8143;p126"/>
              <p:cNvCxnSpPr/>
              <p:nvPr/>
            </p:nvCxnSpPr>
            <p:spPr>
              <a:xfrm>
                <a:off x="4632" y="1700"/>
                <a:ext cx="0" cy="86"/>
              </a:xfrm>
              <a:prstGeom prst="straightConnector1">
                <a:avLst/>
              </a:prstGeom>
              <a:noFill/>
              <a:ln cap="flat" cmpd="sng" w="9525">
                <a:solidFill>
                  <a:srgbClr val="CC0000"/>
                </a:solidFill>
                <a:prstDash val="solid"/>
                <a:round/>
                <a:headEnd len="med" w="med" type="none"/>
                <a:tailEnd len="med" w="med" type="none"/>
              </a:ln>
            </p:spPr>
          </p:cxnSp>
        </p:grpSp>
        <p:sp>
          <p:nvSpPr>
            <p:cNvPr id="8144" name="Google Shape;8144;p126"/>
            <p:cNvSpPr txBox="1"/>
            <p:nvPr/>
          </p:nvSpPr>
          <p:spPr>
            <a:xfrm>
              <a:off x="1289051" y="1292332"/>
              <a:ext cx="3220754" cy="369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 sequence number space </a:t>
              </a:r>
              <a:endParaRPr/>
            </a:p>
          </p:txBody>
        </p:sp>
      </p:grpSp>
      <p:cxnSp>
        <p:nvCxnSpPr>
          <p:cNvPr id="8145" name="Google Shape;8145;p126"/>
          <p:cNvCxnSpPr/>
          <p:nvPr/>
        </p:nvCxnSpPr>
        <p:spPr>
          <a:xfrm>
            <a:off x="3908860" y="2875555"/>
            <a:ext cx="700041" cy="0"/>
          </a:xfrm>
          <a:prstGeom prst="straightConnector1">
            <a:avLst/>
          </a:prstGeom>
          <a:noFill/>
          <a:ln cap="flat" cmpd="sng" w="28575">
            <a:solidFill>
              <a:srgbClr val="CC0000"/>
            </a:solidFill>
            <a:prstDash val="solid"/>
            <a:round/>
            <a:headEnd len="med" w="med" type="none"/>
            <a:tailEnd len="med" w="med" type="none"/>
          </a:ln>
        </p:spPr>
      </p:cxnSp>
      <p:grpSp>
        <p:nvGrpSpPr>
          <p:cNvPr id="8146" name="Google Shape;8146;p126"/>
          <p:cNvGrpSpPr/>
          <p:nvPr/>
        </p:nvGrpSpPr>
        <p:grpSpPr>
          <a:xfrm>
            <a:off x="4204169" y="2959619"/>
            <a:ext cx="1759165" cy="950582"/>
            <a:chOff x="4204169" y="2959619"/>
            <a:chExt cx="1759165" cy="950582"/>
          </a:xfrm>
        </p:grpSpPr>
        <p:sp>
          <p:nvSpPr>
            <p:cNvPr id="8147" name="Google Shape;8147;p126"/>
            <p:cNvSpPr/>
            <p:nvPr/>
          </p:nvSpPr>
          <p:spPr>
            <a:xfrm flipH="1">
              <a:off x="4204169" y="2959619"/>
              <a:ext cx="190240" cy="549834"/>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148" name="Google Shape;8148;p126"/>
            <p:cNvSpPr txBox="1"/>
            <p:nvPr/>
          </p:nvSpPr>
          <p:spPr>
            <a:xfrm>
              <a:off x="4359485" y="3319270"/>
              <a:ext cx="1603849"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available but not used</a:t>
              </a:r>
              <a:endParaRPr/>
            </a:p>
          </p:txBody>
        </p:sp>
      </p:grpSp>
      <p:grpSp>
        <p:nvGrpSpPr>
          <p:cNvPr id="8149" name="Google Shape;8149;p126"/>
          <p:cNvGrpSpPr/>
          <p:nvPr/>
        </p:nvGrpSpPr>
        <p:grpSpPr>
          <a:xfrm>
            <a:off x="7180262" y="1455737"/>
            <a:ext cx="4592627" cy="2538364"/>
            <a:chOff x="7180262" y="1455737"/>
            <a:chExt cx="4592627" cy="2538364"/>
          </a:xfrm>
        </p:grpSpPr>
        <p:sp>
          <p:nvSpPr>
            <p:cNvPr id="8150" name="Google Shape;8150;p126"/>
            <p:cNvSpPr txBox="1"/>
            <p:nvPr/>
          </p:nvSpPr>
          <p:spPr>
            <a:xfrm>
              <a:off x="7180262" y="1455737"/>
              <a:ext cx="4592627" cy="2447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TCP sending behavior: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roughly:</a:t>
              </a:r>
              <a:r>
                <a:rPr b="0" i="0" lang="en-US" sz="2800" u="none" cap="none" strike="noStrike">
                  <a:solidFill>
                    <a:srgbClr val="000000"/>
                  </a:solidFill>
                  <a:latin typeface="Calibri"/>
                  <a:ea typeface="Calibri"/>
                  <a:cs typeface="Calibri"/>
                  <a:sym typeface="Calibri"/>
                </a:rPr>
                <a:t> send </a:t>
              </a:r>
              <a:r>
                <a:rPr b="0" i="0" lang="en-US" sz="2800" u="none" cap="none" strike="noStrike">
                  <a:solidFill>
                    <a:srgbClr val="000000"/>
                  </a:solidFill>
                  <a:latin typeface="Courier"/>
                  <a:ea typeface="Courier"/>
                  <a:cs typeface="Courier"/>
                  <a:sym typeface="Courier"/>
                </a:rPr>
                <a:t>cwnd</a:t>
              </a:r>
              <a:r>
                <a:rPr b="0" i="0" lang="en-US" sz="2800" u="none" cap="none" strike="noStrike">
                  <a:solidFill>
                    <a:srgbClr val="000000"/>
                  </a:solidFill>
                  <a:latin typeface="Calibri"/>
                  <a:ea typeface="Calibri"/>
                  <a:cs typeface="Calibri"/>
                  <a:sym typeface="Calibri"/>
                </a:rPr>
                <a:t> bytes, wait RTT for ACKS, then send more bytes</a:t>
              </a:r>
              <a:endParaRPr/>
            </a:p>
          </p:txBody>
        </p:sp>
        <p:grpSp>
          <p:nvGrpSpPr>
            <p:cNvPr id="8151" name="Google Shape;8151;p126"/>
            <p:cNvGrpSpPr/>
            <p:nvPr/>
          </p:nvGrpSpPr>
          <p:grpSpPr>
            <a:xfrm>
              <a:off x="7513131" y="3110983"/>
              <a:ext cx="3751561" cy="883118"/>
              <a:chOff x="6839655" y="3035314"/>
              <a:chExt cx="3751561" cy="883118"/>
            </a:xfrm>
          </p:grpSpPr>
          <p:sp>
            <p:nvSpPr>
              <p:cNvPr id="8152" name="Google Shape;8152;p126"/>
              <p:cNvSpPr/>
              <p:nvPr/>
            </p:nvSpPr>
            <p:spPr>
              <a:xfrm>
                <a:off x="6839655" y="3035314"/>
                <a:ext cx="3751561" cy="883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53" name="Google Shape;8153;p126"/>
              <p:cNvGrpSpPr/>
              <p:nvPr/>
            </p:nvGrpSpPr>
            <p:grpSpPr>
              <a:xfrm>
                <a:off x="6869571" y="3107218"/>
                <a:ext cx="3634909" cy="811214"/>
                <a:chOff x="6694950" y="3614743"/>
                <a:chExt cx="3634909" cy="811214"/>
              </a:xfrm>
            </p:grpSpPr>
            <p:sp>
              <p:nvSpPr>
                <p:cNvPr id="8154" name="Google Shape;8154;p126"/>
                <p:cNvSpPr txBox="1"/>
                <p:nvPr/>
              </p:nvSpPr>
              <p:spPr>
                <a:xfrm>
                  <a:off x="6694950" y="3723809"/>
                  <a:ext cx="139063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rate</a:t>
                  </a:r>
                  <a:endParaRPr b="0" i="0" sz="2400" u="none" cap="none" strike="noStrike">
                    <a:solidFill>
                      <a:srgbClr val="000000"/>
                    </a:solidFill>
                    <a:latin typeface="Calibri"/>
                    <a:ea typeface="Calibri"/>
                    <a:cs typeface="Calibri"/>
                    <a:sym typeface="Calibri"/>
                  </a:endParaRPr>
                </a:p>
              </p:txBody>
            </p:sp>
            <p:grpSp>
              <p:nvGrpSpPr>
                <p:cNvPr id="8155" name="Google Shape;8155;p126"/>
                <p:cNvGrpSpPr/>
                <p:nvPr/>
              </p:nvGrpSpPr>
              <p:grpSpPr>
                <a:xfrm>
                  <a:off x="7748588" y="3776663"/>
                  <a:ext cx="931863" cy="441325"/>
                  <a:chOff x="4214" y="2517"/>
                  <a:chExt cx="587" cy="278"/>
                </a:xfrm>
              </p:grpSpPr>
              <p:sp>
                <p:nvSpPr>
                  <p:cNvPr id="8156" name="Google Shape;8156;p126"/>
                  <p:cNvSpPr txBox="1"/>
                  <p:nvPr/>
                </p:nvSpPr>
                <p:spPr>
                  <a:xfrm>
                    <a:off x="4216" y="2517"/>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sp>
                <p:nvSpPr>
                  <p:cNvPr id="8157" name="Google Shape;8157;p126"/>
                  <p:cNvSpPr txBox="1"/>
                  <p:nvPr/>
                </p:nvSpPr>
                <p:spPr>
                  <a:xfrm>
                    <a:off x="4214" y="2564"/>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grpSp>
            <p:grpSp>
              <p:nvGrpSpPr>
                <p:cNvPr id="8158" name="Google Shape;8158;p126"/>
                <p:cNvGrpSpPr/>
                <p:nvPr/>
              </p:nvGrpSpPr>
              <p:grpSpPr>
                <a:xfrm>
                  <a:off x="8320082" y="3614743"/>
                  <a:ext cx="922336" cy="811214"/>
                  <a:chOff x="4335" y="2509"/>
                  <a:chExt cx="581" cy="511"/>
                </a:xfrm>
              </p:grpSpPr>
              <p:sp>
                <p:nvSpPr>
                  <p:cNvPr id="8159" name="Google Shape;8159;p126"/>
                  <p:cNvSpPr txBox="1"/>
                  <p:nvPr/>
                </p:nvSpPr>
                <p:spPr>
                  <a:xfrm>
                    <a:off x="4335" y="2509"/>
                    <a:ext cx="58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a:buNone/>
                    </a:pPr>
                    <a:r>
                      <a:rPr b="0" i="0" lang="en-US" sz="2400" u="none" cap="none" strike="noStrike">
                        <a:solidFill>
                          <a:srgbClr val="000000"/>
                        </a:solidFill>
                        <a:latin typeface="Courier"/>
                        <a:ea typeface="Courier"/>
                        <a:cs typeface="Courier"/>
                        <a:sym typeface="Courier"/>
                      </a:rPr>
                      <a:t>cwnd</a:t>
                    </a:r>
                    <a:endParaRPr b="0" i="0" sz="2400" u="none" cap="none" strike="noStrike">
                      <a:solidFill>
                        <a:srgbClr val="000000"/>
                      </a:solidFill>
                      <a:latin typeface="Courier"/>
                      <a:ea typeface="Courier"/>
                      <a:cs typeface="Courier"/>
                      <a:sym typeface="Courier"/>
                    </a:endParaRPr>
                  </a:p>
                </p:txBody>
              </p:sp>
              <p:sp>
                <p:nvSpPr>
                  <p:cNvPr id="8160" name="Google Shape;8160;p126"/>
                  <p:cNvSpPr txBox="1"/>
                  <p:nvPr/>
                </p:nvSpPr>
                <p:spPr>
                  <a:xfrm>
                    <a:off x="4398" y="2729"/>
                    <a:ext cx="463"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RTT</a:t>
                    </a:r>
                    <a:endParaRPr/>
                  </a:p>
                </p:txBody>
              </p:sp>
              <p:cxnSp>
                <p:nvCxnSpPr>
                  <p:cNvPr id="8161" name="Google Shape;8161;p126"/>
                  <p:cNvCxnSpPr/>
                  <p:nvPr/>
                </p:nvCxnSpPr>
                <p:spPr>
                  <a:xfrm>
                    <a:off x="4430" y="2763"/>
                    <a:ext cx="384" cy="0"/>
                  </a:xfrm>
                  <a:prstGeom prst="straightConnector1">
                    <a:avLst/>
                  </a:prstGeom>
                  <a:noFill/>
                  <a:ln cap="flat" cmpd="sng" w="19050">
                    <a:solidFill>
                      <a:srgbClr val="000000"/>
                    </a:solidFill>
                    <a:prstDash val="solid"/>
                    <a:round/>
                    <a:headEnd len="med" w="med" type="none"/>
                    <a:tailEnd len="med" w="med" type="none"/>
                  </a:ln>
                </p:spPr>
              </p:cxnSp>
            </p:grpSp>
            <p:sp>
              <p:nvSpPr>
                <p:cNvPr id="8162" name="Google Shape;8162;p126"/>
                <p:cNvSpPr txBox="1"/>
                <p:nvPr/>
              </p:nvSpPr>
              <p:spPr>
                <a:xfrm>
                  <a:off x="9141713" y="3823464"/>
                  <a:ext cx="11881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bytes/sec</a:t>
                  </a:r>
                  <a:endParaRPr/>
                </a:p>
              </p:txBody>
            </p:sp>
          </p:grpSp>
        </p:grpSp>
      </p:grpSp>
      <p:grpSp>
        <p:nvGrpSpPr>
          <p:cNvPr id="8163" name="Google Shape;8163;p126"/>
          <p:cNvGrpSpPr/>
          <p:nvPr/>
        </p:nvGrpSpPr>
        <p:grpSpPr>
          <a:xfrm>
            <a:off x="2327097" y="2874002"/>
            <a:ext cx="1660913" cy="1379180"/>
            <a:chOff x="2327097" y="2874002"/>
            <a:chExt cx="1660913" cy="1379180"/>
          </a:xfrm>
        </p:grpSpPr>
        <p:sp>
          <p:nvSpPr>
            <p:cNvPr id="8164" name="Google Shape;8164;p126"/>
            <p:cNvSpPr txBox="1"/>
            <p:nvPr/>
          </p:nvSpPr>
          <p:spPr>
            <a:xfrm>
              <a:off x="2327097" y="3412952"/>
              <a:ext cx="1660913"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sent, but not-yet ACKed </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(“in-flight”)</a:t>
              </a:r>
              <a:endParaRPr b="0" i="0" sz="1600" u="none" cap="none" strike="noStrike">
                <a:solidFill>
                  <a:srgbClr val="000000"/>
                </a:solidFill>
                <a:latin typeface="Calibri"/>
                <a:ea typeface="Calibri"/>
                <a:cs typeface="Calibri"/>
                <a:sym typeface="Calibri"/>
              </a:endParaRPr>
            </a:p>
          </p:txBody>
        </p:sp>
        <p:grpSp>
          <p:nvGrpSpPr>
            <p:cNvPr id="8165" name="Google Shape;8165;p126"/>
            <p:cNvGrpSpPr/>
            <p:nvPr/>
          </p:nvGrpSpPr>
          <p:grpSpPr>
            <a:xfrm>
              <a:off x="2644060" y="2874002"/>
              <a:ext cx="1201888" cy="658131"/>
              <a:chOff x="2644060" y="2874003"/>
              <a:chExt cx="1201888" cy="635450"/>
            </a:xfrm>
          </p:grpSpPr>
          <p:cxnSp>
            <p:nvCxnSpPr>
              <p:cNvPr id="8166" name="Google Shape;8166;p126"/>
              <p:cNvCxnSpPr/>
              <p:nvPr/>
            </p:nvCxnSpPr>
            <p:spPr>
              <a:xfrm>
                <a:off x="2644060" y="2874003"/>
                <a:ext cx="1201888" cy="0"/>
              </a:xfrm>
              <a:prstGeom prst="straightConnector1">
                <a:avLst/>
              </a:prstGeom>
              <a:noFill/>
              <a:ln cap="flat" cmpd="sng" w="28575">
                <a:solidFill>
                  <a:srgbClr val="CC0000"/>
                </a:solidFill>
                <a:prstDash val="solid"/>
                <a:round/>
                <a:headEnd len="med" w="med" type="none"/>
                <a:tailEnd len="med" w="med" type="none"/>
              </a:ln>
            </p:spPr>
          </p:cxnSp>
          <p:cxnSp>
            <p:nvCxnSpPr>
              <p:cNvPr id="8167" name="Google Shape;8167;p126"/>
              <p:cNvCxnSpPr/>
              <p:nvPr/>
            </p:nvCxnSpPr>
            <p:spPr>
              <a:xfrm>
                <a:off x="2850877" y="2898008"/>
                <a:ext cx="0" cy="611445"/>
              </a:xfrm>
              <a:prstGeom prst="straightConnector1">
                <a:avLst/>
              </a:prstGeom>
              <a:noFill/>
              <a:ln cap="flat" cmpd="sng" w="19050">
                <a:solidFill>
                  <a:srgbClr val="C00000"/>
                </a:solidFill>
                <a:prstDash val="solid"/>
                <a:miter lim="800000"/>
                <a:headEnd len="sm" w="sm" type="none"/>
                <a:tailEnd len="sm" w="sm" type="none"/>
              </a:ln>
            </p:spPr>
          </p:cxnSp>
        </p:grpSp>
      </p:grpSp>
      <p:sp>
        <p:nvSpPr>
          <p:cNvPr id="8168" name="Google Shape;8168;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4"/>
                                        </p:tgtEl>
                                        <p:attrNameLst>
                                          <p:attrName>style.visibility</p:attrName>
                                        </p:attrNameLst>
                                      </p:cBhvr>
                                      <p:to>
                                        <p:strVal val="visible"/>
                                      </p:to>
                                    </p:set>
                                    <p:animEffect filter="fade" transition="in">
                                      <p:cBhvr>
                                        <p:cTn dur="500"/>
                                        <p:tgtEl>
                                          <p:spTgt spid="8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3"/>
                                        </p:tgtEl>
                                        <p:attrNameLst>
                                          <p:attrName>style.visibility</p:attrName>
                                        </p:attrNameLst>
                                      </p:cBhvr>
                                      <p:to>
                                        <p:strVal val="visible"/>
                                      </p:to>
                                    </p:set>
                                    <p:animEffect filter="fade" transition="in">
                                      <p:cBhvr>
                                        <p:cTn dur="500"/>
                                        <p:tgtEl>
                                          <p:spTgt spid="8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7"/>
                                        </p:tgtEl>
                                        <p:attrNameLst>
                                          <p:attrName>style.visibility</p:attrName>
                                        </p:attrNameLst>
                                      </p:cBhvr>
                                      <p:to>
                                        <p:strVal val="visible"/>
                                      </p:to>
                                    </p:set>
                                    <p:animEffect filter="fade" transition="in">
                                      <p:cBhvr>
                                        <p:cTn dur="500"/>
                                        <p:tgtEl>
                                          <p:spTgt spid="8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6"/>
                                        </p:tgtEl>
                                        <p:attrNameLst>
                                          <p:attrName>style.visibility</p:attrName>
                                        </p:attrNameLst>
                                      </p:cBhvr>
                                      <p:to>
                                        <p:strVal val="visible"/>
                                      </p:to>
                                    </p:set>
                                    <p:animEffect filter="fade" transition="in">
                                      <p:cBhvr>
                                        <p:cTn dur="500"/>
                                        <p:tgtEl>
                                          <p:spTgt spid="8146"/>
                                        </p:tgtEl>
                                      </p:cBhvr>
                                    </p:animEffect>
                                  </p:childTnLst>
                                </p:cTn>
                              </p:par>
                              <p:par>
                                <p:cTn fill="hold" nodeType="withEffect" presetClass="entr" presetID="10" presetSubtype="0">
                                  <p:stCondLst>
                                    <p:cond delay="0"/>
                                  </p:stCondLst>
                                  <p:childTnLst>
                                    <p:set>
                                      <p:cBhvr>
                                        <p:cTn dur="1" fill="hold">
                                          <p:stCondLst>
                                            <p:cond delay="0"/>
                                          </p:stCondLst>
                                        </p:cTn>
                                        <p:tgtEl>
                                          <p:spTgt spid="8145"/>
                                        </p:tgtEl>
                                        <p:attrNameLst>
                                          <p:attrName>style.visibility</p:attrName>
                                        </p:attrNameLst>
                                      </p:cBhvr>
                                      <p:to>
                                        <p:strVal val="visible"/>
                                      </p:to>
                                    </p:set>
                                    <p:animEffect filter="fade" transition="in">
                                      <p:cBhvr>
                                        <p:cTn dur="500"/>
                                        <p:tgtEl>
                                          <p:spTgt spid="8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3"/>
                                        </p:tgtEl>
                                        <p:attrNameLst>
                                          <p:attrName>style.visibility</p:attrName>
                                        </p:attrNameLst>
                                      </p:cBhvr>
                                      <p:to>
                                        <p:strVal val="visible"/>
                                      </p:to>
                                    </p:set>
                                    <p:animEffect filter="fade" transition="in">
                                      <p:cBhvr>
                                        <p:cTn dur="500"/>
                                        <p:tgtEl>
                                          <p:spTgt spid="8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9"/>
                                        </p:tgtEl>
                                        <p:attrNameLst>
                                          <p:attrName>style.visibility</p:attrName>
                                        </p:attrNameLst>
                                      </p:cBhvr>
                                      <p:to>
                                        <p:strVal val="visible"/>
                                      </p:to>
                                    </p:set>
                                    <p:animEffect filter="fade" transition="in">
                                      <p:cBhvr>
                                        <p:cTn dur="500"/>
                                        <p:tgtEl>
                                          <p:spTgt spid="8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3" name="Shape 8173"/>
        <p:cNvGrpSpPr/>
        <p:nvPr/>
      </p:nvGrpSpPr>
      <p:grpSpPr>
        <a:xfrm>
          <a:off x="0" y="0"/>
          <a:ext cx="0" cy="0"/>
          <a:chOff x="0" y="0"/>
          <a:chExt cx="0" cy="0"/>
        </a:xfrm>
      </p:grpSpPr>
      <p:sp>
        <p:nvSpPr>
          <p:cNvPr id="8174" name="Google Shape;8174;p127"/>
          <p:cNvSpPr txBox="1"/>
          <p:nvPr>
            <p:ph type="title"/>
          </p:nvPr>
        </p:nvSpPr>
        <p:spPr>
          <a:xfrm>
            <a:off x="811390" y="259719"/>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slow start </a:t>
            </a:r>
            <a:endParaRPr b="0" sz="4400"/>
          </a:p>
        </p:txBody>
      </p:sp>
      <p:sp>
        <p:nvSpPr>
          <p:cNvPr id="8175" name="Google Shape;8175;p127"/>
          <p:cNvSpPr txBox="1"/>
          <p:nvPr/>
        </p:nvSpPr>
        <p:spPr>
          <a:xfrm>
            <a:off x="1143000" y="1384299"/>
            <a:ext cx="5118100" cy="5214257"/>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connection begins, increase rate exponentially until first loss event: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initially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 1 MSS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double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every RTT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done by incrementing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for every ACK received</a:t>
            </a:r>
            <a:endParaRPr/>
          </a:p>
        </p:txBody>
      </p:sp>
      <p:cxnSp>
        <p:nvCxnSpPr>
          <p:cNvPr id="8176" name="Google Shape;8176;p127"/>
          <p:cNvCxnSpPr/>
          <p:nvPr/>
        </p:nvCxnSpPr>
        <p:spPr>
          <a:xfrm>
            <a:off x="7585075" y="2306590"/>
            <a:ext cx="2505075" cy="352425"/>
          </a:xfrm>
          <a:prstGeom prst="straightConnector1">
            <a:avLst/>
          </a:prstGeom>
          <a:noFill/>
          <a:ln cap="flat" cmpd="sng" w="28575">
            <a:solidFill>
              <a:srgbClr val="3333CC"/>
            </a:solidFill>
            <a:prstDash val="solid"/>
            <a:round/>
            <a:headEnd len="med" w="med" type="none"/>
            <a:tailEnd len="med" w="med" type="triangle"/>
          </a:ln>
        </p:spPr>
      </p:cxnSp>
      <p:sp>
        <p:nvSpPr>
          <p:cNvPr id="8177" name="Google Shape;8177;p127"/>
          <p:cNvSpPr txBox="1"/>
          <p:nvPr/>
        </p:nvSpPr>
        <p:spPr>
          <a:xfrm>
            <a:off x="7181850" y="1168352"/>
            <a:ext cx="869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A</a:t>
            </a:r>
            <a:endParaRPr/>
          </a:p>
        </p:txBody>
      </p:sp>
      <p:sp>
        <p:nvSpPr>
          <p:cNvPr id="8178" name="Google Shape;8178;p127"/>
          <p:cNvSpPr txBox="1"/>
          <p:nvPr/>
        </p:nvSpPr>
        <p:spPr>
          <a:xfrm rot="408567">
            <a:off x="8591550" y="2273252"/>
            <a:ext cx="12080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segment</a:t>
            </a:r>
            <a:endParaRPr b="0" i="0" sz="1000" u="none" cap="none" strike="noStrike">
              <a:solidFill>
                <a:srgbClr val="000000"/>
              </a:solidFill>
              <a:latin typeface="Times New Roman"/>
              <a:ea typeface="Times New Roman"/>
              <a:cs typeface="Times New Roman"/>
              <a:sym typeface="Times New Roman"/>
            </a:endParaRPr>
          </a:p>
        </p:txBody>
      </p:sp>
      <p:sp>
        <p:nvSpPr>
          <p:cNvPr id="8179" name="Google Shape;8179;p127"/>
          <p:cNvSpPr txBox="1"/>
          <p:nvPr/>
        </p:nvSpPr>
        <p:spPr>
          <a:xfrm>
            <a:off x="9618663" y="1154065"/>
            <a:ext cx="8699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B</a:t>
            </a:r>
            <a:endParaRPr/>
          </a:p>
        </p:txBody>
      </p:sp>
      <p:cxnSp>
        <p:nvCxnSpPr>
          <p:cNvPr id="8180" name="Google Shape;8180;p127"/>
          <p:cNvCxnSpPr/>
          <p:nvPr/>
        </p:nvCxnSpPr>
        <p:spPr>
          <a:xfrm>
            <a:off x="7580313" y="2120852"/>
            <a:ext cx="0" cy="3848100"/>
          </a:xfrm>
          <a:prstGeom prst="straightConnector1">
            <a:avLst/>
          </a:prstGeom>
          <a:noFill/>
          <a:ln cap="flat" cmpd="sng" w="19050">
            <a:solidFill>
              <a:srgbClr val="777777"/>
            </a:solidFill>
            <a:prstDash val="solid"/>
            <a:round/>
            <a:headEnd len="med" w="med" type="none"/>
            <a:tailEnd len="med" w="med" type="none"/>
          </a:ln>
        </p:spPr>
      </p:cxnSp>
      <p:cxnSp>
        <p:nvCxnSpPr>
          <p:cNvPr id="8181" name="Google Shape;8181;p127"/>
          <p:cNvCxnSpPr/>
          <p:nvPr/>
        </p:nvCxnSpPr>
        <p:spPr>
          <a:xfrm>
            <a:off x="10094913" y="2158952"/>
            <a:ext cx="0" cy="3848100"/>
          </a:xfrm>
          <a:prstGeom prst="straightConnector1">
            <a:avLst/>
          </a:prstGeom>
          <a:noFill/>
          <a:ln cap="flat" cmpd="sng" w="19050">
            <a:solidFill>
              <a:srgbClr val="777777"/>
            </a:solidFill>
            <a:prstDash val="solid"/>
            <a:round/>
            <a:headEnd len="med" w="med" type="none"/>
            <a:tailEnd len="med" w="med" type="none"/>
          </a:ln>
        </p:spPr>
      </p:cxnSp>
      <p:grpSp>
        <p:nvGrpSpPr>
          <p:cNvPr id="8182" name="Google Shape;8182;p127"/>
          <p:cNvGrpSpPr/>
          <p:nvPr/>
        </p:nvGrpSpPr>
        <p:grpSpPr>
          <a:xfrm>
            <a:off x="7254874" y="2270077"/>
            <a:ext cx="304800" cy="830263"/>
            <a:chOff x="7254874" y="2270077"/>
            <a:chExt cx="304800" cy="830263"/>
          </a:xfrm>
        </p:grpSpPr>
        <p:sp>
          <p:nvSpPr>
            <p:cNvPr id="8183" name="Google Shape;8183;p127"/>
            <p:cNvSpPr txBox="1"/>
            <p:nvPr/>
          </p:nvSpPr>
          <p:spPr>
            <a:xfrm rot="-5400000">
              <a:off x="7142956" y="2510584"/>
              <a:ext cx="5286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endParaRPr b="0" i="0" sz="1000" u="none" cap="none" strike="noStrike">
                <a:solidFill>
                  <a:srgbClr val="000000"/>
                </a:solidFill>
                <a:latin typeface="Arial"/>
                <a:ea typeface="Arial"/>
                <a:cs typeface="Arial"/>
                <a:sym typeface="Arial"/>
              </a:endParaRPr>
            </a:p>
          </p:txBody>
        </p:sp>
        <p:cxnSp>
          <p:nvCxnSpPr>
            <p:cNvPr id="8184" name="Google Shape;8184;p127"/>
            <p:cNvCxnSpPr/>
            <p:nvPr/>
          </p:nvCxnSpPr>
          <p:spPr>
            <a:xfrm rot="10800000">
              <a:off x="7399338" y="2270077"/>
              <a:ext cx="4762" cy="219075"/>
            </a:xfrm>
            <a:prstGeom prst="straightConnector1">
              <a:avLst/>
            </a:prstGeom>
            <a:noFill/>
            <a:ln cap="flat" cmpd="sng" w="19050">
              <a:solidFill>
                <a:srgbClr val="000000"/>
              </a:solidFill>
              <a:prstDash val="solid"/>
              <a:round/>
              <a:headEnd len="med" w="med" type="none"/>
              <a:tailEnd len="med" w="med" type="triangle"/>
            </a:ln>
          </p:spPr>
        </p:cxnSp>
        <p:cxnSp>
          <p:nvCxnSpPr>
            <p:cNvPr id="8185" name="Google Shape;8185;p127"/>
            <p:cNvCxnSpPr/>
            <p:nvPr/>
          </p:nvCxnSpPr>
          <p:spPr>
            <a:xfrm>
              <a:off x="7408863" y="2876502"/>
              <a:ext cx="4762" cy="223838"/>
            </a:xfrm>
            <a:prstGeom prst="straightConnector1">
              <a:avLst/>
            </a:prstGeom>
            <a:noFill/>
            <a:ln cap="flat" cmpd="sng" w="19050">
              <a:solidFill>
                <a:srgbClr val="000000"/>
              </a:solidFill>
              <a:prstDash val="solid"/>
              <a:round/>
              <a:headEnd len="med" w="med" type="none"/>
              <a:tailEnd len="med" w="med" type="triangle"/>
            </a:ln>
          </p:spPr>
        </p:cxnSp>
      </p:grpSp>
      <p:cxnSp>
        <p:nvCxnSpPr>
          <p:cNvPr id="8186" name="Google Shape;8186;p127"/>
          <p:cNvCxnSpPr/>
          <p:nvPr/>
        </p:nvCxnSpPr>
        <p:spPr>
          <a:xfrm flipH="1" rot="10800000">
            <a:off x="7561263" y="2711402"/>
            <a:ext cx="2505075" cy="352425"/>
          </a:xfrm>
          <a:prstGeom prst="straightConnector1">
            <a:avLst/>
          </a:prstGeom>
          <a:noFill/>
          <a:ln cap="flat" cmpd="sng" w="28575">
            <a:solidFill>
              <a:srgbClr val="3333CC"/>
            </a:solidFill>
            <a:prstDash val="solid"/>
            <a:round/>
            <a:headEnd len="med" w="med" type="triangle"/>
            <a:tailEnd len="med" w="med" type="none"/>
          </a:ln>
        </p:spPr>
      </p:cxnSp>
      <p:grpSp>
        <p:nvGrpSpPr>
          <p:cNvPr id="8187" name="Google Shape;8187;p127"/>
          <p:cNvGrpSpPr/>
          <p:nvPr/>
        </p:nvGrpSpPr>
        <p:grpSpPr>
          <a:xfrm>
            <a:off x="9809163" y="5453015"/>
            <a:ext cx="615950" cy="366712"/>
            <a:chOff x="3317" y="3527"/>
            <a:chExt cx="388" cy="231"/>
          </a:xfrm>
        </p:grpSpPr>
        <p:sp>
          <p:nvSpPr>
            <p:cNvPr id="8188" name="Google Shape;8188;p127"/>
            <p:cNvSpPr/>
            <p:nvPr/>
          </p:nvSpPr>
          <p:spPr>
            <a:xfrm>
              <a:off x="3342" y="3576"/>
              <a:ext cx="324" cy="1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9" name="Google Shape;8189;p127"/>
            <p:cNvSpPr txBox="1"/>
            <p:nvPr/>
          </p:nvSpPr>
          <p:spPr>
            <a:xfrm>
              <a:off x="3317" y="3527"/>
              <a:ext cx="38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b="0" i="0" sz="1000" u="none" cap="none" strike="noStrike">
                <a:solidFill>
                  <a:srgbClr val="000000"/>
                </a:solidFill>
                <a:latin typeface="Arial"/>
                <a:ea typeface="Arial"/>
                <a:cs typeface="Arial"/>
                <a:sym typeface="Arial"/>
              </a:endParaRPr>
            </a:p>
          </p:txBody>
        </p:sp>
      </p:grpSp>
      <p:grpSp>
        <p:nvGrpSpPr>
          <p:cNvPr id="8190" name="Google Shape;8190;p127"/>
          <p:cNvGrpSpPr/>
          <p:nvPr/>
        </p:nvGrpSpPr>
        <p:grpSpPr>
          <a:xfrm>
            <a:off x="7585075" y="3087640"/>
            <a:ext cx="2509838" cy="438150"/>
            <a:chOff x="7585075" y="3087640"/>
            <a:chExt cx="2509838" cy="438150"/>
          </a:xfrm>
        </p:grpSpPr>
        <p:cxnSp>
          <p:nvCxnSpPr>
            <p:cNvPr id="8191" name="Google Shape;8191;p127"/>
            <p:cNvCxnSpPr/>
            <p:nvPr/>
          </p:nvCxnSpPr>
          <p:spPr>
            <a:xfrm>
              <a:off x="7589838" y="3087640"/>
              <a:ext cx="2505075" cy="352425"/>
            </a:xfrm>
            <a:prstGeom prst="straightConnector1">
              <a:avLst/>
            </a:prstGeom>
            <a:noFill/>
            <a:ln cap="flat" cmpd="sng" w="28575">
              <a:solidFill>
                <a:srgbClr val="3333CC"/>
              </a:solidFill>
              <a:prstDash val="solid"/>
              <a:round/>
              <a:headEnd len="med" w="med" type="none"/>
              <a:tailEnd len="med" w="med" type="triangle"/>
            </a:ln>
          </p:spPr>
        </p:cxnSp>
        <p:cxnSp>
          <p:nvCxnSpPr>
            <p:cNvPr id="8192" name="Google Shape;8192;p127"/>
            <p:cNvCxnSpPr/>
            <p:nvPr/>
          </p:nvCxnSpPr>
          <p:spPr>
            <a:xfrm>
              <a:off x="7585075" y="3173365"/>
              <a:ext cx="2505075" cy="352425"/>
            </a:xfrm>
            <a:prstGeom prst="straightConnector1">
              <a:avLst/>
            </a:prstGeom>
            <a:noFill/>
            <a:ln cap="flat" cmpd="sng" w="28575">
              <a:solidFill>
                <a:srgbClr val="3333CC"/>
              </a:solidFill>
              <a:prstDash val="solid"/>
              <a:round/>
              <a:headEnd len="med" w="med" type="none"/>
              <a:tailEnd len="med" w="med" type="triangle"/>
            </a:ln>
          </p:spPr>
        </p:cxnSp>
      </p:grpSp>
      <p:grpSp>
        <p:nvGrpSpPr>
          <p:cNvPr id="8193" name="Google Shape;8193;p127"/>
          <p:cNvGrpSpPr/>
          <p:nvPr/>
        </p:nvGrpSpPr>
        <p:grpSpPr>
          <a:xfrm>
            <a:off x="7558088" y="3697240"/>
            <a:ext cx="2555875" cy="612775"/>
            <a:chOff x="7558088" y="3697240"/>
            <a:chExt cx="2555875" cy="612775"/>
          </a:xfrm>
        </p:grpSpPr>
        <p:cxnSp>
          <p:nvCxnSpPr>
            <p:cNvPr id="8194" name="Google Shape;8194;p127"/>
            <p:cNvCxnSpPr/>
            <p:nvPr/>
          </p:nvCxnSpPr>
          <p:spPr>
            <a:xfrm flipH="1" rot="10800000">
              <a:off x="7585075" y="3697240"/>
              <a:ext cx="2528888" cy="361950"/>
            </a:xfrm>
            <a:prstGeom prst="straightConnector1">
              <a:avLst/>
            </a:prstGeom>
            <a:noFill/>
            <a:ln cap="flat" cmpd="sng" w="28575">
              <a:solidFill>
                <a:srgbClr val="3333CC"/>
              </a:solidFill>
              <a:prstDash val="solid"/>
              <a:round/>
              <a:headEnd len="med" w="med" type="triangle"/>
              <a:tailEnd len="med" w="med" type="none"/>
            </a:ln>
          </p:spPr>
        </p:cxnSp>
        <p:cxnSp>
          <p:nvCxnSpPr>
            <p:cNvPr id="8195" name="Google Shape;8195;p127"/>
            <p:cNvCxnSpPr/>
            <p:nvPr/>
          </p:nvCxnSpPr>
          <p:spPr>
            <a:xfrm flipH="1" rot="10800000">
              <a:off x="7558088" y="3957590"/>
              <a:ext cx="2505075" cy="352425"/>
            </a:xfrm>
            <a:prstGeom prst="straightConnector1">
              <a:avLst/>
            </a:prstGeom>
            <a:noFill/>
            <a:ln cap="flat" cmpd="sng" w="28575">
              <a:solidFill>
                <a:srgbClr val="3333CC"/>
              </a:solidFill>
              <a:prstDash val="solid"/>
              <a:round/>
              <a:headEnd len="med" w="med" type="triangle"/>
              <a:tailEnd len="med" w="med" type="none"/>
            </a:ln>
          </p:spPr>
        </p:cxnSp>
      </p:grpSp>
      <p:sp>
        <p:nvSpPr>
          <p:cNvPr id="8196" name="Google Shape;8196;p127"/>
          <p:cNvSpPr txBox="1"/>
          <p:nvPr/>
        </p:nvSpPr>
        <p:spPr>
          <a:xfrm rot="408567">
            <a:off x="8589963" y="3059065"/>
            <a:ext cx="12779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segments</a:t>
            </a:r>
            <a:endParaRPr b="0" i="0" sz="1000" u="none" cap="none" strike="noStrike">
              <a:solidFill>
                <a:srgbClr val="000000"/>
              </a:solidFill>
              <a:latin typeface="Times New Roman"/>
              <a:ea typeface="Times New Roman"/>
              <a:cs typeface="Times New Roman"/>
              <a:sym typeface="Times New Roman"/>
            </a:endParaRPr>
          </a:p>
        </p:txBody>
      </p:sp>
      <p:sp>
        <p:nvSpPr>
          <p:cNvPr id="8197" name="Google Shape;8197;p127"/>
          <p:cNvSpPr txBox="1"/>
          <p:nvPr/>
        </p:nvSpPr>
        <p:spPr>
          <a:xfrm rot="408567">
            <a:off x="8682038" y="4073477"/>
            <a:ext cx="130651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four segments</a:t>
            </a:r>
            <a:endParaRPr b="0" i="0" sz="1000" u="none" cap="none" strike="noStrike">
              <a:solidFill>
                <a:srgbClr val="000000"/>
              </a:solidFill>
              <a:latin typeface="Times New Roman"/>
              <a:ea typeface="Times New Roman"/>
              <a:cs typeface="Times New Roman"/>
              <a:sym typeface="Times New Roman"/>
            </a:endParaRPr>
          </a:p>
        </p:txBody>
      </p:sp>
      <p:grpSp>
        <p:nvGrpSpPr>
          <p:cNvPr id="8198" name="Google Shape;8198;p127"/>
          <p:cNvGrpSpPr/>
          <p:nvPr/>
        </p:nvGrpSpPr>
        <p:grpSpPr>
          <a:xfrm>
            <a:off x="7580316" y="4092527"/>
            <a:ext cx="2519363" cy="652463"/>
            <a:chOff x="3954" y="2214"/>
            <a:chExt cx="1587" cy="411"/>
          </a:xfrm>
        </p:grpSpPr>
        <p:cxnSp>
          <p:nvCxnSpPr>
            <p:cNvPr id="8199" name="Google Shape;8199;p127"/>
            <p:cNvCxnSpPr/>
            <p:nvPr/>
          </p:nvCxnSpPr>
          <p:spPr>
            <a:xfrm>
              <a:off x="3963" y="221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0" name="Google Shape;8200;p127"/>
            <p:cNvCxnSpPr/>
            <p:nvPr/>
          </p:nvCxnSpPr>
          <p:spPr>
            <a:xfrm>
              <a:off x="3954" y="227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1" name="Google Shape;8201;p127"/>
            <p:cNvCxnSpPr/>
            <p:nvPr/>
          </p:nvCxnSpPr>
          <p:spPr>
            <a:xfrm>
              <a:off x="3963" y="2340"/>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2" name="Google Shape;8202;p127"/>
            <p:cNvCxnSpPr/>
            <p:nvPr/>
          </p:nvCxnSpPr>
          <p:spPr>
            <a:xfrm>
              <a:off x="3957" y="2403"/>
              <a:ext cx="1578" cy="222"/>
            </a:xfrm>
            <a:prstGeom prst="straightConnector1">
              <a:avLst/>
            </a:prstGeom>
            <a:noFill/>
            <a:ln cap="flat" cmpd="sng" w="28575">
              <a:solidFill>
                <a:srgbClr val="3333CC"/>
              </a:solidFill>
              <a:prstDash val="solid"/>
              <a:round/>
              <a:headEnd len="med" w="med" type="none"/>
              <a:tailEnd len="med" w="med" type="triangle"/>
            </a:ln>
          </p:spPr>
        </p:cxnSp>
      </p:grpSp>
      <p:grpSp>
        <p:nvGrpSpPr>
          <p:cNvPr id="8203" name="Google Shape;8203;p127"/>
          <p:cNvGrpSpPr/>
          <p:nvPr/>
        </p:nvGrpSpPr>
        <p:grpSpPr>
          <a:xfrm flipH="1" rot="10800000">
            <a:off x="7866063" y="4473527"/>
            <a:ext cx="2228850" cy="604838"/>
            <a:chOff x="3954" y="2214"/>
            <a:chExt cx="1587" cy="411"/>
          </a:xfrm>
        </p:grpSpPr>
        <p:cxnSp>
          <p:nvCxnSpPr>
            <p:cNvPr id="8204" name="Google Shape;8204;p127"/>
            <p:cNvCxnSpPr/>
            <p:nvPr/>
          </p:nvCxnSpPr>
          <p:spPr>
            <a:xfrm>
              <a:off x="3963" y="2214"/>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5" name="Google Shape;8205;p127"/>
            <p:cNvCxnSpPr/>
            <p:nvPr/>
          </p:nvCxnSpPr>
          <p:spPr>
            <a:xfrm>
              <a:off x="3954" y="2274"/>
              <a:ext cx="1578" cy="220"/>
            </a:xfrm>
            <a:prstGeom prst="straightConnector1">
              <a:avLst/>
            </a:prstGeom>
            <a:noFill/>
            <a:ln cap="flat" cmpd="sng" w="28575">
              <a:solidFill>
                <a:srgbClr val="3333CC"/>
              </a:solidFill>
              <a:prstDash val="solid"/>
              <a:round/>
              <a:headEnd len="med" w="med" type="triangle"/>
              <a:tailEnd len="med" w="med" type="none"/>
            </a:ln>
          </p:spPr>
        </p:cxnSp>
        <p:cxnSp>
          <p:nvCxnSpPr>
            <p:cNvPr id="8206" name="Google Shape;8206;p127"/>
            <p:cNvCxnSpPr/>
            <p:nvPr/>
          </p:nvCxnSpPr>
          <p:spPr>
            <a:xfrm>
              <a:off x="3963" y="2340"/>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7" name="Google Shape;8207;p127"/>
            <p:cNvCxnSpPr/>
            <p:nvPr/>
          </p:nvCxnSpPr>
          <p:spPr>
            <a:xfrm>
              <a:off x="3957" y="2403"/>
              <a:ext cx="1578" cy="222"/>
            </a:xfrm>
            <a:prstGeom prst="straightConnector1">
              <a:avLst/>
            </a:prstGeom>
            <a:noFill/>
            <a:ln cap="flat" cmpd="sng" w="28575">
              <a:solidFill>
                <a:srgbClr val="3333CC"/>
              </a:solidFill>
              <a:prstDash val="solid"/>
              <a:round/>
              <a:headEnd len="med" w="med" type="triangle"/>
              <a:tailEnd len="med" w="med" type="none"/>
            </a:ln>
          </p:spPr>
        </p:cxnSp>
      </p:grpSp>
      <p:grpSp>
        <p:nvGrpSpPr>
          <p:cNvPr id="8208" name="Google Shape;8208;p127"/>
          <p:cNvGrpSpPr/>
          <p:nvPr/>
        </p:nvGrpSpPr>
        <p:grpSpPr>
          <a:xfrm>
            <a:off x="7142163" y="1492202"/>
            <a:ext cx="654050" cy="601663"/>
            <a:chOff x="-44" y="1473"/>
            <a:chExt cx="981" cy="1105"/>
          </a:xfrm>
        </p:grpSpPr>
        <p:pic>
          <p:nvPicPr>
            <p:cNvPr descr="desktop_computer_stylized_medium" id="8209" name="Google Shape;8209;p1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10" name="Google Shape;8210;p1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211" name="Google Shape;8211;p127"/>
          <p:cNvGrpSpPr/>
          <p:nvPr/>
        </p:nvGrpSpPr>
        <p:grpSpPr>
          <a:xfrm>
            <a:off x="9877425" y="1506490"/>
            <a:ext cx="382588" cy="547687"/>
            <a:chOff x="4140" y="429"/>
            <a:chExt cx="1425" cy="2396"/>
          </a:xfrm>
        </p:grpSpPr>
        <p:sp>
          <p:nvSpPr>
            <p:cNvPr id="8212" name="Google Shape;8212;p1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3" name="Google Shape;8213;p127"/>
            <p:cNvSpPr/>
            <p:nvPr/>
          </p:nvSpPr>
          <p:spPr>
            <a:xfrm>
              <a:off x="4205" y="429"/>
              <a:ext cx="1047"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4" name="Google Shape;8214;p1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5" name="Google Shape;8215;p1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6" name="Google Shape;8216;p127"/>
            <p:cNvSpPr/>
            <p:nvPr/>
          </p:nvSpPr>
          <p:spPr>
            <a:xfrm>
              <a:off x="4211" y="693"/>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17" name="Google Shape;8217;p127"/>
            <p:cNvGrpSpPr/>
            <p:nvPr/>
          </p:nvGrpSpPr>
          <p:grpSpPr>
            <a:xfrm>
              <a:off x="4749" y="665"/>
              <a:ext cx="579" cy="146"/>
              <a:chOff x="614" y="2565"/>
              <a:chExt cx="723" cy="140"/>
            </a:xfrm>
          </p:grpSpPr>
          <p:sp>
            <p:nvSpPr>
              <p:cNvPr id="8218" name="Google Shape;8218;p127"/>
              <p:cNvSpPr/>
              <p:nvPr/>
            </p:nvSpPr>
            <p:spPr>
              <a:xfrm>
                <a:off x="614" y="2565"/>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9" name="Google Shape;8219;p127"/>
              <p:cNvSpPr/>
              <p:nvPr/>
            </p:nvSpPr>
            <p:spPr>
              <a:xfrm>
                <a:off x="629" y="2579"/>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0" name="Google Shape;8220;p127"/>
            <p:cNvSpPr/>
            <p:nvPr/>
          </p:nvSpPr>
          <p:spPr>
            <a:xfrm>
              <a:off x="4223" y="1019"/>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1" name="Google Shape;8221;p127"/>
            <p:cNvGrpSpPr/>
            <p:nvPr/>
          </p:nvGrpSpPr>
          <p:grpSpPr>
            <a:xfrm>
              <a:off x="4749" y="991"/>
              <a:ext cx="579" cy="139"/>
              <a:chOff x="617" y="2565"/>
              <a:chExt cx="723" cy="144"/>
            </a:xfrm>
          </p:grpSpPr>
          <p:sp>
            <p:nvSpPr>
              <p:cNvPr id="8222" name="Google Shape;8222;p127"/>
              <p:cNvSpPr/>
              <p:nvPr/>
            </p:nvSpPr>
            <p:spPr>
              <a:xfrm>
                <a:off x="617" y="2565"/>
                <a:ext cx="723"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3" name="Google Shape;8223;p127"/>
              <p:cNvSpPr/>
              <p:nvPr/>
            </p:nvSpPr>
            <p:spPr>
              <a:xfrm>
                <a:off x="631"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4" name="Google Shape;8224;p127"/>
            <p:cNvSpPr/>
            <p:nvPr/>
          </p:nvSpPr>
          <p:spPr>
            <a:xfrm>
              <a:off x="4217"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5" name="Google Shape;8225;p127"/>
            <p:cNvSpPr/>
            <p:nvPr/>
          </p:nvSpPr>
          <p:spPr>
            <a:xfrm>
              <a:off x="4229" y="1658"/>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6" name="Google Shape;8226;p127"/>
            <p:cNvGrpSpPr/>
            <p:nvPr/>
          </p:nvGrpSpPr>
          <p:grpSpPr>
            <a:xfrm>
              <a:off x="4737" y="1630"/>
              <a:ext cx="580" cy="146"/>
              <a:chOff x="617" y="2571"/>
              <a:chExt cx="722" cy="134"/>
            </a:xfrm>
          </p:grpSpPr>
          <p:sp>
            <p:nvSpPr>
              <p:cNvPr id="8227" name="Google Shape;8227;p127"/>
              <p:cNvSpPr/>
              <p:nvPr/>
            </p:nvSpPr>
            <p:spPr>
              <a:xfrm>
                <a:off x="617" y="2571"/>
                <a:ext cx="72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8" name="Google Shape;8228;p127"/>
              <p:cNvSpPr/>
              <p:nvPr/>
            </p:nvSpPr>
            <p:spPr>
              <a:xfrm>
                <a:off x="631" y="2584"/>
                <a:ext cx="692"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9" name="Google Shape;8229;p1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30" name="Google Shape;8230;p127"/>
            <p:cNvGrpSpPr/>
            <p:nvPr/>
          </p:nvGrpSpPr>
          <p:grpSpPr>
            <a:xfrm>
              <a:off x="4737" y="1325"/>
              <a:ext cx="585" cy="139"/>
              <a:chOff x="612" y="2566"/>
              <a:chExt cx="729" cy="139"/>
            </a:xfrm>
          </p:grpSpPr>
          <p:sp>
            <p:nvSpPr>
              <p:cNvPr id="8231" name="Google Shape;8231;p127"/>
              <p:cNvSpPr/>
              <p:nvPr/>
            </p:nvSpPr>
            <p:spPr>
              <a:xfrm>
                <a:off x="612" y="2566"/>
                <a:ext cx="729"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2" name="Google Shape;8232;p127"/>
              <p:cNvSpPr/>
              <p:nvPr/>
            </p:nvSpPr>
            <p:spPr>
              <a:xfrm>
                <a:off x="626" y="2580"/>
                <a:ext cx="700"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33" name="Google Shape;8233;p127"/>
            <p:cNvSpPr/>
            <p:nvPr/>
          </p:nvSpPr>
          <p:spPr>
            <a:xfrm>
              <a:off x="5252" y="429"/>
              <a:ext cx="65"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4" name="Google Shape;8234;p1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5" name="Google Shape;8235;p1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6" name="Google Shape;8236;p127"/>
            <p:cNvSpPr/>
            <p:nvPr/>
          </p:nvSpPr>
          <p:spPr>
            <a:xfrm>
              <a:off x="5518" y="2610"/>
              <a:ext cx="47"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7" name="Google Shape;8237;p1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8" name="Google Shape;8238;p127"/>
            <p:cNvSpPr/>
            <p:nvPr/>
          </p:nvSpPr>
          <p:spPr>
            <a:xfrm>
              <a:off x="4140" y="2679"/>
              <a:ext cx="1200"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9" name="Google Shape;8239;p127"/>
            <p:cNvSpPr/>
            <p:nvPr/>
          </p:nvSpPr>
          <p:spPr>
            <a:xfrm>
              <a:off x="4205" y="2714"/>
              <a:ext cx="1070" cy="76"/>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0" name="Google Shape;8240;p127"/>
            <p:cNvSpPr/>
            <p:nvPr/>
          </p:nvSpPr>
          <p:spPr>
            <a:xfrm>
              <a:off x="4306" y="2381"/>
              <a:ext cx="160"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1" name="Google Shape;8241;p127"/>
            <p:cNvSpPr/>
            <p:nvPr/>
          </p:nvSpPr>
          <p:spPr>
            <a:xfrm>
              <a:off x="4489" y="2387"/>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242" name="Google Shape;8242;p127"/>
            <p:cNvSpPr/>
            <p:nvPr/>
          </p:nvSpPr>
          <p:spPr>
            <a:xfrm>
              <a:off x="4660" y="2381"/>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3" name="Google Shape;8243;p127"/>
            <p:cNvSpPr/>
            <p:nvPr/>
          </p:nvSpPr>
          <p:spPr>
            <a:xfrm>
              <a:off x="5062" y="1832"/>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44" name="Google Shape;8244;p127"/>
          <p:cNvSpPr txBox="1"/>
          <p:nvPr/>
        </p:nvSpPr>
        <p:spPr>
          <a:xfrm>
            <a:off x="1168400" y="4597399"/>
            <a:ext cx="5118100" cy="1905001"/>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summary: </a:t>
            </a:r>
            <a:r>
              <a:rPr b="0" i="0" lang="en-US" sz="3200" u="none" cap="none" strike="noStrike">
                <a:solidFill>
                  <a:srgbClr val="000000"/>
                </a:solidFill>
                <a:latin typeface="Calibri"/>
                <a:ea typeface="Calibri"/>
                <a:cs typeface="Calibri"/>
                <a:sym typeface="Calibri"/>
              </a:rPr>
              <a:t>initial rate is slow, but ramps up exponentially fast</a:t>
            </a:r>
            <a:endParaRPr/>
          </a:p>
        </p:txBody>
      </p:sp>
      <p:sp>
        <p:nvSpPr>
          <p:cNvPr id="8245" name="Google Shape;8245;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6"/>
                                        </p:tgtEl>
                                        <p:attrNameLst>
                                          <p:attrName>style.visibility</p:attrName>
                                        </p:attrNameLst>
                                      </p:cBhvr>
                                      <p:to>
                                        <p:strVal val="visible"/>
                                      </p:to>
                                    </p:set>
                                    <p:animEffect filter="fade" transition="in">
                                      <p:cBhvr>
                                        <p:cTn dur="500"/>
                                        <p:tgtEl>
                                          <p:spTgt spid="8176"/>
                                        </p:tgtEl>
                                      </p:cBhvr>
                                    </p:animEffect>
                                  </p:childTnLst>
                                </p:cTn>
                              </p:par>
                              <p:par>
                                <p:cTn fill="hold" nodeType="withEffect" presetClass="entr" presetID="10" presetSubtype="0">
                                  <p:stCondLst>
                                    <p:cond delay="0"/>
                                  </p:stCondLst>
                                  <p:childTnLst>
                                    <p:set>
                                      <p:cBhvr>
                                        <p:cTn dur="1" fill="hold">
                                          <p:stCondLst>
                                            <p:cond delay="0"/>
                                          </p:stCondLst>
                                        </p:cTn>
                                        <p:tgtEl>
                                          <p:spTgt spid="8178"/>
                                        </p:tgtEl>
                                        <p:attrNameLst>
                                          <p:attrName>style.visibility</p:attrName>
                                        </p:attrNameLst>
                                      </p:cBhvr>
                                      <p:to>
                                        <p:strVal val="visible"/>
                                      </p:to>
                                    </p:set>
                                    <p:animEffect filter="fade" transition="in">
                                      <p:cBhvr>
                                        <p:cTn dur="500"/>
                                        <p:tgtEl>
                                          <p:spTgt spid="8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86"/>
                                        </p:tgtEl>
                                        <p:attrNameLst>
                                          <p:attrName>style.visibility</p:attrName>
                                        </p:attrNameLst>
                                      </p:cBhvr>
                                      <p:to>
                                        <p:strVal val="visible"/>
                                      </p:to>
                                    </p:set>
                                    <p:animEffect filter="fade" transition="in">
                                      <p:cBhvr>
                                        <p:cTn dur="500"/>
                                        <p:tgtEl>
                                          <p:spTgt spid="81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82"/>
                                        </p:tgtEl>
                                        <p:attrNameLst>
                                          <p:attrName>style.visibility</p:attrName>
                                        </p:attrNameLst>
                                      </p:cBhvr>
                                      <p:to>
                                        <p:strVal val="visible"/>
                                      </p:to>
                                    </p:set>
                                    <p:animEffect filter="fade" transition="in">
                                      <p:cBhvr>
                                        <p:cTn dur="500"/>
                                        <p:tgtEl>
                                          <p:spTgt spid="8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0"/>
                                        </p:tgtEl>
                                        <p:attrNameLst>
                                          <p:attrName>style.visibility</p:attrName>
                                        </p:attrNameLst>
                                      </p:cBhvr>
                                      <p:to>
                                        <p:strVal val="visible"/>
                                      </p:to>
                                    </p:set>
                                    <p:animEffect filter="fade" transition="in">
                                      <p:cBhvr>
                                        <p:cTn dur="500"/>
                                        <p:tgtEl>
                                          <p:spTgt spid="8190"/>
                                        </p:tgtEl>
                                      </p:cBhvr>
                                    </p:animEffect>
                                  </p:childTnLst>
                                </p:cTn>
                              </p:par>
                              <p:par>
                                <p:cTn fill="hold" nodeType="withEffect" presetClass="entr" presetID="10" presetSubtype="0">
                                  <p:stCondLst>
                                    <p:cond delay="0"/>
                                  </p:stCondLst>
                                  <p:childTnLst>
                                    <p:set>
                                      <p:cBhvr>
                                        <p:cTn dur="1" fill="hold">
                                          <p:stCondLst>
                                            <p:cond delay="0"/>
                                          </p:stCondLst>
                                        </p:cTn>
                                        <p:tgtEl>
                                          <p:spTgt spid="8196"/>
                                        </p:tgtEl>
                                        <p:attrNameLst>
                                          <p:attrName>style.visibility</p:attrName>
                                        </p:attrNameLst>
                                      </p:cBhvr>
                                      <p:to>
                                        <p:strVal val="visible"/>
                                      </p:to>
                                    </p:set>
                                    <p:animEffect filter="fade" transition="in">
                                      <p:cBhvr>
                                        <p:cTn dur="500"/>
                                        <p:tgtEl>
                                          <p:spTgt spid="8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93"/>
                                        </p:tgtEl>
                                        <p:attrNameLst>
                                          <p:attrName>style.visibility</p:attrName>
                                        </p:attrNameLst>
                                      </p:cBhvr>
                                      <p:to>
                                        <p:strVal val="visible"/>
                                      </p:to>
                                    </p:set>
                                    <p:animEffect filter="fade" transition="in">
                                      <p:cBhvr>
                                        <p:cTn dur="500"/>
                                        <p:tgtEl>
                                          <p:spTgt spid="81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98"/>
                                        </p:tgtEl>
                                        <p:attrNameLst>
                                          <p:attrName>style.visibility</p:attrName>
                                        </p:attrNameLst>
                                      </p:cBhvr>
                                      <p:to>
                                        <p:strVal val="visible"/>
                                      </p:to>
                                    </p:set>
                                    <p:animEffect filter="fade" transition="in">
                                      <p:cBhvr>
                                        <p:cTn dur="500"/>
                                        <p:tgtEl>
                                          <p:spTgt spid="8198"/>
                                        </p:tgtEl>
                                      </p:cBhvr>
                                    </p:animEffect>
                                  </p:childTnLst>
                                </p:cTn>
                              </p:par>
                              <p:par>
                                <p:cTn fill="hold" nodeType="withEffect" presetClass="entr" presetID="10" presetSubtype="0">
                                  <p:stCondLst>
                                    <p:cond delay="0"/>
                                  </p:stCondLst>
                                  <p:childTnLst>
                                    <p:set>
                                      <p:cBhvr>
                                        <p:cTn dur="1" fill="hold">
                                          <p:stCondLst>
                                            <p:cond delay="0"/>
                                          </p:stCondLst>
                                        </p:cTn>
                                        <p:tgtEl>
                                          <p:spTgt spid="8197"/>
                                        </p:tgtEl>
                                        <p:attrNameLst>
                                          <p:attrName>style.visibility</p:attrName>
                                        </p:attrNameLst>
                                      </p:cBhvr>
                                      <p:to>
                                        <p:strVal val="visible"/>
                                      </p:to>
                                    </p:set>
                                    <p:animEffect filter="fade" transition="in">
                                      <p:cBhvr>
                                        <p:cTn dur="500"/>
                                        <p:tgtEl>
                                          <p:spTgt spid="819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203"/>
                                        </p:tgtEl>
                                        <p:attrNameLst>
                                          <p:attrName>style.visibility</p:attrName>
                                        </p:attrNameLst>
                                      </p:cBhvr>
                                      <p:to>
                                        <p:strVal val="visible"/>
                                      </p:to>
                                    </p:set>
                                    <p:animEffect filter="fade" transition="in">
                                      <p:cBhvr>
                                        <p:cTn dur="500"/>
                                        <p:tgtEl>
                                          <p:spTgt spid="8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4"/>
                                        </p:tgtEl>
                                        <p:attrNameLst>
                                          <p:attrName>style.visibility</p:attrName>
                                        </p:attrNameLst>
                                      </p:cBhvr>
                                      <p:to>
                                        <p:strVal val="visible"/>
                                      </p:to>
                                    </p:set>
                                    <p:animEffect filter="fade" transition="in">
                                      <p:cBhvr>
                                        <p:cTn dur="500"/>
                                        <p:tgtEl>
                                          <p:spTgt spid="8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0" name="Shape 8250"/>
        <p:cNvGrpSpPr/>
        <p:nvPr/>
      </p:nvGrpSpPr>
      <p:grpSpPr>
        <a:xfrm>
          <a:off x="0" y="0"/>
          <a:ext cx="0" cy="0"/>
          <a:chOff x="0" y="0"/>
          <a:chExt cx="0" cy="0"/>
        </a:xfrm>
      </p:grpSpPr>
      <p:sp>
        <p:nvSpPr>
          <p:cNvPr id="8251" name="Google Shape;8251;p128"/>
          <p:cNvSpPr txBox="1"/>
          <p:nvPr>
            <p:ph type="title"/>
          </p:nvPr>
        </p:nvSpPr>
        <p:spPr>
          <a:xfrm>
            <a:off x="812800" y="2467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from slow start to congestion avoidance</a:t>
            </a:r>
            <a:endParaRPr b="0" sz="4400"/>
          </a:p>
        </p:txBody>
      </p:sp>
      <p:sp>
        <p:nvSpPr>
          <p:cNvPr id="8252" name="Google Shape;8252;p128"/>
          <p:cNvSpPr txBox="1"/>
          <p:nvPr/>
        </p:nvSpPr>
        <p:spPr>
          <a:xfrm>
            <a:off x="952500" y="1382665"/>
            <a:ext cx="5054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when should the exponential increase switch to linear? </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when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gets to 1/2 of its value before timeout.</a:t>
            </a:r>
            <a:endParaRPr/>
          </a:p>
        </p:txBody>
      </p:sp>
      <p:sp>
        <p:nvSpPr>
          <p:cNvPr id="8253" name="Google Shape;8253;p128"/>
          <p:cNvSpPr txBox="1"/>
          <p:nvPr/>
        </p:nvSpPr>
        <p:spPr>
          <a:xfrm>
            <a:off x="952500" y="3528965"/>
            <a:ext cx="4927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Implementation:</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variable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ourier New"/>
                <a:ea typeface="Courier New"/>
                <a:cs typeface="Courier New"/>
                <a:sym typeface="Courier New"/>
              </a:rPr>
              <a:t> </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on loss event,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alibri"/>
                <a:ea typeface="Calibri"/>
                <a:cs typeface="Calibri"/>
                <a:sym typeface="Calibri"/>
              </a:rPr>
              <a:t> is set to 1/2 of </a:t>
            </a:r>
            <a:r>
              <a:rPr b="1" i="0" lang="en-US" sz="2400" u="none" cap="none" strike="noStrike">
                <a:solidFill>
                  <a:srgbClr val="000000"/>
                </a:solidFill>
                <a:latin typeface="Courier New"/>
                <a:ea typeface="Courier New"/>
                <a:cs typeface="Courier New"/>
                <a:sym typeface="Courier New"/>
              </a:rPr>
              <a:t>cwnd</a:t>
            </a:r>
            <a:r>
              <a:rPr b="0"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alibri"/>
                <a:ea typeface="Calibri"/>
                <a:cs typeface="Calibri"/>
                <a:sym typeface="Calibri"/>
              </a:rPr>
              <a:t>just before loss event</a:t>
            </a:r>
            <a:endParaRPr/>
          </a:p>
        </p:txBody>
      </p:sp>
      <p:pic>
        <p:nvPicPr>
          <p:cNvPr id="8254" name="Google Shape;8254;p128"/>
          <p:cNvPicPr preferRelativeResize="0"/>
          <p:nvPr/>
        </p:nvPicPr>
        <p:blipFill rotWithShape="1">
          <a:blip r:embed="rId3">
            <a:alphaModFix/>
          </a:blip>
          <a:srcRect b="0" l="0" r="0" t="0"/>
          <a:stretch/>
        </p:blipFill>
        <p:spPr>
          <a:xfrm>
            <a:off x="6021387" y="1889345"/>
            <a:ext cx="5536882" cy="3157538"/>
          </a:xfrm>
          <a:prstGeom prst="rect">
            <a:avLst/>
          </a:prstGeom>
          <a:noFill/>
          <a:ln>
            <a:noFill/>
          </a:ln>
        </p:spPr>
      </p:pic>
      <p:sp>
        <p:nvSpPr>
          <p:cNvPr id="8255" name="Google Shape;8255;p128"/>
          <p:cNvSpPr txBox="1"/>
          <p:nvPr/>
        </p:nvSpPr>
        <p:spPr>
          <a:xfrm>
            <a:off x="1143000" y="6135312"/>
            <a:ext cx="97567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8256" name="Google Shape;8256;p128"/>
          <p:cNvSpPr/>
          <p:nvPr/>
        </p:nvSpPr>
        <p:spPr>
          <a:xfrm>
            <a:off x="7851775" y="3825875"/>
            <a:ext cx="850900" cy="200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7" name="Google Shape;8257;p128"/>
          <p:cNvSpPr/>
          <p:nvPr/>
        </p:nvSpPr>
        <p:spPr>
          <a:xfrm>
            <a:off x="7677150" y="3924300"/>
            <a:ext cx="850900" cy="457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258" name="Google Shape;8258;p128"/>
          <p:cNvPicPr preferRelativeResize="0"/>
          <p:nvPr/>
        </p:nvPicPr>
        <p:blipFill rotWithShape="1">
          <a:blip r:embed="rId4">
            <a:alphaModFix/>
          </a:blip>
          <a:srcRect b="0" l="0" r="0" t="0"/>
          <a:stretch/>
        </p:blipFill>
        <p:spPr>
          <a:xfrm>
            <a:off x="10020300" y="3804496"/>
            <a:ext cx="1003300" cy="234103"/>
          </a:xfrm>
          <a:prstGeom prst="rect">
            <a:avLst/>
          </a:prstGeom>
          <a:noFill/>
          <a:ln>
            <a:noFill/>
          </a:ln>
        </p:spPr>
      </p:pic>
      <p:sp>
        <p:nvSpPr>
          <p:cNvPr id="8259" name="Google Shape;8259;p128"/>
          <p:cNvSpPr/>
          <p:nvPr/>
        </p:nvSpPr>
        <p:spPr>
          <a:xfrm>
            <a:off x="9194800" y="1892300"/>
            <a:ext cx="2133600" cy="248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60" name="Google Shape;8260;p128"/>
          <p:cNvSpPr txBox="1"/>
          <p:nvPr/>
        </p:nvSpPr>
        <p:spPr>
          <a:xfrm>
            <a:off x="9067800" y="2197100"/>
            <a:ext cx="3113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X</a:t>
            </a:r>
            <a:endParaRPr/>
          </a:p>
        </p:txBody>
      </p:sp>
      <p:sp>
        <p:nvSpPr>
          <p:cNvPr id="8261" name="Google Shape;8261;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3"/>
                                        </p:tgtEl>
                                        <p:attrNameLst>
                                          <p:attrName>style.visibility</p:attrName>
                                        </p:attrNameLst>
                                      </p:cBhvr>
                                      <p:to>
                                        <p:strVal val="visible"/>
                                      </p:to>
                                    </p:set>
                                    <p:animEffect filter="fade" transition="in">
                                      <p:cBhvr>
                                        <p:cTn dur="500"/>
                                        <p:tgtEl>
                                          <p:spTgt spid="8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59"/>
                                        </p:tgtEl>
                                      </p:cBhvr>
                                    </p:animEffect>
                                    <p:set>
                                      <p:cBhvr>
                                        <p:cTn dur="1" fill="hold">
                                          <p:stCondLst>
                                            <p:cond delay="500"/>
                                          </p:stCondLst>
                                        </p:cTn>
                                        <p:tgtEl>
                                          <p:spTgt spid="82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5"/>
                                        </p:tgtEl>
                                        <p:attrNameLst>
                                          <p:attrName>style.visibility</p:attrName>
                                        </p:attrNameLst>
                                      </p:cBhvr>
                                      <p:to>
                                        <p:strVal val="visible"/>
                                      </p:to>
                                    </p:set>
                                    <p:animEffect filter="fade" transition="in">
                                      <p:cBhvr>
                                        <p:cTn dur="500"/>
                                        <p:tgtEl>
                                          <p:spTgt spid="8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6" name="Shape 8266"/>
        <p:cNvGrpSpPr/>
        <p:nvPr/>
      </p:nvGrpSpPr>
      <p:grpSpPr>
        <a:xfrm>
          <a:off x="0" y="0"/>
          <a:ext cx="0" cy="0"/>
          <a:chOff x="0" y="0"/>
          <a:chExt cx="0" cy="0"/>
        </a:xfrm>
      </p:grpSpPr>
      <p:sp>
        <p:nvSpPr>
          <p:cNvPr id="8267" name="Google Shape;8267;p129"/>
          <p:cNvSpPr txBox="1"/>
          <p:nvPr>
            <p:ph type="title"/>
          </p:nvPr>
        </p:nvSpPr>
        <p:spPr>
          <a:xfrm>
            <a:off x="812800" y="232962"/>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Summary: TCP congestion control</a:t>
            </a:r>
            <a:endParaRPr b="0" sz="4400"/>
          </a:p>
        </p:txBody>
      </p:sp>
      <p:grpSp>
        <p:nvGrpSpPr>
          <p:cNvPr id="8268" name="Google Shape;8268;p129"/>
          <p:cNvGrpSpPr/>
          <p:nvPr/>
        </p:nvGrpSpPr>
        <p:grpSpPr>
          <a:xfrm>
            <a:off x="5041900" y="2967944"/>
            <a:ext cx="2133600" cy="814388"/>
            <a:chOff x="2168" y="1727"/>
            <a:chExt cx="1344" cy="513"/>
          </a:xfrm>
        </p:grpSpPr>
        <p:grpSp>
          <p:nvGrpSpPr>
            <p:cNvPr id="8269" name="Google Shape;8269;p129"/>
            <p:cNvGrpSpPr/>
            <p:nvPr/>
          </p:nvGrpSpPr>
          <p:grpSpPr>
            <a:xfrm>
              <a:off x="2280" y="1727"/>
              <a:ext cx="1118" cy="513"/>
              <a:chOff x="2280" y="1727"/>
              <a:chExt cx="1118" cy="513"/>
            </a:xfrm>
          </p:grpSpPr>
          <p:sp>
            <p:nvSpPr>
              <p:cNvPr id="8270" name="Google Shape;8270;p129"/>
              <p:cNvSpPr txBox="1"/>
              <p:nvPr/>
            </p:nvSpPr>
            <p:spPr>
              <a:xfrm>
                <a:off x="2640" y="1727"/>
                <a:ext cx="377"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timeout</a:t>
                </a:r>
                <a:endParaRPr/>
              </a:p>
            </p:txBody>
          </p:sp>
          <p:sp>
            <p:nvSpPr>
              <p:cNvPr id="8271" name="Google Shape;8271;p129"/>
              <p:cNvSpPr txBox="1"/>
              <p:nvPr/>
            </p:nvSpPr>
            <p:spPr>
              <a:xfrm>
                <a:off x="2280" y="1838"/>
                <a:ext cx="1118" cy="40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ssthresh = cwnd/2</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 1 MSS</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dupACKcount = 0</a:t>
                </a:r>
                <a:endParaRPr/>
              </a:p>
              <a:p>
                <a:pPr indent="0" lvl="0" marL="0" marR="0" rtl="0" algn="ctr">
                  <a:lnSpc>
                    <a:spcPct val="85000"/>
                  </a:lnSpc>
                  <a:spcBef>
                    <a:spcPts val="0"/>
                  </a:spcBef>
                  <a:spcAft>
                    <a:spcPts val="0"/>
                  </a:spcAft>
                  <a:buClr>
                    <a:srgbClr val="000099"/>
                  </a:buClr>
                  <a:buSzPts val="1000"/>
                  <a:buFont typeface="Arial"/>
                  <a:buNone/>
                </a:pPr>
                <a:r>
                  <a:rPr b="0" i="1" lang="en-US" sz="1000" u="none" cap="none" strike="noStrike">
                    <a:solidFill>
                      <a:srgbClr val="000099"/>
                    </a:solidFill>
                    <a:latin typeface="Arial"/>
                    <a:ea typeface="Arial"/>
                    <a:cs typeface="Arial"/>
                    <a:sym typeface="Arial"/>
                  </a:rPr>
                  <a:t>retransmit missing segment</a:t>
                </a:r>
                <a:r>
                  <a:rPr b="0" i="0" lang="en-US" sz="1200" u="none" cap="none" strike="noStrike">
                    <a:solidFill>
                      <a:srgbClr val="000000"/>
                    </a:solidFill>
                    <a:latin typeface="Arial"/>
                    <a:ea typeface="Arial"/>
                    <a:cs typeface="Arial"/>
                    <a:sym typeface="Arial"/>
                  </a:rPr>
                  <a:t> </a:t>
                </a:r>
                <a:endParaRPr/>
              </a:p>
            </p:txBody>
          </p:sp>
          <p:cxnSp>
            <p:nvCxnSpPr>
              <p:cNvPr id="8272" name="Google Shape;8272;p129"/>
              <p:cNvCxnSpPr/>
              <p:nvPr/>
            </p:nvCxnSpPr>
            <p:spPr>
              <a:xfrm>
                <a:off x="2491" y="1857"/>
                <a:ext cx="697" cy="0"/>
              </a:xfrm>
              <a:prstGeom prst="straightConnector1">
                <a:avLst/>
              </a:prstGeom>
              <a:noFill/>
              <a:ln cap="flat" cmpd="sng" w="9525">
                <a:solidFill>
                  <a:srgbClr val="000000"/>
                </a:solidFill>
                <a:prstDash val="solid"/>
                <a:round/>
                <a:headEnd len="med" w="med" type="none"/>
                <a:tailEnd len="med" w="med" type="none"/>
              </a:ln>
            </p:spPr>
          </p:cxnSp>
        </p:grpSp>
        <p:cxnSp>
          <p:nvCxnSpPr>
            <p:cNvPr id="8273" name="Google Shape;8273;p129"/>
            <p:cNvCxnSpPr/>
            <p:nvPr/>
          </p:nvCxnSpPr>
          <p:spPr>
            <a:xfrm rot="10800000">
              <a:off x="2168" y="1734"/>
              <a:ext cx="1344" cy="0"/>
            </a:xfrm>
            <a:prstGeom prst="straightConnector1">
              <a:avLst/>
            </a:prstGeom>
            <a:noFill/>
            <a:ln cap="flat" cmpd="sng" w="9525">
              <a:solidFill>
                <a:srgbClr val="000000"/>
              </a:solidFill>
              <a:prstDash val="solid"/>
              <a:round/>
              <a:headEnd len="med" w="med" type="none"/>
              <a:tailEnd len="med" w="med" type="triangle"/>
            </a:ln>
          </p:spPr>
        </p:cxnSp>
      </p:grpSp>
      <p:grpSp>
        <p:nvGrpSpPr>
          <p:cNvPr id="8274" name="Google Shape;8274;p129"/>
          <p:cNvGrpSpPr/>
          <p:nvPr/>
        </p:nvGrpSpPr>
        <p:grpSpPr>
          <a:xfrm>
            <a:off x="5072063" y="2491694"/>
            <a:ext cx="2133600" cy="398463"/>
            <a:chOff x="2187" y="1427"/>
            <a:chExt cx="1344" cy="251"/>
          </a:xfrm>
        </p:grpSpPr>
        <p:cxnSp>
          <p:nvCxnSpPr>
            <p:cNvPr id="8275" name="Google Shape;8275;p129"/>
            <p:cNvCxnSpPr/>
            <p:nvPr/>
          </p:nvCxnSpPr>
          <p:spPr>
            <a:xfrm rot="10800000">
              <a:off x="2187" y="1673"/>
              <a:ext cx="1344" cy="0"/>
            </a:xfrm>
            <a:prstGeom prst="straightConnector1">
              <a:avLst/>
            </a:prstGeom>
            <a:noFill/>
            <a:ln cap="flat" cmpd="sng" w="9525">
              <a:solidFill>
                <a:srgbClr val="000000"/>
              </a:solidFill>
              <a:prstDash val="solid"/>
              <a:round/>
              <a:headEnd len="med" w="med" type="triangle"/>
              <a:tailEnd len="med" w="med" type="none"/>
            </a:ln>
          </p:spPr>
        </p:cxnSp>
        <p:sp>
          <p:nvSpPr>
            <p:cNvPr id="8276" name="Google Shape;8276;p129"/>
            <p:cNvSpPr txBox="1"/>
            <p:nvPr/>
          </p:nvSpPr>
          <p:spPr>
            <a:xfrm>
              <a:off x="2740" y="1543"/>
              <a:ext cx="171" cy="13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00"/>
                <a:buFont typeface="Noto Sans Symbols"/>
                <a:buNone/>
              </a:pPr>
              <a:r>
                <a:rPr b="0" i="0" lang="en-US" sz="1000" u="none" cap="none" strike="noStrike">
                  <a:solidFill>
                    <a:srgbClr val="000000"/>
                  </a:solidFill>
                  <a:latin typeface="Noto Sans Symbols"/>
                  <a:ea typeface="Noto Sans Symbols"/>
                  <a:cs typeface="Noto Sans Symbols"/>
                  <a:sym typeface="Noto Sans Symbols"/>
                </a:rPr>
                <a:t>Λ</a:t>
              </a:r>
              <a:endParaRPr b="0" i="0" sz="1200" u="none" cap="none" strike="noStrike">
                <a:solidFill>
                  <a:srgbClr val="000000"/>
                </a:solidFill>
                <a:latin typeface="Noto Sans Symbols"/>
                <a:ea typeface="Noto Sans Symbols"/>
                <a:cs typeface="Noto Sans Symbols"/>
                <a:sym typeface="Noto Sans Symbols"/>
              </a:endParaRPr>
            </a:p>
          </p:txBody>
        </p:sp>
        <p:cxnSp>
          <p:nvCxnSpPr>
            <p:cNvPr id="8277" name="Google Shape;8277;p129"/>
            <p:cNvCxnSpPr/>
            <p:nvPr/>
          </p:nvCxnSpPr>
          <p:spPr>
            <a:xfrm>
              <a:off x="2572" y="1554"/>
              <a:ext cx="535" cy="0"/>
            </a:xfrm>
            <a:prstGeom prst="straightConnector1">
              <a:avLst/>
            </a:prstGeom>
            <a:noFill/>
            <a:ln cap="flat" cmpd="sng" w="9525">
              <a:solidFill>
                <a:srgbClr val="000000"/>
              </a:solidFill>
              <a:prstDash val="solid"/>
              <a:round/>
              <a:headEnd len="med" w="med" type="none"/>
              <a:tailEnd len="med" w="med" type="none"/>
            </a:ln>
          </p:spPr>
        </p:cxnSp>
        <p:grpSp>
          <p:nvGrpSpPr>
            <p:cNvPr id="8278" name="Google Shape;8278;p129"/>
            <p:cNvGrpSpPr/>
            <p:nvPr/>
          </p:nvGrpSpPr>
          <p:grpSpPr>
            <a:xfrm>
              <a:off x="2486" y="1427"/>
              <a:ext cx="694" cy="154"/>
              <a:chOff x="2458" y="1450"/>
              <a:chExt cx="694" cy="154"/>
            </a:xfrm>
          </p:grpSpPr>
          <p:sp>
            <p:nvSpPr>
              <p:cNvPr id="8279" name="Google Shape;8279;p129"/>
              <p:cNvSpPr txBox="1"/>
              <p:nvPr/>
            </p:nvSpPr>
            <p:spPr>
              <a:xfrm>
                <a:off x="2458" y="1450"/>
                <a:ext cx="69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&gt; ssthresh</a:t>
                </a:r>
                <a:endParaRPr/>
              </a:p>
            </p:txBody>
          </p:sp>
          <p:cxnSp>
            <p:nvCxnSpPr>
              <p:cNvPr id="8280" name="Google Shape;8280;p129"/>
              <p:cNvCxnSpPr/>
              <p:nvPr/>
            </p:nvCxnSpPr>
            <p:spPr>
              <a:xfrm>
                <a:off x="2724" y="1557"/>
                <a:ext cx="47"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281" name="Google Shape;8281;p129"/>
          <p:cNvGrpSpPr/>
          <p:nvPr/>
        </p:nvGrpSpPr>
        <p:grpSpPr>
          <a:xfrm>
            <a:off x="7118352" y="1429657"/>
            <a:ext cx="2782888" cy="2398713"/>
            <a:chOff x="3476" y="786"/>
            <a:chExt cx="1753" cy="1511"/>
          </a:xfrm>
        </p:grpSpPr>
        <p:grpSp>
          <p:nvGrpSpPr>
            <p:cNvPr id="8282" name="Google Shape;8282;p129"/>
            <p:cNvGrpSpPr/>
            <p:nvPr/>
          </p:nvGrpSpPr>
          <p:grpSpPr>
            <a:xfrm>
              <a:off x="3602" y="1330"/>
              <a:ext cx="820" cy="754"/>
              <a:chOff x="2293" y="2021"/>
              <a:chExt cx="820" cy="754"/>
            </a:xfrm>
          </p:grpSpPr>
          <p:sp>
            <p:nvSpPr>
              <p:cNvPr id="8283" name="Google Shape;8283;p129"/>
              <p:cNvSpPr/>
              <p:nvPr/>
            </p:nvSpPr>
            <p:spPr>
              <a:xfrm>
                <a:off x="2293" y="2021"/>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84" name="Google Shape;8284;p129"/>
              <p:cNvSpPr txBox="1"/>
              <p:nvPr/>
            </p:nvSpPr>
            <p:spPr>
              <a:xfrm>
                <a:off x="2294" y="2191"/>
                <a:ext cx="819" cy="5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congestion</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avoidance </a:t>
                </a:r>
                <a:endParaRPr/>
              </a:p>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p:txBody>
          </p:sp>
        </p:grpSp>
        <p:grpSp>
          <p:nvGrpSpPr>
            <p:cNvPr id="8285" name="Google Shape;8285;p129"/>
            <p:cNvGrpSpPr/>
            <p:nvPr/>
          </p:nvGrpSpPr>
          <p:grpSpPr>
            <a:xfrm>
              <a:off x="3476" y="786"/>
              <a:ext cx="1496" cy="575"/>
              <a:chOff x="3499" y="904"/>
              <a:chExt cx="1496" cy="575"/>
            </a:xfrm>
          </p:grpSpPr>
          <p:sp>
            <p:nvSpPr>
              <p:cNvPr id="8286" name="Google Shape;8286;p129"/>
              <p:cNvSpPr txBox="1"/>
              <p:nvPr/>
            </p:nvSpPr>
            <p:spPr>
              <a:xfrm>
                <a:off x="3499" y="1037"/>
                <a:ext cx="1496" cy="44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    (MSS/cwnd)</a:t>
                </a:r>
                <a:endParaRPr/>
              </a:p>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ctr">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287" name="Google Shape;8287;p129"/>
              <p:cNvCxnSpPr/>
              <p:nvPr/>
            </p:nvCxnSpPr>
            <p:spPr>
              <a:xfrm>
                <a:off x="3976" y="1054"/>
                <a:ext cx="535" cy="0"/>
              </a:xfrm>
              <a:prstGeom prst="straightConnector1">
                <a:avLst/>
              </a:prstGeom>
              <a:noFill/>
              <a:ln cap="flat" cmpd="sng" w="9525">
                <a:solidFill>
                  <a:srgbClr val="000000"/>
                </a:solidFill>
                <a:prstDash val="solid"/>
                <a:round/>
                <a:headEnd len="med" w="med" type="none"/>
                <a:tailEnd len="med" w="med" type="none"/>
              </a:ln>
            </p:spPr>
          </p:cxnSp>
          <p:sp>
            <p:nvSpPr>
              <p:cNvPr id="8288" name="Google Shape;8288;p129"/>
              <p:cNvSpPr txBox="1"/>
              <p:nvPr/>
            </p:nvSpPr>
            <p:spPr>
              <a:xfrm>
                <a:off x="3974" y="915"/>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sp>
            <p:nvSpPr>
              <p:cNvPr id="8289" name="Google Shape;8289;p129"/>
              <p:cNvSpPr txBox="1"/>
              <p:nvPr/>
            </p:nvSpPr>
            <p:spPr>
              <a:xfrm>
                <a:off x="4311" y="904"/>
                <a:ext cx="173"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a:t>
                </a:r>
                <a:endParaRPr/>
              </a:p>
            </p:txBody>
          </p:sp>
        </p:grpSp>
        <p:sp>
          <p:nvSpPr>
            <p:cNvPr id="8290" name="Google Shape;8290;p129"/>
            <p:cNvSpPr/>
            <p:nvPr/>
          </p:nvSpPr>
          <p:spPr>
            <a:xfrm rot="9705213">
              <a:off x="4212" y="1145"/>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291" name="Google Shape;8291;p129"/>
            <p:cNvGrpSpPr/>
            <p:nvPr/>
          </p:nvGrpSpPr>
          <p:grpSpPr>
            <a:xfrm>
              <a:off x="4489" y="1909"/>
              <a:ext cx="740" cy="388"/>
              <a:chOff x="4254" y="2922"/>
              <a:chExt cx="740" cy="388"/>
            </a:xfrm>
          </p:grpSpPr>
          <p:sp>
            <p:nvSpPr>
              <p:cNvPr id="8292" name="Google Shape;8292;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293" name="Google Shape;8293;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294" name="Google Shape;8294;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295" name="Google Shape;8295;p129"/>
            <p:cNvSpPr/>
            <p:nvPr/>
          </p:nvSpPr>
          <p:spPr>
            <a:xfrm rot="-7516021">
              <a:off x="4290" y="1673"/>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296" name="Google Shape;8296;p129"/>
          <p:cNvGrpSpPr/>
          <p:nvPr/>
        </p:nvGrpSpPr>
        <p:grpSpPr>
          <a:xfrm>
            <a:off x="5629276" y="4880882"/>
            <a:ext cx="3417888" cy="1758950"/>
            <a:chOff x="2538" y="2960"/>
            <a:chExt cx="2153" cy="1108"/>
          </a:xfrm>
        </p:grpSpPr>
        <p:grpSp>
          <p:nvGrpSpPr>
            <p:cNvPr id="8297" name="Google Shape;8297;p129"/>
            <p:cNvGrpSpPr/>
            <p:nvPr/>
          </p:nvGrpSpPr>
          <p:grpSpPr>
            <a:xfrm>
              <a:off x="2538" y="2960"/>
              <a:ext cx="800" cy="767"/>
              <a:chOff x="2454" y="3045"/>
              <a:chExt cx="800" cy="767"/>
            </a:xfrm>
          </p:grpSpPr>
          <p:sp>
            <p:nvSpPr>
              <p:cNvPr id="8298" name="Google Shape;8298;p129"/>
              <p:cNvSpPr/>
              <p:nvPr/>
            </p:nvSpPr>
            <p:spPr>
              <a:xfrm>
                <a:off x="2454" y="3045"/>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99" name="Google Shape;8299;p129"/>
              <p:cNvSpPr txBox="1"/>
              <p:nvPr/>
            </p:nvSpPr>
            <p:spPr>
              <a:xfrm>
                <a:off x="2794" y="3212"/>
                <a:ext cx="161"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sp>
            <p:nvSpPr>
              <p:cNvPr id="8300" name="Google Shape;8300;p129"/>
              <p:cNvSpPr txBox="1"/>
              <p:nvPr/>
            </p:nvSpPr>
            <p:spPr>
              <a:xfrm>
                <a:off x="2466" y="3172"/>
                <a:ext cx="780" cy="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fast</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recovery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grpSp>
        <p:sp>
          <p:nvSpPr>
            <p:cNvPr id="8301" name="Google Shape;8301;p129"/>
            <p:cNvSpPr/>
            <p:nvPr/>
          </p:nvSpPr>
          <p:spPr>
            <a:xfrm>
              <a:off x="2775" y="3708"/>
              <a:ext cx="384" cy="161"/>
            </a:xfrm>
            <a:custGeom>
              <a:rect b="b" l="l" r="r" t="t"/>
              <a:pathLst>
                <a:path extrusionOk="0" h="161" w="384">
                  <a:moveTo>
                    <a:pt x="317" y="0"/>
                  </a:moveTo>
                  <a:cubicBezTo>
                    <a:pt x="384" y="42"/>
                    <a:pt x="378" y="149"/>
                    <a:pt x="189" y="155"/>
                  </a:cubicBezTo>
                  <a:cubicBezTo>
                    <a:pt x="0" y="161"/>
                    <a:pt x="3" y="87"/>
                    <a:pt x="59" y="13"/>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02" name="Google Shape;8302;p129"/>
            <p:cNvGrpSpPr/>
            <p:nvPr/>
          </p:nvGrpSpPr>
          <p:grpSpPr>
            <a:xfrm>
              <a:off x="3191" y="3592"/>
              <a:ext cx="1500" cy="476"/>
              <a:chOff x="3542" y="3496"/>
              <a:chExt cx="1500" cy="476"/>
            </a:xfrm>
          </p:grpSpPr>
          <p:sp>
            <p:nvSpPr>
              <p:cNvPr id="8303" name="Google Shape;8303;p129"/>
              <p:cNvSpPr txBox="1"/>
              <p:nvPr/>
            </p:nvSpPr>
            <p:spPr>
              <a:xfrm>
                <a:off x="3546" y="3632"/>
                <a:ext cx="1496" cy="34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808080"/>
                  </a:solidFill>
                  <a:latin typeface="Arial"/>
                  <a:ea typeface="Arial"/>
                  <a:cs typeface="Arial"/>
                  <a:sym typeface="Arial"/>
                </a:endParaRPr>
              </a:p>
            </p:txBody>
          </p:sp>
          <p:cxnSp>
            <p:nvCxnSpPr>
              <p:cNvPr id="8304" name="Google Shape;8304;p129"/>
              <p:cNvCxnSpPr/>
              <p:nvPr/>
            </p:nvCxnSpPr>
            <p:spPr>
              <a:xfrm>
                <a:off x="3600" y="3645"/>
                <a:ext cx="535" cy="0"/>
              </a:xfrm>
              <a:prstGeom prst="straightConnector1">
                <a:avLst/>
              </a:prstGeom>
              <a:noFill/>
              <a:ln cap="flat" cmpd="sng" w="9525">
                <a:solidFill>
                  <a:srgbClr val="000000"/>
                </a:solidFill>
                <a:prstDash val="solid"/>
                <a:round/>
                <a:headEnd len="med" w="med" type="none"/>
                <a:tailEnd len="med" w="med" type="none"/>
              </a:ln>
            </p:spPr>
          </p:cxnSp>
          <p:sp>
            <p:nvSpPr>
              <p:cNvPr id="8305" name="Google Shape;8305;p129"/>
              <p:cNvSpPr txBox="1"/>
              <p:nvPr/>
            </p:nvSpPr>
            <p:spPr>
              <a:xfrm>
                <a:off x="3542" y="3496"/>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grpSp>
      <p:grpSp>
        <p:nvGrpSpPr>
          <p:cNvPr id="8306" name="Google Shape;8306;p129"/>
          <p:cNvGrpSpPr/>
          <p:nvPr/>
        </p:nvGrpSpPr>
        <p:grpSpPr>
          <a:xfrm>
            <a:off x="2427288" y="3561671"/>
            <a:ext cx="3935413" cy="1974851"/>
            <a:chOff x="521" y="2129"/>
            <a:chExt cx="2479" cy="1244"/>
          </a:xfrm>
        </p:grpSpPr>
        <p:grpSp>
          <p:nvGrpSpPr>
            <p:cNvPr id="8307" name="Google Shape;8307;p129"/>
            <p:cNvGrpSpPr/>
            <p:nvPr/>
          </p:nvGrpSpPr>
          <p:grpSpPr>
            <a:xfrm>
              <a:off x="521" y="2818"/>
              <a:ext cx="1205" cy="555"/>
              <a:chOff x="380" y="2768"/>
              <a:chExt cx="1205" cy="555"/>
            </a:xfrm>
          </p:grpSpPr>
          <p:sp>
            <p:nvSpPr>
              <p:cNvPr id="8308" name="Google Shape;8308;p129"/>
              <p:cNvSpPr txBox="1"/>
              <p:nvPr/>
            </p:nvSpPr>
            <p:spPr>
              <a:xfrm>
                <a:off x="380" y="2912"/>
                <a:ext cx="115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808080"/>
                  </a:solidFill>
                  <a:latin typeface="Arial"/>
                  <a:ea typeface="Arial"/>
                  <a:cs typeface="Arial"/>
                  <a:sym typeface="Arial"/>
                </a:endParaRPr>
              </a:p>
            </p:txBody>
          </p:sp>
          <p:cxnSp>
            <p:nvCxnSpPr>
              <p:cNvPr id="8309" name="Google Shape;8309;p129"/>
              <p:cNvCxnSpPr/>
              <p:nvPr/>
            </p:nvCxnSpPr>
            <p:spPr>
              <a:xfrm>
                <a:off x="925" y="2913"/>
                <a:ext cx="535" cy="0"/>
              </a:xfrm>
              <a:prstGeom prst="straightConnector1">
                <a:avLst/>
              </a:prstGeom>
              <a:noFill/>
              <a:ln cap="flat" cmpd="sng" w="9525">
                <a:solidFill>
                  <a:srgbClr val="000000"/>
                </a:solidFill>
                <a:prstDash val="solid"/>
                <a:round/>
                <a:headEnd len="med" w="med" type="none"/>
                <a:tailEnd len="med" w="med" type="none"/>
              </a:ln>
            </p:spPr>
          </p:cxnSp>
          <p:sp>
            <p:nvSpPr>
              <p:cNvPr id="8310" name="Google Shape;8310;p129"/>
              <p:cNvSpPr txBox="1"/>
              <p:nvPr/>
            </p:nvSpPr>
            <p:spPr>
              <a:xfrm>
                <a:off x="751" y="2768"/>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grpSp>
          <p:nvGrpSpPr>
            <p:cNvPr id="8311" name="Google Shape;8311;p129"/>
            <p:cNvGrpSpPr/>
            <p:nvPr/>
          </p:nvGrpSpPr>
          <p:grpSpPr>
            <a:xfrm>
              <a:off x="1813" y="2454"/>
              <a:ext cx="1187" cy="550"/>
              <a:chOff x="419" y="2872"/>
              <a:chExt cx="1187" cy="550"/>
            </a:xfrm>
          </p:grpSpPr>
          <p:sp>
            <p:nvSpPr>
              <p:cNvPr id="8312" name="Google Shape;8312;p129"/>
              <p:cNvSpPr txBox="1"/>
              <p:nvPr/>
            </p:nvSpPr>
            <p:spPr>
              <a:xfrm>
                <a:off x="439" y="2872"/>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13" name="Google Shape;8313;p129"/>
              <p:cNvSpPr txBox="1"/>
              <p:nvPr/>
            </p:nvSpPr>
            <p:spPr>
              <a:xfrm>
                <a:off x="419" y="2989"/>
                <a:ext cx="1187" cy="43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14" name="Google Shape;8314;p129"/>
              <p:cNvCxnSpPr/>
              <p:nvPr/>
            </p:nvCxnSpPr>
            <p:spPr>
              <a:xfrm>
                <a:off x="471" y="3014"/>
                <a:ext cx="697" cy="0"/>
              </a:xfrm>
              <a:prstGeom prst="straightConnector1">
                <a:avLst/>
              </a:prstGeom>
              <a:noFill/>
              <a:ln cap="flat" cmpd="sng" w="9525">
                <a:solidFill>
                  <a:srgbClr val="000000"/>
                </a:solidFill>
                <a:prstDash val="solid"/>
                <a:round/>
                <a:headEnd len="med" w="med" type="none"/>
                <a:tailEnd len="med" w="med" type="none"/>
              </a:ln>
            </p:spPr>
          </p:cxnSp>
        </p:grpSp>
        <p:sp>
          <p:nvSpPr>
            <p:cNvPr id="8315" name="Google Shape;8315;p129"/>
            <p:cNvSpPr/>
            <p:nvPr/>
          </p:nvSpPr>
          <p:spPr>
            <a:xfrm>
              <a:off x="1722" y="2129"/>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16" name="Google Shape;8316;p129"/>
            <p:cNvSpPr/>
            <p:nvPr/>
          </p:nvSpPr>
          <p:spPr>
            <a:xfrm>
              <a:off x="1791" y="2146"/>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17" name="Google Shape;8317;p129"/>
          <p:cNvGrpSpPr/>
          <p:nvPr/>
        </p:nvGrpSpPr>
        <p:grpSpPr>
          <a:xfrm>
            <a:off x="6951663" y="3553730"/>
            <a:ext cx="3022600" cy="1963736"/>
            <a:chOff x="3371" y="2124"/>
            <a:chExt cx="1904" cy="1237"/>
          </a:xfrm>
        </p:grpSpPr>
        <p:grpSp>
          <p:nvGrpSpPr>
            <p:cNvPr id="8318" name="Google Shape;8318;p129"/>
            <p:cNvGrpSpPr/>
            <p:nvPr/>
          </p:nvGrpSpPr>
          <p:grpSpPr>
            <a:xfrm>
              <a:off x="4120" y="2796"/>
              <a:ext cx="1155" cy="565"/>
              <a:chOff x="4142" y="2802"/>
              <a:chExt cx="1155" cy="565"/>
            </a:xfrm>
          </p:grpSpPr>
          <p:sp>
            <p:nvSpPr>
              <p:cNvPr id="8319" name="Google Shape;8319;p129"/>
              <p:cNvSpPr txBox="1"/>
              <p:nvPr/>
            </p:nvSpPr>
            <p:spPr>
              <a:xfrm>
                <a:off x="4142" y="2956"/>
                <a:ext cx="1155" cy="41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l">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320" name="Google Shape;8320;p129"/>
              <p:cNvCxnSpPr/>
              <p:nvPr/>
            </p:nvCxnSpPr>
            <p:spPr>
              <a:xfrm>
                <a:off x="4211" y="2950"/>
                <a:ext cx="535" cy="0"/>
              </a:xfrm>
              <a:prstGeom prst="straightConnector1">
                <a:avLst/>
              </a:prstGeom>
              <a:noFill/>
              <a:ln cap="flat" cmpd="sng" w="9525">
                <a:solidFill>
                  <a:srgbClr val="000000"/>
                </a:solidFill>
                <a:prstDash val="solid"/>
                <a:round/>
                <a:headEnd len="med" w="med" type="none"/>
                <a:tailEnd len="med" w="med" type="none"/>
              </a:ln>
            </p:spPr>
          </p:cxnSp>
          <p:sp>
            <p:nvSpPr>
              <p:cNvPr id="8321" name="Google Shape;8321;p129"/>
              <p:cNvSpPr txBox="1"/>
              <p:nvPr/>
            </p:nvSpPr>
            <p:spPr>
              <a:xfrm>
                <a:off x="4154" y="2802"/>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sp>
          <p:nvSpPr>
            <p:cNvPr id="8322" name="Google Shape;8322;p129"/>
            <p:cNvSpPr/>
            <p:nvPr/>
          </p:nvSpPr>
          <p:spPr>
            <a:xfrm flipH="1">
              <a:off x="3371" y="2124"/>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23" name="Google Shape;8323;p129"/>
          <p:cNvGrpSpPr/>
          <p:nvPr/>
        </p:nvGrpSpPr>
        <p:grpSpPr>
          <a:xfrm>
            <a:off x="6716713" y="3579131"/>
            <a:ext cx="1276350" cy="1689099"/>
            <a:chOff x="3223" y="2140"/>
            <a:chExt cx="804" cy="1064"/>
          </a:xfrm>
        </p:grpSpPr>
        <p:sp>
          <p:nvSpPr>
            <p:cNvPr id="8324" name="Google Shape;8324;p129"/>
            <p:cNvSpPr/>
            <p:nvPr/>
          </p:nvSpPr>
          <p:spPr>
            <a:xfrm flipH="1">
              <a:off x="3327" y="2140"/>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25" name="Google Shape;8325;p129"/>
            <p:cNvGrpSpPr/>
            <p:nvPr/>
          </p:nvGrpSpPr>
          <p:grpSpPr>
            <a:xfrm>
              <a:off x="3223" y="2649"/>
              <a:ext cx="785" cy="555"/>
              <a:chOff x="1015" y="3496"/>
              <a:chExt cx="785" cy="555"/>
            </a:xfrm>
          </p:grpSpPr>
          <p:sp>
            <p:nvSpPr>
              <p:cNvPr id="8326" name="Google Shape;8326;p129"/>
              <p:cNvSpPr txBox="1"/>
              <p:nvPr/>
            </p:nvSpPr>
            <p:spPr>
              <a:xfrm>
                <a:off x="1015" y="3640"/>
                <a:ext cx="78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r">
                  <a:lnSpc>
                    <a:spcPct val="80000"/>
                  </a:lnSpc>
                  <a:spcBef>
                    <a:spcPts val="0"/>
                  </a:spcBef>
                  <a:spcAft>
                    <a:spcPts val="0"/>
                  </a:spcAft>
                  <a:buClr>
                    <a:schemeClr val="dk1"/>
                  </a:buClr>
                  <a:buSzPts val="1050"/>
                  <a:buFont typeface="Tahoma"/>
                  <a:buNone/>
                </a:pPr>
                <a:r>
                  <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grpSp>
            <p:nvGrpSpPr>
              <p:cNvPr id="8327" name="Google Shape;8327;p129"/>
              <p:cNvGrpSpPr/>
              <p:nvPr/>
            </p:nvGrpSpPr>
            <p:grpSpPr>
              <a:xfrm>
                <a:off x="1190" y="3496"/>
                <a:ext cx="582" cy="160"/>
                <a:chOff x="1190" y="3496"/>
                <a:chExt cx="582" cy="160"/>
              </a:xfrm>
            </p:grpSpPr>
            <p:cxnSp>
              <p:nvCxnSpPr>
                <p:cNvPr id="8328" name="Google Shape;8328;p129"/>
                <p:cNvCxnSpPr/>
                <p:nvPr/>
              </p:nvCxnSpPr>
              <p:spPr>
                <a:xfrm>
                  <a:off x="1190" y="3641"/>
                  <a:ext cx="535" cy="0"/>
                </a:xfrm>
                <a:prstGeom prst="straightConnector1">
                  <a:avLst/>
                </a:prstGeom>
                <a:noFill/>
                <a:ln cap="flat" cmpd="sng" w="9525">
                  <a:solidFill>
                    <a:srgbClr val="000000"/>
                  </a:solidFill>
                  <a:prstDash val="solid"/>
                  <a:round/>
                  <a:headEnd len="med" w="med" type="none"/>
                  <a:tailEnd len="med" w="med" type="none"/>
                </a:ln>
              </p:spPr>
            </p:cxnSp>
            <p:sp>
              <p:nvSpPr>
                <p:cNvPr id="8329" name="Google Shape;8329;p129"/>
                <p:cNvSpPr txBox="1"/>
                <p:nvPr/>
              </p:nvSpPr>
              <p:spPr>
                <a:xfrm>
                  <a:off x="1287" y="3496"/>
                  <a:ext cx="485" cy="1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grpSp>
      </p:grpSp>
      <p:grpSp>
        <p:nvGrpSpPr>
          <p:cNvPr id="8330" name="Google Shape;8330;p129"/>
          <p:cNvGrpSpPr/>
          <p:nvPr/>
        </p:nvGrpSpPr>
        <p:grpSpPr>
          <a:xfrm>
            <a:off x="2386012" y="1545544"/>
            <a:ext cx="5038723" cy="2706689"/>
            <a:chOff x="495" y="859"/>
            <a:chExt cx="3174" cy="1705"/>
          </a:xfrm>
        </p:grpSpPr>
        <p:grpSp>
          <p:nvGrpSpPr>
            <p:cNvPr id="8331" name="Google Shape;8331;p129"/>
            <p:cNvGrpSpPr/>
            <p:nvPr/>
          </p:nvGrpSpPr>
          <p:grpSpPr>
            <a:xfrm>
              <a:off x="1329" y="1320"/>
              <a:ext cx="800" cy="754"/>
              <a:chOff x="996" y="1773"/>
              <a:chExt cx="800" cy="754"/>
            </a:xfrm>
          </p:grpSpPr>
          <p:sp>
            <p:nvSpPr>
              <p:cNvPr id="8332" name="Google Shape;8332;p129"/>
              <p:cNvSpPr/>
              <p:nvPr/>
            </p:nvSpPr>
            <p:spPr>
              <a:xfrm>
                <a:off x="996" y="1773"/>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33" name="Google Shape;8333;p129"/>
              <p:cNvSpPr txBox="1"/>
              <p:nvPr/>
            </p:nvSpPr>
            <p:spPr>
              <a:xfrm>
                <a:off x="1159" y="1946"/>
                <a:ext cx="485"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slow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start</a:t>
                </a:r>
                <a:endParaRPr/>
              </a:p>
            </p:txBody>
          </p:sp>
        </p:grpSp>
        <p:grpSp>
          <p:nvGrpSpPr>
            <p:cNvPr id="8334" name="Google Shape;8334;p129"/>
            <p:cNvGrpSpPr/>
            <p:nvPr/>
          </p:nvGrpSpPr>
          <p:grpSpPr>
            <a:xfrm>
              <a:off x="496" y="2026"/>
              <a:ext cx="1187" cy="538"/>
              <a:chOff x="384" y="2713"/>
              <a:chExt cx="1187" cy="538"/>
            </a:xfrm>
          </p:grpSpPr>
          <p:sp>
            <p:nvSpPr>
              <p:cNvPr id="8335" name="Google Shape;8335;p129"/>
              <p:cNvSpPr txBox="1"/>
              <p:nvPr/>
            </p:nvSpPr>
            <p:spPr>
              <a:xfrm>
                <a:off x="777" y="2713"/>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36" name="Google Shape;8336;p129"/>
              <p:cNvSpPr txBox="1"/>
              <p:nvPr/>
            </p:nvSpPr>
            <p:spPr>
              <a:xfrm>
                <a:off x="384" y="2840"/>
                <a:ext cx="1187" cy="41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 </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37" name="Google Shape;8337;p129"/>
              <p:cNvCxnSpPr/>
              <p:nvPr/>
            </p:nvCxnSpPr>
            <p:spPr>
              <a:xfrm>
                <a:off x="709" y="2855"/>
                <a:ext cx="535" cy="0"/>
              </a:xfrm>
              <a:prstGeom prst="straightConnector1">
                <a:avLst/>
              </a:prstGeom>
              <a:noFill/>
              <a:ln cap="flat" cmpd="sng" w="9525">
                <a:solidFill>
                  <a:srgbClr val="000000"/>
                </a:solidFill>
                <a:prstDash val="solid"/>
                <a:round/>
                <a:headEnd len="med" w="med" type="none"/>
                <a:tailEnd len="med" w="med" type="none"/>
              </a:ln>
            </p:spPr>
          </p:cxnSp>
        </p:grpSp>
        <p:grpSp>
          <p:nvGrpSpPr>
            <p:cNvPr id="8338" name="Google Shape;8338;p129"/>
            <p:cNvGrpSpPr/>
            <p:nvPr/>
          </p:nvGrpSpPr>
          <p:grpSpPr>
            <a:xfrm>
              <a:off x="2173" y="960"/>
              <a:ext cx="1496" cy="561"/>
              <a:chOff x="2683" y="798"/>
              <a:chExt cx="1496" cy="561"/>
            </a:xfrm>
          </p:grpSpPr>
          <p:sp>
            <p:nvSpPr>
              <p:cNvPr id="8339" name="Google Shape;8339;p129"/>
              <p:cNvSpPr txBox="1"/>
              <p:nvPr/>
            </p:nvSpPr>
            <p:spPr>
              <a:xfrm>
                <a:off x="2683" y="917"/>
                <a:ext cx="1496" cy="44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cwnd+MSS</a:t>
                </a:r>
                <a:endParaRPr/>
              </a:p>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0" name="Google Shape;8340;p129"/>
              <p:cNvCxnSpPr/>
              <p:nvPr/>
            </p:nvCxnSpPr>
            <p:spPr>
              <a:xfrm>
                <a:off x="2744" y="934"/>
                <a:ext cx="535" cy="0"/>
              </a:xfrm>
              <a:prstGeom prst="straightConnector1">
                <a:avLst/>
              </a:prstGeom>
              <a:noFill/>
              <a:ln cap="flat" cmpd="sng" w="9525">
                <a:solidFill>
                  <a:srgbClr val="000000"/>
                </a:solidFill>
                <a:prstDash val="solid"/>
                <a:round/>
                <a:headEnd len="med" w="med" type="none"/>
                <a:tailEnd len="med" w="med" type="none"/>
              </a:ln>
            </p:spPr>
          </p:cxnSp>
          <p:sp>
            <p:nvSpPr>
              <p:cNvPr id="8341" name="Google Shape;8341;p129"/>
              <p:cNvSpPr txBox="1"/>
              <p:nvPr/>
            </p:nvSpPr>
            <p:spPr>
              <a:xfrm>
                <a:off x="2697" y="798"/>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sp>
          <p:nvSpPr>
            <p:cNvPr id="8342" name="Google Shape;8342;p129"/>
            <p:cNvSpPr/>
            <p:nvPr/>
          </p:nvSpPr>
          <p:spPr>
            <a:xfrm>
              <a:off x="1601" y="1129"/>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43" name="Google Shape;8343;p129"/>
            <p:cNvSpPr/>
            <p:nvPr/>
          </p:nvSpPr>
          <p:spPr>
            <a:xfrm rot="2575893">
              <a:off x="1950" y="1316"/>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44" name="Google Shape;8344;p129"/>
            <p:cNvGrpSpPr/>
            <p:nvPr/>
          </p:nvGrpSpPr>
          <p:grpSpPr>
            <a:xfrm>
              <a:off x="1445" y="859"/>
              <a:ext cx="740" cy="388"/>
              <a:chOff x="4254" y="2922"/>
              <a:chExt cx="740" cy="388"/>
            </a:xfrm>
          </p:grpSpPr>
          <p:sp>
            <p:nvSpPr>
              <p:cNvPr id="8345" name="Google Shape;8345;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6" name="Google Shape;8346;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347" name="Google Shape;8347;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348" name="Google Shape;8348;p129"/>
            <p:cNvSpPr/>
            <p:nvPr/>
          </p:nvSpPr>
          <p:spPr>
            <a:xfrm rot="-8222029">
              <a:off x="1204" y="1903"/>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349" name="Google Shape;8349;p129"/>
            <p:cNvCxnSpPr/>
            <p:nvPr/>
          </p:nvCxnSpPr>
          <p:spPr>
            <a:xfrm>
              <a:off x="536" y="1649"/>
              <a:ext cx="752" cy="1"/>
            </a:xfrm>
            <a:prstGeom prst="straightConnector1">
              <a:avLst/>
            </a:prstGeom>
            <a:noFill/>
            <a:ln cap="flat" cmpd="sng" w="9525">
              <a:solidFill>
                <a:srgbClr val="000000"/>
              </a:solidFill>
              <a:prstDash val="dash"/>
              <a:round/>
              <a:headEnd len="med" w="med" type="none"/>
              <a:tailEnd len="med" w="med" type="triangle"/>
            </a:ln>
          </p:spPr>
        </p:cxnSp>
        <p:grpSp>
          <p:nvGrpSpPr>
            <p:cNvPr id="8350" name="Google Shape;8350;p129"/>
            <p:cNvGrpSpPr/>
            <p:nvPr/>
          </p:nvGrpSpPr>
          <p:grpSpPr>
            <a:xfrm>
              <a:off x="495" y="1255"/>
              <a:ext cx="785" cy="429"/>
              <a:chOff x="517" y="936"/>
              <a:chExt cx="785" cy="429"/>
            </a:xfrm>
          </p:grpSpPr>
          <p:sp>
            <p:nvSpPr>
              <p:cNvPr id="8351" name="Google Shape;8351;p129"/>
              <p:cNvSpPr txBox="1"/>
              <p:nvPr/>
            </p:nvSpPr>
            <p:spPr>
              <a:xfrm>
                <a:off x="816" y="936"/>
                <a:ext cx="17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Noto Sans Symbols"/>
                  <a:buNone/>
                </a:pPr>
                <a:r>
                  <a:rPr b="0" i="0" lang="en-US" sz="1050" u="none" cap="none" strike="noStrike">
                    <a:solidFill>
                      <a:srgbClr val="000000"/>
                    </a:solidFill>
                    <a:latin typeface="Noto Sans Symbols"/>
                    <a:ea typeface="Noto Sans Symbols"/>
                    <a:cs typeface="Noto Sans Symbols"/>
                    <a:sym typeface="Noto Sans Symbols"/>
                  </a:rPr>
                  <a:t>Λ</a:t>
                </a:r>
                <a:endParaRPr/>
              </a:p>
            </p:txBody>
          </p:sp>
          <p:sp>
            <p:nvSpPr>
              <p:cNvPr id="8352" name="Google Shape;8352;p129"/>
              <p:cNvSpPr txBox="1"/>
              <p:nvPr/>
            </p:nvSpPr>
            <p:spPr>
              <a:xfrm>
                <a:off x="517" y="1063"/>
                <a:ext cx="785" cy="30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64 KB</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b="0" i="0" sz="1400" u="none" cap="none" strike="noStrike">
                  <a:solidFill>
                    <a:srgbClr val="000000"/>
                  </a:solidFill>
                  <a:latin typeface="Arial"/>
                  <a:ea typeface="Arial"/>
                  <a:cs typeface="Arial"/>
                  <a:sym typeface="Arial"/>
                </a:endParaRPr>
              </a:p>
            </p:txBody>
          </p:sp>
          <p:cxnSp>
            <p:nvCxnSpPr>
              <p:cNvPr id="8353" name="Google Shape;8353;p129"/>
              <p:cNvCxnSpPr/>
              <p:nvPr/>
            </p:nvCxnSpPr>
            <p:spPr>
              <a:xfrm>
                <a:off x="641" y="1078"/>
                <a:ext cx="535"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354" name="Google Shape;8354;p129"/>
          <p:cNvGrpSpPr/>
          <p:nvPr/>
        </p:nvGrpSpPr>
        <p:grpSpPr>
          <a:xfrm>
            <a:off x="2405063" y="2982232"/>
            <a:ext cx="3167062" cy="1312862"/>
            <a:chOff x="509" y="1766"/>
            <a:chExt cx="1995" cy="827"/>
          </a:xfrm>
        </p:grpSpPr>
        <p:pic>
          <p:nvPicPr>
            <p:cNvPr id="8355" name="Google Shape;8355;p129"/>
            <p:cNvPicPr preferRelativeResize="0"/>
            <p:nvPr/>
          </p:nvPicPr>
          <p:blipFill rotWithShape="1">
            <a:blip r:embed="rId3">
              <a:alphaModFix/>
            </a:blip>
            <a:srcRect b="0" l="0" r="0" t="0"/>
            <a:stretch/>
          </p:blipFill>
          <p:spPr>
            <a:xfrm flipH="1">
              <a:off x="509" y="1992"/>
              <a:ext cx="262" cy="245"/>
            </a:xfrm>
            <a:prstGeom prst="rect">
              <a:avLst/>
            </a:prstGeom>
            <a:noFill/>
            <a:ln>
              <a:noFill/>
            </a:ln>
          </p:spPr>
        </p:pic>
        <p:pic>
          <p:nvPicPr>
            <p:cNvPr id="8356" name="Google Shape;8356;p129"/>
            <p:cNvPicPr preferRelativeResize="0"/>
            <p:nvPr/>
          </p:nvPicPr>
          <p:blipFill rotWithShape="1">
            <a:blip r:embed="rId3">
              <a:alphaModFix/>
            </a:blip>
            <a:srcRect b="0" l="0" r="0" t="0"/>
            <a:stretch/>
          </p:blipFill>
          <p:spPr>
            <a:xfrm flipH="1">
              <a:off x="2242" y="1766"/>
              <a:ext cx="262" cy="245"/>
            </a:xfrm>
            <a:prstGeom prst="rect">
              <a:avLst/>
            </a:prstGeom>
            <a:noFill/>
            <a:ln>
              <a:noFill/>
            </a:ln>
          </p:spPr>
        </p:pic>
        <p:pic>
          <p:nvPicPr>
            <p:cNvPr id="8357" name="Google Shape;8357;p129"/>
            <p:cNvPicPr preferRelativeResize="0"/>
            <p:nvPr/>
          </p:nvPicPr>
          <p:blipFill rotWithShape="1">
            <a:blip r:embed="rId3">
              <a:alphaModFix/>
            </a:blip>
            <a:srcRect b="0" l="0" r="0" t="0"/>
            <a:stretch/>
          </p:blipFill>
          <p:spPr>
            <a:xfrm flipH="1">
              <a:off x="2164" y="2348"/>
              <a:ext cx="262" cy="245"/>
            </a:xfrm>
            <a:prstGeom prst="rect">
              <a:avLst/>
            </a:prstGeom>
            <a:noFill/>
            <a:ln>
              <a:noFill/>
            </a:ln>
          </p:spPr>
        </p:pic>
      </p:grpSp>
      <p:grpSp>
        <p:nvGrpSpPr>
          <p:cNvPr id="8358" name="Google Shape;8358;p129"/>
          <p:cNvGrpSpPr/>
          <p:nvPr/>
        </p:nvGrpSpPr>
        <p:grpSpPr>
          <a:xfrm>
            <a:off x="5102225" y="1208994"/>
            <a:ext cx="4333875" cy="3243263"/>
            <a:chOff x="2205" y="641"/>
            <a:chExt cx="2730" cy="2043"/>
          </a:xfrm>
        </p:grpSpPr>
        <p:grpSp>
          <p:nvGrpSpPr>
            <p:cNvPr id="8359" name="Google Shape;8359;p129"/>
            <p:cNvGrpSpPr/>
            <p:nvPr/>
          </p:nvGrpSpPr>
          <p:grpSpPr>
            <a:xfrm>
              <a:off x="3381" y="2381"/>
              <a:ext cx="583" cy="303"/>
              <a:chOff x="1166" y="3601"/>
              <a:chExt cx="583" cy="303"/>
            </a:xfrm>
          </p:grpSpPr>
          <p:grpSp>
            <p:nvGrpSpPr>
              <p:cNvPr id="8360" name="Google Shape;8360;p129"/>
              <p:cNvGrpSpPr/>
              <p:nvPr/>
            </p:nvGrpSpPr>
            <p:grpSpPr>
              <a:xfrm>
                <a:off x="1166" y="3601"/>
                <a:ext cx="583" cy="303"/>
                <a:chOff x="990" y="4570"/>
                <a:chExt cx="597" cy="380"/>
              </a:xfrm>
            </p:grpSpPr>
            <p:pic>
              <p:nvPicPr>
                <p:cNvPr id="8361" name="Google Shape;836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2" name="Google Shape;836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3" name="Google Shape;836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4" name="Google Shape;8364;p129"/>
            <p:cNvGrpSpPr/>
            <p:nvPr/>
          </p:nvGrpSpPr>
          <p:grpSpPr>
            <a:xfrm>
              <a:off x="2205" y="700"/>
              <a:ext cx="583" cy="303"/>
              <a:chOff x="1166" y="3601"/>
              <a:chExt cx="583" cy="303"/>
            </a:xfrm>
          </p:grpSpPr>
          <p:grpSp>
            <p:nvGrpSpPr>
              <p:cNvPr id="8365" name="Google Shape;8365;p129"/>
              <p:cNvGrpSpPr/>
              <p:nvPr/>
            </p:nvGrpSpPr>
            <p:grpSpPr>
              <a:xfrm>
                <a:off x="1166" y="3601"/>
                <a:ext cx="583" cy="303"/>
                <a:chOff x="990" y="4570"/>
                <a:chExt cx="597" cy="380"/>
              </a:xfrm>
            </p:grpSpPr>
            <p:pic>
              <p:nvPicPr>
                <p:cNvPr id="8366" name="Google Shape;8366;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7" name="Google Shape;8367;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8" name="Google Shape;8368;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9" name="Google Shape;8369;p129"/>
            <p:cNvGrpSpPr/>
            <p:nvPr/>
          </p:nvGrpSpPr>
          <p:grpSpPr>
            <a:xfrm>
              <a:off x="4352" y="641"/>
              <a:ext cx="583" cy="303"/>
              <a:chOff x="1166" y="3601"/>
              <a:chExt cx="583" cy="303"/>
            </a:xfrm>
          </p:grpSpPr>
          <p:grpSp>
            <p:nvGrpSpPr>
              <p:cNvPr id="8370" name="Google Shape;8370;p129"/>
              <p:cNvGrpSpPr/>
              <p:nvPr/>
            </p:nvGrpSpPr>
            <p:grpSpPr>
              <a:xfrm>
                <a:off x="1166" y="3601"/>
                <a:ext cx="583" cy="303"/>
                <a:chOff x="990" y="4570"/>
                <a:chExt cx="597" cy="380"/>
              </a:xfrm>
            </p:grpSpPr>
            <p:pic>
              <p:nvPicPr>
                <p:cNvPr id="8371" name="Google Shape;837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72" name="Google Shape;837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73" name="Google Shape;837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sp>
        <p:nvSpPr>
          <p:cNvPr id="8374" name="Google Shape;8374;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0"/>
                                        </p:tgtEl>
                                        <p:attrNameLst>
                                          <p:attrName>style.visibility</p:attrName>
                                        </p:attrNameLst>
                                      </p:cBhvr>
                                      <p:to>
                                        <p:strVal val="visible"/>
                                      </p:to>
                                    </p:set>
                                    <p:animEffect filter="fade" transition="in">
                                      <p:cBhvr>
                                        <p:cTn dur="500"/>
                                        <p:tgtEl>
                                          <p:spTgt spid="8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4"/>
                                        </p:tgtEl>
                                        <p:attrNameLst>
                                          <p:attrName>style.visibility</p:attrName>
                                        </p:attrNameLst>
                                      </p:cBhvr>
                                      <p:to>
                                        <p:strVal val="visible"/>
                                      </p:to>
                                    </p:set>
                                    <p:animEffect filter="fade" transition="in">
                                      <p:cBhvr>
                                        <p:cTn dur="500"/>
                                        <p:tgtEl>
                                          <p:spTgt spid="8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1"/>
                                        </p:tgtEl>
                                        <p:attrNameLst>
                                          <p:attrName>style.visibility</p:attrName>
                                        </p:attrNameLst>
                                      </p:cBhvr>
                                      <p:to>
                                        <p:strVal val="visible"/>
                                      </p:to>
                                    </p:set>
                                    <p:animEffect filter="fade" transition="in">
                                      <p:cBhvr>
                                        <p:cTn dur="500"/>
                                        <p:tgtEl>
                                          <p:spTgt spid="8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8"/>
                                        </p:tgtEl>
                                        <p:attrNameLst>
                                          <p:attrName>style.visibility</p:attrName>
                                        </p:attrNameLst>
                                      </p:cBhvr>
                                      <p:to>
                                        <p:strVal val="visible"/>
                                      </p:to>
                                    </p:set>
                                    <p:animEffect filter="fade" transition="in">
                                      <p:cBhvr>
                                        <p:cTn dur="500"/>
                                        <p:tgtEl>
                                          <p:spTgt spid="8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7"/>
                                        </p:tgtEl>
                                        <p:attrNameLst>
                                          <p:attrName>style.visibility</p:attrName>
                                        </p:attrNameLst>
                                      </p:cBhvr>
                                      <p:to>
                                        <p:strVal val="visible"/>
                                      </p:to>
                                    </p:set>
                                    <p:animEffect filter="fade" transition="in">
                                      <p:cBhvr>
                                        <p:cTn dur="500"/>
                                        <p:tgtEl>
                                          <p:spTgt spid="8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3"/>
                                        </p:tgtEl>
                                        <p:attrNameLst>
                                          <p:attrName>style.visibility</p:attrName>
                                        </p:attrNameLst>
                                      </p:cBhvr>
                                      <p:to>
                                        <p:strVal val="visible"/>
                                      </p:to>
                                    </p:set>
                                    <p:animEffect filter="fade" transition="in">
                                      <p:cBhvr>
                                        <p:cTn dur="500"/>
                                        <p:tgtEl>
                                          <p:spTgt spid="8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6"/>
                                        </p:tgtEl>
                                        <p:attrNameLst>
                                          <p:attrName>style.visibility</p:attrName>
                                        </p:attrNameLst>
                                      </p:cBhvr>
                                      <p:to>
                                        <p:strVal val="visible"/>
                                      </p:to>
                                    </p:set>
                                    <p:animEffect filter="fade" transition="in">
                                      <p:cBhvr>
                                        <p:cTn dur="500"/>
                                        <p:tgtEl>
                                          <p:spTgt spid="8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8"/>
                                        </p:tgtEl>
                                        <p:attrNameLst>
                                          <p:attrName>style.visibility</p:attrName>
                                        </p:attrNameLst>
                                      </p:cBhvr>
                                      <p:to>
                                        <p:strVal val="visible"/>
                                      </p:to>
                                    </p:set>
                                    <p:animEffect filter="fade" transition="in">
                                      <p:cBhvr>
                                        <p:cTn dur="500"/>
                                        <p:tgtEl>
                                          <p:spTgt spid="8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9" name="Shape 8379"/>
        <p:cNvGrpSpPr/>
        <p:nvPr/>
      </p:nvGrpSpPr>
      <p:grpSpPr>
        <a:xfrm>
          <a:off x="0" y="0"/>
          <a:ext cx="0" cy="0"/>
          <a:chOff x="0" y="0"/>
          <a:chExt cx="0" cy="0"/>
        </a:xfrm>
      </p:grpSpPr>
      <p:sp>
        <p:nvSpPr>
          <p:cNvPr id="8380" name="Google Shape;8380;p130"/>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381" name="Google Shape;8381;p130"/>
          <p:cNvSpPr txBox="1"/>
          <p:nvPr/>
        </p:nvSpPr>
        <p:spPr>
          <a:xfrm>
            <a:off x="798690" y="1308100"/>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Is there a better way than AIMD to “probe” for usable bandwidth?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82" name="Google Shape;8382;p130"/>
          <p:cNvGrpSpPr/>
          <p:nvPr/>
        </p:nvGrpSpPr>
        <p:grpSpPr>
          <a:xfrm>
            <a:off x="1454066" y="4302985"/>
            <a:ext cx="6081713" cy="1998662"/>
            <a:chOff x="73" y="2432"/>
            <a:chExt cx="3831" cy="1259"/>
          </a:xfrm>
        </p:grpSpPr>
        <p:sp>
          <p:nvSpPr>
            <p:cNvPr id="8383" name="Google Shape;8383;p130"/>
            <p:cNvSpPr/>
            <p:nvPr/>
          </p:nvSpPr>
          <p:spPr>
            <a:xfrm>
              <a:off x="678" y="2556"/>
              <a:ext cx="3226"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84" name="Google Shape;8384;p130"/>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8385" name="Google Shape;8385;p130"/>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8386" name="Google Shape;8386;p130"/>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8387" name="Google Shape;8387;p130"/>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8388" name="Google Shape;8388;p130"/>
            <p:cNvSpPr txBox="1"/>
            <p:nvPr/>
          </p:nvSpPr>
          <p:spPr>
            <a:xfrm>
              <a:off x="171" y="2437"/>
              <a:ext cx="39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endParaRPr b="0" baseline="-25000" i="0" sz="1600" u="none" cap="none" strike="noStrike">
                <a:solidFill>
                  <a:srgbClr val="000000"/>
                </a:solidFill>
                <a:latin typeface="Tahoma"/>
                <a:ea typeface="Tahoma"/>
                <a:cs typeface="Tahoma"/>
                <a:sym typeface="Tahoma"/>
              </a:endParaRPr>
            </a:p>
          </p:txBody>
        </p:sp>
        <p:sp>
          <p:nvSpPr>
            <p:cNvPr id="8389" name="Google Shape;8389;p130"/>
            <p:cNvSpPr txBox="1"/>
            <p:nvPr/>
          </p:nvSpPr>
          <p:spPr>
            <a:xfrm>
              <a:off x="73" y="2971"/>
              <a:ext cx="51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r>
                <a:rPr b="0" i="0" lang="en-US" sz="1600" u="none" cap="none" strike="noStrike">
                  <a:solidFill>
                    <a:srgbClr val="000000"/>
                  </a:solidFill>
                  <a:latin typeface="Tahoma"/>
                  <a:ea typeface="Tahoma"/>
                  <a:cs typeface="Tahoma"/>
                  <a:sym typeface="Tahoma"/>
                </a:rPr>
                <a:t>/2</a:t>
              </a:r>
              <a:endParaRPr/>
            </a:p>
          </p:txBody>
        </p:sp>
      </p:grpSp>
      <p:grpSp>
        <p:nvGrpSpPr>
          <p:cNvPr id="8390" name="Google Shape;8390;p130"/>
          <p:cNvGrpSpPr/>
          <p:nvPr/>
        </p:nvGrpSpPr>
        <p:grpSpPr>
          <a:xfrm>
            <a:off x="2427206" y="4523647"/>
            <a:ext cx="842174" cy="851974"/>
            <a:chOff x="4111628" y="4803047"/>
            <a:chExt cx="842174" cy="851974"/>
          </a:xfrm>
        </p:grpSpPr>
        <p:sp>
          <p:nvSpPr>
            <p:cNvPr id="8391" name="Google Shape;839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92" name="Google Shape;839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393" name="Google Shape;8393;p130"/>
          <p:cNvGrpSpPr/>
          <p:nvPr/>
        </p:nvGrpSpPr>
        <p:grpSpPr>
          <a:xfrm>
            <a:off x="7913115" y="4293106"/>
            <a:ext cx="3050589" cy="1377579"/>
            <a:chOff x="7913115" y="4572506"/>
            <a:chExt cx="3050589" cy="1377579"/>
          </a:xfrm>
        </p:grpSpPr>
        <p:cxnSp>
          <p:nvCxnSpPr>
            <p:cNvPr id="8394" name="Google Shape;8394;p130"/>
            <p:cNvCxnSpPr/>
            <p:nvPr/>
          </p:nvCxnSpPr>
          <p:spPr>
            <a:xfrm>
              <a:off x="7913115" y="4779235"/>
              <a:ext cx="866274" cy="0"/>
            </a:xfrm>
            <a:prstGeom prst="straightConnector1">
              <a:avLst/>
            </a:prstGeom>
            <a:noFill/>
            <a:ln cap="flat" cmpd="sng" w="38100">
              <a:solidFill>
                <a:srgbClr val="C00000"/>
              </a:solidFill>
              <a:prstDash val="solid"/>
              <a:miter lim="800000"/>
              <a:headEnd len="sm" w="sm" type="none"/>
              <a:tailEnd len="sm" w="sm" type="none"/>
            </a:ln>
          </p:spPr>
        </p:cxnSp>
        <p:cxnSp>
          <p:nvCxnSpPr>
            <p:cNvPr id="8395" name="Google Shape;8395;p130"/>
            <p:cNvCxnSpPr/>
            <p:nvPr/>
          </p:nvCxnSpPr>
          <p:spPr>
            <a:xfrm>
              <a:off x="7913115" y="5243961"/>
              <a:ext cx="866274" cy="0"/>
            </a:xfrm>
            <a:prstGeom prst="straightConnector1">
              <a:avLst/>
            </a:prstGeom>
            <a:noFill/>
            <a:ln cap="flat" cmpd="sng" w="38100">
              <a:solidFill>
                <a:srgbClr val="0000A3"/>
              </a:solidFill>
              <a:prstDash val="dash"/>
              <a:miter lim="800000"/>
              <a:headEnd len="sm" w="sm" type="none"/>
              <a:tailEnd len="sm" w="sm" type="none"/>
            </a:ln>
          </p:spPr>
        </p:cxnSp>
        <p:sp>
          <p:nvSpPr>
            <p:cNvPr id="8396" name="Google Shape;8396;p130"/>
            <p:cNvSpPr txBox="1"/>
            <p:nvPr/>
          </p:nvSpPr>
          <p:spPr>
            <a:xfrm>
              <a:off x="8779389" y="4572506"/>
              <a:ext cx="11785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classic TCP</a:t>
              </a:r>
              <a:endParaRPr/>
            </a:p>
          </p:txBody>
        </p:sp>
        <p:sp>
          <p:nvSpPr>
            <p:cNvPr id="8397" name="Google Shape;8397;p130"/>
            <p:cNvSpPr txBox="1"/>
            <p:nvPr/>
          </p:nvSpPr>
          <p:spPr>
            <a:xfrm>
              <a:off x="8779390" y="5109855"/>
              <a:ext cx="2184314"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CUBIC - higher throughput in this example</a:t>
              </a:r>
              <a:endParaRPr/>
            </a:p>
          </p:txBody>
        </p:sp>
      </p:grpSp>
      <p:sp>
        <p:nvSpPr>
          <p:cNvPr id="8398" name="Google Shape;8398;p130"/>
          <p:cNvSpPr txBox="1"/>
          <p:nvPr/>
        </p:nvSpPr>
        <p:spPr>
          <a:xfrm>
            <a:off x="798690" y="1787378"/>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Insight/intuition: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sending rate at which congestion loss was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congestion state of bottleneck link probably (?) hasn’t changed much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99" name="Google Shape;8399;p130"/>
          <p:cNvGrpSpPr/>
          <p:nvPr/>
        </p:nvGrpSpPr>
        <p:grpSpPr>
          <a:xfrm>
            <a:off x="3268173" y="4514248"/>
            <a:ext cx="4263455" cy="882027"/>
            <a:chOff x="4952595" y="4780948"/>
            <a:chExt cx="4263455" cy="882027"/>
          </a:xfrm>
        </p:grpSpPr>
        <p:grpSp>
          <p:nvGrpSpPr>
            <p:cNvPr id="8400" name="Google Shape;8400;p130"/>
            <p:cNvGrpSpPr/>
            <p:nvPr/>
          </p:nvGrpSpPr>
          <p:grpSpPr>
            <a:xfrm>
              <a:off x="4952595" y="4811001"/>
              <a:ext cx="842174" cy="851974"/>
              <a:chOff x="4111628" y="4803047"/>
              <a:chExt cx="842174" cy="851974"/>
            </a:xfrm>
          </p:grpSpPr>
          <p:sp>
            <p:nvSpPr>
              <p:cNvPr id="8401" name="Google Shape;840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2" name="Google Shape;840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3" name="Google Shape;8403;p130"/>
            <p:cNvGrpSpPr/>
            <p:nvPr/>
          </p:nvGrpSpPr>
          <p:grpSpPr>
            <a:xfrm>
              <a:off x="5815757" y="4805638"/>
              <a:ext cx="842174" cy="851974"/>
              <a:chOff x="4111628" y="4803047"/>
              <a:chExt cx="842174" cy="851974"/>
            </a:xfrm>
          </p:grpSpPr>
          <p:sp>
            <p:nvSpPr>
              <p:cNvPr id="8404" name="Google Shape;8404;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5" name="Google Shape;8405;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6" name="Google Shape;8406;p130"/>
            <p:cNvGrpSpPr/>
            <p:nvPr/>
          </p:nvGrpSpPr>
          <p:grpSpPr>
            <a:xfrm>
              <a:off x="6678918" y="4793293"/>
              <a:ext cx="828566" cy="851974"/>
              <a:chOff x="4111628" y="4803047"/>
              <a:chExt cx="842174" cy="851974"/>
            </a:xfrm>
          </p:grpSpPr>
          <p:sp>
            <p:nvSpPr>
              <p:cNvPr id="8407" name="Google Shape;8407;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8" name="Google Shape;8408;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9" name="Google Shape;8409;p130"/>
            <p:cNvGrpSpPr/>
            <p:nvPr/>
          </p:nvGrpSpPr>
          <p:grpSpPr>
            <a:xfrm>
              <a:off x="7533201" y="4780948"/>
              <a:ext cx="828566" cy="851974"/>
              <a:chOff x="4111628" y="4803047"/>
              <a:chExt cx="842174" cy="851974"/>
            </a:xfrm>
          </p:grpSpPr>
          <p:sp>
            <p:nvSpPr>
              <p:cNvPr id="8410" name="Google Shape;8410;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11" name="Google Shape;8411;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sp>
          <p:nvSpPr>
            <p:cNvPr id="8412" name="Google Shape;8412;p130"/>
            <p:cNvSpPr/>
            <p:nvPr/>
          </p:nvSpPr>
          <p:spPr>
            <a:xfrm>
              <a:off x="8387484" y="4790798"/>
              <a:ext cx="828566"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413" name="Google Shape;8413;p130"/>
          <p:cNvSpPr txBox="1"/>
          <p:nvPr/>
        </p:nvSpPr>
        <p:spPr>
          <a:xfrm>
            <a:off x="785990" y="3009900"/>
            <a:ext cx="11164126" cy="898378"/>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after cutting rate/window in half on loss, initially ramp to to 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13A3"/>
                </a:solidFill>
                <a:latin typeface="Calibri"/>
                <a:ea typeface="Calibri"/>
                <a:cs typeface="Calibri"/>
                <a:sym typeface="Calibri"/>
              </a:rPr>
              <a:t>faster</a:t>
            </a:r>
            <a:r>
              <a:rPr b="0" i="0" lang="en-US" sz="2400" u="none" cap="none" strike="noStrike">
                <a:solidFill>
                  <a:srgbClr val="000000"/>
                </a:solidFill>
                <a:latin typeface="Calibri"/>
                <a:ea typeface="Calibri"/>
                <a:cs typeface="Calibri"/>
                <a:sym typeface="Calibri"/>
              </a:rPr>
              <a:t>, but then approach W</a:t>
            </a:r>
            <a:r>
              <a:rPr b="0" baseline="-25000" i="0" lang="en-US" sz="2400" u="none" cap="none" strike="noStrike">
                <a:solidFill>
                  <a:srgbClr val="000000"/>
                </a:solidFill>
                <a:latin typeface="Calibri"/>
                <a:ea typeface="Calibri"/>
                <a:cs typeface="Calibri"/>
                <a:sym typeface="Calibri"/>
              </a:rPr>
              <a:t>max </a:t>
            </a:r>
            <a:r>
              <a:rPr b="0" i="0" lang="en-US" sz="2400" u="none" cap="none" strike="noStrike">
                <a:solidFill>
                  <a:srgbClr val="000000"/>
                </a:solidFill>
                <a:latin typeface="Calibri"/>
                <a:ea typeface="Calibri"/>
                <a:cs typeface="Calibri"/>
                <a:sym typeface="Calibri"/>
              </a:rPr>
              <a:t>more </a:t>
            </a:r>
            <a:r>
              <a:rPr b="0" i="1" lang="en-US" sz="2400" u="none" cap="none" strike="noStrike">
                <a:solidFill>
                  <a:srgbClr val="0013A3"/>
                </a:solidFill>
                <a:latin typeface="Calibri"/>
                <a:ea typeface="Calibri"/>
                <a:cs typeface="Calibri"/>
                <a:sym typeface="Calibri"/>
              </a:rPr>
              <a:t>slowly</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14" name="Google Shape;8414;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8"/>
                                        </p:tgtEl>
                                        <p:attrNameLst>
                                          <p:attrName>style.visibility</p:attrName>
                                        </p:attrNameLst>
                                      </p:cBhvr>
                                      <p:to>
                                        <p:strVal val="visible"/>
                                      </p:to>
                                    </p:set>
                                    <p:animEffect filter="fade" transition="in">
                                      <p:cBhvr>
                                        <p:cTn dur="500"/>
                                        <p:tgtEl>
                                          <p:spTgt spid="8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3"/>
                                        </p:tgtEl>
                                        <p:attrNameLst>
                                          <p:attrName>style.visibility</p:attrName>
                                        </p:attrNameLst>
                                      </p:cBhvr>
                                      <p:to>
                                        <p:strVal val="visible"/>
                                      </p:to>
                                    </p:set>
                                    <p:animEffect filter="fade" transition="in">
                                      <p:cBhvr>
                                        <p:cTn dur="500"/>
                                        <p:tgtEl>
                                          <p:spTgt spid="8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0"/>
                                        </p:tgtEl>
                                        <p:attrNameLst>
                                          <p:attrName>style.visibility</p:attrName>
                                        </p:attrNameLst>
                                      </p:cBhvr>
                                      <p:to>
                                        <p:strVal val="visible"/>
                                      </p:to>
                                    </p:set>
                                    <p:animEffect filter="fade" transition="in">
                                      <p:cBhvr>
                                        <p:cTn dur="500"/>
                                        <p:tgtEl>
                                          <p:spTgt spid="83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93"/>
                                        </p:tgtEl>
                                        <p:attrNameLst>
                                          <p:attrName>style.visibility</p:attrName>
                                        </p:attrNameLst>
                                      </p:cBhvr>
                                      <p:to>
                                        <p:strVal val="visible"/>
                                      </p:to>
                                    </p:set>
                                    <p:animEffect filter="fade" transition="in">
                                      <p:cBhvr>
                                        <p:cTn dur="500"/>
                                        <p:tgtEl>
                                          <p:spTgt spid="8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9"/>
                                        </p:tgtEl>
                                        <p:attrNameLst>
                                          <p:attrName>style.visibility</p:attrName>
                                        </p:attrNameLst>
                                      </p:cBhvr>
                                      <p:to>
                                        <p:strVal val="visible"/>
                                      </p:to>
                                    </p:set>
                                    <p:animEffect filter="fade" transition="in">
                                      <p:cBhvr>
                                        <p:cTn dur="2000"/>
                                        <p:tgtEl>
                                          <p:spTgt spid="8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9" name="Shape 8419"/>
        <p:cNvGrpSpPr/>
        <p:nvPr/>
      </p:nvGrpSpPr>
      <p:grpSpPr>
        <a:xfrm>
          <a:off x="0" y="0"/>
          <a:ext cx="0" cy="0"/>
          <a:chOff x="0" y="0"/>
          <a:chExt cx="0" cy="0"/>
        </a:xfrm>
      </p:grpSpPr>
      <p:sp>
        <p:nvSpPr>
          <p:cNvPr id="8420" name="Google Shape;8420;p131"/>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421" name="Google Shape;8421;p131"/>
          <p:cNvSpPr txBox="1"/>
          <p:nvPr/>
        </p:nvSpPr>
        <p:spPr>
          <a:xfrm>
            <a:off x="798690" y="1308101"/>
            <a:ext cx="11164126" cy="952500"/>
          </a:xfrm>
          <a:prstGeom prst="rect">
            <a:avLst/>
          </a:prstGeom>
          <a:noFill/>
          <a:ln>
            <a:noFill/>
          </a:ln>
        </p:spPr>
        <p:txBody>
          <a:bodyPr anchorCtr="0" anchor="t" bIns="45700" lIns="91425" spcFirstLastPara="1" rIns="91425" wrap="square" tIns="45700">
            <a:normAutofit/>
          </a:bodyPr>
          <a:lstStyle/>
          <a:p>
            <a:pPr indent="-285750" lvl="0" marL="4127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K: point in time when TCP window size will reach W</a:t>
            </a:r>
            <a:r>
              <a:rPr b="0" baseline="-25000" i="0" lang="en-US" sz="2800" u="none" cap="none" strike="noStrike">
                <a:solidFill>
                  <a:srgbClr val="000000"/>
                </a:solidFill>
                <a:latin typeface="Calibri"/>
                <a:ea typeface="Calibri"/>
                <a:cs typeface="Calibri"/>
                <a:sym typeface="Calibri"/>
              </a:rPr>
              <a:t>max</a:t>
            </a:r>
            <a:endParaRPr b="0" baseline="-25000" i="0" sz="2800" u="none" cap="none" strike="noStrike">
              <a:solidFill>
                <a:srgbClr val="000000"/>
              </a:solidFill>
              <a:latin typeface="Calibri"/>
              <a:ea typeface="Calibri"/>
              <a:cs typeface="Calibri"/>
              <a:sym typeface="Calibri"/>
            </a:endParaRPr>
          </a:p>
          <a:p>
            <a:pPr indent="-295275" lvl="1" marL="8032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K itself is tuneable</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22" name="Google Shape;8422;p131"/>
          <p:cNvSpPr txBox="1"/>
          <p:nvPr/>
        </p:nvSpPr>
        <p:spPr>
          <a:xfrm>
            <a:off x="952087" y="3043946"/>
            <a:ext cx="10287826" cy="99592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larger increases when further away from 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smaller increases (cautious) when nearer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423" name="Google Shape;8423;p131"/>
          <p:cNvGrpSpPr/>
          <p:nvPr/>
        </p:nvGrpSpPr>
        <p:grpSpPr>
          <a:xfrm>
            <a:off x="5030365" y="2893914"/>
            <a:ext cx="5714572" cy="3644759"/>
            <a:chOff x="5030365" y="2893914"/>
            <a:chExt cx="5714572" cy="3644759"/>
          </a:xfrm>
        </p:grpSpPr>
        <p:sp>
          <p:nvSpPr>
            <p:cNvPr id="8424" name="Google Shape;8424;p131"/>
            <p:cNvSpPr txBox="1"/>
            <p:nvPr/>
          </p:nvSpPr>
          <p:spPr>
            <a:xfrm>
              <a:off x="5030365" y="5185258"/>
              <a:ext cx="808134" cy="88793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TCP</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sending </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rate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8425" name="Google Shape;8425;p131"/>
            <p:cNvCxnSpPr/>
            <p:nvPr/>
          </p:nvCxnSpPr>
          <p:spPr>
            <a:xfrm>
              <a:off x="5801903" y="6262085"/>
              <a:ext cx="4597974" cy="0"/>
            </a:xfrm>
            <a:prstGeom prst="straightConnector1">
              <a:avLst/>
            </a:prstGeom>
            <a:noFill/>
            <a:ln cap="flat" cmpd="sng" w="12700">
              <a:solidFill>
                <a:schemeClr val="dk1"/>
              </a:solidFill>
              <a:prstDash val="solid"/>
              <a:miter lim="800000"/>
              <a:headEnd len="sm" w="sm" type="none"/>
              <a:tailEnd len="med" w="med" type="triangle"/>
            </a:ln>
          </p:spPr>
        </p:cxnSp>
        <p:cxnSp>
          <p:nvCxnSpPr>
            <p:cNvPr id="8426" name="Google Shape;8426;p131"/>
            <p:cNvCxnSpPr/>
            <p:nvPr/>
          </p:nvCxnSpPr>
          <p:spPr>
            <a:xfrm rot="10800000">
              <a:off x="5801904" y="4039871"/>
              <a:ext cx="0" cy="2222517"/>
            </a:xfrm>
            <a:prstGeom prst="straightConnector1">
              <a:avLst/>
            </a:prstGeom>
            <a:noFill/>
            <a:ln cap="flat" cmpd="sng" w="12700">
              <a:solidFill>
                <a:schemeClr val="dk1"/>
              </a:solidFill>
              <a:prstDash val="solid"/>
              <a:miter lim="800000"/>
              <a:headEnd len="sm" w="sm" type="none"/>
              <a:tailEnd len="med" w="med" type="triangle"/>
            </a:ln>
          </p:spPr>
        </p:cxnSp>
        <p:sp>
          <p:nvSpPr>
            <p:cNvPr id="8427" name="Google Shape;8427;p131"/>
            <p:cNvSpPr/>
            <p:nvPr/>
          </p:nvSpPr>
          <p:spPr>
            <a:xfrm>
              <a:off x="5815989" y="4445300"/>
              <a:ext cx="480875" cy="1811260"/>
            </a:xfrm>
            <a:custGeom>
              <a:rect b="b" l="l" r="r" t="t"/>
              <a:pathLst>
                <a:path extrusionOk="0" h="3160756" w="892239">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noFill/>
            <a:ln cap="flat" cmpd="sng" w="127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28" name="Google Shape;8428;p131"/>
            <p:cNvCxnSpPr/>
            <p:nvPr/>
          </p:nvCxnSpPr>
          <p:spPr>
            <a:xfrm>
              <a:off x="6296864" y="4404648"/>
              <a:ext cx="2774587" cy="0"/>
            </a:xfrm>
            <a:prstGeom prst="straightConnector1">
              <a:avLst/>
            </a:prstGeom>
            <a:noFill/>
            <a:ln cap="flat" cmpd="sng" w="12700">
              <a:solidFill>
                <a:schemeClr val="dk1"/>
              </a:solidFill>
              <a:prstDash val="dash"/>
              <a:miter lim="800000"/>
              <a:headEnd len="sm" w="sm" type="none"/>
              <a:tailEnd len="sm" w="sm" type="none"/>
            </a:ln>
          </p:spPr>
        </p:cxnSp>
        <p:grpSp>
          <p:nvGrpSpPr>
            <p:cNvPr id="8429" name="Google Shape;8429;p131"/>
            <p:cNvGrpSpPr/>
            <p:nvPr/>
          </p:nvGrpSpPr>
          <p:grpSpPr>
            <a:xfrm>
              <a:off x="6350326" y="4445306"/>
              <a:ext cx="795772" cy="900465"/>
              <a:chOff x="1257299" y="2448186"/>
              <a:chExt cx="919846" cy="1571364"/>
            </a:xfrm>
          </p:grpSpPr>
          <p:cxnSp>
            <p:nvCxnSpPr>
              <p:cNvPr id="8430" name="Google Shape;8430;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1" name="Google Shape;8431;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2" name="Google Shape;8432;p131"/>
            <p:cNvGrpSpPr/>
            <p:nvPr/>
          </p:nvGrpSpPr>
          <p:grpSpPr>
            <a:xfrm>
              <a:off x="7112500" y="4441667"/>
              <a:ext cx="795772" cy="900465"/>
              <a:chOff x="1257299" y="2448186"/>
              <a:chExt cx="919846" cy="1571364"/>
            </a:xfrm>
          </p:grpSpPr>
          <p:cxnSp>
            <p:nvCxnSpPr>
              <p:cNvPr id="8433" name="Google Shape;8433;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4" name="Google Shape;8434;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5" name="Google Shape;8435;p131"/>
            <p:cNvGrpSpPr/>
            <p:nvPr/>
          </p:nvGrpSpPr>
          <p:grpSpPr>
            <a:xfrm>
              <a:off x="7915954" y="4439699"/>
              <a:ext cx="795772" cy="900465"/>
              <a:chOff x="1257299" y="2448186"/>
              <a:chExt cx="919846" cy="1571364"/>
            </a:xfrm>
          </p:grpSpPr>
          <p:cxnSp>
            <p:nvCxnSpPr>
              <p:cNvPr id="8436" name="Google Shape;8436;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7" name="Google Shape;8437;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8" name="Google Shape;8438;p131"/>
            <p:cNvGrpSpPr/>
            <p:nvPr/>
          </p:nvGrpSpPr>
          <p:grpSpPr>
            <a:xfrm>
              <a:off x="8750371" y="4432898"/>
              <a:ext cx="795772" cy="900465"/>
              <a:chOff x="1257299" y="2448186"/>
              <a:chExt cx="919846" cy="1571364"/>
            </a:xfrm>
          </p:grpSpPr>
          <p:cxnSp>
            <p:nvCxnSpPr>
              <p:cNvPr id="8439" name="Google Shape;8439;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40" name="Google Shape;8440;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41" name="Google Shape;8441;p131"/>
            <p:cNvGrpSpPr/>
            <p:nvPr/>
          </p:nvGrpSpPr>
          <p:grpSpPr>
            <a:xfrm rot="10800000">
              <a:off x="9544542" y="3096950"/>
              <a:ext cx="1128132" cy="1337145"/>
              <a:chOff x="873118" y="2448184"/>
              <a:chExt cx="1304027" cy="2333396"/>
            </a:xfrm>
          </p:grpSpPr>
          <p:cxnSp>
            <p:nvCxnSpPr>
              <p:cNvPr id="8442" name="Google Shape;8442;p131"/>
              <p:cNvCxnSpPr/>
              <p:nvPr/>
            </p:nvCxnSpPr>
            <p:spPr>
              <a:xfrm flipH="1">
                <a:off x="873118" y="2448184"/>
                <a:ext cx="1304027" cy="2333396"/>
              </a:xfrm>
              <a:prstGeom prst="straightConnector1">
                <a:avLst/>
              </a:prstGeom>
              <a:noFill/>
              <a:ln cap="flat" cmpd="sng" w="25400">
                <a:solidFill>
                  <a:srgbClr val="C00000"/>
                </a:solidFill>
                <a:prstDash val="solid"/>
                <a:miter lim="800000"/>
                <a:headEnd len="sm" w="sm" type="none"/>
                <a:tailEnd len="sm" w="sm" type="none"/>
              </a:ln>
            </p:spPr>
          </p:cxnSp>
          <p:sp>
            <p:nvSpPr>
              <p:cNvPr id="8443" name="Google Shape;8443;p131"/>
              <p:cNvSpPr/>
              <p:nvPr/>
            </p:nvSpPr>
            <p:spPr>
              <a:xfrm>
                <a:off x="1252647" y="2450273"/>
                <a:ext cx="858729" cy="1600620"/>
              </a:xfrm>
              <a:custGeom>
                <a:rect b="b" l="l" r="r" t="t"/>
                <a:pathLst>
                  <a:path extrusionOk="0" h="2154669" w="1153813">
                    <a:moveTo>
                      <a:pt x="1153813" y="0"/>
                    </a:moveTo>
                    <a:cubicBezTo>
                      <a:pt x="-31946" y="56892"/>
                      <a:pt x="50361" y="598465"/>
                      <a:pt x="0" y="2154669"/>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8444" name="Google Shape;8444;p131"/>
            <p:cNvCxnSpPr/>
            <p:nvPr/>
          </p:nvCxnSpPr>
          <p:spPr>
            <a:xfrm flipH="1">
              <a:off x="10340170" y="2893914"/>
              <a:ext cx="30503" cy="717091"/>
            </a:xfrm>
            <a:prstGeom prst="straightConnector1">
              <a:avLst/>
            </a:prstGeom>
            <a:noFill/>
            <a:ln cap="flat" cmpd="sng" w="25400">
              <a:solidFill>
                <a:srgbClr val="0000A3"/>
              </a:solidFill>
              <a:prstDash val="dash"/>
              <a:miter lim="800000"/>
              <a:headEnd len="sm" w="sm" type="none"/>
              <a:tailEnd len="sm" w="sm" type="none"/>
            </a:ln>
          </p:spPr>
        </p:cxnSp>
        <p:sp>
          <p:nvSpPr>
            <p:cNvPr id="8445" name="Google Shape;8445;p131"/>
            <p:cNvSpPr txBox="1"/>
            <p:nvPr/>
          </p:nvSpPr>
          <p:spPr>
            <a:xfrm>
              <a:off x="9881790" y="5941210"/>
              <a:ext cx="5180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time</a:t>
              </a:r>
              <a:endParaRPr b="0" i="0" sz="1600" u="none" cap="none" strike="noStrike">
                <a:solidFill>
                  <a:srgbClr val="000000"/>
                </a:solidFill>
                <a:latin typeface="Calibri"/>
                <a:ea typeface="Calibri"/>
                <a:cs typeface="Calibri"/>
                <a:sym typeface="Calibri"/>
              </a:endParaRPr>
            </a:p>
          </p:txBody>
        </p:sp>
        <p:sp>
          <p:nvSpPr>
            <p:cNvPr id="8446" name="Google Shape;8446;p131"/>
            <p:cNvSpPr txBox="1"/>
            <p:nvPr/>
          </p:nvSpPr>
          <p:spPr>
            <a:xfrm>
              <a:off x="9472281" y="4611687"/>
              <a:ext cx="1272656" cy="93871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TCP Reno</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60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TCP CUBIC</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447" name="Google Shape;8447;p131"/>
            <p:cNvSpPr txBox="1"/>
            <p:nvPr/>
          </p:nvSpPr>
          <p:spPr>
            <a:xfrm>
              <a:off x="5297976" y="4213131"/>
              <a:ext cx="549173"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t>
              </a:r>
              <a:r>
                <a:rPr b="0" baseline="-25000" i="0" lang="en-US" sz="1400" u="none" cap="none" strike="noStrike">
                  <a:solidFill>
                    <a:srgbClr val="000000"/>
                  </a:solidFill>
                  <a:latin typeface="Calibri"/>
                  <a:ea typeface="Calibri"/>
                  <a:cs typeface="Calibri"/>
                  <a:sym typeface="Calibri"/>
                </a:rPr>
                <a:t>max</a:t>
              </a:r>
              <a:endParaRPr b="0" baseline="-25000" i="0" sz="1600" u="none" cap="none" strike="noStrike">
                <a:solidFill>
                  <a:srgbClr val="000000"/>
                </a:solidFill>
                <a:latin typeface="Calibri"/>
                <a:ea typeface="Calibri"/>
                <a:cs typeface="Calibri"/>
                <a:sym typeface="Calibri"/>
              </a:endParaRPr>
            </a:p>
          </p:txBody>
        </p:sp>
        <p:sp>
          <p:nvSpPr>
            <p:cNvPr id="8448" name="Google Shape;8448;p131"/>
            <p:cNvSpPr txBox="1"/>
            <p:nvPr/>
          </p:nvSpPr>
          <p:spPr>
            <a:xfrm>
              <a:off x="6180953" y="6255332"/>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0</a:t>
              </a:r>
              <a:endParaRPr b="0" baseline="-25000" i="0" sz="1600" u="none" cap="none" strike="noStrike">
                <a:solidFill>
                  <a:srgbClr val="000000"/>
                </a:solidFill>
                <a:latin typeface="Calibri"/>
                <a:ea typeface="Calibri"/>
                <a:cs typeface="Calibri"/>
                <a:sym typeface="Calibri"/>
              </a:endParaRPr>
            </a:p>
          </p:txBody>
        </p:sp>
        <p:sp>
          <p:nvSpPr>
            <p:cNvPr id="8449" name="Google Shape;8449;p131"/>
            <p:cNvSpPr txBox="1"/>
            <p:nvPr/>
          </p:nvSpPr>
          <p:spPr>
            <a:xfrm>
              <a:off x="6997088" y="625782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1 </a:t>
              </a:r>
              <a:endParaRPr b="0" baseline="-25000" i="0" sz="1600" u="none" cap="none" strike="noStrike">
                <a:solidFill>
                  <a:srgbClr val="000000"/>
                </a:solidFill>
                <a:latin typeface="Calibri"/>
                <a:ea typeface="Calibri"/>
                <a:cs typeface="Calibri"/>
                <a:sym typeface="Calibri"/>
              </a:endParaRPr>
            </a:p>
          </p:txBody>
        </p:sp>
        <p:sp>
          <p:nvSpPr>
            <p:cNvPr id="8450" name="Google Shape;8450;p131"/>
            <p:cNvSpPr txBox="1"/>
            <p:nvPr/>
          </p:nvSpPr>
          <p:spPr>
            <a:xfrm>
              <a:off x="7796251" y="625714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2 </a:t>
              </a:r>
              <a:endParaRPr b="0" baseline="-25000" i="0" sz="1600" u="none" cap="none" strike="noStrike">
                <a:solidFill>
                  <a:srgbClr val="000000"/>
                </a:solidFill>
                <a:latin typeface="Calibri"/>
                <a:ea typeface="Calibri"/>
                <a:cs typeface="Calibri"/>
                <a:sym typeface="Calibri"/>
              </a:endParaRPr>
            </a:p>
          </p:txBody>
        </p:sp>
        <p:sp>
          <p:nvSpPr>
            <p:cNvPr id="8451" name="Google Shape;8451;p131"/>
            <p:cNvSpPr txBox="1"/>
            <p:nvPr/>
          </p:nvSpPr>
          <p:spPr>
            <a:xfrm>
              <a:off x="8625086" y="625646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3 </a:t>
              </a:r>
              <a:endParaRPr b="0" baseline="-25000" i="0" sz="1600" u="none" cap="none" strike="noStrike">
                <a:solidFill>
                  <a:srgbClr val="000000"/>
                </a:solidFill>
                <a:latin typeface="Calibri"/>
                <a:ea typeface="Calibri"/>
                <a:cs typeface="Calibri"/>
                <a:sym typeface="Calibri"/>
              </a:endParaRPr>
            </a:p>
          </p:txBody>
        </p:sp>
        <p:sp>
          <p:nvSpPr>
            <p:cNvPr id="8452" name="Google Shape;8452;p131"/>
            <p:cNvSpPr txBox="1"/>
            <p:nvPr/>
          </p:nvSpPr>
          <p:spPr>
            <a:xfrm>
              <a:off x="9424249" y="625646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4 </a:t>
              </a:r>
              <a:endParaRPr b="0" baseline="-25000" i="0" sz="1600" u="none" cap="none" strike="noStrike">
                <a:solidFill>
                  <a:srgbClr val="000000"/>
                </a:solidFill>
                <a:latin typeface="Calibri"/>
                <a:ea typeface="Calibri"/>
                <a:cs typeface="Calibri"/>
                <a:sym typeface="Calibri"/>
              </a:endParaRPr>
            </a:p>
          </p:txBody>
        </p:sp>
      </p:grpSp>
      <p:sp>
        <p:nvSpPr>
          <p:cNvPr id="8453" name="Google Shape;8453;p131"/>
          <p:cNvSpPr txBox="1"/>
          <p:nvPr/>
        </p:nvSpPr>
        <p:spPr>
          <a:xfrm>
            <a:off x="797674" y="3941197"/>
            <a:ext cx="3455844" cy="2024199"/>
          </a:xfrm>
          <a:prstGeom prst="rect">
            <a:avLst/>
          </a:prstGeom>
          <a:noFill/>
          <a:ln>
            <a:noFill/>
          </a:ln>
        </p:spPr>
        <p:txBody>
          <a:bodyPr anchorCtr="0" anchor="t" bIns="45700" lIns="91425" spcFirstLastPara="1" rIns="91425" wrap="square" tIns="45700">
            <a:normAutofit/>
          </a:bodyPr>
          <a:lstStyle/>
          <a:p>
            <a:pPr indent="-295275"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CUBIC default in Linux, most popular TCP for popular Web servers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4" name="Google Shape;8454;p131"/>
          <p:cNvSpPr txBox="1"/>
          <p:nvPr/>
        </p:nvSpPr>
        <p:spPr>
          <a:xfrm>
            <a:off x="785990" y="2146300"/>
            <a:ext cx="11164126" cy="2024199"/>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increase W as a function of the </a:t>
            </a:r>
            <a:r>
              <a:rPr b="0" i="1" lang="en-US" sz="2800" u="none" cap="none" strike="noStrike">
                <a:solidFill>
                  <a:srgbClr val="C00000"/>
                </a:solidFill>
                <a:latin typeface="Calibri"/>
                <a:ea typeface="Calibri"/>
                <a:cs typeface="Calibri"/>
                <a:sym typeface="Calibri"/>
              </a:rPr>
              <a:t>cube</a:t>
            </a:r>
            <a:r>
              <a:rPr b="0" i="0" lang="en-US" sz="2800" u="none" cap="none" strike="noStrike">
                <a:solidFill>
                  <a:srgbClr val="000000"/>
                </a:solidFill>
                <a:latin typeface="Calibri"/>
                <a:ea typeface="Calibri"/>
                <a:cs typeface="Calibri"/>
                <a:sym typeface="Calibri"/>
              </a:rPr>
              <a:t> of the distance between current time  and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5" name="Google Shape;8455;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4"/>
                                        </p:tgtEl>
                                        <p:attrNameLst>
                                          <p:attrName>style.visibility</p:attrName>
                                        </p:attrNameLst>
                                      </p:cBhvr>
                                      <p:to>
                                        <p:strVal val="visible"/>
                                      </p:to>
                                    </p:set>
                                    <p:animEffect filter="fade" transition="in">
                                      <p:cBhvr>
                                        <p:cTn dur="500"/>
                                        <p:tgtEl>
                                          <p:spTgt spid="8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2"/>
                                        </p:tgtEl>
                                        <p:attrNameLst>
                                          <p:attrName>style.visibility</p:attrName>
                                        </p:attrNameLst>
                                      </p:cBhvr>
                                      <p:to>
                                        <p:strVal val="visible"/>
                                      </p:to>
                                    </p:set>
                                    <p:animEffect filter="fade" transition="in">
                                      <p:cBhvr>
                                        <p:cTn dur="500"/>
                                        <p:tgtEl>
                                          <p:spTgt spid="8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3"/>
                                        </p:tgtEl>
                                        <p:attrNameLst>
                                          <p:attrName>style.visibility</p:attrName>
                                        </p:attrNameLst>
                                      </p:cBhvr>
                                      <p:to>
                                        <p:strVal val="visible"/>
                                      </p:to>
                                    </p:set>
                                    <p:animEffect filter="fade" transition="in">
                                      <p:cBhvr>
                                        <p:cTn dur="500"/>
                                        <p:tgtEl>
                                          <p:spTgt spid="8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3"/>
                                        </p:tgtEl>
                                        <p:attrNameLst>
                                          <p:attrName>style.visibility</p:attrName>
                                        </p:attrNameLst>
                                      </p:cBhvr>
                                      <p:to>
                                        <p:strVal val="visible"/>
                                      </p:to>
                                    </p:set>
                                    <p:animEffect filter="fade" transition="in">
                                      <p:cBhvr>
                                        <p:cTn dur="500"/>
                                        <p:tgtEl>
                                          <p:spTgt spid="8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0" name="Shape 8460"/>
        <p:cNvGrpSpPr/>
        <p:nvPr/>
      </p:nvGrpSpPr>
      <p:grpSpPr>
        <a:xfrm>
          <a:off x="0" y="0"/>
          <a:ext cx="0" cy="0"/>
          <a:chOff x="0" y="0"/>
          <a:chExt cx="0" cy="0"/>
        </a:xfrm>
      </p:grpSpPr>
      <p:grpSp>
        <p:nvGrpSpPr>
          <p:cNvPr id="8461" name="Google Shape;8461;p132"/>
          <p:cNvGrpSpPr/>
          <p:nvPr/>
        </p:nvGrpSpPr>
        <p:grpSpPr>
          <a:xfrm>
            <a:off x="4094463" y="4663823"/>
            <a:ext cx="2885057" cy="1508681"/>
            <a:chOff x="4094463" y="4663823"/>
            <a:chExt cx="2885057" cy="1508681"/>
          </a:xfrm>
        </p:grpSpPr>
        <p:sp>
          <p:nvSpPr>
            <p:cNvPr id="8462" name="Google Shape;8462;p132"/>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63" name="Google Shape;8463;p132"/>
            <p:cNvGrpSpPr/>
            <p:nvPr/>
          </p:nvGrpSpPr>
          <p:grpSpPr>
            <a:xfrm>
              <a:off x="5035264" y="5554092"/>
              <a:ext cx="496248" cy="260542"/>
              <a:chOff x="7141236" y="6068702"/>
              <a:chExt cx="496248" cy="260542"/>
            </a:xfrm>
          </p:grpSpPr>
          <p:sp>
            <p:nvSpPr>
              <p:cNvPr id="8464" name="Google Shape;8464;p132"/>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65" name="Google Shape;8465;p132"/>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66" name="Google Shape;8466;p132"/>
              <p:cNvGrpSpPr/>
              <p:nvPr/>
            </p:nvGrpSpPr>
            <p:grpSpPr>
              <a:xfrm>
                <a:off x="7214834" y="6090139"/>
                <a:ext cx="348960" cy="123931"/>
                <a:chOff x="7786941" y="2884917"/>
                <a:chExt cx="897649" cy="353919"/>
              </a:xfrm>
            </p:grpSpPr>
            <p:sp>
              <p:nvSpPr>
                <p:cNvPr id="8467" name="Google Shape;8467;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8" name="Google Shape;8468;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9" name="Google Shape;8469;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0" name="Google Shape;8470;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1" name="Google Shape;8471;p132"/>
            <p:cNvGrpSpPr/>
            <p:nvPr/>
          </p:nvGrpSpPr>
          <p:grpSpPr>
            <a:xfrm>
              <a:off x="6131364" y="5156690"/>
              <a:ext cx="496248" cy="260542"/>
              <a:chOff x="7493876" y="2774731"/>
              <a:chExt cx="1481958" cy="894622"/>
            </a:xfrm>
          </p:grpSpPr>
          <p:sp>
            <p:nvSpPr>
              <p:cNvPr id="8472" name="Google Shape;8472;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73" name="Google Shape;8473;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74" name="Google Shape;8474;p132"/>
              <p:cNvGrpSpPr/>
              <p:nvPr/>
            </p:nvGrpSpPr>
            <p:grpSpPr>
              <a:xfrm>
                <a:off x="7713663" y="2848339"/>
                <a:ext cx="1042107" cy="425543"/>
                <a:chOff x="7786941" y="2884917"/>
                <a:chExt cx="897649" cy="353919"/>
              </a:xfrm>
            </p:grpSpPr>
            <p:sp>
              <p:nvSpPr>
                <p:cNvPr id="8475" name="Google Shape;8475;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6" name="Google Shape;8476;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7" name="Google Shape;8477;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8" name="Google Shape;8478;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9" name="Google Shape;8479;p132"/>
            <p:cNvGrpSpPr/>
            <p:nvPr/>
          </p:nvGrpSpPr>
          <p:grpSpPr>
            <a:xfrm>
              <a:off x="5122533" y="4861037"/>
              <a:ext cx="496248" cy="260542"/>
              <a:chOff x="7493876" y="2774731"/>
              <a:chExt cx="1481958" cy="894622"/>
            </a:xfrm>
          </p:grpSpPr>
          <p:sp>
            <p:nvSpPr>
              <p:cNvPr id="8480" name="Google Shape;8480;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1" name="Google Shape;8481;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82" name="Google Shape;8482;p132"/>
              <p:cNvGrpSpPr/>
              <p:nvPr/>
            </p:nvGrpSpPr>
            <p:grpSpPr>
              <a:xfrm>
                <a:off x="7713663" y="2848339"/>
                <a:ext cx="1042107" cy="425543"/>
                <a:chOff x="7786941" y="2884917"/>
                <a:chExt cx="897649" cy="353919"/>
              </a:xfrm>
            </p:grpSpPr>
            <p:sp>
              <p:nvSpPr>
                <p:cNvPr id="8483" name="Google Shape;8483;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4" name="Google Shape;8484;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5" name="Google Shape;8485;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6" name="Google Shape;8486;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87" name="Google Shape;8487;p132"/>
            <p:cNvGrpSpPr/>
            <p:nvPr/>
          </p:nvGrpSpPr>
          <p:grpSpPr>
            <a:xfrm>
              <a:off x="4450588" y="5823254"/>
              <a:ext cx="496248" cy="260542"/>
              <a:chOff x="7493876" y="2774731"/>
              <a:chExt cx="1481958" cy="894622"/>
            </a:xfrm>
          </p:grpSpPr>
          <p:sp>
            <p:nvSpPr>
              <p:cNvPr id="8488" name="Google Shape;8488;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9" name="Google Shape;8489;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0" name="Google Shape;8490;p132"/>
              <p:cNvGrpSpPr/>
              <p:nvPr/>
            </p:nvGrpSpPr>
            <p:grpSpPr>
              <a:xfrm>
                <a:off x="7713663" y="2848339"/>
                <a:ext cx="1042107" cy="425543"/>
                <a:chOff x="7786941" y="2884917"/>
                <a:chExt cx="897649" cy="353919"/>
              </a:xfrm>
            </p:grpSpPr>
            <p:sp>
              <p:nvSpPr>
                <p:cNvPr id="8491" name="Google Shape;8491;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2" name="Google Shape;8492;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3" name="Google Shape;8493;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4" name="Google Shape;8494;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95" name="Google Shape;8495;p132"/>
            <p:cNvGrpSpPr/>
            <p:nvPr/>
          </p:nvGrpSpPr>
          <p:grpSpPr>
            <a:xfrm>
              <a:off x="4094463" y="5164346"/>
              <a:ext cx="496248" cy="260542"/>
              <a:chOff x="7493876" y="2774731"/>
              <a:chExt cx="1481958" cy="894622"/>
            </a:xfrm>
          </p:grpSpPr>
          <p:sp>
            <p:nvSpPr>
              <p:cNvPr id="8496" name="Google Shape;8496;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97" name="Google Shape;8497;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8" name="Google Shape;8498;p132"/>
              <p:cNvGrpSpPr/>
              <p:nvPr/>
            </p:nvGrpSpPr>
            <p:grpSpPr>
              <a:xfrm>
                <a:off x="7713663" y="2848339"/>
                <a:ext cx="1042107" cy="425543"/>
                <a:chOff x="7786941" y="2884917"/>
                <a:chExt cx="897649" cy="353919"/>
              </a:xfrm>
            </p:grpSpPr>
            <p:sp>
              <p:nvSpPr>
                <p:cNvPr id="8499" name="Google Shape;8499;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0" name="Google Shape;8500;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1" name="Google Shape;8501;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2" name="Google Shape;8502;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03" name="Google Shape;8503;p132"/>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4" name="Google Shape;8504;p132"/>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5" name="Google Shape;8505;p132"/>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6" name="Google Shape;8506;p132"/>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7" name="Google Shape;8507;p132"/>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8" name="Google Shape;8508;p132"/>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9" name="Google Shape;8509;p132"/>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10" name="Google Shape;8510;p132"/>
            <p:cNvGrpSpPr/>
            <p:nvPr/>
          </p:nvGrpSpPr>
          <p:grpSpPr>
            <a:xfrm>
              <a:off x="5868328" y="5862061"/>
              <a:ext cx="496248" cy="260542"/>
              <a:chOff x="7493876" y="2774731"/>
              <a:chExt cx="1481958" cy="894622"/>
            </a:xfrm>
          </p:grpSpPr>
          <p:sp>
            <p:nvSpPr>
              <p:cNvPr id="8511" name="Google Shape;8511;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512" name="Google Shape;8512;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513" name="Google Shape;8513;p132"/>
              <p:cNvGrpSpPr/>
              <p:nvPr/>
            </p:nvGrpSpPr>
            <p:grpSpPr>
              <a:xfrm>
                <a:off x="7713663" y="2848339"/>
                <a:ext cx="1042107" cy="425543"/>
                <a:chOff x="7786941" y="2884917"/>
                <a:chExt cx="897649" cy="353919"/>
              </a:xfrm>
            </p:grpSpPr>
            <p:sp>
              <p:nvSpPr>
                <p:cNvPr id="8514" name="Google Shape;8514;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5" name="Google Shape;8515;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6" name="Google Shape;8516;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7" name="Google Shape;8517;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18" name="Google Shape;8518;p132"/>
            <p:cNvSpPr/>
            <p:nvPr/>
          </p:nvSpPr>
          <p:spPr>
            <a:xfrm flipH="1" rot="10800000">
              <a:off x="4860724" y="5735086"/>
              <a:ext cx="178041" cy="104043"/>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19" name="Google Shape;8519;p132"/>
            <p:cNvSpPr/>
            <p:nvPr/>
          </p:nvSpPr>
          <p:spPr>
            <a:xfrm flipH="1" rot="10800000">
              <a:off x="5445456" y="4663823"/>
              <a:ext cx="45719" cy="202880"/>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0" name="Google Shape;8520;p132"/>
            <p:cNvSpPr/>
            <p:nvPr/>
          </p:nvSpPr>
          <p:spPr>
            <a:xfrm>
              <a:off x="5532311" y="5746564"/>
              <a:ext cx="336683" cy="244860"/>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21" name="Google Shape;8521;p132"/>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522" name="Google Shape;8522;p132"/>
          <p:cNvSpPr txBox="1"/>
          <p:nvPr/>
        </p:nvSpPr>
        <p:spPr>
          <a:xfrm>
            <a:off x="667043" y="1366203"/>
            <a:ext cx="11177587" cy="2190750"/>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b="0" i="0" sz="2800" u="none" cap="none" strike="noStrike">
              <a:solidFill>
                <a:srgbClr val="000000"/>
              </a:solidFill>
              <a:latin typeface="Calibri"/>
              <a:ea typeface="Calibri"/>
              <a:cs typeface="Calibri"/>
              <a:sym typeface="Calibri"/>
            </a:endParaRPr>
          </a:p>
        </p:txBody>
      </p:sp>
      <p:sp>
        <p:nvSpPr>
          <p:cNvPr id="8523" name="Google Shape;8523;p132"/>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524" name="Google Shape;8524;p132"/>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5" name="Google Shape;8525;p132"/>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26" name="Google Shape;8526;p132"/>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27" name="Google Shape;8527;p132"/>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528" name="Google Shape;8528;p132"/>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29" name="Google Shape;8529;p132"/>
          <p:cNvGrpSpPr/>
          <p:nvPr/>
        </p:nvGrpSpPr>
        <p:grpSpPr>
          <a:xfrm flipH="1">
            <a:off x="2151063" y="4424307"/>
            <a:ext cx="673100" cy="701675"/>
            <a:chOff x="-44" y="1473"/>
            <a:chExt cx="981" cy="1105"/>
          </a:xfrm>
        </p:grpSpPr>
        <p:pic>
          <p:nvPicPr>
            <p:cNvPr descr="desktop_computer_stylized_medium" id="8530" name="Google Shape;8530;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31" name="Google Shape;8531;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32" name="Google Shape;8532;p132"/>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533" name="Google Shape;8533;p132"/>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534" name="Google Shape;8534;p132"/>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535" name="Google Shape;8535;p132"/>
          <p:cNvGrpSpPr/>
          <p:nvPr/>
        </p:nvGrpSpPr>
        <p:grpSpPr>
          <a:xfrm>
            <a:off x="7794625" y="3673978"/>
            <a:ext cx="2047875" cy="1620287"/>
            <a:chOff x="4882752" y="4007261"/>
            <a:chExt cx="2046816" cy="1619544"/>
          </a:xfrm>
        </p:grpSpPr>
        <p:sp>
          <p:nvSpPr>
            <p:cNvPr id="8536" name="Google Shape;8536;p132"/>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537" name="Google Shape;8537;p132"/>
            <p:cNvGrpSpPr/>
            <p:nvPr/>
          </p:nvGrpSpPr>
          <p:grpSpPr>
            <a:xfrm>
              <a:off x="4927179" y="4319856"/>
              <a:ext cx="2002389" cy="1306949"/>
              <a:chOff x="1305623" y="4714561"/>
              <a:chExt cx="2002389" cy="1306949"/>
            </a:xfrm>
          </p:grpSpPr>
          <p:sp>
            <p:nvSpPr>
              <p:cNvPr id="8538" name="Google Shape;8538;p132"/>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9" name="Google Shape;8539;p132"/>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40" name="Google Shape;8540;p132"/>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41" name="Google Shape;8541;p132"/>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542" name="Google Shape;8542;p132"/>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43" name="Google Shape;8543;p132"/>
              <p:cNvGrpSpPr/>
              <p:nvPr/>
            </p:nvGrpSpPr>
            <p:grpSpPr>
              <a:xfrm flipH="1">
                <a:off x="2634682" y="5076164"/>
                <a:ext cx="673330" cy="701684"/>
                <a:chOff x="-44" y="1473"/>
                <a:chExt cx="981" cy="1105"/>
              </a:xfrm>
            </p:grpSpPr>
            <p:pic>
              <p:nvPicPr>
                <p:cNvPr descr="desktop_computer_stylized_medium" id="8544" name="Google Shape;8544;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45" name="Google Shape;8545;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46" name="Google Shape;8546;p132"/>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7" name="Google Shape;8547;p132"/>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8" name="Google Shape;8548;p132"/>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549" name="Google Shape;8549;p132"/>
          <p:cNvSpPr/>
          <p:nvPr/>
        </p:nvSpPr>
        <p:spPr>
          <a:xfrm>
            <a:off x="3329610" y="4423976"/>
            <a:ext cx="5073926" cy="1202035"/>
          </a:xfrm>
          <a:custGeom>
            <a:rect b="b" l="l" r="r" t="t"/>
            <a:pathLst>
              <a:path extrusionOk="0" h="1443677" w="5156094">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0" name="Google Shape;8550;p132"/>
          <p:cNvSpPr txBox="1"/>
          <p:nvPr/>
        </p:nvSpPr>
        <p:spPr>
          <a:xfrm>
            <a:off x="4692557" y="6277338"/>
            <a:ext cx="31813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bottleneck link (almost always busy)</a:t>
            </a:r>
            <a:endParaRPr b="0" i="0" sz="1800" u="none" cap="none" strike="noStrike">
              <a:solidFill>
                <a:srgbClr val="C00000"/>
              </a:solidFill>
              <a:latin typeface="Calibri"/>
              <a:ea typeface="Calibri"/>
              <a:cs typeface="Calibri"/>
              <a:sym typeface="Calibri"/>
            </a:endParaRPr>
          </a:p>
        </p:txBody>
      </p:sp>
      <p:cxnSp>
        <p:nvCxnSpPr>
          <p:cNvPr id="8551" name="Google Shape;8551;p132"/>
          <p:cNvCxnSpPr/>
          <p:nvPr/>
        </p:nvCxnSpPr>
        <p:spPr>
          <a:xfrm>
            <a:off x="5609507" y="5767851"/>
            <a:ext cx="0" cy="566274"/>
          </a:xfrm>
          <a:prstGeom prst="straightConnector1">
            <a:avLst/>
          </a:prstGeom>
          <a:noFill/>
          <a:ln cap="flat" cmpd="sng" w="19050">
            <a:solidFill>
              <a:srgbClr val="FF0000"/>
            </a:solidFill>
            <a:prstDash val="solid"/>
            <a:miter lim="800000"/>
            <a:headEnd len="sm" w="sm" type="none"/>
            <a:tailEnd len="sm" w="sm" type="none"/>
          </a:ln>
        </p:spPr>
      </p:cxnSp>
      <p:grpSp>
        <p:nvGrpSpPr>
          <p:cNvPr id="8552" name="Google Shape;8552;p132"/>
          <p:cNvGrpSpPr/>
          <p:nvPr/>
        </p:nvGrpSpPr>
        <p:grpSpPr>
          <a:xfrm>
            <a:off x="860107" y="5151058"/>
            <a:ext cx="4764459" cy="830997"/>
            <a:chOff x="703842" y="5262044"/>
            <a:chExt cx="4764459" cy="830997"/>
          </a:xfrm>
        </p:grpSpPr>
        <p:sp>
          <p:nvSpPr>
            <p:cNvPr id="8553" name="Google Shape;8553;p132"/>
            <p:cNvSpPr txBox="1"/>
            <p:nvPr/>
          </p:nvSpPr>
          <p:spPr>
            <a:xfrm>
              <a:off x="703842" y="5262044"/>
              <a:ext cx="2330267"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packet queue almost never empty, sometimes overflows packet (loss)</a:t>
              </a:r>
              <a:endParaRPr b="0" i="0" sz="1800" u="none" cap="none" strike="noStrike">
                <a:solidFill>
                  <a:srgbClr val="C00000"/>
                </a:solidFill>
                <a:latin typeface="Calibri"/>
                <a:ea typeface="Calibri"/>
                <a:cs typeface="Calibri"/>
                <a:sym typeface="Calibri"/>
              </a:endParaRPr>
            </a:p>
          </p:txBody>
        </p:sp>
        <p:grpSp>
          <p:nvGrpSpPr>
            <p:cNvPr id="8554" name="Google Shape;8554;p132"/>
            <p:cNvGrpSpPr/>
            <p:nvPr/>
          </p:nvGrpSpPr>
          <p:grpSpPr>
            <a:xfrm>
              <a:off x="4921820" y="5505951"/>
              <a:ext cx="546481" cy="385934"/>
              <a:chOff x="4621648" y="3046041"/>
              <a:chExt cx="1120964" cy="768758"/>
            </a:xfrm>
          </p:grpSpPr>
          <p:grpSp>
            <p:nvGrpSpPr>
              <p:cNvPr id="8555" name="Google Shape;8555;p132"/>
              <p:cNvGrpSpPr/>
              <p:nvPr/>
            </p:nvGrpSpPr>
            <p:grpSpPr>
              <a:xfrm>
                <a:off x="5247312" y="3046041"/>
                <a:ext cx="495300" cy="760413"/>
                <a:chOff x="333961" y="4406169"/>
                <a:chExt cx="1255305" cy="2136353"/>
              </a:xfrm>
            </p:grpSpPr>
            <p:sp>
              <p:nvSpPr>
                <p:cNvPr id="8556" name="Google Shape;8556;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7" name="Google Shape;8557;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8" name="Google Shape;8558;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59" name="Google Shape;8559;p132"/>
              <p:cNvGrpSpPr/>
              <p:nvPr/>
            </p:nvGrpSpPr>
            <p:grpSpPr>
              <a:xfrm>
                <a:off x="5041006" y="3051076"/>
                <a:ext cx="495300" cy="760413"/>
                <a:chOff x="333961" y="4406169"/>
                <a:chExt cx="1255305" cy="2136353"/>
              </a:xfrm>
            </p:grpSpPr>
            <p:sp>
              <p:nvSpPr>
                <p:cNvPr id="8560" name="Google Shape;8560;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1" name="Google Shape;8561;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2" name="Google Shape;8562;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3" name="Google Shape;8563;p132"/>
              <p:cNvGrpSpPr/>
              <p:nvPr/>
            </p:nvGrpSpPr>
            <p:grpSpPr>
              <a:xfrm>
                <a:off x="4816091" y="3050224"/>
                <a:ext cx="493712" cy="760412"/>
                <a:chOff x="335231" y="4406992"/>
                <a:chExt cx="1251280" cy="2136350"/>
              </a:xfrm>
            </p:grpSpPr>
            <p:sp>
              <p:nvSpPr>
                <p:cNvPr id="8564" name="Google Shape;8564;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5" name="Google Shape;8565;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6" name="Google Shape;8566;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7" name="Google Shape;8567;p132"/>
              <p:cNvGrpSpPr/>
              <p:nvPr/>
            </p:nvGrpSpPr>
            <p:grpSpPr>
              <a:xfrm>
                <a:off x="4621648" y="3054387"/>
                <a:ext cx="493712" cy="760412"/>
                <a:chOff x="335231" y="4406992"/>
                <a:chExt cx="1251280" cy="2136350"/>
              </a:xfrm>
            </p:grpSpPr>
            <p:sp>
              <p:nvSpPr>
                <p:cNvPr id="8568" name="Google Shape;8568;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9" name="Google Shape;8569;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70" name="Google Shape;8570;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cxnSp>
          <p:nvCxnSpPr>
            <p:cNvPr id="8571" name="Google Shape;8571;p132"/>
            <p:cNvCxnSpPr/>
            <p:nvPr/>
          </p:nvCxnSpPr>
          <p:spPr>
            <a:xfrm rot="10800000">
              <a:off x="2972773" y="5696183"/>
              <a:ext cx="1931633"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72" name="Google Shape;8572;p132"/>
          <p:cNvGrpSpPr/>
          <p:nvPr/>
        </p:nvGrpSpPr>
        <p:grpSpPr>
          <a:xfrm>
            <a:off x="5397500" y="4063641"/>
            <a:ext cx="609600" cy="628987"/>
            <a:chOff x="5486400" y="4101741"/>
            <a:chExt cx="609600" cy="628987"/>
          </a:xfrm>
        </p:grpSpPr>
        <p:sp>
          <p:nvSpPr>
            <p:cNvPr id="8573" name="Google Shape;8573;p132"/>
            <p:cNvSpPr/>
            <p:nvPr/>
          </p:nvSpPr>
          <p:spPr>
            <a:xfrm flipH="1">
              <a:off x="5658360" y="4102100"/>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74" name="Google Shape;8574;p132"/>
            <p:cNvGrpSpPr/>
            <p:nvPr/>
          </p:nvGrpSpPr>
          <p:grpSpPr>
            <a:xfrm flipH="1">
              <a:off x="5486400" y="4355542"/>
              <a:ext cx="350533" cy="375186"/>
              <a:chOff x="-44" y="1473"/>
              <a:chExt cx="981" cy="1105"/>
            </a:xfrm>
          </p:grpSpPr>
          <p:pic>
            <p:nvPicPr>
              <p:cNvPr descr="desktop_computer_stylized_medium" id="8575" name="Google Shape;8575;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76" name="Google Shape;8576;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77" name="Google Shape;8577;p132"/>
            <p:cNvGrpSpPr/>
            <p:nvPr/>
          </p:nvGrpSpPr>
          <p:grpSpPr>
            <a:xfrm>
              <a:off x="5831973" y="4101741"/>
              <a:ext cx="264027" cy="451210"/>
              <a:chOff x="5831973" y="4101740"/>
              <a:chExt cx="295777" cy="502587"/>
            </a:xfrm>
          </p:grpSpPr>
          <p:sp>
            <p:nvSpPr>
              <p:cNvPr id="8578" name="Google Shape;8578;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79" name="Google Shape;8579;p132"/>
              <p:cNvGrpSpPr/>
              <p:nvPr/>
            </p:nvGrpSpPr>
            <p:grpSpPr>
              <a:xfrm>
                <a:off x="5832475" y="4197350"/>
                <a:ext cx="295275" cy="307975"/>
                <a:chOff x="5832475" y="4197350"/>
                <a:chExt cx="295275" cy="307975"/>
              </a:xfrm>
            </p:grpSpPr>
            <p:cxnSp>
              <p:nvCxnSpPr>
                <p:cNvPr id="8580" name="Google Shape;8580;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1" name="Google Shape;8581;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2" name="Google Shape;8582;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3" name="Google Shape;8583;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grpSp>
        <p:nvGrpSpPr>
          <p:cNvPr id="8584" name="Google Shape;8584;p132"/>
          <p:cNvGrpSpPr/>
          <p:nvPr/>
        </p:nvGrpSpPr>
        <p:grpSpPr>
          <a:xfrm>
            <a:off x="3630569" y="5751891"/>
            <a:ext cx="719335" cy="546078"/>
            <a:chOff x="6454273" y="3133725"/>
            <a:chExt cx="719335" cy="546078"/>
          </a:xfrm>
        </p:grpSpPr>
        <p:sp>
          <p:nvSpPr>
            <p:cNvPr id="8585" name="Google Shape;8585;p132"/>
            <p:cNvSpPr/>
            <p:nvPr/>
          </p:nvSpPr>
          <p:spPr>
            <a:xfrm>
              <a:off x="6709285" y="3133725"/>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86" name="Google Shape;8586;p132"/>
            <p:cNvGrpSpPr/>
            <p:nvPr/>
          </p:nvGrpSpPr>
          <p:grpSpPr>
            <a:xfrm flipH="1">
              <a:off x="6823075" y="3304617"/>
              <a:ext cx="350533" cy="375186"/>
              <a:chOff x="-44" y="1473"/>
              <a:chExt cx="981" cy="1105"/>
            </a:xfrm>
          </p:grpSpPr>
          <p:pic>
            <p:nvPicPr>
              <p:cNvPr descr="desktop_computer_stylized_medium" id="8587" name="Google Shape;8587;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88" name="Google Shape;8588;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89" name="Google Shape;8589;p132"/>
            <p:cNvGrpSpPr/>
            <p:nvPr/>
          </p:nvGrpSpPr>
          <p:grpSpPr>
            <a:xfrm>
              <a:off x="6454273" y="3142891"/>
              <a:ext cx="264027" cy="451210"/>
              <a:chOff x="5831973" y="4101740"/>
              <a:chExt cx="295777" cy="502587"/>
            </a:xfrm>
          </p:grpSpPr>
          <p:sp>
            <p:nvSpPr>
              <p:cNvPr id="8590" name="Google Shape;8590;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91" name="Google Shape;8591;p132"/>
              <p:cNvGrpSpPr/>
              <p:nvPr/>
            </p:nvGrpSpPr>
            <p:grpSpPr>
              <a:xfrm>
                <a:off x="5832475" y="4197350"/>
                <a:ext cx="295275" cy="307975"/>
                <a:chOff x="5832475" y="4197350"/>
                <a:chExt cx="295275" cy="307975"/>
              </a:xfrm>
            </p:grpSpPr>
            <p:cxnSp>
              <p:nvCxnSpPr>
                <p:cNvPr id="8592" name="Google Shape;8592;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3" name="Google Shape;8593;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4" name="Google Shape;8594;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5" name="Google Shape;8595;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sp>
        <p:nvSpPr>
          <p:cNvPr id="8596" name="Google Shape;8596;p132"/>
          <p:cNvSpPr/>
          <p:nvPr/>
        </p:nvSpPr>
        <p:spPr>
          <a:xfrm>
            <a:off x="4223838" y="4617911"/>
            <a:ext cx="1958882" cy="1476814"/>
          </a:xfrm>
          <a:custGeom>
            <a:rect b="b" l="l" r="r" t="t"/>
            <a:pathLst>
              <a:path extrusionOk="0" h="1476814" w="1958882">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7" name="Google Shape;8597;p132"/>
          <p:cNvSpPr/>
          <p:nvPr/>
        </p:nvSpPr>
        <p:spPr>
          <a:xfrm>
            <a:off x="5543550" y="5391150"/>
            <a:ext cx="133350" cy="371475"/>
          </a:xfrm>
          <a:prstGeom prst="ellipse">
            <a:avLst/>
          </a:prstGeom>
          <a:no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8" name="Google Shape;8598;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2"/>
                                        </p:tgtEl>
                                        <p:attrNameLst>
                                          <p:attrName>style.visibility</p:attrName>
                                        </p:attrNameLst>
                                      </p:cBhvr>
                                      <p:to>
                                        <p:strVal val="visible"/>
                                      </p:to>
                                    </p:set>
                                    <p:animEffect filter="fade" transition="in">
                                      <p:cBhvr>
                                        <p:cTn dur="500"/>
                                        <p:tgtEl>
                                          <p:spTgt spid="8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3" name="Shape 8603"/>
        <p:cNvGrpSpPr/>
        <p:nvPr/>
      </p:nvGrpSpPr>
      <p:grpSpPr>
        <a:xfrm>
          <a:off x="0" y="0"/>
          <a:ext cx="0" cy="0"/>
          <a:chOff x="0" y="0"/>
          <a:chExt cx="0" cy="0"/>
        </a:xfrm>
      </p:grpSpPr>
      <p:grpSp>
        <p:nvGrpSpPr>
          <p:cNvPr id="8604" name="Google Shape;8604;p133"/>
          <p:cNvGrpSpPr/>
          <p:nvPr/>
        </p:nvGrpSpPr>
        <p:grpSpPr>
          <a:xfrm>
            <a:off x="4094463" y="4691367"/>
            <a:ext cx="2885057" cy="1481137"/>
            <a:chOff x="4094463" y="4691367"/>
            <a:chExt cx="2885057" cy="1481137"/>
          </a:xfrm>
        </p:grpSpPr>
        <p:sp>
          <p:nvSpPr>
            <p:cNvPr id="8605" name="Google Shape;8605;p133"/>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06" name="Google Shape;8606;p133"/>
            <p:cNvGrpSpPr/>
            <p:nvPr/>
          </p:nvGrpSpPr>
          <p:grpSpPr>
            <a:xfrm>
              <a:off x="5035264" y="5554092"/>
              <a:ext cx="496248" cy="260542"/>
              <a:chOff x="7141236" y="6068702"/>
              <a:chExt cx="496248" cy="260542"/>
            </a:xfrm>
          </p:grpSpPr>
          <p:sp>
            <p:nvSpPr>
              <p:cNvPr id="8607" name="Google Shape;8607;p133"/>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08" name="Google Shape;8608;p133"/>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09" name="Google Shape;8609;p133"/>
              <p:cNvGrpSpPr/>
              <p:nvPr/>
            </p:nvGrpSpPr>
            <p:grpSpPr>
              <a:xfrm>
                <a:off x="7214834" y="6090139"/>
                <a:ext cx="348960" cy="123931"/>
                <a:chOff x="7786941" y="2884917"/>
                <a:chExt cx="897649" cy="353919"/>
              </a:xfrm>
            </p:grpSpPr>
            <p:sp>
              <p:nvSpPr>
                <p:cNvPr id="8610" name="Google Shape;8610;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1" name="Google Shape;8611;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2" name="Google Shape;8612;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3" name="Google Shape;8613;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14" name="Google Shape;8614;p133"/>
            <p:cNvGrpSpPr/>
            <p:nvPr/>
          </p:nvGrpSpPr>
          <p:grpSpPr>
            <a:xfrm>
              <a:off x="6131364" y="5156690"/>
              <a:ext cx="496248" cy="260542"/>
              <a:chOff x="7493876" y="2774731"/>
              <a:chExt cx="1481958" cy="894622"/>
            </a:xfrm>
          </p:grpSpPr>
          <p:sp>
            <p:nvSpPr>
              <p:cNvPr id="8615" name="Google Shape;8615;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16" name="Google Shape;8616;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17" name="Google Shape;8617;p133"/>
              <p:cNvGrpSpPr/>
              <p:nvPr/>
            </p:nvGrpSpPr>
            <p:grpSpPr>
              <a:xfrm>
                <a:off x="7713663" y="2848339"/>
                <a:ext cx="1042107" cy="425543"/>
                <a:chOff x="7786941" y="2884917"/>
                <a:chExt cx="897649" cy="353919"/>
              </a:xfrm>
            </p:grpSpPr>
            <p:sp>
              <p:nvSpPr>
                <p:cNvPr id="8618" name="Google Shape;8618;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9" name="Google Shape;8619;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0" name="Google Shape;8620;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1" name="Google Shape;8621;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22" name="Google Shape;8622;p133"/>
            <p:cNvGrpSpPr/>
            <p:nvPr/>
          </p:nvGrpSpPr>
          <p:grpSpPr>
            <a:xfrm>
              <a:off x="5122533" y="4861037"/>
              <a:ext cx="496248" cy="260542"/>
              <a:chOff x="7493876" y="2774731"/>
              <a:chExt cx="1481958" cy="894622"/>
            </a:xfrm>
          </p:grpSpPr>
          <p:sp>
            <p:nvSpPr>
              <p:cNvPr id="8623" name="Google Shape;8623;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24" name="Google Shape;8624;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25" name="Google Shape;8625;p133"/>
              <p:cNvGrpSpPr/>
              <p:nvPr/>
            </p:nvGrpSpPr>
            <p:grpSpPr>
              <a:xfrm>
                <a:off x="7713663" y="2848339"/>
                <a:ext cx="1042107" cy="425543"/>
                <a:chOff x="7786941" y="2884917"/>
                <a:chExt cx="897649" cy="353919"/>
              </a:xfrm>
            </p:grpSpPr>
            <p:sp>
              <p:nvSpPr>
                <p:cNvPr id="8626" name="Google Shape;8626;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7" name="Google Shape;8627;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8" name="Google Shape;8628;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9" name="Google Shape;8629;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0" name="Google Shape;8630;p133"/>
            <p:cNvGrpSpPr/>
            <p:nvPr/>
          </p:nvGrpSpPr>
          <p:grpSpPr>
            <a:xfrm>
              <a:off x="4450588" y="5823254"/>
              <a:ext cx="496248" cy="260542"/>
              <a:chOff x="7493876" y="2774731"/>
              <a:chExt cx="1481958" cy="894622"/>
            </a:xfrm>
          </p:grpSpPr>
          <p:sp>
            <p:nvSpPr>
              <p:cNvPr id="8631" name="Google Shape;8631;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32" name="Google Shape;8632;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33" name="Google Shape;8633;p133"/>
              <p:cNvGrpSpPr/>
              <p:nvPr/>
            </p:nvGrpSpPr>
            <p:grpSpPr>
              <a:xfrm>
                <a:off x="7713663" y="2848339"/>
                <a:ext cx="1042107" cy="425543"/>
                <a:chOff x="7786941" y="2884917"/>
                <a:chExt cx="897649" cy="353919"/>
              </a:xfrm>
            </p:grpSpPr>
            <p:sp>
              <p:nvSpPr>
                <p:cNvPr id="8634" name="Google Shape;8634;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5" name="Google Shape;8635;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6" name="Google Shape;8636;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7" name="Google Shape;8637;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8" name="Google Shape;8638;p133"/>
            <p:cNvGrpSpPr/>
            <p:nvPr/>
          </p:nvGrpSpPr>
          <p:grpSpPr>
            <a:xfrm>
              <a:off x="4094463" y="5164346"/>
              <a:ext cx="496248" cy="260542"/>
              <a:chOff x="7493876" y="2774731"/>
              <a:chExt cx="1481958" cy="894622"/>
            </a:xfrm>
          </p:grpSpPr>
          <p:sp>
            <p:nvSpPr>
              <p:cNvPr id="8639" name="Google Shape;8639;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40" name="Google Shape;8640;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41" name="Google Shape;8641;p133"/>
              <p:cNvGrpSpPr/>
              <p:nvPr/>
            </p:nvGrpSpPr>
            <p:grpSpPr>
              <a:xfrm>
                <a:off x="7713663" y="2848339"/>
                <a:ext cx="1042107" cy="425543"/>
                <a:chOff x="7786941" y="2884917"/>
                <a:chExt cx="897649" cy="353919"/>
              </a:xfrm>
            </p:grpSpPr>
            <p:sp>
              <p:nvSpPr>
                <p:cNvPr id="8642" name="Google Shape;8642;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3" name="Google Shape;8643;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4" name="Google Shape;8644;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5" name="Google Shape;8645;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646" name="Google Shape;8646;p133"/>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7" name="Google Shape;8647;p133"/>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8" name="Google Shape;8648;p133"/>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9" name="Google Shape;8649;p133"/>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0" name="Google Shape;8650;p133"/>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1" name="Google Shape;8651;p133"/>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2" name="Google Shape;8652;p133"/>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53" name="Google Shape;8653;p133"/>
            <p:cNvGrpSpPr/>
            <p:nvPr/>
          </p:nvGrpSpPr>
          <p:grpSpPr>
            <a:xfrm>
              <a:off x="5868328" y="5862061"/>
              <a:ext cx="496248" cy="260542"/>
              <a:chOff x="7493876" y="2774731"/>
              <a:chExt cx="1481958" cy="894622"/>
            </a:xfrm>
          </p:grpSpPr>
          <p:sp>
            <p:nvSpPr>
              <p:cNvPr id="8654" name="Google Shape;8654;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55" name="Google Shape;8655;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56" name="Google Shape;8656;p133"/>
              <p:cNvGrpSpPr/>
              <p:nvPr/>
            </p:nvGrpSpPr>
            <p:grpSpPr>
              <a:xfrm>
                <a:off x="7713663" y="2848339"/>
                <a:ext cx="1042107" cy="425543"/>
                <a:chOff x="7786941" y="2884917"/>
                <a:chExt cx="897649" cy="353919"/>
              </a:xfrm>
            </p:grpSpPr>
            <p:sp>
              <p:nvSpPr>
                <p:cNvPr id="8657" name="Google Shape;8657;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8" name="Google Shape;8658;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9" name="Google Shape;8659;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60" name="Google Shape;8660;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661" name="Google Shape;8661;p133"/>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662" name="Google Shape;8662;p133"/>
          <p:cNvSpPr txBox="1"/>
          <p:nvPr/>
        </p:nvSpPr>
        <p:spPr>
          <a:xfrm>
            <a:off x="667043" y="1366203"/>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a:p>
        </p:txBody>
      </p:sp>
      <p:sp>
        <p:nvSpPr>
          <p:cNvPr id="8663" name="Google Shape;8663;p133"/>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664" name="Google Shape;8664;p133"/>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65" name="Google Shape;8665;p133"/>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66" name="Google Shape;8666;p133"/>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67" name="Google Shape;8667;p133"/>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668" name="Google Shape;8668;p133"/>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69" name="Google Shape;8669;p133"/>
          <p:cNvGrpSpPr/>
          <p:nvPr/>
        </p:nvGrpSpPr>
        <p:grpSpPr>
          <a:xfrm flipH="1">
            <a:off x="2151063" y="4424307"/>
            <a:ext cx="673100" cy="701675"/>
            <a:chOff x="-44" y="1473"/>
            <a:chExt cx="981" cy="1105"/>
          </a:xfrm>
        </p:grpSpPr>
        <p:pic>
          <p:nvPicPr>
            <p:cNvPr descr="desktop_computer_stylized_medium" id="8670" name="Google Shape;8670;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71" name="Google Shape;8671;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72" name="Google Shape;8672;p133"/>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673" name="Google Shape;8673;p133"/>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674" name="Google Shape;8674;p133"/>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675" name="Google Shape;8675;p133"/>
          <p:cNvGrpSpPr/>
          <p:nvPr/>
        </p:nvGrpSpPr>
        <p:grpSpPr>
          <a:xfrm>
            <a:off x="7794625" y="3673978"/>
            <a:ext cx="2047875" cy="1620287"/>
            <a:chOff x="4882752" y="4007261"/>
            <a:chExt cx="2046816" cy="1619544"/>
          </a:xfrm>
        </p:grpSpPr>
        <p:sp>
          <p:nvSpPr>
            <p:cNvPr id="8676" name="Google Shape;8676;p133"/>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677" name="Google Shape;8677;p133"/>
            <p:cNvGrpSpPr/>
            <p:nvPr/>
          </p:nvGrpSpPr>
          <p:grpSpPr>
            <a:xfrm>
              <a:off x="4927179" y="4319856"/>
              <a:ext cx="2002389" cy="1306949"/>
              <a:chOff x="1305623" y="4714561"/>
              <a:chExt cx="2002389" cy="1306949"/>
            </a:xfrm>
          </p:grpSpPr>
          <p:sp>
            <p:nvSpPr>
              <p:cNvPr id="8678" name="Google Shape;8678;p133"/>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79" name="Google Shape;8679;p133"/>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80" name="Google Shape;8680;p133"/>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81" name="Google Shape;8681;p133"/>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682" name="Google Shape;8682;p133"/>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83" name="Google Shape;8683;p133"/>
              <p:cNvGrpSpPr/>
              <p:nvPr/>
            </p:nvGrpSpPr>
            <p:grpSpPr>
              <a:xfrm flipH="1">
                <a:off x="2634682" y="5076164"/>
                <a:ext cx="673330" cy="701684"/>
                <a:chOff x="-44" y="1473"/>
                <a:chExt cx="981" cy="1105"/>
              </a:xfrm>
            </p:grpSpPr>
            <p:pic>
              <p:nvPicPr>
                <p:cNvPr descr="desktop_computer_stylized_medium" id="8684" name="Google Shape;8684;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85" name="Google Shape;8685;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86" name="Google Shape;8686;p133"/>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7" name="Google Shape;8687;p133"/>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8" name="Google Shape;8688;p133"/>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689" name="Google Shape;8689;p133"/>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90" name="Google Shape;8690;p133"/>
          <p:cNvSpPr txBox="1"/>
          <p:nvPr/>
        </p:nvSpPr>
        <p:spPr>
          <a:xfrm>
            <a:off x="640467" y="2288196"/>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understanding congestion: useful to focus on congested bottleneck link</a:t>
            </a:r>
            <a:endParaRPr/>
          </a:p>
        </p:txBody>
      </p:sp>
      <p:grpSp>
        <p:nvGrpSpPr>
          <p:cNvPr id="8691" name="Google Shape;8691;p133"/>
          <p:cNvGrpSpPr/>
          <p:nvPr/>
        </p:nvGrpSpPr>
        <p:grpSpPr>
          <a:xfrm>
            <a:off x="4839045" y="5517878"/>
            <a:ext cx="876995" cy="403711"/>
            <a:chOff x="5033182" y="4091488"/>
            <a:chExt cx="876995" cy="403711"/>
          </a:xfrm>
        </p:grpSpPr>
        <p:cxnSp>
          <p:nvCxnSpPr>
            <p:cNvPr id="8692" name="Google Shape;8692;p133"/>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693" name="Google Shape;8693;p133"/>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4" name="Google Shape;8694;p133"/>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95" name="Google Shape;8695;p133"/>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6" name="Google Shape;8696;p133"/>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7" name="Google Shape;8697;p133"/>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698" name="Google Shape;8698;p133"/>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699" name="Google Shape;8699;p133"/>
          <p:cNvGrpSpPr/>
          <p:nvPr/>
        </p:nvGrpSpPr>
        <p:grpSpPr>
          <a:xfrm>
            <a:off x="3613959" y="3330565"/>
            <a:ext cx="4288552" cy="1038257"/>
            <a:chOff x="3613959" y="3330565"/>
            <a:chExt cx="4288552" cy="1038257"/>
          </a:xfrm>
        </p:grpSpPr>
        <p:sp>
          <p:nvSpPr>
            <p:cNvPr id="8700" name="Google Shape;8700;p133"/>
            <p:cNvSpPr txBox="1"/>
            <p:nvPr/>
          </p:nvSpPr>
          <p:spPr>
            <a:xfrm>
              <a:off x="3932559" y="3330565"/>
              <a:ext cx="3969952" cy="840230"/>
            </a:xfrm>
            <a:prstGeom prst="rect">
              <a:avLst/>
            </a:prstGeom>
            <a:noFill/>
            <a:ln>
              <a:noFill/>
            </a:ln>
          </p:spPr>
          <p:txBody>
            <a:bodyPr anchorCtr="0" anchor="t" bIns="45700" lIns="91425" spcFirstLastPara="1" rIns="91425" wrap="square" tIns="45700">
              <a:spAutoFit/>
            </a:bodyPr>
            <a:lstStyle/>
            <a:p>
              <a:pPr indent="-460375" lvl="0" marL="460375" marR="0" rtl="0" algn="l">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will </a:t>
              </a:r>
              <a:r>
                <a:rPr b="0" i="1" lang="en-US" sz="1800" u="none" cap="none" strike="noStrike">
                  <a:solidFill>
                    <a:srgbClr val="000000"/>
                  </a:solidFill>
                  <a:latin typeface="Calibri"/>
                  <a:ea typeface="Calibri"/>
                  <a:cs typeface="Calibri"/>
                  <a:sym typeface="Calibri"/>
                </a:rPr>
                <a:t>not</a:t>
              </a:r>
              <a:r>
                <a:rPr b="0" i="0" lang="en-US" sz="1800" u="none" cap="none" strike="noStrike">
                  <a:solidFill>
                    <a:srgbClr val="000000"/>
                  </a:solidFill>
                  <a:latin typeface="Calibri"/>
                  <a:ea typeface="Calibri"/>
                  <a:cs typeface="Calibri"/>
                  <a:sym typeface="Calibri"/>
                </a:rPr>
                <a:t> increase end-end throughout with congested bottleneck</a:t>
              </a:r>
              <a:endParaRPr/>
            </a:p>
          </p:txBody>
        </p:sp>
        <p:cxnSp>
          <p:nvCxnSpPr>
            <p:cNvPr id="8701" name="Google Shape;8701;p133"/>
            <p:cNvCxnSpPr/>
            <p:nvPr/>
          </p:nvCxnSpPr>
          <p:spPr>
            <a:xfrm flipH="1">
              <a:off x="3613959" y="3751185"/>
              <a:ext cx="738967" cy="617637"/>
            </a:xfrm>
            <a:prstGeom prst="straightConnector1">
              <a:avLst/>
            </a:prstGeom>
            <a:noFill/>
            <a:ln cap="flat" cmpd="sng" w="9525">
              <a:solidFill>
                <a:schemeClr val="dk1"/>
              </a:solidFill>
              <a:prstDash val="solid"/>
              <a:miter lim="800000"/>
              <a:headEnd len="sm" w="sm" type="none"/>
              <a:tailEnd len="sm" w="sm" type="none"/>
            </a:ln>
          </p:spPr>
        </p:cxnSp>
      </p:grpSp>
      <p:grpSp>
        <p:nvGrpSpPr>
          <p:cNvPr id="8702" name="Google Shape;8702;p133"/>
          <p:cNvGrpSpPr/>
          <p:nvPr/>
        </p:nvGrpSpPr>
        <p:grpSpPr>
          <a:xfrm>
            <a:off x="477143" y="5329279"/>
            <a:ext cx="4243986" cy="840230"/>
            <a:chOff x="477143" y="5329279"/>
            <a:chExt cx="4243986" cy="840230"/>
          </a:xfrm>
        </p:grpSpPr>
        <p:sp>
          <p:nvSpPr>
            <p:cNvPr id="8703" name="Google Shape;8703;p133"/>
            <p:cNvSpPr txBox="1"/>
            <p:nvPr/>
          </p:nvSpPr>
          <p:spPr>
            <a:xfrm>
              <a:off x="477143" y="5329279"/>
              <a:ext cx="2818708" cy="840230"/>
            </a:xfrm>
            <a:prstGeom prst="rect">
              <a:avLst/>
            </a:prstGeom>
            <a:noFill/>
            <a:ln>
              <a:noFill/>
            </a:ln>
          </p:spPr>
          <p:txBody>
            <a:bodyPr anchorCtr="0" anchor="t" bIns="45700" lIns="91425" spcFirstLastPara="1" rIns="91425" wrap="square" tIns="45700">
              <a:spAutoFit/>
            </a:bodyPr>
            <a:lstStyle/>
            <a:p>
              <a:pPr indent="-460375" lvl="0" marL="460375" marR="0" rtl="0" algn="r">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a:t>
              </a:r>
              <a:r>
                <a:rPr b="0" i="1" lang="en-US" sz="1800" u="none" cap="none" strike="noStrike">
                  <a:solidFill>
                    <a:srgbClr val="000000"/>
                  </a:solidFill>
                  <a:latin typeface="Calibri"/>
                  <a:ea typeface="Calibri"/>
                  <a:cs typeface="Calibri"/>
                  <a:sym typeface="Calibri"/>
                </a:rPr>
                <a:t>will</a:t>
              </a:r>
              <a:r>
                <a:rPr b="0" i="0" lang="en-US" sz="1800" u="none" cap="none" strike="noStrike">
                  <a:solidFill>
                    <a:srgbClr val="000000"/>
                  </a:solidFill>
                  <a:latin typeface="Calibri"/>
                  <a:ea typeface="Calibri"/>
                  <a:cs typeface="Calibri"/>
                  <a:sym typeface="Calibri"/>
                </a:rPr>
                <a:t> increase measured RTT</a:t>
              </a:r>
              <a:endParaRPr/>
            </a:p>
          </p:txBody>
        </p:sp>
        <p:cxnSp>
          <p:nvCxnSpPr>
            <p:cNvPr id="8704" name="Google Shape;8704;p133"/>
            <p:cNvCxnSpPr/>
            <p:nvPr/>
          </p:nvCxnSpPr>
          <p:spPr>
            <a:xfrm>
              <a:off x="3375025" y="5714069"/>
              <a:ext cx="1346104" cy="0"/>
            </a:xfrm>
            <a:prstGeom prst="straightConnector1">
              <a:avLst/>
            </a:prstGeom>
            <a:noFill/>
            <a:ln cap="flat" cmpd="sng" w="9525">
              <a:solidFill>
                <a:schemeClr val="dk1"/>
              </a:solidFill>
              <a:prstDash val="solid"/>
              <a:miter lim="800000"/>
              <a:headEnd len="sm" w="sm" type="none"/>
              <a:tailEnd len="sm" w="sm" type="none"/>
            </a:ln>
          </p:spPr>
        </p:cxnSp>
      </p:grpSp>
      <p:cxnSp>
        <p:nvCxnSpPr>
          <p:cNvPr id="8705" name="Google Shape;8705;p133"/>
          <p:cNvCxnSpPr/>
          <p:nvPr/>
        </p:nvCxnSpPr>
        <p:spPr>
          <a:xfrm>
            <a:off x="3375025" y="6443089"/>
            <a:ext cx="5028511" cy="0"/>
          </a:xfrm>
          <a:prstGeom prst="straightConnector1">
            <a:avLst/>
          </a:prstGeom>
          <a:noFill/>
          <a:ln cap="flat" cmpd="sng" w="15875">
            <a:solidFill>
              <a:schemeClr val="dk1"/>
            </a:solidFill>
            <a:prstDash val="solid"/>
            <a:miter lim="800000"/>
            <a:headEnd len="med" w="med" type="triangle"/>
            <a:tailEnd len="med" w="med" type="triangle"/>
          </a:ln>
        </p:spPr>
      </p:cxnSp>
      <p:sp>
        <p:nvSpPr>
          <p:cNvPr id="8706" name="Google Shape;8706;p133"/>
          <p:cNvSpPr txBox="1"/>
          <p:nvPr/>
        </p:nvSpPr>
        <p:spPr>
          <a:xfrm>
            <a:off x="4970635" y="6269341"/>
            <a:ext cx="535018"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RTT</a:t>
            </a:r>
            <a:endParaRPr/>
          </a:p>
        </p:txBody>
      </p:sp>
      <p:sp>
        <p:nvSpPr>
          <p:cNvPr id="8707" name="Google Shape;8707;p133"/>
          <p:cNvSpPr txBox="1"/>
          <p:nvPr/>
        </p:nvSpPr>
        <p:spPr>
          <a:xfrm>
            <a:off x="5618466" y="5874964"/>
            <a:ext cx="7584409" cy="424732"/>
          </a:xfrm>
          <a:prstGeom prst="rect">
            <a:avLst/>
          </a:prstGeom>
          <a:noFill/>
          <a:ln>
            <a:noFill/>
          </a:ln>
        </p:spPr>
        <p:txBody>
          <a:bodyPr anchorCtr="0" anchor="t" bIns="45700" lIns="91425" spcFirstLastPara="1" rIns="91425" wrap="square" tIns="45700">
            <a:spAutoFit/>
          </a:bodyPr>
          <a:lstStyle/>
          <a:p>
            <a:pPr indent="-587375" lvl="0" marL="587375" marR="0" rtl="0" algn="l">
              <a:lnSpc>
                <a:spcPct val="90000"/>
              </a:lnSpc>
              <a:spcBef>
                <a:spcPts val="0"/>
              </a:spcBef>
              <a:spcAft>
                <a:spcPts val="0"/>
              </a:spcAft>
              <a:buClr>
                <a:srgbClr val="0000A3"/>
              </a:buClr>
              <a:buSzPts val="2400"/>
              <a:buFont typeface="Calibri"/>
              <a:buNone/>
            </a:pPr>
            <a:r>
              <a:rPr b="1" i="1" lang="en-US" sz="2400" u="none" cap="none" strike="noStrike">
                <a:solidFill>
                  <a:srgbClr val="0000A3"/>
                </a:solidFill>
                <a:latin typeface="Calibri"/>
                <a:ea typeface="Calibri"/>
                <a:cs typeface="Calibri"/>
                <a:sym typeface="Calibri"/>
              </a:rPr>
              <a:t>Goal: </a:t>
            </a:r>
            <a:r>
              <a:rPr b="0" i="1" lang="en-US" sz="2200" u="none" cap="none" strike="noStrike">
                <a:solidFill>
                  <a:srgbClr val="000000"/>
                </a:solidFill>
                <a:latin typeface="Calibri"/>
                <a:ea typeface="Calibri"/>
                <a:cs typeface="Calibri"/>
                <a:sym typeface="Calibri"/>
              </a:rPr>
              <a:t>“keep the end-end pipe just full, but not fuller”</a:t>
            </a:r>
            <a:endParaRPr/>
          </a:p>
        </p:txBody>
      </p:sp>
      <p:sp>
        <p:nvSpPr>
          <p:cNvPr id="8708" name="Google Shape;8708;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690"/>
                                        </p:tgtEl>
                                        <p:attrNameLst>
                                          <p:attrName>style.visibility</p:attrName>
                                        </p:attrNameLst>
                                      </p:cBhvr>
                                      <p:to>
                                        <p:strVal val="visible"/>
                                      </p:to>
                                    </p:set>
                                    <p:animEffect filter="fade" transition="in">
                                      <p:cBhvr>
                                        <p:cTn dur="500"/>
                                        <p:tgtEl>
                                          <p:spTgt spid="8690"/>
                                        </p:tgtEl>
                                      </p:cBhvr>
                                    </p:animEffect>
                                  </p:childTnLst>
                                </p:cTn>
                              </p:par>
                              <p:par>
                                <p:cTn fill="hold" nodeType="withEffect" presetClass="exit" presetID="10" presetSubtype="0">
                                  <p:stCondLst>
                                    <p:cond delay="0"/>
                                  </p:stCondLst>
                                  <p:childTnLst>
                                    <p:animEffect filter="fade" transition="out">
                                      <p:cBhvr>
                                        <p:cTn dur="500"/>
                                        <p:tgtEl>
                                          <p:spTgt spid="8604"/>
                                        </p:tgtEl>
                                      </p:cBhvr>
                                    </p:animEffect>
                                    <p:set>
                                      <p:cBhvr>
                                        <p:cTn dur="1" fill="hold">
                                          <p:stCondLst>
                                            <p:cond delay="500"/>
                                          </p:stCondLst>
                                        </p:cTn>
                                        <p:tgtEl>
                                          <p:spTgt spid="86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9"/>
                                        </p:tgtEl>
                                        <p:attrNameLst>
                                          <p:attrName>style.visibility</p:attrName>
                                        </p:attrNameLst>
                                      </p:cBhvr>
                                      <p:to>
                                        <p:strVal val="visible"/>
                                      </p:to>
                                    </p:set>
                                    <p:animEffect filter="fade" transition="in">
                                      <p:cBhvr>
                                        <p:cTn dur="500"/>
                                        <p:tgtEl>
                                          <p:spTgt spid="8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2"/>
                                        </p:tgtEl>
                                        <p:attrNameLst>
                                          <p:attrName>style.visibility</p:attrName>
                                        </p:attrNameLst>
                                      </p:cBhvr>
                                      <p:to>
                                        <p:strVal val="visible"/>
                                      </p:to>
                                    </p:set>
                                    <p:animEffect filter="fade" transition="in">
                                      <p:cBhvr>
                                        <p:cTn dur="500"/>
                                        <p:tgtEl>
                                          <p:spTgt spid="8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7"/>
                                        </p:tgtEl>
                                        <p:attrNameLst>
                                          <p:attrName>style.visibility</p:attrName>
                                        </p:attrNameLst>
                                      </p:cBhvr>
                                      <p:to>
                                        <p:strVal val="visible"/>
                                      </p:to>
                                    </p:set>
                                    <p:animEffect filter="fade" transition="in">
                                      <p:cBhvr>
                                        <p:cTn dur="500"/>
                                        <p:tgtEl>
                                          <p:spTgt spid="8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3" name="Shape 8713"/>
        <p:cNvGrpSpPr/>
        <p:nvPr/>
      </p:nvGrpSpPr>
      <p:grpSpPr>
        <a:xfrm>
          <a:off x="0" y="0"/>
          <a:ext cx="0" cy="0"/>
          <a:chOff x="0" y="0"/>
          <a:chExt cx="0" cy="0"/>
        </a:xfrm>
      </p:grpSpPr>
      <p:sp>
        <p:nvSpPr>
          <p:cNvPr id="8714" name="Google Shape;8714;p13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15" name="Google Shape;8715;p134"/>
          <p:cNvSpPr txBox="1"/>
          <p:nvPr/>
        </p:nvSpPr>
        <p:spPr>
          <a:xfrm>
            <a:off x="630271" y="1334752"/>
            <a:ext cx="11639957" cy="2190750"/>
          </a:xfrm>
          <a:prstGeom prst="rect">
            <a:avLst/>
          </a:prstGeom>
          <a:noFill/>
          <a:ln>
            <a:noFill/>
          </a:ln>
        </p:spPr>
        <p:txBody>
          <a:bodyPr anchorCtr="0" anchor="t" bIns="45700" lIns="91425" spcFirstLastPara="1" rIns="91425" wrap="square" tIns="45700">
            <a:normAutofit/>
          </a:bodyPr>
          <a:lstStyle/>
          <a:p>
            <a:pPr indent="0" lvl="0" marL="241300" marR="0" rtl="0" algn="l">
              <a:lnSpc>
                <a:spcPct val="10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Keeping sender-to-receiver pipe “just full enough, but no fuller”: keep bottleneck link busy transmitting, but avoid high delays/buffering</a:t>
            </a:r>
            <a:endParaRPr/>
          </a:p>
        </p:txBody>
      </p:sp>
      <p:grpSp>
        <p:nvGrpSpPr>
          <p:cNvPr id="8716" name="Google Shape;8716;p134"/>
          <p:cNvGrpSpPr/>
          <p:nvPr/>
        </p:nvGrpSpPr>
        <p:grpSpPr>
          <a:xfrm>
            <a:off x="1216626" y="2508955"/>
            <a:ext cx="5802008" cy="918937"/>
            <a:chOff x="2365663" y="2430127"/>
            <a:chExt cx="5802008" cy="918937"/>
          </a:xfrm>
        </p:grpSpPr>
        <p:grpSp>
          <p:nvGrpSpPr>
            <p:cNvPr id="8717" name="Google Shape;8717;p134"/>
            <p:cNvGrpSpPr/>
            <p:nvPr/>
          </p:nvGrpSpPr>
          <p:grpSpPr>
            <a:xfrm flipH="1">
              <a:off x="2365663" y="2430127"/>
              <a:ext cx="673100" cy="701675"/>
              <a:chOff x="-44" y="1473"/>
              <a:chExt cx="981" cy="1105"/>
            </a:xfrm>
          </p:grpSpPr>
          <p:pic>
            <p:nvPicPr>
              <p:cNvPr descr="desktop_computer_stylized_medium" id="8718" name="Google Shape;8718;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19" name="Google Shape;8719;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0" name="Google Shape;8720;p134"/>
            <p:cNvGrpSpPr/>
            <p:nvPr/>
          </p:nvGrpSpPr>
          <p:grpSpPr>
            <a:xfrm flipH="1">
              <a:off x="7493993" y="2467744"/>
              <a:ext cx="673678" cy="702006"/>
              <a:chOff x="-44" y="1473"/>
              <a:chExt cx="981" cy="1105"/>
            </a:xfrm>
          </p:grpSpPr>
          <p:pic>
            <p:nvPicPr>
              <p:cNvPr descr="desktop_computer_stylized_medium" id="8721" name="Google Shape;8721;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22" name="Google Shape;8722;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3" name="Google Shape;8723;p134"/>
            <p:cNvGrpSpPr/>
            <p:nvPr/>
          </p:nvGrpSpPr>
          <p:grpSpPr>
            <a:xfrm>
              <a:off x="5227521" y="2574515"/>
              <a:ext cx="876995" cy="403711"/>
              <a:chOff x="5033182" y="4091488"/>
              <a:chExt cx="876995" cy="403711"/>
            </a:xfrm>
          </p:grpSpPr>
          <p:cxnSp>
            <p:nvCxnSpPr>
              <p:cNvPr id="8724" name="Google Shape;8724;p134"/>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725" name="Google Shape;8725;p134"/>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26" name="Google Shape;8726;p134"/>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27" name="Google Shape;8727;p134"/>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8" name="Google Shape;8728;p134"/>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9" name="Google Shape;8729;p134"/>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730" name="Google Shape;8730;p134"/>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731" name="Google Shape;8731;p134"/>
            <p:cNvGrpSpPr/>
            <p:nvPr/>
          </p:nvGrpSpPr>
          <p:grpSpPr>
            <a:xfrm>
              <a:off x="3067072" y="2776371"/>
              <a:ext cx="4456450" cy="344905"/>
              <a:chOff x="3391522" y="3946678"/>
              <a:chExt cx="4456450" cy="344905"/>
            </a:xfrm>
          </p:grpSpPr>
          <p:cxnSp>
            <p:nvCxnSpPr>
              <p:cNvPr id="8732" name="Google Shape;8732;p134"/>
              <p:cNvCxnSpPr/>
              <p:nvPr/>
            </p:nvCxnSpPr>
            <p:spPr>
              <a:xfrm>
                <a:off x="3391522" y="3946678"/>
                <a:ext cx="4456450" cy="0"/>
              </a:xfrm>
              <a:prstGeom prst="straightConnector1">
                <a:avLst/>
              </a:prstGeom>
              <a:noFill/>
              <a:ln cap="flat" cmpd="sng" w="15875">
                <a:solidFill>
                  <a:schemeClr val="dk1"/>
                </a:solidFill>
                <a:prstDash val="solid"/>
                <a:miter lim="800000"/>
                <a:headEnd len="sm" w="sm" type="none"/>
                <a:tailEnd len="med" w="med" type="triangle"/>
              </a:ln>
            </p:spPr>
          </p:cxnSp>
          <p:cxnSp>
            <p:nvCxnSpPr>
              <p:cNvPr id="8733" name="Google Shape;8733;p134"/>
              <p:cNvCxnSpPr/>
              <p:nvPr/>
            </p:nvCxnSpPr>
            <p:spPr>
              <a:xfrm>
                <a:off x="3391522" y="4291583"/>
                <a:ext cx="4456450" cy="0"/>
              </a:xfrm>
              <a:prstGeom prst="straightConnector1">
                <a:avLst/>
              </a:prstGeom>
              <a:noFill/>
              <a:ln cap="flat" cmpd="sng" w="15875">
                <a:solidFill>
                  <a:schemeClr val="dk1"/>
                </a:solidFill>
                <a:prstDash val="solid"/>
                <a:miter lim="800000"/>
                <a:headEnd len="med" w="med" type="triangle"/>
                <a:tailEnd len="sm" w="sm" type="none"/>
              </a:ln>
            </p:spPr>
          </p:cxnSp>
          <p:cxnSp>
            <p:nvCxnSpPr>
              <p:cNvPr id="8734" name="Google Shape;8734;p134"/>
              <p:cNvCxnSpPr/>
              <p:nvPr/>
            </p:nvCxnSpPr>
            <p:spPr>
              <a:xfrm>
                <a:off x="7847972" y="3946678"/>
                <a:ext cx="0" cy="344905"/>
              </a:xfrm>
              <a:prstGeom prst="straightConnector1">
                <a:avLst/>
              </a:prstGeom>
              <a:noFill/>
              <a:ln cap="flat" cmpd="sng" w="15875">
                <a:solidFill>
                  <a:schemeClr val="dk1"/>
                </a:solidFill>
                <a:prstDash val="solid"/>
                <a:miter lim="800000"/>
                <a:headEnd len="sm" w="sm" type="none"/>
                <a:tailEnd len="sm" w="sm" type="none"/>
              </a:ln>
            </p:spPr>
          </p:cxnSp>
        </p:grpSp>
        <p:sp>
          <p:nvSpPr>
            <p:cNvPr id="8735" name="Google Shape;8735;p134"/>
            <p:cNvSpPr txBox="1"/>
            <p:nvPr/>
          </p:nvSpPr>
          <p:spPr>
            <a:xfrm>
              <a:off x="3454066" y="2887399"/>
              <a:ext cx="1465722"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measured</a:t>
              </a:r>
              <a:endParaRPr b="0" baseline="-25000" i="0" sz="1800" u="none" cap="none" strike="noStrike">
                <a:solidFill>
                  <a:srgbClr val="000000"/>
                </a:solidFill>
                <a:latin typeface="Calibri"/>
                <a:ea typeface="Calibri"/>
                <a:cs typeface="Calibri"/>
                <a:sym typeface="Calibri"/>
              </a:endParaRPr>
            </a:p>
          </p:txBody>
        </p:sp>
      </p:grpSp>
      <p:sp>
        <p:nvSpPr>
          <p:cNvPr id="8736" name="Google Shape;8736;p134"/>
          <p:cNvSpPr txBox="1"/>
          <p:nvPr/>
        </p:nvSpPr>
        <p:spPr>
          <a:xfrm>
            <a:off x="750855" y="3728780"/>
            <a:ext cx="11639957" cy="2190750"/>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Delay-based approach:</a:t>
            </a:r>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min</a:t>
            </a:r>
            <a:r>
              <a:rPr b="0" i="0" lang="en-US" sz="2400" u="none" cap="none" strike="noStrike">
                <a:solidFill>
                  <a:srgbClr val="000000"/>
                </a:solidFill>
                <a:latin typeface="Calibri"/>
                <a:ea typeface="Calibri"/>
                <a:cs typeface="Calibri"/>
                <a:sym typeface="Calibri"/>
              </a:rPr>
              <a:t> - minimum observed RTT (uncongested path)</a:t>
            </a:r>
            <a:endParaRPr b="0" i="0" sz="2400" u="none" cap="none" strike="noStrike">
              <a:solidFill>
                <a:srgbClr val="000000"/>
              </a:solidFill>
              <a:latin typeface="Calibri"/>
              <a:ea typeface="Calibri"/>
              <a:cs typeface="Calibri"/>
              <a:sym typeface="Calibri"/>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uncongested throughput with congestion window </a:t>
            </a:r>
            <a:r>
              <a:rPr b="0" i="0" lang="en-US" sz="2400" u="none" cap="none" strike="noStrike">
                <a:solidFill>
                  <a:srgbClr val="000000"/>
                </a:solidFill>
                <a:latin typeface="Courier"/>
                <a:ea typeface="Courier"/>
                <a:cs typeface="Courier"/>
                <a:sym typeface="Courier"/>
              </a:rPr>
              <a:t>cwnd </a:t>
            </a:r>
            <a:r>
              <a:rPr b="0" i="0" lang="en-US" sz="2400" u="none" cap="none" strike="noStrike">
                <a:solidFill>
                  <a:srgbClr val="000000"/>
                </a:solidFill>
                <a:latin typeface="Calibri"/>
                <a:ea typeface="Calibri"/>
                <a:cs typeface="Calibri"/>
                <a:sym typeface="Calibri"/>
              </a:rPr>
              <a:t>is cwnd/RTT</a:t>
            </a:r>
            <a:r>
              <a:rPr b="0" baseline="-25000" i="0" lang="en-US" sz="2400" u="none" cap="none" strike="noStrike">
                <a:solidFill>
                  <a:srgbClr val="000000"/>
                </a:solidFill>
                <a:latin typeface="Calibri"/>
                <a:ea typeface="Calibri"/>
                <a:cs typeface="Calibri"/>
                <a:sym typeface="Calibri"/>
              </a:rPr>
              <a:t>min</a:t>
            </a:r>
            <a:endParaRPr b="0" baseline="-25000" i="0" sz="2400" u="none" cap="none" strike="noStrike">
              <a:solidFill>
                <a:srgbClr val="000000"/>
              </a:solidFill>
              <a:latin typeface="Calibri"/>
              <a:ea typeface="Calibri"/>
              <a:cs typeface="Calibri"/>
              <a:sym typeface="Calibri"/>
            </a:endParaRPr>
          </a:p>
        </p:txBody>
      </p:sp>
      <p:sp>
        <p:nvSpPr>
          <p:cNvPr id="8737" name="Google Shape;8737;p134"/>
          <p:cNvSpPr txBox="1"/>
          <p:nvPr/>
        </p:nvSpPr>
        <p:spPr>
          <a:xfrm>
            <a:off x="2305029" y="5206661"/>
            <a:ext cx="75558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if measured throughput “very close” to  uncongested throughput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a:t>
            </a:r>
            <a:r>
              <a:rPr b="0" i="0" lang="en-US" sz="2000" u="none" cap="none" strike="noStrike">
                <a:solidFill>
                  <a:srgbClr val="000000"/>
                </a:solidFill>
                <a:latin typeface="Courier"/>
                <a:ea typeface="Courier"/>
                <a:cs typeface="Courier"/>
                <a:sym typeface="Courier"/>
              </a:rPr>
              <a:t>cwnd</a:t>
            </a:r>
            <a:r>
              <a:rPr b="0" i="0" lang="en-US" sz="2000" u="none" cap="none" strike="noStrike">
                <a:solidFill>
                  <a:srgbClr val="000000"/>
                </a:solidFill>
                <a:latin typeface="Calibri"/>
                <a:ea typeface="Calibri"/>
                <a:cs typeface="Calibri"/>
                <a:sym typeface="Calibri"/>
              </a:rPr>
              <a:t> linearly                /* since path not congested */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else if measured throughput “far below” uncongested throughout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decrease </a:t>
            </a:r>
            <a:r>
              <a:rPr b="0" i="0" lang="en-US" sz="2000" u="none" cap="none" strike="noStrike">
                <a:solidFill>
                  <a:srgbClr val="000000"/>
                </a:solidFill>
                <a:latin typeface="Courier"/>
                <a:ea typeface="Courier"/>
                <a:cs typeface="Courier"/>
                <a:sym typeface="Courier"/>
              </a:rPr>
              <a:t>cwnd </a:t>
            </a:r>
            <a:r>
              <a:rPr b="0" i="0" lang="en-US" sz="2000" u="none" cap="none" strike="noStrike">
                <a:solidFill>
                  <a:srgbClr val="000000"/>
                </a:solidFill>
                <a:latin typeface="Calibri"/>
                <a:ea typeface="Calibri"/>
                <a:cs typeface="Calibri"/>
                <a:sym typeface="Calibri"/>
              </a:rPr>
              <a:t>linearly </a:t>
            </a:r>
            <a:r>
              <a:rPr b="0" i="0" lang="en-US" sz="2000" u="none" cap="none" strike="noStrike">
                <a:solidFill>
                  <a:srgbClr val="000000"/>
                </a:solidFill>
                <a:latin typeface="Courier"/>
                <a:ea typeface="Courier"/>
                <a:cs typeface="Courier"/>
                <a:sym typeface="Courier"/>
              </a:rPr>
              <a:t>     </a:t>
            </a:r>
            <a:r>
              <a:rPr b="0" i="0" lang="en-US" sz="2000" u="none" cap="none" strike="noStrike">
                <a:solidFill>
                  <a:srgbClr val="000000"/>
                </a:solidFill>
                <a:latin typeface="Calibri"/>
                <a:ea typeface="Calibri"/>
                <a:cs typeface="Calibri"/>
                <a:sym typeface="Calibri"/>
              </a:rPr>
              <a:t>/* since path is congested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738" name="Google Shape;8738;p134"/>
          <p:cNvGrpSpPr/>
          <p:nvPr/>
        </p:nvGrpSpPr>
        <p:grpSpPr>
          <a:xfrm>
            <a:off x="7368304" y="2588834"/>
            <a:ext cx="3548062" cy="1114151"/>
            <a:chOff x="7481866" y="2350865"/>
            <a:chExt cx="3548062" cy="1114151"/>
          </a:xfrm>
        </p:grpSpPr>
        <p:sp>
          <p:nvSpPr>
            <p:cNvPr id="8739" name="Google Shape;8739;p134"/>
            <p:cNvSpPr txBox="1"/>
            <p:nvPr/>
          </p:nvSpPr>
          <p:spPr>
            <a:xfrm>
              <a:off x="9172199" y="2941796"/>
              <a:ext cx="1675523"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r>
                <a:rPr b="0" baseline="-25000" i="0" lang="en-US" sz="2800" u="none" cap="none" strike="noStrike">
                  <a:solidFill>
                    <a:srgbClr val="000000"/>
                  </a:solidFill>
                  <a:latin typeface="Calibri"/>
                  <a:ea typeface="Calibri"/>
                  <a:cs typeface="Calibri"/>
                  <a:sym typeface="Calibri"/>
                </a:rPr>
                <a:t>measured</a:t>
              </a:r>
              <a:endParaRPr b="0" baseline="-25000" i="0" sz="2000" u="none" cap="none" strike="noStrike">
                <a:solidFill>
                  <a:srgbClr val="000000"/>
                </a:solidFill>
                <a:latin typeface="Calibri"/>
                <a:ea typeface="Calibri"/>
                <a:cs typeface="Calibri"/>
                <a:sym typeface="Calibri"/>
              </a:endParaRPr>
            </a:p>
          </p:txBody>
        </p:sp>
        <p:grpSp>
          <p:nvGrpSpPr>
            <p:cNvPr id="8740" name="Google Shape;8740;p134"/>
            <p:cNvGrpSpPr/>
            <p:nvPr/>
          </p:nvGrpSpPr>
          <p:grpSpPr>
            <a:xfrm>
              <a:off x="7481866" y="2350865"/>
              <a:ext cx="3548062" cy="923986"/>
              <a:chOff x="7519640" y="2453981"/>
              <a:chExt cx="3548062" cy="923986"/>
            </a:xfrm>
          </p:grpSpPr>
          <p:sp>
            <p:nvSpPr>
              <p:cNvPr id="8741" name="Google Shape;8741;p134"/>
              <p:cNvSpPr txBox="1"/>
              <p:nvPr/>
            </p:nvSpPr>
            <p:spPr>
              <a:xfrm>
                <a:off x="7519640" y="2731636"/>
                <a:ext cx="1371594" cy="6463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measured </a:t>
                </a:r>
                <a:endParaRPr/>
              </a:p>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throughput</a:t>
                </a:r>
                <a:endParaRPr/>
              </a:p>
            </p:txBody>
          </p:sp>
          <p:cxnSp>
            <p:nvCxnSpPr>
              <p:cNvPr id="8742" name="Google Shape;8742;p134"/>
              <p:cNvCxnSpPr/>
              <p:nvPr/>
            </p:nvCxnSpPr>
            <p:spPr>
              <a:xfrm>
                <a:off x="9284574" y="3075516"/>
                <a:ext cx="914400" cy="0"/>
              </a:xfrm>
              <a:prstGeom prst="straightConnector1">
                <a:avLst/>
              </a:prstGeom>
              <a:noFill/>
              <a:ln cap="flat" cmpd="sng" w="22225">
                <a:solidFill>
                  <a:schemeClr val="dk1"/>
                </a:solidFill>
                <a:prstDash val="solid"/>
                <a:miter lim="800000"/>
                <a:headEnd len="sm" w="sm" type="none"/>
                <a:tailEnd len="sm" w="sm" type="none"/>
              </a:ln>
            </p:spPr>
          </p:cxnSp>
          <p:sp>
            <p:nvSpPr>
              <p:cNvPr id="8743" name="Google Shape;8743;p134"/>
              <p:cNvSpPr txBox="1"/>
              <p:nvPr/>
            </p:nvSpPr>
            <p:spPr>
              <a:xfrm>
                <a:off x="8852626" y="2855966"/>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sp>
            <p:nvSpPr>
              <p:cNvPr id="8744" name="Google Shape;8744;p134"/>
              <p:cNvSpPr txBox="1"/>
              <p:nvPr/>
            </p:nvSpPr>
            <p:spPr>
              <a:xfrm>
                <a:off x="9209973" y="2453981"/>
                <a:ext cx="1857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bytes sent in last RTT interval</a:t>
                </a:r>
                <a:endParaRPr/>
              </a:p>
            </p:txBody>
          </p:sp>
        </p:grpSp>
      </p:grpSp>
      <p:sp>
        <p:nvSpPr>
          <p:cNvPr id="8745" name="Google Shape;8745;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6"/>
                                        </p:tgtEl>
                                        <p:attrNameLst>
                                          <p:attrName>style.visibility</p:attrName>
                                        </p:attrNameLst>
                                      </p:cBhvr>
                                      <p:to>
                                        <p:strVal val="visible"/>
                                      </p:to>
                                    </p:set>
                                    <p:animEffect filter="fade" transition="in">
                                      <p:cBhvr>
                                        <p:cTn dur="500"/>
                                        <p:tgtEl>
                                          <p:spTgt spid="8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8"/>
                                        </p:tgtEl>
                                        <p:attrNameLst>
                                          <p:attrName>style.visibility</p:attrName>
                                        </p:attrNameLst>
                                      </p:cBhvr>
                                      <p:to>
                                        <p:strVal val="visible"/>
                                      </p:to>
                                    </p:set>
                                    <p:animEffect filter="fade" transition="in">
                                      <p:cBhvr>
                                        <p:cTn dur="500"/>
                                        <p:tgtEl>
                                          <p:spTgt spid="8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7"/>
                                        </p:tgtEl>
                                        <p:attrNameLst>
                                          <p:attrName>style.visibility</p:attrName>
                                        </p:attrNameLst>
                                      </p:cBhvr>
                                      <p:to>
                                        <p:strVal val="visible"/>
                                      </p:to>
                                    </p:set>
                                    <p:animEffect filter="fade" transition="in">
                                      <p:cBhvr>
                                        <p:cTn dur="500"/>
                                        <p:tgtEl>
                                          <p:spTgt spid="8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0" name="Shape 8750"/>
        <p:cNvGrpSpPr/>
        <p:nvPr/>
      </p:nvGrpSpPr>
      <p:grpSpPr>
        <a:xfrm>
          <a:off x="0" y="0"/>
          <a:ext cx="0" cy="0"/>
          <a:chOff x="0" y="0"/>
          <a:chExt cx="0" cy="0"/>
        </a:xfrm>
      </p:grpSpPr>
      <p:sp>
        <p:nvSpPr>
          <p:cNvPr id="8751" name="Google Shape;8751;p135"/>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52" name="Google Shape;8752;p135"/>
          <p:cNvSpPr txBox="1"/>
          <p:nvPr/>
        </p:nvSpPr>
        <p:spPr>
          <a:xfrm>
            <a:off x="574392" y="16141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congestion control without inducing/forcing loss</a:t>
            </a:r>
            <a:endParaRPr/>
          </a:p>
          <a:p>
            <a:pPr indent="-282575" lvl="0" marL="5238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maximizing throughout (“keeping the just pipe full… ”) while keeping delay low (“…but not fuller”)</a:t>
            </a:r>
            <a:endParaRPr/>
          </a:p>
        </p:txBody>
      </p:sp>
      <p:sp>
        <p:nvSpPr>
          <p:cNvPr id="8753" name="Google Shape;8753;p135"/>
          <p:cNvSpPr txBox="1"/>
          <p:nvPr/>
        </p:nvSpPr>
        <p:spPr>
          <a:xfrm>
            <a:off x="561692" y="29603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number of deployed TCPs take a delay-based approach</a:t>
            </a:r>
            <a:endParaRPr/>
          </a:p>
          <a:p>
            <a:pPr indent="-282575" lvl="1" marL="8667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BBR</a:t>
            </a:r>
            <a:r>
              <a:rPr b="0" i="0" lang="en-US" sz="2400" u="none" cap="none" strike="noStrike">
                <a:solidFill>
                  <a:srgbClr val="000000"/>
                </a:solidFill>
                <a:latin typeface="Calibri"/>
                <a:ea typeface="Calibri"/>
                <a:cs typeface="Calibri"/>
                <a:sym typeface="Calibri"/>
              </a:rPr>
              <a:t> deployed on Google’s (internal) backbone network</a:t>
            </a:r>
            <a:endParaRPr/>
          </a:p>
        </p:txBody>
      </p:sp>
      <p:sp>
        <p:nvSpPr>
          <p:cNvPr id="8754" name="Google Shape;8754;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3"/>
                                        </p:tgtEl>
                                        <p:attrNameLst>
                                          <p:attrName>style.visibility</p:attrName>
                                        </p:attrNameLst>
                                      </p:cBhvr>
                                      <p:to>
                                        <p:strVal val="visible"/>
                                      </p:to>
                                    </p:set>
                                    <p:animEffect filter="fade" transition="in">
                                      <p:cBhvr>
                                        <p:cTn dur="500"/>
                                        <p:tgtEl>
                                          <p:spTgt spid="8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9" name="Shape 8759"/>
        <p:cNvGrpSpPr/>
        <p:nvPr/>
      </p:nvGrpSpPr>
      <p:grpSpPr>
        <a:xfrm>
          <a:off x="0" y="0"/>
          <a:ext cx="0" cy="0"/>
          <a:chOff x="0" y="0"/>
          <a:chExt cx="0" cy="0"/>
        </a:xfrm>
      </p:grpSpPr>
      <p:grpSp>
        <p:nvGrpSpPr>
          <p:cNvPr id="8760" name="Google Shape;8760;p136"/>
          <p:cNvGrpSpPr/>
          <p:nvPr/>
        </p:nvGrpSpPr>
        <p:grpSpPr>
          <a:xfrm>
            <a:off x="2250281" y="3864630"/>
            <a:ext cx="7691437" cy="2578459"/>
            <a:chOff x="2151063" y="3594045"/>
            <a:chExt cx="7691437" cy="2578459"/>
          </a:xfrm>
        </p:grpSpPr>
        <p:sp>
          <p:nvSpPr>
            <p:cNvPr id="8761" name="Google Shape;8761;p136"/>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762" name="Google Shape;8762;p136"/>
            <p:cNvGrpSpPr/>
            <p:nvPr/>
          </p:nvGrpSpPr>
          <p:grpSpPr>
            <a:xfrm>
              <a:off x="5035264" y="5554092"/>
              <a:ext cx="496248" cy="260542"/>
              <a:chOff x="7141236" y="6068702"/>
              <a:chExt cx="496248" cy="260542"/>
            </a:xfrm>
          </p:grpSpPr>
          <p:sp>
            <p:nvSpPr>
              <p:cNvPr id="8763" name="Google Shape;8763;p136"/>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64" name="Google Shape;8764;p136"/>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65" name="Google Shape;8765;p136"/>
              <p:cNvGrpSpPr/>
              <p:nvPr/>
            </p:nvGrpSpPr>
            <p:grpSpPr>
              <a:xfrm>
                <a:off x="7214834" y="6090139"/>
                <a:ext cx="348960" cy="123931"/>
                <a:chOff x="7786941" y="2884917"/>
                <a:chExt cx="897649" cy="353919"/>
              </a:xfrm>
            </p:grpSpPr>
            <p:sp>
              <p:nvSpPr>
                <p:cNvPr id="8766" name="Google Shape;8766;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7" name="Google Shape;8767;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8" name="Google Shape;8768;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9" name="Google Shape;8769;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0" name="Google Shape;8770;p136"/>
            <p:cNvGrpSpPr/>
            <p:nvPr/>
          </p:nvGrpSpPr>
          <p:grpSpPr>
            <a:xfrm>
              <a:off x="6131364" y="5156690"/>
              <a:ext cx="496248" cy="260542"/>
              <a:chOff x="7493876" y="2774731"/>
              <a:chExt cx="1481958" cy="894622"/>
            </a:xfrm>
          </p:grpSpPr>
          <p:sp>
            <p:nvSpPr>
              <p:cNvPr id="8771" name="Google Shape;8771;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72" name="Google Shape;8772;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73" name="Google Shape;8773;p136"/>
              <p:cNvGrpSpPr/>
              <p:nvPr/>
            </p:nvGrpSpPr>
            <p:grpSpPr>
              <a:xfrm>
                <a:off x="7713663" y="2848339"/>
                <a:ext cx="1042107" cy="425543"/>
                <a:chOff x="7786941" y="2884917"/>
                <a:chExt cx="897649" cy="353919"/>
              </a:xfrm>
            </p:grpSpPr>
            <p:sp>
              <p:nvSpPr>
                <p:cNvPr id="8774" name="Google Shape;8774;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5" name="Google Shape;8775;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6" name="Google Shape;8776;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7" name="Google Shape;8777;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8" name="Google Shape;8778;p136"/>
            <p:cNvGrpSpPr/>
            <p:nvPr/>
          </p:nvGrpSpPr>
          <p:grpSpPr>
            <a:xfrm>
              <a:off x="5122533" y="4861037"/>
              <a:ext cx="496248" cy="260542"/>
              <a:chOff x="7493876" y="2774731"/>
              <a:chExt cx="1481958" cy="894622"/>
            </a:xfrm>
          </p:grpSpPr>
          <p:sp>
            <p:nvSpPr>
              <p:cNvPr id="8779" name="Google Shape;8779;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0" name="Google Shape;8780;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1" name="Google Shape;8781;p136"/>
              <p:cNvGrpSpPr/>
              <p:nvPr/>
            </p:nvGrpSpPr>
            <p:grpSpPr>
              <a:xfrm>
                <a:off x="7713663" y="2848339"/>
                <a:ext cx="1042107" cy="425543"/>
                <a:chOff x="7786941" y="2884917"/>
                <a:chExt cx="897649" cy="353919"/>
              </a:xfrm>
            </p:grpSpPr>
            <p:sp>
              <p:nvSpPr>
                <p:cNvPr id="8782" name="Google Shape;8782;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3" name="Google Shape;8783;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4" name="Google Shape;8784;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5" name="Google Shape;8785;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86" name="Google Shape;8786;p136"/>
            <p:cNvGrpSpPr/>
            <p:nvPr/>
          </p:nvGrpSpPr>
          <p:grpSpPr>
            <a:xfrm>
              <a:off x="4450588" y="5823254"/>
              <a:ext cx="496248" cy="260542"/>
              <a:chOff x="7493876" y="2774731"/>
              <a:chExt cx="1481958" cy="894622"/>
            </a:xfrm>
          </p:grpSpPr>
          <p:sp>
            <p:nvSpPr>
              <p:cNvPr id="8787" name="Google Shape;878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8" name="Google Shape;878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9" name="Google Shape;8789;p136"/>
              <p:cNvGrpSpPr/>
              <p:nvPr/>
            </p:nvGrpSpPr>
            <p:grpSpPr>
              <a:xfrm>
                <a:off x="7713663" y="2848339"/>
                <a:ext cx="1042107" cy="425543"/>
                <a:chOff x="7786941" y="2884917"/>
                <a:chExt cx="897649" cy="353919"/>
              </a:xfrm>
            </p:grpSpPr>
            <p:sp>
              <p:nvSpPr>
                <p:cNvPr id="8790" name="Google Shape;879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1" name="Google Shape;879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2" name="Google Shape;879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3" name="Google Shape;879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94" name="Google Shape;8794;p136"/>
            <p:cNvGrpSpPr/>
            <p:nvPr/>
          </p:nvGrpSpPr>
          <p:grpSpPr>
            <a:xfrm>
              <a:off x="4094463" y="5164346"/>
              <a:ext cx="496248" cy="260542"/>
              <a:chOff x="7493876" y="2774731"/>
              <a:chExt cx="1481958" cy="894622"/>
            </a:xfrm>
          </p:grpSpPr>
          <p:sp>
            <p:nvSpPr>
              <p:cNvPr id="8795" name="Google Shape;8795;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96" name="Google Shape;8796;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97" name="Google Shape;8797;p136"/>
              <p:cNvGrpSpPr/>
              <p:nvPr/>
            </p:nvGrpSpPr>
            <p:grpSpPr>
              <a:xfrm>
                <a:off x="7713663" y="2848339"/>
                <a:ext cx="1042107" cy="425543"/>
                <a:chOff x="7786941" y="2884917"/>
                <a:chExt cx="897649" cy="353919"/>
              </a:xfrm>
            </p:grpSpPr>
            <p:sp>
              <p:nvSpPr>
                <p:cNvPr id="8798" name="Google Shape;8798;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9" name="Google Shape;8799;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0" name="Google Shape;8800;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1" name="Google Shape;8801;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802" name="Google Shape;8802;p136"/>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803" name="Google Shape;8803;p136"/>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4" name="Google Shape;8804;p136"/>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05" name="Google Shape;8805;p136"/>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06" name="Google Shape;8806;p136"/>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807" name="Google Shape;8807;p136"/>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08" name="Google Shape;8808;p136"/>
            <p:cNvGrpSpPr/>
            <p:nvPr/>
          </p:nvGrpSpPr>
          <p:grpSpPr>
            <a:xfrm flipH="1">
              <a:off x="2151063" y="4424307"/>
              <a:ext cx="673100" cy="701675"/>
              <a:chOff x="-44" y="1473"/>
              <a:chExt cx="981" cy="1105"/>
            </a:xfrm>
          </p:grpSpPr>
          <p:pic>
            <p:nvPicPr>
              <p:cNvPr descr="desktop_computer_stylized_medium" id="8809" name="Google Shape;8809;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10" name="Google Shape;8810;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11" name="Google Shape;8811;p136"/>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812" name="Google Shape;8812;p136"/>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813" name="Google Shape;8813;p136"/>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814" name="Google Shape;8814;p136"/>
            <p:cNvGrpSpPr/>
            <p:nvPr/>
          </p:nvGrpSpPr>
          <p:grpSpPr>
            <a:xfrm>
              <a:off x="7794625" y="3673978"/>
              <a:ext cx="2047875" cy="1620287"/>
              <a:chOff x="4882752" y="4007261"/>
              <a:chExt cx="2046816" cy="1619544"/>
            </a:xfrm>
          </p:grpSpPr>
          <p:sp>
            <p:nvSpPr>
              <p:cNvPr id="8815" name="Google Shape;8815;p136"/>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816" name="Google Shape;8816;p136"/>
              <p:cNvGrpSpPr/>
              <p:nvPr/>
            </p:nvGrpSpPr>
            <p:grpSpPr>
              <a:xfrm>
                <a:off x="4927179" y="4319856"/>
                <a:ext cx="2002389" cy="1306949"/>
                <a:chOff x="1305623" y="4714561"/>
                <a:chExt cx="2002389" cy="1306949"/>
              </a:xfrm>
            </p:grpSpPr>
            <p:sp>
              <p:nvSpPr>
                <p:cNvPr id="8817" name="Google Shape;8817;p136"/>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18" name="Google Shape;8818;p136"/>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19" name="Google Shape;8819;p136"/>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20" name="Google Shape;8820;p136"/>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821" name="Google Shape;8821;p136"/>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22" name="Google Shape;8822;p136"/>
                <p:cNvGrpSpPr/>
                <p:nvPr/>
              </p:nvGrpSpPr>
              <p:grpSpPr>
                <a:xfrm flipH="1">
                  <a:off x="2634682" y="5076164"/>
                  <a:ext cx="673330" cy="701684"/>
                  <a:chOff x="-44" y="1473"/>
                  <a:chExt cx="981" cy="1105"/>
                </a:xfrm>
              </p:grpSpPr>
              <p:pic>
                <p:nvPicPr>
                  <p:cNvPr descr="desktop_computer_stylized_medium" id="8823" name="Google Shape;8823;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24" name="Google Shape;8824;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25" name="Google Shape;8825;p136"/>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6" name="Google Shape;8826;p136"/>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7" name="Google Shape;8827;p136"/>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828" name="Google Shape;8828;p136"/>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29" name="Google Shape;8829;p136"/>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0" name="Google Shape;8830;p136"/>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1" name="Google Shape;8831;p136"/>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2" name="Google Shape;8832;p136"/>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3" name="Google Shape;8833;p136"/>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4" name="Google Shape;8834;p136"/>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5" name="Google Shape;8835;p136"/>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36" name="Google Shape;8836;p136"/>
            <p:cNvGrpSpPr/>
            <p:nvPr/>
          </p:nvGrpSpPr>
          <p:grpSpPr>
            <a:xfrm>
              <a:off x="5868328" y="5862061"/>
              <a:ext cx="496248" cy="260542"/>
              <a:chOff x="7493876" y="2774731"/>
              <a:chExt cx="1481958" cy="894622"/>
            </a:xfrm>
          </p:grpSpPr>
          <p:sp>
            <p:nvSpPr>
              <p:cNvPr id="8837" name="Google Shape;883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38" name="Google Shape;883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39" name="Google Shape;8839;p136"/>
              <p:cNvGrpSpPr/>
              <p:nvPr/>
            </p:nvGrpSpPr>
            <p:grpSpPr>
              <a:xfrm>
                <a:off x="7713663" y="2848339"/>
                <a:ext cx="1042107" cy="425543"/>
                <a:chOff x="7786941" y="2884917"/>
                <a:chExt cx="897649" cy="353919"/>
              </a:xfrm>
            </p:grpSpPr>
            <p:sp>
              <p:nvSpPr>
                <p:cNvPr id="8840" name="Google Shape;884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1" name="Google Shape;884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2" name="Google Shape;884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3" name="Google Shape;884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844" name="Google Shape;8844;p13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Explicit congestion notification </a:t>
            </a:r>
            <a:r>
              <a:rPr lang="en-US" sz="3600"/>
              <a:t>(ECN)</a:t>
            </a:r>
            <a:endParaRPr b="0" sz="4400"/>
          </a:p>
        </p:txBody>
      </p:sp>
      <p:sp>
        <p:nvSpPr>
          <p:cNvPr id="8845" name="Google Shape;8845;p136"/>
          <p:cNvSpPr txBox="1"/>
          <p:nvPr/>
        </p:nvSpPr>
        <p:spPr>
          <a:xfrm>
            <a:off x="719638" y="1274465"/>
            <a:ext cx="11177587" cy="2620218"/>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deployments often implement </a:t>
            </a:r>
            <a:r>
              <a:rPr b="0" i="1" lang="en-US" sz="2800" u="none" cap="none" strike="noStrike">
                <a:solidFill>
                  <a:srgbClr val="C00000"/>
                </a:solidFill>
                <a:latin typeface="Calibri"/>
                <a:ea typeface="Calibri"/>
                <a:cs typeface="Calibri"/>
                <a:sym typeface="Calibri"/>
              </a:rPr>
              <a:t>network-assisted </a:t>
            </a:r>
            <a:r>
              <a:rPr b="0" i="0" lang="en-US" sz="2800" u="none" cap="none" strike="noStrike">
                <a:solidFill>
                  <a:srgbClr val="000000"/>
                </a:solidFill>
                <a:latin typeface="Calibri"/>
                <a:ea typeface="Calibri"/>
                <a:cs typeface="Calibri"/>
                <a:sym typeface="Calibri"/>
              </a:rPr>
              <a:t>congestion control:</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two bits in IP header (ToS field) marked </a:t>
            </a:r>
            <a:r>
              <a:rPr b="0" i="1" lang="en-US" sz="2400" u="none" cap="none" strike="noStrike">
                <a:solidFill>
                  <a:srgbClr val="C00000"/>
                </a:solidFill>
                <a:latin typeface="Calibri"/>
                <a:ea typeface="Calibri"/>
                <a:cs typeface="Calibri"/>
                <a:sym typeface="Calibri"/>
              </a:rPr>
              <a:t>by network router</a:t>
            </a:r>
            <a:r>
              <a:rPr b="0" i="0" lang="en-US" sz="24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indicate congestion</a:t>
            </a:r>
            <a:endParaRPr/>
          </a:p>
          <a:p>
            <a:pPr indent="-215900" lvl="1" marL="800100" marR="0" rtl="0" algn="l">
              <a:lnSpc>
                <a:spcPct val="90000"/>
              </a:lnSpc>
              <a:spcBef>
                <a:spcPts val="400"/>
              </a:spcBef>
              <a:spcAft>
                <a:spcPts val="0"/>
              </a:spcAft>
              <a:buClr>
                <a:srgbClr val="0000A3"/>
              </a:buClr>
              <a:buSzPts val="2400"/>
              <a:buFont typeface="Arial"/>
              <a:buChar char="•"/>
            </a:pPr>
            <a:r>
              <a:rPr b="0" i="1" lang="en-US" sz="2400" u="none" cap="none" strike="noStrike">
                <a:solidFill>
                  <a:srgbClr val="000000"/>
                </a:solidFill>
                <a:latin typeface="Calibri"/>
                <a:ea typeface="Calibri"/>
                <a:cs typeface="Calibri"/>
                <a:sym typeface="Calibri"/>
              </a:rPr>
              <a:t>policy </a:t>
            </a:r>
            <a:r>
              <a:rPr b="0" i="0" lang="en-US" sz="2400" u="none" cap="none" strike="noStrike">
                <a:solidFill>
                  <a:srgbClr val="000000"/>
                </a:solidFill>
                <a:latin typeface="Calibri"/>
                <a:ea typeface="Calibri"/>
                <a:cs typeface="Calibri"/>
                <a:sym typeface="Calibri"/>
              </a:rPr>
              <a:t>to determine marking chosen by network operator</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congestion indication carried to destination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destination sets ECE bit on ACK segment to notify sender of congestion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involves both IP </a:t>
            </a:r>
            <a:r>
              <a:rPr b="0" i="0" lang="en-US" sz="2000" u="none" cap="none" strike="noStrike">
                <a:solidFill>
                  <a:srgbClr val="000000"/>
                </a:solidFill>
                <a:latin typeface="Calibri"/>
                <a:ea typeface="Calibri"/>
                <a:cs typeface="Calibri"/>
                <a:sym typeface="Calibri"/>
              </a:rPr>
              <a:t>(IP header ECN bit marking) </a:t>
            </a:r>
            <a:r>
              <a:rPr b="0" i="0" lang="en-US" sz="2400" u="none" cap="none" strike="noStrike">
                <a:solidFill>
                  <a:srgbClr val="000000"/>
                </a:solidFill>
                <a:latin typeface="Calibri"/>
                <a:ea typeface="Calibri"/>
                <a:cs typeface="Calibri"/>
                <a:sym typeface="Calibri"/>
              </a:rPr>
              <a:t>and TCP </a:t>
            </a:r>
            <a:r>
              <a:rPr b="0" i="0" lang="en-US" sz="2000" u="none" cap="none" strike="noStrike">
                <a:solidFill>
                  <a:srgbClr val="000000"/>
                </a:solidFill>
                <a:latin typeface="Calibri"/>
                <a:ea typeface="Calibri"/>
                <a:cs typeface="Calibri"/>
                <a:sym typeface="Calibri"/>
              </a:rPr>
              <a:t>(TCP header C,E bit marking)</a:t>
            </a:r>
            <a:endParaRPr b="0" i="0" sz="2400" u="none" cap="none" strike="noStrike">
              <a:solidFill>
                <a:srgbClr val="000000"/>
              </a:solidFill>
              <a:latin typeface="Calibri"/>
              <a:ea typeface="Calibri"/>
              <a:cs typeface="Calibri"/>
              <a:sym typeface="Calibri"/>
            </a:endParaRPr>
          </a:p>
        </p:txBody>
      </p:sp>
      <p:grpSp>
        <p:nvGrpSpPr>
          <p:cNvPr id="8846" name="Google Shape;8846;p136"/>
          <p:cNvGrpSpPr/>
          <p:nvPr/>
        </p:nvGrpSpPr>
        <p:grpSpPr>
          <a:xfrm>
            <a:off x="3226593" y="5686054"/>
            <a:ext cx="1493838" cy="307975"/>
            <a:chOff x="1502428" y="5844331"/>
            <a:chExt cx="1493249" cy="307777"/>
          </a:xfrm>
        </p:grpSpPr>
        <p:grpSp>
          <p:nvGrpSpPr>
            <p:cNvPr id="8847" name="Google Shape;8847;p136"/>
            <p:cNvGrpSpPr/>
            <p:nvPr/>
          </p:nvGrpSpPr>
          <p:grpSpPr>
            <a:xfrm>
              <a:off x="1502428" y="5844331"/>
              <a:ext cx="1493249" cy="307777"/>
              <a:chOff x="3621632" y="5775938"/>
              <a:chExt cx="1493249" cy="307777"/>
            </a:xfrm>
          </p:grpSpPr>
          <p:grpSp>
            <p:nvGrpSpPr>
              <p:cNvPr id="8848" name="Google Shape;8848;p136"/>
              <p:cNvGrpSpPr/>
              <p:nvPr/>
            </p:nvGrpSpPr>
            <p:grpSpPr>
              <a:xfrm>
                <a:off x="3999308" y="5783870"/>
                <a:ext cx="821517" cy="260606"/>
                <a:chOff x="-2975522" y="4129762"/>
                <a:chExt cx="1281721" cy="456281"/>
              </a:xfrm>
            </p:grpSpPr>
            <p:sp>
              <p:nvSpPr>
                <p:cNvPr id="8849" name="Google Shape;8849;p136"/>
                <p:cNvSpPr/>
                <p:nvPr/>
              </p:nvSpPr>
              <p:spPr>
                <a:xfrm>
                  <a:off x="-2903722" y="4135317"/>
                  <a:ext cx="1151258" cy="341655"/>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0" name="Google Shape;8850;p136"/>
                <p:cNvSpPr/>
                <p:nvPr/>
              </p:nvSpPr>
              <p:spPr>
                <a:xfrm>
                  <a:off x="-2968093" y="4221426"/>
                  <a:ext cx="1148783" cy="344432"/>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1" name="Google Shape;8851;p136"/>
                <p:cNvSpPr/>
                <p:nvPr/>
              </p:nvSpPr>
              <p:spPr>
                <a:xfrm>
                  <a:off x="-2975522" y="4129762"/>
                  <a:ext cx="1223057" cy="94441"/>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2" name="Google Shape;8852;p136"/>
                <p:cNvSpPr/>
                <p:nvPr/>
              </p:nvSpPr>
              <p:spPr>
                <a:xfrm flipH="1" rot="10411447">
                  <a:off x="-1853972" y="4146428"/>
                  <a:ext cx="136170" cy="433318"/>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53" name="Google Shape;8853;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ECN=10</a:t>
                </a:r>
                <a:endParaRPr/>
              </a:p>
            </p:txBody>
          </p:sp>
        </p:grpSp>
        <p:cxnSp>
          <p:nvCxnSpPr>
            <p:cNvPr id="8854" name="Google Shape;8854;p136"/>
            <p:cNvCxnSpPr/>
            <p:nvPr/>
          </p:nvCxnSpPr>
          <p:spPr>
            <a:xfrm flipH="1" rot="10800000">
              <a:off x="2150568" y="6133267"/>
              <a:ext cx="612066" cy="1"/>
            </a:xfrm>
            <a:prstGeom prst="straightConnector1">
              <a:avLst/>
            </a:prstGeom>
            <a:noFill/>
            <a:ln cap="flat" cmpd="sng" w="9525">
              <a:solidFill>
                <a:srgbClr val="008000"/>
              </a:solidFill>
              <a:prstDash val="solid"/>
              <a:round/>
              <a:headEnd len="med" w="med" type="none"/>
              <a:tailEnd len="med" w="med" type="triangle"/>
            </a:ln>
          </p:spPr>
        </p:cxnSp>
      </p:grpSp>
      <p:grpSp>
        <p:nvGrpSpPr>
          <p:cNvPr id="8855" name="Google Shape;8855;p136"/>
          <p:cNvGrpSpPr/>
          <p:nvPr/>
        </p:nvGrpSpPr>
        <p:grpSpPr>
          <a:xfrm>
            <a:off x="5345906" y="5617791"/>
            <a:ext cx="1493837" cy="358775"/>
            <a:chOff x="3621632" y="5775938"/>
            <a:chExt cx="1493249" cy="357723"/>
          </a:xfrm>
        </p:grpSpPr>
        <p:grpSp>
          <p:nvGrpSpPr>
            <p:cNvPr id="8856" name="Google Shape;8856;p136"/>
            <p:cNvGrpSpPr/>
            <p:nvPr/>
          </p:nvGrpSpPr>
          <p:grpSpPr>
            <a:xfrm>
              <a:off x="3621632" y="5775938"/>
              <a:ext cx="1493249" cy="307777"/>
              <a:chOff x="3621632" y="5775938"/>
              <a:chExt cx="1493249" cy="307777"/>
            </a:xfrm>
          </p:grpSpPr>
          <p:grpSp>
            <p:nvGrpSpPr>
              <p:cNvPr id="8857" name="Google Shape;8857;p136"/>
              <p:cNvGrpSpPr/>
              <p:nvPr/>
            </p:nvGrpSpPr>
            <p:grpSpPr>
              <a:xfrm>
                <a:off x="3999308" y="5783852"/>
                <a:ext cx="821480" cy="260019"/>
                <a:chOff x="-2975522" y="4129732"/>
                <a:chExt cx="1281665" cy="455254"/>
              </a:xfrm>
            </p:grpSpPr>
            <p:sp>
              <p:nvSpPr>
                <p:cNvPr id="8858" name="Google Shape;8858;p136"/>
                <p:cNvSpPr/>
                <p:nvPr/>
              </p:nvSpPr>
              <p:spPr>
                <a:xfrm>
                  <a:off x="-2903723" y="4135274"/>
                  <a:ext cx="1151259" cy="340871"/>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9" name="Google Shape;8859;p136"/>
                <p:cNvSpPr/>
                <p:nvPr/>
              </p:nvSpPr>
              <p:spPr>
                <a:xfrm>
                  <a:off x="-2968095" y="4221184"/>
                  <a:ext cx="1148783" cy="343644"/>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0" name="Google Shape;8860;p136"/>
                <p:cNvSpPr/>
                <p:nvPr/>
              </p:nvSpPr>
              <p:spPr>
                <a:xfrm>
                  <a:off x="-2975522" y="4129732"/>
                  <a:ext cx="1223057" cy="94225"/>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1" name="Google Shape;8861;p136"/>
                <p:cNvSpPr/>
                <p:nvPr/>
              </p:nvSpPr>
              <p:spPr>
                <a:xfrm flipH="1" rot="10411447">
                  <a:off x="-1853974" y="4146360"/>
                  <a:ext cx="136171" cy="432326"/>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62" name="Google Shape;8862;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a:t>
                </a:r>
                <a:r>
                  <a:rPr b="0" i="0" lang="en-US" sz="1400" u="none" cap="none" strike="noStrike">
                    <a:solidFill>
                      <a:srgbClr val="FF0000"/>
                    </a:solidFill>
                    <a:latin typeface="Tahoma"/>
                    <a:ea typeface="Tahoma"/>
                    <a:cs typeface="Tahoma"/>
                    <a:sym typeface="Tahoma"/>
                  </a:rPr>
                  <a:t>11</a:t>
                </a:r>
                <a:endParaRPr/>
              </a:p>
            </p:txBody>
          </p:sp>
        </p:grpSp>
        <p:cxnSp>
          <p:nvCxnSpPr>
            <p:cNvPr id="8863" name="Google Shape;8863;p136"/>
            <p:cNvCxnSpPr/>
            <p:nvPr/>
          </p:nvCxnSpPr>
          <p:spPr>
            <a:xfrm flipH="1" rot="10800000">
              <a:off x="4483694" y="5949896"/>
              <a:ext cx="457353" cy="183765"/>
            </a:xfrm>
            <a:prstGeom prst="straightConnector1">
              <a:avLst/>
            </a:prstGeom>
            <a:noFill/>
            <a:ln cap="flat" cmpd="sng" w="9525">
              <a:solidFill>
                <a:srgbClr val="008000"/>
              </a:solidFill>
              <a:prstDash val="solid"/>
              <a:round/>
              <a:headEnd len="med" w="med" type="none"/>
              <a:tailEnd len="med" w="med" type="triangle"/>
            </a:ln>
          </p:spPr>
        </p:cxnSp>
      </p:grpSp>
      <p:grpSp>
        <p:nvGrpSpPr>
          <p:cNvPr id="8864" name="Google Shape;8864;p136"/>
          <p:cNvGrpSpPr/>
          <p:nvPr/>
        </p:nvGrpSpPr>
        <p:grpSpPr>
          <a:xfrm>
            <a:off x="4058443" y="4376366"/>
            <a:ext cx="3983038" cy="379413"/>
            <a:chOff x="2334273" y="4534486"/>
            <a:chExt cx="3981995" cy="378689"/>
          </a:xfrm>
        </p:grpSpPr>
        <p:grpSp>
          <p:nvGrpSpPr>
            <p:cNvPr id="8865" name="Google Shape;8865;p136"/>
            <p:cNvGrpSpPr/>
            <p:nvPr/>
          </p:nvGrpSpPr>
          <p:grpSpPr>
            <a:xfrm>
              <a:off x="3508876" y="4534486"/>
              <a:ext cx="1493249" cy="307777"/>
              <a:chOff x="3508876" y="4414358"/>
              <a:chExt cx="1493249" cy="307777"/>
            </a:xfrm>
          </p:grpSpPr>
          <p:sp>
            <p:nvSpPr>
              <p:cNvPr id="8866" name="Google Shape;8866;p136"/>
              <p:cNvSpPr/>
              <p:nvPr/>
            </p:nvSpPr>
            <p:spPr>
              <a:xfrm>
                <a:off x="3907074" y="4428619"/>
                <a:ext cx="736407" cy="194890"/>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7" name="Google Shape;8867;p136"/>
              <p:cNvSpPr/>
              <p:nvPr/>
            </p:nvSpPr>
            <p:spPr>
              <a:xfrm>
                <a:off x="3863891" y="4478563"/>
                <a:ext cx="737073" cy="196032"/>
              </a:xfrm>
              <a:prstGeom prst="rect">
                <a:avLst/>
              </a:prstGeom>
              <a:solidFill>
                <a:srgbClr val="0000FF"/>
              </a:solidFill>
              <a:ln cap="flat" cmpd="sng" w="12700">
                <a:solidFill>
                  <a:srgbClr val="00009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68" name="Google Shape;8868;p136"/>
              <p:cNvSpPr/>
              <p:nvPr/>
            </p:nvSpPr>
            <p:spPr>
              <a:xfrm>
                <a:off x="3859775" y="4425511"/>
                <a:ext cx="783947" cy="53534"/>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9" name="Google Shape;8869;p136"/>
              <p:cNvSpPr/>
              <p:nvPr/>
            </p:nvSpPr>
            <p:spPr>
              <a:xfrm flipH="1" rot="10411447">
                <a:off x="4579084" y="4434448"/>
                <a:ext cx="87388" cy="248479"/>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70" name="Google Shape;8870;p136"/>
              <p:cNvSpPr txBox="1"/>
              <p:nvPr/>
            </p:nvSpPr>
            <p:spPr>
              <a:xfrm>
                <a:off x="3508876" y="441435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ECE=</a:t>
                </a:r>
                <a:r>
                  <a:rPr b="0" i="0" lang="en-US" sz="1400" u="none" cap="none" strike="noStrike">
                    <a:solidFill>
                      <a:srgbClr val="FF0000"/>
                    </a:solidFill>
                    <a:latin typeface="Tahoma"/>
                    <a:ea typeface="Tahoma"/>
                    <a:cs typeface="Tahoma"/>
                    <a:sym typeface="Tahoma"/>
                  </a:rPr>
                  <a:t>1</a:t>
                </a:r>
                <a:endParaRPr/>
              </a:p>
            </p:txBody>
          </p:sp>
        </p:grpSp>
        <p:cxnSp>
          <p:nvCxnSpPr>
            <p:cNvPr id="8871" name="Google Shape;8871;p136"/>
            <p:cNvCxnSpPr/>
            <p:nvPr/>
          </p:nvCxnSpPr>
          <p:spPr>
            <a:xfrm rot="10800000">
              <a:off x="3801047" y="4905427"/>
              <a:ext cx="697737" cy="7748"/>
            </a:xfrm>
            <a:prstGeom prst="straightConnector1">
              <a:avLst/>
            </a:prstGeom>
            <a:noFill/>
            <a:ln cap="flat" cmpd="sng" w="9525">
              <a:solidFill>
                <a:srgbClr val="0000FF"/>
              </a:solidFill>
              <a:prstDash val="solid"/>
              <a:round/>
              <a:headEnd len="med" w="med" type="none"/>
              <a:tailEnd len="med" w="med" type="triangle"/>
            </a:ln>
          </p:spPr>
        </p:cxnSp>
        <p:cxnSp>
          <p:nvCxnSpPr>
            <p:cNvPr id="8872" name="Google Shape;8872;p136"/>
            <p:cNvCxnSpPr/>
            <p:nvPr/>
          </p:nvCxnSpPr>
          <p:spPr>
            <a:xfrm rot="10800000">
              <a:off x="2334273" y="4839428"/>
              <a:ext cx="3981995" cy="0"/>
            </a:xfrm>
            <a:prstGeom prst="straightConnector1">
              <a:avLst/>
            </a:prstGeom>
            <a:noFill/>
            <a:ln cap="flat" cmpd="sng" w="12700">
              <a:solidFill>
                <a:srgbClr val="0000FF"/>
              </a:solidFill>
              <a:prstDash val="solid"/>
              <a:round/>
              <a:headEnd len="med" w="med" type="none"/>
              <a:tailEnd len="med" w="med" type="triangle"/>
            </a:ln>
          </p:spPr>
        </p:cxnSp>
      </p:grpSp>
      <p:grpSp>
        <p:nvGrpSpPr>
          <p:cNvPr id="8873" name="Google Shape;8873;p136"/>
          <p:cNvGrpSpPr/>
          <p:nvPr/>
        </p:nvGrpSpPr>
        <p:grpSpPr>
          <a:xfrm>
            <a:off x="2626518" y="6003554"/>
            <a:ext cx="1160463" cy="461962"/>
            <a:chOff x="902416" y="6160831"/>
            <a:chExt cx="1160369" cy="462226"/>
          </a:xfrm>
        </p:grpSpPr>
        <p:sp>
          <p:nvSpPr>
            <p:cNvPr id="8874" name="Google Shape;8874;p136"/>
            <p:cNvSpPr txBox="1"/>
            <p:nvPr/>
          </p:nvSpPr>
          <p:spPr>
            <a:xfrm>
              <a:off x="902416" y="6315280"/>
              <a:ext cx="116036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 datagram</a:t>
              </a:r>
              <a:endParaRPr/>
            </a:p>
          </p:txBody>
        </p:sp>
        <p:cxnSp>
          <p:nvCxnSpPr>
            <p:cNvPr id="8875" name="Google Shape;8875;p136"/>
            <p:cNvCxnSpPr/>
            <p:nvPr/>
          </p:nvCxnSpPr>
          <p:spPr>
            <a:xfrm flipH="1">
              <a:off x="1785033" y="6160831"/>
              <a:ext cx="274620" cy="240255"/>
            </a:xfrm>
            <a:prstGeom prst="straightConnector1">
              <a:avLst/>
            </a:prstGeom>
            <a:noFill/>
            <a:ln cap="flat" cmpd="sng" w="9525">
              <a:solidFill>
                <a:srgbClr val="000000"/>
              </a:solidFill>
              <a:prstDash val="solid"/>
              <a:round/>
              <a:headEnd len="med" w="med" type="none"/>
              <a:tailEnd len="med" w="med" type="none"/>
            </a:ln>
          </p:spPr>
        </p:cxnSp>
      </p:grpSp>
      <p:grpSp>
        <p:nvGrpSpPr>
          <p:cNvPr id="8876" name="Google Shape;8876;p136"/>
          <p:cNvGrpSpPr/>
          <p:nvPr/>
        </p:nvGrpSpPr>
        <p:grpSpPr>
          <a:xfrm>
            <a:off x="6257131" y="3838204"/>
            <a:ext cx="1620837" cy="515937"/>
            <a:chOff x="4531899" y="3996483"/>
            <a:chExt cx="1620957" cy="514832"/>
          </a:xfrm>
        </p:grpSpPr>
        <p:sp>
          <p:nvSpPr>
            <p:cNvPr id="8877" name="Google Shape;8877;p136"/>
            <p:cNvSpPr txBox="1"/>
            <p:nvPr/>
          </p:nvSpPr>
          <p:spPr>
            <a:xfrm>
              <a:off x="4531899" y="3996483"/>
              <a:ext cx="162095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 ACK segment</a:t>
              </a:r>
              <a:endParaRPr/>
            </a:p>
          </p:txBody>
        </p:sp>
        <p:cxnSp>
          <p:nvCxnSpPr>
            <p:cNvPr id="8878" name="Google Shape;8878;p136"/>
            <p:cNvCxnSpPr/>
            <p:nvPr/>
          </p:nvCxnSpPr>
          <p:spPr>
            <a:xfrm flipH="1">
              <a:off x="4632144" y="4271060"/>
              <a:ext cx="274620" cy="240255"/>
            </a:xfrm>
            <a:prstGeom prst="straightConnector1">
              <a:avLst/>
            </a:prstGeom>
            <a:noFill/>
            <a:ln cap="flat" cmpd="sng" w="9525">
              <a:solidFill>
                <a:srgbClr val="000000"/>
              </a:solidFill>
              <a:prstDash val="solid"/>
              <a:round/>
              <a:headEnd len="med" w="med" type="none"/>
              <a:tailEnd len="med" w="med" type="none"/>
            </a:ln>
          </p:spPr>
        </p:cxnSp>
      </p:grpSp>
      <p:sp>
        <p:nvSpPr>
          <p:cNvPr id="8879" name="Google Shape;8879;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6"/>
                                        </p:tgtEl>
                                        <p:attrNameLst>
                                          <p:attrName>style.visibility</p:attrName>
                                        </p:attrNameLst>
                                      </p:cBhvr>
                                      <p:to>
                                        <p:strVal val="visible"/>
                                      </p:to>
                                    </p:set>
                                    <p:animEffect filter="fade" transition="in">
                                      <p:cBhvr>
                                        <p:cTn dur="500"/>
                                        <p:tgtEl>
                                          <p:spTgt spid="88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73"/>
                                        </p:tgtEl>
                                        <p:attrNameLst>
                                          <p:attrName>style.visibility</p:attrName>
                                        </p:attrNameLst>
                                      </p:cBhvr>
                                      <p:to>
                                        <p:strVal val="visible"/>
                                      </p:to>
                                    </p:set>
                                    <p:animEffect filter="fade" transition="in">
                                      <p:cBhvr>
                                        <p:cTn dur="500"/>
                                        <p:tgtEl>
                                          <p:spTgt spid="88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55"/>
                                        </p:tgtEl>
                                        <p:attrNameLst>
                                          <p:attrName>style.visibility</p:attrName>
                                        </p:attrNameLst>
                                      </p:cBhvr>
                                      <p:to>
                                        <p:strVal val="visible"/>
                                      </p:to>
                                    </p:set>
                                    <p:animEffect filter="fade" transition="in">
                                      <p:cBhvr>
                                        <p:cTn dur="500"/>
                                        <p:tgtEl>
                                          <p:spTgt spid="88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864"/>
                                        </p:tgtEl>
                                        <p:attrNameLst>
                                          <p:attrName>style.visibility</p:attrName>
                                        </p:attrNameLst>
                                      </p:cBhvr>
                                      <p:to>
                                        <p:strVal val="visible"/>
                                      </p:to>
                                    </p:set>
                                    <p:animEffect filter="fade" transition="in">
                                      <p:cBhvr>
                                        <p:cTn dur="500"/>
                                        <p:tgtEl>
                                          <p:spTgt spid="8864"/>
                                        </p:tgtEl>
                                      </p:cBhvr>
                                    </p:animEffect>
                                  </p:childTnLst>
                                </p:cTn>
                              </p:par>
                              <p:par>
                                <p:cTn fill="hold" nodeType="withEffect" presetClass="entr" presetID="10" presetSubtype="0">
                                  <p:stCondLst>
                                    <p:cond delay="0"/>
                                  </p:stCondLst>
                                  <p:childTnLst>
                                    <p:set>
                                      <p:cBhvr>
                                        <p:cTn dur="1" fill="hold">
                                          <p:stCondLst>
                                            <p:cond delay="0"/>
                                          </p:stCondLst>
                                        </p:cTn>
                                        <p:tgtEl>
                                          <p:spTgt spid="8876"/>
                                        </p:tgtEl>
                                        <p:attrNameLst>
                                          <p:attrName>style.visibility</p:attrName>
                                        </p:attrNameLst>
                                      </p:cBhvr>
                                      <p:to>
                                        <p:strVal val="visible"/>
                                      </p:to>
                                    </p:set>
                                    <p:animEffect filter="fade" transition="in">
                                      <p:cBhvr>
                                        <p:cTn dur="500"/>
                                        <p:tgtEl>
                                          <p:spTgt spid="88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4" name="Shape 8884"/>
        <p:cNvGrpSpPr/>
        <p:nvPr/>
      </p:nvGrpSpPr>
      <p:grpSpPr>
        <a:xfrm>
          <a:off x="0" y="0"/>
          <a:ext cx="0" cy="0"/>
          <a:chOff x="0" y="0"/>
          <a:chExt cx="0" cy="0"/>
        </a:xfrm>
      </p:grpSpPr>
      <p:grpSp>
        <p:nvGrpSpPr>
          <p:cNvPr id="8885" name="Google Shape;8885;p137"/>
          <p:cNvGrpSpPr/>
          <p:nvPr/>
        </p:nvGrpSpPr>
        <p:grpSpPr>
          <a:xfrm>
            <a:off x="7593761" y="3434252"/>
            <a:ext cx="1100814" cy="719137"/>
            <a:chOff x="7493876" y="2774731"/>
            <a:chExt cx="1481958" cy="894622"/>
          </a:xfrm>
        </p:grpSpPr>
        <p:sp>
          <p:nvSpPr>
            <p:cNvPr id="8886" name="Google Shape;8886;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87" name="Google Shape;8887;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88" name="Google Shape;8888;p137"/>
            <p:cNvGrpSpPr/>
            <p:nvPr/>
          </p:nvGrpSpPr>
          <p:grpSpPr>
            <a:xfrm>
              <a:off x="7713663" y="2848339"/>
              <a:ext cx="1042107" cy="425543"/>
              <a:chOff x="7786941" y="2884917"/>
              <a:chExt cx="897649" cy="353919"/>
            </a:xfrm>
          </p:grpSpPr>
          <p:sp>
            <p:nvSpPr>
              <p:cNvPr id="8889" name="Google Shape;8889;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0" name="Google Shape;8890;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1" name="Google Shape;8891;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2" name="Google Shape;8892;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893" name="Google Shape;8893;p137"/>
          <p:cNvGrpSpPr/>
          <p:nvPr/>
        </p:nvGrpSpPr>
        <p:grpSpPr>
          <a:xfrm>
            <a:off x="5720127" y="3438633"/>
            <a:ext cx="1100814" cy="719137"/>
            <a:chOff x="7493876" y="2774731"/>
            <a:chExt cx="1481958" cy="894622"/>
          </a:xfrm>
        </p:grpSpPr>
        <p:sp>
          <p:nvSpPr>
            <p:cNvPr id="8894" name="Google Shape;8894;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95" name="Google Shape;8895;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96" name="Google Shape;8896;p137"/>
            <p:cNvGrpSpPr/>
            <p:nvPr/>
          </p:nvGrpSpPr>
          <p:grpSpPr>
            <a:xfrm>
              <a:off x="7713663" y="2848339"/>
              <a:ext cx="1042107" cy="425543"/>
              <a:chOff x="7786941" y="2884917"/>
              <a:chExt cx="897649" cy="353919"/>
            </a:xfrm>
          </p:grpSpPr>
          <p:sp>
            <p:nvSpPr>
              <p:cNvPr id="8897" name="Google Shape;8897;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8" name="Google Shape;8898;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9" name="Google Shape;8899;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0" name="Google Shape;8900;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901" name="Google Shape;8901;p137"/>
          <p:cNvSpPr txBox="1"/>
          <p:nvPr>
            <p:ph type="title"/>
          </p:nvPr>
        </p:nvSpPr>
        <p:spPr>
          <a:xfrm>
            <a:off x="798719" y="27175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fairness</a:t>
            </a:r>
            <a:endParaRPr b="0" sz="4400"/>
          </a:p>
        </p:txBody>
      </p:sp>
      <p:sp>
        <p:nvSpPr>
          <p:cNvPr id="8902" name="Google Shape;8902;p137"/>
          <p:cNvSpPr txBox="1"/>
          <p:nvPr/>
        </p:nvSpPr>
        <p:spPr>
          <a:xfrm>
            <a:off x="876300" y="1271325"/>
            <a:ext cx="10174288" cy="10890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Fairness goal:</a:t>
            </a:r>
            <a:r>
              <a:rPr b="0" i="0" lang="en-US" sz="3200" u="none" cap="none" strike="noStrike">
                <a:solidFill>
                  <a:srgbClr val="000000"/>
                </a:solidFill>
                <a:latin typeface="Calibri"/>
                <a:ea typeface="Calibri"/>
                <a:cs typeface="Calibri"/>
                <a:sym typeface="Calibri"/>
              </a:rPr>
              <a:t> if</a:t>
            </a:r>
            <a:r>
              <a:rPr b="0" i="1" lang="en-US" sz="3200" u="none" cap="none" strike="noStrike">
                <a:solidFill>
                  <a:srgbClr val="000000"/>
                </a:solidFill>
                <a:latin typeface="Calibri"/>
                <a:ea typeface="Calibri"/>
                <a:cs typeface="Calibri"/>
                <a:sym typeface="Calibri"/>
              </a:rPr>
              <a:t> K </a:t>
            </a:r>
            <a:r>
              <a:rPr b="0" i="0" lang="en-US" sz="3200" u="none" cap="none" strike="noStrike">
                <a:solidFill>
                  <a:srgbClr val="000000"/>
                </a:solidFill>
                <a:latin typeface="Calibri"/>
                <a:ea typeface="Calibri"/>
                <a:cs typeface="Calibri"/>
                <a:sym typeface="Calibri"/>
              </a:rPr>
              <a:t>TCP sessions share same bottleneck link of bandwidth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each should have average rate of </a:t>
            </a:r>
            <a:r>
              <a:rPr b="0" i="1" lang="en-US" sz="3200" u="none" cap="none" strike="noStrike">
                <a:solidFill>
                  <a:srgbClr val="000000"/>
                </a:solidFill>
                <a:latin typeface="Calibri"/>
                <a:ea typeface="Calibri"/>
                <a:cs typeface="Calibri"/>
                <a:sym typeface="Calibri"/>
              </a:rPr>
              <a:t>R/K</a:t>
            </a:r>
            <a:endParaRPr/>
          </a:p>
        </p:txBody>
      </p:sp>
      <p:cxnSp>
        <p:nvCxnSpPr>
          <p:cNvPr id="8903" name="Google Shape;8903;p137"/>
          <p:cNvCxnSpPr/>
          <p:nvPr/>
        </p:nvCxnSpPr>
        <p:spPr>
          <a:xfrm flipH="1" rot="10800000">
            <a:off x="6816123" y="3752849"/>
            <a:ext cx="819151" cy="8919"/>
          </a:xfrm>
          <a:prstGeom prst="straightConnector1">
            <a:avLst/>
          </a:prstGeom>
          <a:noFill/>
          <a:ln cap="flat" cmpd="sng" w="28575">
            <a:solidFill>
              <a:srgbClr val="000000"/>
            </a:solidFill>
            <a:prstDash val="solid"/>
            <a:round/>
            <a:headEnd len="med" w="med" type="none"/>
            <a:tailEnd len="med" w="med" type="none"/>
          </a:ln>
        </p:spPr>
      </p:cxnSp>
      <p:sp>
        <p:nvSpPr>
          <p:cNvPr id="8904" name="Google Shape;8904;p137"/>
          <p:cNvSpPr/>
          <p:nvPr/>
        </p:nvSpPr>
        <p:spPr>
          <a:xfrm>
            <a:off x="698658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5" name="Google Shape;8905;p137"/>
          <p:cNvSpPr/>
          <p:nvPr/>
        </p:nvSpPr>
        <p:spPr>
          <a:xfrm>
            <a:off x="6296025" y="3614738"/>
            <a:ext cx="147638"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6" name="Google Shape;8906;p137"/>
          <p:cNvSpPr/>
          <p:nvPr/>
        </p:nvSpPr>
        <p:spPr>
          <a:xfrm>
            <a:off x="658653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7" name="Google Shape;8907;p137"/>
          <p:cNvSpPr txBox="1"/>
          <p:nvPr/>
        </p:nvSpPr>
        <p:spPr>
          <a:xfrm>
            <a:off x="2370566" y="2468215"/>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1</a:t>
            </a:r>
            <a:endParaRPr/>
          </a:p>
        </p:txBody>
      </p:sp>
      <p:sp>
        <p:nvSpPr>
          <p:cNvPr id="8908" name="Google Shape;8908;p137"/>
          <p:cNvSpPr txBox="1"/>
          <p:nvPr/>
        </p:nvSpPr>
        <p:spPr>
          <a:xfrm>
            <a:off x="5510979" y="4275418"/>
            <a:ext cx="151881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bottleneck</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router</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capacity R</a:t>
            </a:r>
            <a:endParaRPr/>
          </a:p>
        </p:txBody>
      </p:sp>
      <p:sp>
        <p:nvSpPr>
          <p:cNvPr id="8909" name="Google Shape;8909;p137"/>
          <p:cNvSpPr/>
          <p:nvPr/>
        </p:nvSpPr>
        <p:spPr>
          <a:xfrm>
            <a:off x="4765675" y="2967952"/>
            <a:ext cx="4227323" cy="719138"/>
          </a:xfrm>
          <a:custGeom>
            <a:rect b="b" l="l" r="r" t="t"/>
            <a:pathLst>
              <a:path extrusionOk="0" h="453" w="2412">
                <a:moveTo>
                  <a:pt x="0" y="0"/>
                </a:moveTo>
                <a:cubicBezTo>
                  <a:pt x="93" y="65"/>
                  <a:pt x="156" y="318"/>
                  <a:pt x="558" y="390"/>
                </a:cubicBezTo>
                <a:cubicBezTo>
                  <a:pt x="959" y="453"/>
                  <a:pt x="2026" y="423"/>
                  <a:pt x="2412" y="432"/>
                </a:cubicBezTo>
              </a:path>
            </a:pathLst>
          </a:custGeom>
          <a:noFill/>
          <a:ln cap="flat" cmpd="sng" w="3810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0" name="Google Shape;8910;p137"/>
          <p:cNvSpPr/>
          <p:nvPr/>
        </p:nvSpPr>
        <p:spPr>
          <a:xfrm>
            <a:off x="6457950" y="361473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1" name="Google Shape;8911;p137"/>
          <p:cNvSpPr/>
          <p:nvPr/>
        </p:nvSpPr>
        <p:spPr>
          <a:xfrm>
            <a:off x="4724400" y="3763963"/>
            <a:ext cx="4268598" cy="719137"/>
          </a:xfrm>
          <a:custGeom>
            <a:rect b="b" l="l" r="r" t="t"/>
            <a:pathLst>
              <a:path extrusionOk="0" h="453" w="2412">
                <a:moveTo>
                  <a:pt x="0" y="453"/>
                </a:moveTo>
                <a:cubicBezTo>
                  <a:pt x="93" y="388"/>
                  <a:pt x="156" y="134"/>
                  <a:pt x="558" y="63"/>
                </a:cubicBezTo>
                <a:cubicBezTo>
                  <a:pt x="959" y="0"/>
                  <a:pt x="2026" y="36"/>
                  <a:pt x="2412" y="29"/>
                </a:cubicBezTo>
              </a:path>
            </a:pathLst>
          </a:custGeom>
          <a:noFill/>
          <a:ln cap="flat" cmpd="sng" w="381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2" name="Google Shape;8912;p137"/>
          <p:cNvSpPr txBox="1"/>
          <p:nvPr/>
        </p:nvSpPr>
        <p:spPr>
          <a:xfrm>
            <a:off x="2354381" y="4692948"/>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2</a:t>
            </a:r>
            <a:endParaRPr/>
          </a:p>
        </p:txBody>
      </p:sp>
      <p:grpSp>
        <p:nvGrpSpPr>
          <p:cNvPr id="8913" name="Google Shape;8913;p137"/>
          <p:cNvGrpSpPr/>
          <p:nvPr/>
        </p:nvGrpSpPr>
        <p:grpSpPr>
          <a:xfrm>
            <a:off x="3975100" y="2860675"/>
            <a:ext cx="766763" cy="704850"/>
            <a:chOff x="-44" y="1473"/>
            <a:chExt cx="981" cy="1105"/>
          </a:xfrm>
        </p:grpSpPr>
        <p:pic>
          <p:nvPicPr>
            <p:cNvPr descr="desktop_computer_stylized_medium" id="8914" name="Google Shape;8914;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5" name="Google Shape;8915;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916" name="Google Shape;8916;p137"/>
          <p:cNvGrpSpPr/>
          <p:nvPr/>
        </p:nvGrpSpPr>
        <p:grpSpPr>
          <a:xfrm>
            <a:off x="3978275" y="4106863"/>
            <a:ext cx="766763" cy="704850"/>
            <a:chOff x="-44" y="1473"/>
            <a:chExt cx="981" cy="1105"/>
          </a:xfrm>
        </p:grpSpPr>
        <p:pic>
          <p:nvPicPr>
            <p:cNvPr descr="desktop_computer_stylized_medium" id="8917" name="Google Shape;8917;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8" name="Google Shape;8918;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8919" name="Google Shape;8919;p1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4" name="Shape 8924"/>
        <p:cNvGrpSpPr/>
        <p:nvPr/>
      </p:nvGrpSpPr>
      <p:grpSpPr>
        <a:xfrm>
          <a:off x="0" y="0"/>
          <a:ext cx="0" cy="0"/>
          <a:chOff x="0" y="0"/>
          <a:chExt cx="0" cy="0"/>
        </a:xfrm>
      </p:grpSpPr>
      <p:sp>
        <p:nvSpPr>
          <p:cNvPr id="8925" name="Google Shape;8925;p138"/>
          <p:cNvSpPr txBox="1"/>
          <p:nvPr>
            <p:ph type="title"/>
          </p:nvPr>
        </p:nvSpPr>
        <p:spPr>
          <a:xfrm>
            <a:off x="798690" y="234526"/>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 is TCP Fair?</a:t>
            </a:r>
            <a:endParaRPr b="0" sz="4400"/>
          </a:p>
        </p:txBody>
      </p:sp>
      <p:sp>
        <p:nvSpPr>
          <p:cNvPr id="8926" name="Google Shape;8926;p138"/>
          <p:cNvSpPr txBox="1"/>
          <p:nvPr/>
        </p:nvSpPr>
        <p:spPr>
          <a:xfrm>
            <a:off x="1028116" y="1209675"/>
            <a:ext cx="1064318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Example: two competing TCP sessions: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additive increase gives slope of 1, as throughout increases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multiplicative decrease decreases throughput proportionally </a:t>
            </a:r>
            <a:endParaRPr/>
          </a:p>
        </p:txBody>
      </p:sp>
      <p:cxnSp>
        <p:nvCxnSpPr>
          <p:cNvPr id="8927" name="Google Shape;8927;p138"/>
          <p:cNvCxnSpPr/>
          <p:nvPr/>
        </p:nvCxnSpPr>
        <p:spPr>
          <a:xfrm>
            <a:off x="1701800" y="6091237"/>
            <a:ext cx="3638550" cy="0"/>
          </a:xfrm>
          <a:prstGeom prst="straightConnector1">
            <a:avLst/>
          </a:prstGeom>
          <a:noFill/>
          <a:ln cap="flat" cmpd="sng" w="38100">
            <a:solidFill>
              <a:srgbClr val="000000"/>
            </a:solidFill>
            <a:prstDash val="solid"/>
            <a:round/>
            <a:headEnd len="med" w="med" type="none"/>
            <a:tailEnd len="med" w="med" type="none"/>
          </a:ln>
        </p:spPr>
      </p:cxnSp>
      <p:cxnSp>
        <p:nvCxnSpPr>
          <p:cNvPr id="8928" name="Google Shape;8928;p138"/>
          <p:cNvCxnSpPr/>
          <p:nvPr/>
        </p:nvCxnSpPr>
        <p:spPr>
          <a:xfrm rot="10800000">
            <a:off x="1701800" y="2995612"/>
            <a:ext cx="0" cy="3086100"/>
          </a:xfrm>
          <a:prstGeom prst="straightConnector1">
            <a:avLst/>
          </a:prstGeom>
          <a:noFill/>
          <a:ln cap="flat" cmpd="sng" w="38100">
            <a:solidFill>
              <a:srgbClr val="000000"/>
            </a:solidFill>
            <a:prstDash val="solid"/>
            <a:round/>
            <a:headEnd len="med" w="med" type="none"/>
            <a:tailEnd len="med" w="med" type="none"/>
          </a:ln>
        </p:spPr>
      </p:cxnSp>
      <p:cxnSp>
        <p:nvCxnSpPr>
          <p:cNvPr id="8929" name="Google Shape;8929;p138"/>
          <p:cNvCxnSpPr/>
          <p:nvPr/>
        </p:nvCxnSpPr>
        <p:spPr>
          <a:xfrm rot="7861895">
            <a:off x="1095375" y="4730750"/>
            <a:ext cx="3560763" cy="14287"/>
          </a:xfrm>
          <a:prstGeom prst="straightConnector1">
            <a:avLst/>
          </a:prstGeom>
          <a:noFill/>
          <a:ln cap="flat" cmpd="sng" w="19050">
            <a:solidFill>
              <a:srgbClr val="000000"/>
            </a:solidFill>
            <a:prstDash val="dash"/>
            <a:round/>
            <a:headEnd len="med" w="med" type="none"/>
            <a:tailEnd len="med" w="med" type="none"/>
          </a:ln>
        </p:spPr>
      </p:cxnSp>
      <p:cxnSp>
        <p:nvCxnSpPr>
          <p:cNvPr id="8930" name="Google Shape;8930;p138"/>
          <p:cNvCxnSpPr/>
          <p:nvPr/>
        </p:nvCxnSpPr>
        <p:spPr>
          <a:xfrm>
            <a:off x="1682750" y="3243262"/>
            <a:ext cx="2819400" cy="2809875"/>
          </a:xfrm>
          <a:prstGeom prst="straightConnector1">
            <a:avLst/>
          </a:prstGeom>
          <a:noFill/>
          <a:ln cap="flat" cmpd="sng" w="38100">
            <a:solidFill>
              <a:srgbClr val="3333CC"/>
            </a:solidFill>
            <a:prstDash val="solid"/>
            <a:round/>
            <a:headEnd len="med" w="med" type="none"/>
            <a:tailEnd len="med" w="med" type="none"/>
          </a:ln>
        </p:spPr>
      </p:cxnSp>
      <p:sp>
        <p:nvSpPr>
          <p:cNvPr id="8931" name="Google Shape;8931;p138"/>
          <p:cNvSpPr txBox="1"/>
          <p:nvPr/>
        </p:nvSpPr>
        <p:spPr>
          <a:xfrm>
            <a:off x="1331913" y="3071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2" name="Google Shape;8932;p138"/>
          <p:cNvSpPr txBox="1"/>
          <p:nvPr/>
        </p:nvSpPr>
        <p:spPr>
          <a:xfrm>
            <a:off x="4284663" y="6119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3" name="Google Shape;8933;p138"/>
          <p:cNvSpPr txBox="1"/>
          <p:nvPr/>
        </p:nvSpPr>
        <p:spPr>
          <a:xfrm>
            <a:off x="2560638" y="3062287"/>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equal bandwidth share</a:t>
            </a:r>
            <a:endParaRPr b="0" i="0" sz="1000" u="none" cap="none" strike="noStrike">
              <a:solidFill>
                <a:srgbClr val="000000"/>
              </a:solidFill>
              <a:latin typeface="Arial"/>
              <a:ea typeface="Arial"/>
              <a:cs typeface="Arial"/>
              <a:sym typeface="Arial"/>
            </a:endParaRPr>
          </a:p>
        </p:txBody>
      </p:sp>
      <p:sp>
        <p:nvSpPr>
          <p:cNvPr id="8934" name="Google Shape;8934;p138"/>
          <p:cNvSpPr txBox="1"/>
          <p:nvPr/>
        </p:nvSpPr>
        <p:spPr>
          <a:xfrm>
            <a:off x="1141413" y="6100762"/>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1 throughput</a:t>
            </a:r>
            <a:endParaRPr b="0" i="0" sz="1000" u="none" cap="none" strike="noStrike">
              <a:solidFill>
                <a:srgbClr val="000000"/>
              </a:solidFill>
              <a:latin typeface="Arial"/>
              <a:ea typeface="Arial"/>
              <a:cs typeface="Arial"/>
              <a:sym typeface="Arial"/>
            </a:endParaRPr>
          </a:p>
        </p:txBody>
      </p:sp>
      <p:sp>
        <p:nvSpPr>
          <p:cNvPr id="8935" name="Google Shape;8935;p138"/>
          <p:cNvSpPr txBox="1"/>
          <p:nvPr/>
        </p:nvSpPr>
        <p:spPr>
          <a:xfrm rot="-5396642">
            <a:off x="-273844" y="4639469"/>
            <a:ext cx="35464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2 throughput</a:t>
            </a:r>
            <a:endParaRPr b="0" i="0" sz="1000" u="none" cap="none" strike="noStrike">
              <a:solidFill>
                <a:srgbClr val="000000"/>
              </a:solidFill>
              <a:latin typeface="Arial"/>
              <a:ea typeface="Arial"/>
              <a:cs typeface="Arial"/>
              <a:sym typeface="Arial"/>
            </a:endParaRPr>
          </a:p>
        </p:txBody>
      </p:sp>
      <p:cxnSp>
        <p:nvCxnSpPr>
          <p:cNvPr id="8936" name="Google Shape;8936;p138"/>
          <p:cNvCxnSpPr/>
          <p:nvPr/>
        </p:nvCxnSpPr>
        <p:spPr>
          <a:xfrm rot="7861895">
            <a:off x="2805112" y="5348288"/>
            <a:ext cx="1293813" cy="4762"/>
          </a:xfrm>
          <a:prstGeom prst="straightConnector1">
            <a:avLst/>
          </a:prstGeom>
          <a:noFill/>
          <a:ln cap="flat" cmpd="sng" w="19050">
            <a:solidFill>
              <a:srgbClr val="C00000"/>
            </a:solidFill>
            <a:prstDash val="solid"/>
            <a:round/>
            <a:headEnd len="med" w="med" type="triangle"/>
            <a:tailEnd len="med" w="med" type="none"/>
          </a:ln>
        </p:spPr>
      </p:cxnSp>
      <p:sp>
        <p:nvSpPr>
          <p:cNvPr id="8937" name="Google Shape;8937;p138"/>
          <p:cNvSpPr txBox="1"/>
          <p:nvPr/>
        </p:nvSpPr>
        <p:spPr>
          <a:xfrm>
            <a:off x="3475038" y="4919662"/>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38" name="Google Shape;8938;p138"/>
          <p:cNvCxnSpPr/>
          <p:nvPr/>
        </p:nvCxnSpPr>
        <p:spPr>
          <a:xfrm flipH="1">
            <a:off x="2692400" y="4881562"/>
            <a:ext cx="1171575" cy="631825"/>
          </a:xfrm>
          <a:prstGeom prst="straightConnector1">
            <a:avLst/>
          </a:prstGeom>
          <a:noFill/>
          <a:ln cap="flat" cmpd="sng" w="19050">
            <a:solidFill>
              <a:srgbClr val="C00000"/>
            </a:solidFill>
            <a:prstDash val="solid"/>
            <a:round/>
            <a:headEnd len="med" w="med" type="none"/>
            <a:tailEnd len="med" w="med" type="triangle"/>
          </a:ln>
        </p:spPr>
      </p:cxnSp>
      <p:sp>
        <p:nvSpPr>
          <p:cNvPr id="8939" name="Google Shape;8939;p138"/>
          <p:cNvSpPr txBox="1"/>
          <p:nvPr/>
        </p:nvSpPr>
        <p:spPr>
          <a:xfrm>
            <a:off x="4006850" y="4675187"/>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0" name="Google Shape;8940;p138"/>
          <p:cNvCxnSpPr/>
          <p:nvPr/>
        </p:nvCxnSpPr>
        <p:spPr>
          <a:xfrm rot="7861895">
            <a:off x="2484438" y="5021262"/>
            <a:ext cx="1303337" cy="23813"/>
          </a:xfrm>
          <a:prstGeom prst="straightConnector1">
            <a:avLst/>
          </a:prstGeom>
          <a:noFill/>
          <a:ln cap="flat" cmpd="sng" w="19050">
            <a:solidFill>
              <a:srgbClr val="C00000"/>
            </a:solidFill>
            <a:prstDash val="solid"/>
            <a:round/>
            <a:headEnd len="med" w="med" type="triangle"/>
            <a:tailEnd len="med" w="med" type="none"/>
          </a:ln>
        </p:spPr>
      </p:cxnSp>
      <p:sp>
        <p:nvSpPr>
          <p:cNvPr id="8941" name="Google Shape;8941;p138"/>
          <p:cNvSpPr txBox="1"/>
          <p:nvPr/>
        </p:nvSpPr>
        <p:spPr>
          <a:xfrm>
            <a:off x="3189288" y="4433887"/>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42" name="Google Shape;8942;p138"/>
          <p:cNvCxnSpPr/>
          <p:nvPr/>
        </p:nvCxnSpPr>
        <p:spPr>
          <a:xfrm flipH="1">
            <a:off x="2549525" y="4595812"/>
            <a:ext cx="981075" cy="765175"/>
          </a:xfrm>
          <a:prstGeom prst="straightConnector1">
            <a:avLst/>
          </a:prstGeom>
          <a:noFill/>
          <a:ln cap="flat" cmpd="sng" w="19050">
            <a:solidFill>
              <a:srgbClr val="C00000"/>
            </a:solidFill>
            <a:prstDash val="solid"/>
            <a:round/>
            <a:headEnd len="med" w="med" type="none"/>
            <a:tailEnd len="med" w="med" type="triangle"/>
          </a:ln>
        </p:spPr>
      </p:cxnSp>
      <p:sp>
        <p:nvSpPr>
          <p:cNvPr id="8943" name="Google Shape;8943;p138"/>
          <p:cNvSpPr txBox="1"/>
          <p:nvPr/>
        </p:nvSpPr>
        <p:spPr>
          <a:xfrm>
            <a:off x="3606800" y="4227512"/>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4" name="Google Shape;8944;p138"/>
          <p:cNvCxnSpPr/>
          <p:nvPr/>
        </p:nvCxnSpPr>
        <p:spPr>
          <a:xfrm rot="7861895">
            <a:off x="2340769" y="4874419"/>
            <a:ext cx="1279525" cy="14287"/>
          </a:xfrm>
          <a:prstGeom prst="straightConnector1">
            <a:avLst/>
          </a:prstGeom>
          <a:noFill/>
          <a:ln cap="flat" cmpd="sng" w="19050">
            <a:solidFill>
              <a:srgbClr val="C00000"/>
            </a:solidFill>
            <a:prstDash val="solid"/>
            <a:round/>
            <a:headEnd len="med" w="med" type="triangle"/>
            <a:tailEnd len="med" w="med" type="none"/>
          </a:ln>
        </p:spPr>
      </p:cxnSp>
      <p:cxnSp>
        <p:nvCxnSpPr>
          <p:cNvPr id="8945" name="Google Shape;8945;p138"/>
          <p:cNvCxnSpPr/>
          <p:nvPr/>
        </p:nvCxnSpPr>
        <p:spPr>
          <a:xfrm flipH="1">
            <a:off x="2482850" y="4414837"/>
            <a:ext cx="911225" cy="889000"/>
          </a:xfrm>
          <a:prstGeom prst="straightConnector1">
            <a:avLst/>
          </a:prstGeom>
          <a:noFill/>
          <a:ln cap="flat" cmpd="sng" w="19050">
            <a:solidFill>
              <a:srgbClr val="C00000"/>
            </a:solidFill>
            <a:prstDash val="solid"/>
            <a:round/>
            <a:headEnd len="med" w="med" type="none"/>
            <a:tailEnd len="med" w="med" type="triangle"/>
          </a:ln>
        </p:spPr>
      </p:cxnSp>
      <p:cxnSp>
        <p:nvCxnSpPr>
          <p:cNvPr id="8946" name="Google Shape;8946;p138"/>
          <p:cNvCxnSpPr/>
          <p:nvPr/>
        </p:nvCxnSpPr>
        <p:spPr>
          <a:xfrm rot="7861895">
            <a:off x="2261394" y="4810919"/>
            <a:ext cx="1279525" cy="14287"/>
          </a:xfrm>
          <a:prstGeom prst="straightConnector1">
            <a:avLst/>
          </a:prstGeom>
          <a:noFill/>
          <a:ln cap="flat" cmpd="sng" w="19050">
            <a:solidFill>
              <a:srgbClr val="C00000"/>
            </a:solidFill>
            <a:prstDash val="solid"/>
            <a:round/>
            <a:headEnd len="med" w="med" type="triangle"/>
            <a:tailEnd len="med" w="med" type="none"/>
          </a:ln>
        </p:spPr>
      </p:cxnSp>
      <p:grpSp>
        <p:nvGrpSpPr>
          <p:cNvPr id="8947" name="Google Shape;8947;p138"/>
          <p:cNvGrpSpPr/>
          <p:nvPr/>
        </p:nvGrpSpPr>
        <p:grpSpPr>
          <a:xfrm>
            <a:off x="7983110" y="3205277"/>
            <a:ext cx="3864041" cy="2713458"/>
            <a:chOff x="7983110" y="3205277"/>
            <a:chExt cx="3864041" cy="2713458"/>
          </a:xfrm>
        </p:grpSpPr>
        <p:sp>
          <p:nvSpPr>
            <p:cNvPr id="8948" name="Google Shape;8948;p138"/>
            <p:cNvSpPr txBox="1"/>
            <p:nvPr/>
          </p:nvSpPr>
          <p:spPr>
            <a:xfrm>
              <a:off x="8130707" y="3671674"/>
              <a:ext cx="3703160" cy="21975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Yes, under idealized assumptions:</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same RTT</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fixed number of sessions only in congestion avoidance </a:t>
              </a:r>
              <a:endParaRPr/>
            </a:p>
          </p:txBody>
        </p:sp>
        <p:sp>
          <p:nvSpPr>
            <p:cNvPr id="8949" name="Google Shape;8949;p138"/>
            <p:cNvSpPr/>
            <p:nvPr/>
          </p:nvSpPr>
          <p:spPr>
            <a:xfrm>
              <a:off x="7983110" y="3468687"/>
              <a:ext cx="3864041" cy="2450048"/>
            </a:xfrm>
            <a:prstGeom prst="rect">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0" name="Google Shape;8950;p138"/>
            <p:cNvSpPr/>
            <p:nvPr/>
          </p:nvSpPr>
          <p:spPr>
            <a:xfrm>
              <a:off x="8338252" y="3328994"/>
              <a:ext cx="1762727" cy="2555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1" name="Google Shape;8951;p138"/>
            <p:cNvSpPr txBox="1"/>
            <p:nvPr/>
          </p:nvSpPr>
          <p:spPr>
            <a:xfrm>
              <a:off x="8332482" y="3205277"/>
              <a:ext cx="176849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Is</a:t>
              </a:r>
              <a:r>
                <a:rPr b="0" i="0" lang="en-US" sz="2800" u="none" cap="none" strike="noStrike">
                  <a:solidFill>
                    <a:srgbClr val="C00000"/>
                  </a:solidFill>
                  <a:latin typeface="Calibri"/>
                  <a:ea typeface="Calibri"/>
                  <a:cs typeface="Calibri"/>
                  <a:sym typeface="Calibri"/>
                </a:rPr>
                <a:t> TCP fair?</a:t>
              </a:r>
              <a:endParaRPr/>
            </a:p>
          </p:txBody>
        </p:sp>
      </p:grpSp>
      <p:sp>
        <p:nvSpPr>
          <p:cNvPr id="8952" name="Google Shape;8952;p138"/>
          <p:cNvSpPr/>
          <p:nvPr/>
        </p:nvSpPr>
        <p:spPr>
          <a:xfrm>
            <a:off x="2998274" y="5695379"/>
            <a:ext cx="166255" cy="166255"/>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3" name="Google Shape;8953;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6"/>
                                        </p:tgtEl>
                                        <p:attrNameLst>
                                          <p:attrName>style.visibility</p:attrName>
                                        </p:attrNameLst>
                                      </p:cBhvr>
                                      <p:to>
                                        <p:strVal val="visible"/>
                                      </p:to>
                                    </p:set>
                                    <p:animEffect filter="fade" transition="in">
                                      <p:cBhvr>
                                        <p:cTn dur="500"/>
                                        <p:tgtEl>
                                          <p:spTgt spid="8936"/>
                                        </p:tgtEl>
                                      </p:cBhvr>
                                    </p:animEffect>
                                  </p:childTnLst>
                                </p:cTn>
                              </p:par>
                              <p:par>
                                <p:cTn fill="hold" nodeType="withEffect" presetClass="exit" presetID="10" presetSubtype="0">
                                  <p:stCondLst>
                                    <p:cond delay="0"/>
                                  </p:stCondLst>
                                  <p:childTnLst>
                                    <p:animEffect filter="fade" transition="out">
                                      <p:cBhvr>
                                        <p:cTn dur="500"/>
                                        <p:tgtEl>
                                          <p:spTgt spid="8952"/>
                                        </p:tgtEl>
                                      </p:cBhvr>
                                    </p:animEffect>
                                    <p:set>
                                      <p:cBhvr>
                                        <p:cTn dur="1" fill="hold">
                                          <p:stCondLst>
                                            <p:cond delay="500"/>
                                          </p:stCondLst>
                                        </p:cTn>
                                        <p:tgtEl>
                                          <p:spTgt spid="895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7"/>
                                        </p:tgtEl>
                                        <p:attrNameLst>
                                          <p:attrName>style.visibility</p:attrName>
                                        </p:attrNameLst>
                                      </p:cBhvr>
                                      <p:to>
                                        <p:strVal val="visible"/>
                                      </p:to>
                                    </p:set>
                                    <p:animEffect filter="fade" transition="in">
                                      <p:cBhvr>
                                        <p:cTn dur="500"/>
                                        <p:tgtEl>
                                          <p:spTgt spid="8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8"/>
                                        </p:tgtEl>
                                        <p:attrNameLst>
                                          <p:attrName>style.visibility</p:attrName>
                                        </p:attrNameLst>
                                      </p:cBhvr>
                                      <p:to>
                                        <p:strVal val="visible"/>
                                      </p:to>
                                    </p:set>
                                    <p:animEffect filter="fade" transition="in">
                                      <p:cBhvr>
                                        <p:cTn dur="500"/>
                                        <p:tgtEl>
                                          <p:spTgt spid="89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9"/>
                                        </p:tgtEl>
                                        <p:attrNameLst>
                                          <p:attrName>style.visibility</p:attrName>
                                        </p:attrNameLst>
                                      </p:cBhvr>
                                      <p:to>
                                        <p:strVal val="visible"/>
                                      </p:to>
                                    </p:set>
                                    <p:animEffect filter="fade" transition="in">
                                      <p:cBhvr>
                                        <p:cTn dur="500"/>
                                        <p:tgtEl>
                                          <p:spTgt spid="8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0"/>
                                        </p:tgtEl>
                                        <p:attrNameLst>
                                          <p:attrName>style.visibility</p:attrName>
                                        </p:attrNameLst>
                                      </p:cBhvr>
                                      <p:to>
                                        <p:strVal val="visible"/>
                                      </p:to>
                                    </p:set>
                                    <p:animEffect filter="fade" transition="in">
                                      <p:cBhvr>
                                        <p:cTn dur="500"/>
                                        <p:tgtEl>
                                          <p:spTgt spid="89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1"/>
                                        </p:tgtEl>
                                        <p:attrNameLst>
                                          <p:attrName>style.visibility</p:attrName>
                                        </p:attrNameLst>
                                      </p:cBhvr>
                                      <p:to>
                                        <p:strVal val="visible"/>
                                      </p:to>
                                    </p:set>
                                    <p:animEffect filter="fade" transition="in">
                                      <p:cBhvr>
                                        <p:cTn dur="500"/>
                                        <p:tgtEl>
                                          <p:spTgt spid="8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2"/>
                                        </p:tgtEl>
                                        <p:attrNameLst>
                                          <p:attrName>style.visibility</p:attrName>
                                        </p:attrNameLst>
                                      </p:cBhvr>
                                      <p:to>
                                        <p:strVal val="visible"/>
                                      </p:to>
                                    </p:set>
                                    <p:animEffect filter="fade" transition="in">
                                      <p:cBhvr>
                                        <p:cTn dur="500"/>
                                        <p:tgtEl>
                                          <p:spTgt spid="89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3"/>
                                        </p:tgtEl>
                                        <p:attrNameLst>
                                          <p:attrName>style.visibility</p:attrName>
                                        </p:attrNameLst>
                                      </p:cBhvr>
                                      <p:to>
                                        <p:strVal val="visible"/>
                                      </p:to>
                                    </p:set>
                                    <p:animEffect filter="fade" transition="in">
                                      <p:cBhvr>
                                        <p:cTn dur="500"/>
                                        <p:tgtEl>
                                          <p:spTgt spid="8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4"/>
                                        </p:tgtEl>
                                        <p:attrNameLst>
                                          <p:attrName>style.visibility</p:attrName>
                                        </p:attrNameLst>
                                      </p:cBhvr>
                                      <p:to>
                                        <p:strVal val="visible"/>
                                      </p:to>
                                    </p:set>
                                    <p:animEffect filter="fade" transition="in">
                                      <p:cBhvr>
                                        <p:cTn dur="500"/>
                                        <p:tgtEl>
                                          <p:spTgt spid="8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5"/>
                                        </p:tgtEl>
                                        <p:attrNameLst>
                                          <p:attrName>style.visibility</p:attrName>
                                        </p:attrNameLst>
                                      </p:cBhvr>
                                      <p:to>
                                        <p:strVal val="visible"/>
                                      </p:to>
                                    </p:set>
                                    <p:animEffect filter="fade" transition="in">
                                      <p:cBhvr>
                                        <p:cTn dur="500"/>
                                        <p:tgtEl>
                                          <p:spTgt spid="8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6"/>
                                        </p:tgtEl>
                                        <p:attrNameLst>
                                          <p:attrName>style.visibility</p:attrName>
                                        </p:attrNameLst>
                                      </p:cBhvr>
                                      <p:to>
                                        <p:strVal val="visible"/>
                                      </p:to>
                                    </p:set>
                                    <p:animEffect filter="fade" transition="in">
                                      <p:cBhvr>
                                        <p:cTn dur="500"/>
                                        <p:tgtEl>
                                          <p:spTgt spid="8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7"/>
                                        </p:tgtEl>
                                        <p:attrNameLst>
                                          <p:attrName>style.visibility</p:attrName>
                                        </p:attrNameLst>
                                      </p:cBhvr>
                                      <p:to>
                                        <p:strVal val="visible"/>
                                      </p:to>
                                    </p:set>
                                    <p:animEffect filter="fade" transition="in">
                                      <p:cBhvr>
                                        <p:cTn dur="500"/>
                                        <p:tgtEl>
                                          <p:spTgt spid="8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8" name="Shape 8958"/>
        <p:cNvGrpSpPr/>
        <p:nvPr/>
      </p:nvGrpSpPr>
      <p:grpSpPr>
        <a:xfrm>
          <a:off x="0" y="0"/>
          <a:ext cx="0" cy="0"/>
          <a:chOff x="0" y="0"/>
          <a:chExt cx="0" cy="0"/>
        </a:xfrm>
      </p:grpSpPr>
      <p:sp>
        <p:nvSpPr>
          <p:cNvPr id="8959" name="Google Shape;8959;p139"/>
          <p:cNvSpPr txBox="1"/>
          <p:nvPr>
            <p:ph type="title"/>
          </p:nvPr>
        </p:nvSpPr>
        <p:spPr>
          <a:xfrm>
            <a:off x="780345" y="261078"/>
            <a:ext cx="108345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Fairness: must all network apps be “fair”?</a:t>
            </a:r>
            <a:endParaRPr b="0" sz="4400"/>
          </a:p>
        </p:txBody>
      </p:sp>
      <p:sp>
        <p:nvSpPr>
          <p:cNvPr id="8960" name="Google Shape;8960;p139"/>
          <p:cNvSpPr txBox="1"/>
          <p:nvPr/>
        </p:nvSpPr>
        <p:spPr>
          <a:xfrm>
            <a:off x="749300" y="1219200"/>
            <a:ext cx="5207000" cy="464820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and UDP</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multimedia apps often do not use TCP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do not want rate throttled by congestion control</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instead use UDP: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audio/video at constant rate, tolerate packet loss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there is no “Internet police” policing use of congestion control</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1" name="Google Shape;8961;p139"/>
          <p:cNvSpPr txBox="1"/>
          <p:nvPr/>
        </p:nvSpPr>
        <p:spPr>
          <a:xfrm>
            <a:off x="6210301" y="1193800"/>
            <a:ext cx="5575300" cy="5067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parallel TCP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application can open </a:t>
            </a:r>
            <a:r>
              <a:rPr b="0" i="1" lang="en-US" sz="2800" u="none" cap="none" strike="noStrike">
                <a:solidFill>
                  <a:srgbClr val="000000"/>
                </a:solidFill>
                <a:latin typeface="Calibri"/>
                <a:ea typeface="Calibri"/>
                <a:cs typeface="Calibri"/>
                <a:sym typeface="Calibri"/>
              </a:rPr>
              <a:t>multiple</a:t>
            </a:r>
            <a:r>
              <a:rPr b="0" i="0" lang="en-US" sz="2800" u="none" cap="none" strike="noStrike">
                <a:solidFill>
                  <a:srgbClr val="000000"/>
                </a:solidFill>
                <a:latin typeface="Calibri"/>
                <a:ea typeface="Calibri"/>
                <a:cs typeface="Calibri"/>
                <a:sym typeface="Calibri"/>
              </a:rPr>
              <a:t> parallel connections between two hosts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web browsers do this , e.g., link of rate R with 9 existing connections: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 TCP, gets rate R/10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11 TCPs, gets R/2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2" name="Google Shape;8962;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1"/>
                                        </p:tgtEl>
                                        <p:attrNameLst>
                                          <p:attrName>style.visibility</p:attrName>
                                        </p:attrNameLst>
                                      </p:cBhvr>
                                      <p:to>
                                        <p:strVal val="visible"/>
                                      </p:to>
                                    </p:set>
                                    <p:animEffect filter="fade" transition="in">
                                      <p:cBhvr>
                                        <p:cTn dur="500"/>
                                        <p:tgtEl>
                                          <p:spTgt spid="8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7" name="Shape 8967"/>
        <p:cNvGrpSpPr/>
        <p:nvPr/>
      </p:nvGrpSpPr>
      <p:grpSpPr>
        <a:xfrm>
          <a:off x="0" y="0"/>
          <a:ext cx="0" cy="0"/>
          <a:chOff x="0" y="0"/>
          <a:chExt cx="0" cy="0"/>
        </a:xfrm>
      </p:grpSpPr>
      <p:sp>
        <p:nvSpPr>
          <p:cNvPr id="8968" name="Google Shape;8968;p14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8969" name="Google Shape;8969;p14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8970" name="Google Shape;8970;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971" name="Google Shape;8971;p14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6" name="Shape 8976"/>
        <p:cNvGrpSpPr/>
        <p:nvPr/>
      </p:nvGrpSpPr>
      <p:grpSpPr>
        <a:xfrm>
          <a:off x="0" y="0"/>
          <a:ext cx="0" cy="0"/>
          <a:chOff x="0" y="0"/>
          <a:chExt cx="0" cy="0"/>
        </a:xfrm>
      </p:grpSpPr>
      <p:sp>
        <p:nvSpPr>
          <p:cNvPr id="8977" name="Google Shape;8977;p141"/>
          <p:cNvSpPr txBox="1"/>
          <p:nvPr>
            <p:ph idx="1" type="body"/>
          </p:nvPr>
        </p:nvSpPr>
        <p:spPr>
          <a:xfrm>
            <a:off x="825500" y="1489243"/>
            <a:ext cx="10515600" cy="9872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UDP: principal transport protocols for 40 years</a:t>
            </a:r>
            <a:endParaRPr sz="2600"/>
          </a:p>
          <a:p>
            <a:pPr indent="-222250" lvl="0" marL="352425" rtl="0" algn="l">
              <a:lnSpc>
                <a:spcPct val="90000"/>
              </a:lnSpc>
              <a:spcBef>
                <a:spcPts val="600"/>
              </a:spcBef>
              <a:spcAft>
                <a:spcPts val="0"/>
              </a:spcAft>
              <a:buSzPts val="2800"/>
              <a:buChar char="▪"/>
            </a:pPr>
            <a:r>
              <a:rPr lang="en-US"/>
              <a:t>different “flavors” of TCP developed, for specific scenarios:</a:t>
            </a:r>
            <a:endParaRPr sz="2600"/>
          </a:p>
          <a:p>
            <a:pPr indent="0" lvl="1" marL="463550" rtl="0" algn="l">
              <a:lnSpc>
                <a:spcPct val="90000"/>
              </a:lnSpc>
              <a:spcBef>
                <a:spcPts val="500"/>
              </a:spcBef>
              <a:spcAft>
                <a:spcPts val="0"/>
              </a:spcAft>
              <a:buSzPts val="2400"/>
              <a:buNone/>
            </a:pPr>
            <a:r>
              <a:t/>
            </a:r>
            <a:endParaRPr/>
          </a:p>
        </p:txBody>
      </p:sp>
      <p:sp>
        <p:nvSpPr>
          <p:cNvPr id="8978" name="Google Shape;8978;p14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Evolving transport-layer functionality</a:t>
            </a:r>
            <a:endParaRPr b="0" sz="4400"/>
          </a:p>
        </p:txBody>
      </p:sp>
      <p:sp>
        <p:nvSpPr>
          <p:cNvPr id="8979" name="Google Shape;8979;p141"/>
          <p:cNvSpPr txBox="1"/>
          <p:nvPr/>
        </p:nvSpPr>
        <p:spPr>
          <a:xfrm>
            <a:off x="787400" y="4953000"/>
            <a:ext cx="10515600" cy="1485900"/>
          </a:xfrm>
          <a:prstGeom prst="rect">
            <a:avLst/>
          </a:prstGeom>
          <a:noFill/>
          <a:ln>
            <a:noFill/>
          </a:ln>
        </p:spPr>
        <p:txBody>
          <a:bodyPr anchorCtr="0" anchor="t" bIns="45700" lIns="91425" spcFirstLastPara="1" rIns="91425" wrap="square" tIns="45700">
            <a:normAutofit/>
          </a:bodyPr>
          <a:lstStyle/>
          <a:p>
            <a:pPr indent="0" lvl="1" marL="463550" marR="0" rtl="0" algn="l">
              <a:lnSpc>
                <a:spcPct val="90000"/>
              </a:lnSpc>
              <a:spcBef>
                <a:spcPts val="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moving transport–layer functions to application layer, on top of 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HTTP/3: QUIC</a:t>
            </a:r>
            <a:endParaRPr/>
          </a:p>
        </p:txBody>
      </p:sp>
      <p:graphicFrame>
        <p:nvGraphicFramePr>
          <p:cNvPr id="8980" name="Google Shape;8980;p141"/>
          <p:cNvGraphicFramePr/>
          <p:nvPr/>
        </p:nvGraphicFramePr>
        <p:xfrm>
          <a:off x="2124074" y="2591594"/>
          <a:ext cx="3000000" cy="3000000"/>
        </p:xfrm>
        <a:graphic>
          <a:graphicData uri="http://schemas.openxmlformats.org/drawingml/2006/table">
            <a:tbl>
              <a:tblPr>
                <a:noFill/>
                <a:tableStyleId>{998A0797-C2EC-4D9F-95EF-4FBEB260B0BD}</a:tableStyleId>
              </a:tblPr>
              <a:tblGrid>
                <a:gridCol w="3451225"/>
                <a:gridCol w="4470400"/>
              </a:tblGrid>
              <a:tr h="254000">
                <a:tc>
                  <a:txBody>
                    <a:bodyPr/>
                    <a:lstStyle/>
                    <a:p>
                      <a:pPr indent="0" lvl="0" marL="0" marR="0" rtl="0" algn="l">
                        <a:spcBef>
                          <a:spcPts val="0"/>
                        </a:spcBef>
                        <a:spcAft>
                          <a:spcPts val="0"/>
                        </a:spcAft>
                        <a:buNone/>
                      </a:pPr>
                      <a:r>
                        <a:rPr lang="en-US" sz="2000" u="none" cap="none" strike="noStrike">
                          <a:solidFill>
                            <a:schemeClr val="lt1"/>
                          </a:solidFill>
                          <a:latin typeface="Calibri"/>
                          <a:ea typeface="Calibri"/>
                          <a:cs typeface="Calibri"/>
                          <a:sym typeface="Calibri"/>
                        </a:rPr>
                        <a:t>Scenario</a:t>
                      </a:r>
                      <a:endParaRPr sz="1200" u="none" cap="none" strike="noStrike">
                        <a:solidFill>
                          <a:schemeClr val="lt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lang="en-US" sz="2000" u="none" cap="none" strike="noStrike">
                          <a:solidFill>
                            <a:srgbClr val="FFFFFF"/>
                          </a:solidFill>
                          <a:latin typeface="Calibri"/>
                          <a:ea typeface="Calibri"/>
                          <a:cs typeface="Calibri"/>
                          <a:sym typeface="Calibri"/>
                        </a:rPr>
                        <a:t>Challenges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 fat pipes (large data transfers)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Many packets “in flight”; loss shuts down pipeline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Wireless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Loss due to noisy wireless links, mobility; TCP treat this as congestion loss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Long-delay links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Extremely long RTTs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Data center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Latency sensitive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Background traffic flows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Low priority, “background” TCP flows </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981" name="Google Shape;8981;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0" st="0"/>
                                            </p:txEl>
                                          </p:spTgt>
                                        </p:tgtEl>
                                        <p:attrNameLst>
                                          <p:attrName>style.visibility</p:attrName>
                                        </p:attrNameLst>
                                      </p:cBhvr>
                                      <p:to>
                                        <p:strVal val="visible"/>
                                      </p:to>
                                    </p:set>
                                    <p:animEffect filter="fade" transition="in">
                                      <p:cBhvr>
                                        <p:cTn dur="500"/>
                                        <p:tgtEl>
                                          <p:spTgt spid="89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1" st="1"/>
                                            </p:txEl>
                                          </p:spTgt>
                                        </p:tgtEl>
                                        <p:attrNameLst>
                                          <p:attrName>style.visibility</p:attrName>
                                        </p:attrNameLst>
                                      </p:cBhvr>
                                      <p:to>
                                        <p:strVal val="visible"/>
                                      </p:to>
                                    </p:set>
                                    <p:animEffect filter="fade" transition="in">
                                      <p:cBhvr>
                                        <p:cTn dur="500"/>
                                        <p:tgtEl>
                                          <p:spTgt spid="89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2" st="2"/>
                                            </p:txEl>
                                          </p:spTgt>
                                        </p:tgtEl>
                                        <p:attrNameLst>
                                          <p:attrName>style.visibility</p:attrName>
                                        </p:attrNameLst>
                                      </p:cBhvr>
                                      <p:to>
                                        <p:strVal val="visible"/>
                                      </p:to>
                                    </p:set>
                                    <p:animEffect filter="fade" transition="in">
                                      <p:cBhvr>
                                        <p:cTn dur="500"/>
                                        <p:tgtEl>
                                          <p:spTgt spid="8977">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80"/>
                                        </p:tgtEl>
                                        <p:attrNameLst>
                                          <p:attrName>style.visibility</p:attrName>
                                        </p:attrNameLst>
                                      </p:cBhvr>
                                      <p:to>
                                        <p:strVal val="visible"/>
                                      </p:to>
                                    </p:set>
                                    <p:animEffect filter="fade" transition="in">
                                      <p:cBhvr>
                                        <p:cTn dur="500"/>
                                        <p:tgtEl>
                                          <p:spTgt spid="8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gtEl>
                                        <p:attrNameLst>
                                          <p:attrName>style.visibility</p:attrName>
                                        </p:attrNameLst>
                                      </p:cBhvr>
                                      <p:to>
                                        <p:strVal val="visible"/>
                                      </p:to>
                                    </p:set>
                                    <p:animEffect filter="fade" transition="in">
                                      <p:cBhvr>
                                        <p:cTn dur="500"/>
                                        <p:tgtEl>
                                          <p:spTgt spid="8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6" name="Shape 8986"/>
        <p:cNvGrpSpPr/>
        <p:nvPr/>
      </p:nvGrpSpPr>
      <p:grpSpPr>
        <a:xfrm>
          <a:off x="0" y="0"/>
          <a:ext cx="0" cy="0"/>
          <a:chOff x="0" y="0"/>
          <a:chExt cx="0" cy="0"/>
        </a:xfrm>
      </p:grpSpPr>
      <p:sp>
        <p:nvSpPr>
          <p:cNvPr id="8987" name="Google Shape;8987;p142"/>
          <p:cNvSpPr txBox="1"/>
          <p:nvPr>
            <p:ph idx="1" type="body"/>
          </p:nvPr>
        </p:nvSpPr>
        <p:spPr>
          <a:xfrm>
            <a:off x="838200" y="1540043"/>
            <a:ext cx="10515600" cy="14190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application-layer protocol, on top of UDP</a:t>
            </a:r>
            <a:endParaRPr/>
          </a:p>
          <a:p>
            <a:pPr indent="-231775" lvl="1" marL="695325" rtl="0" algn="l">
              <a:lnSpc>
                <a:spcPct val="90000"/>
              </a:lnSpc>
              <a:spcBef>
                <a:spcPts val="500"/>
              </a:spcBef>
              <a:spcAft>
                <a:spcPts val="0"/>
              </a:spcAft>
              <a:buSzPts val="2600"/>
              <a:buChar char="•"/>
            </a:pPr>
            <a:r>
              <a:rPr lang="en-US" sz="2600"/>
              <a:t>increase performance of HTTP</a:t>
            </a:r>
            <a:endParaRPr/>
          </a:p>
          <a:p>
            <a:pPr indent="-231775" lvl="1" marL="695325" rtl="0" algn="l">
              <a:lnSpc>
                <a:spcPct val="90000"/>
              </a:lnSpc>
              <a:spcBef>
                <a:spcPts val="500"/>
              </a:spcBef>
              <a:spcAft>
                <a:spcPts val="0"/>
              </a:spcAft>
              <a:buSzPts val="2600"/>
              <a:buChar char="•"/>
            </a:pPr>
            <a:r>
              <a:rPr lang="en-US" sz="2600"/>
              <a:t>deployed on many Google servers, apps (Chrome, mobile YouTube app) </a:t>
            </a:r>
            <a:endParaRPr/>
          </a:p>
          <a:p>
            <a:pPr indent="0" lvl="0" marL="130175" rtl="0" algn="l">
              <a:lnSpc>
                <a:spcPct val="90000"/>
              </a:lnSpc>
              <a:spcBef>
                <a:spcPts val="1000"/>
              </a:spcBef>
              <a:spcAft>
                <a:spcPts val="0"/>
              </a:spcAft>
              <a:buSzPts val="2800"/>
              <a:buNone/>
            </a:pPr>
            <a:r>
              <a:t/>
            </a:r>
            <a:endParaRPr/>
          </a:p>
        </p:txBody>
      </p:sp>
      <p:sp>
        <p:nvSpPr>
          <p:cNvPr id="8988" name="Google Shape;8988;p14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grpSp>
        <p:nvGrpSpPr>
          <p:cNvPr id="8989" name="Google Shape;8989;p142"/>
          <p:cNvGrpSpPr/>
          <p:nvPr/>
        </p:nvGrpSpPr>
        <p:grpSpPr>
          <a:xfrm>
            <a:off x="2484036" y="3362958"/>
            <a:ext cx="6857901" cy="2748783"/>
            <a:chOff x="2217336" y="1877058"/>
            <a:chExt cx="6857901" cy="2748783"/>
          </a:xfrm>
        </p:grpSpPr>
        <p:sp>
          <p:nvSpPr>
            <p:cNvPr id="8990" name="Google Shape;8990;p142"/>
            <p:cNvSpPr/>
            <p:nvPr/>
          </p:nvSpPr>
          <p:spPr>
            <a:xfrm>
              <a:off x="3743058" y="3625405"/>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1" name="Google Shape;8991;p142"/>
            <p:cNvSpPr txBox="1"/>
            <p:nvPr/>
          </p:nvSpPr>
          <p:spPr>
            <a:xfrm>
              <a:off x="4518545" y="3668766"/>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992" name="Google Shape;8992;p142"/>
            <p:cNvSpPr/>
            <p:nvPr/>
          </p:nvSpPr>
          <p:spPr>
            <a:xfrm>
              <a:off x="3744927" y="3054009"/>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3" name="Google Shape;8993;p142"/>
            <p:cNvSpPr txBox="1"/>
            <p:nvPr/>
          </p:nvSpPr>
          <p:spPr>
            <a:xfrm>
              <a:off x="4434744" y="3100445"/>
              <a:ext cx="5394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a:t>
              </a:r>
              <a:endParaRPr/>
            </a:p>
          </p:txBody>
        </p:sp>
        <p:sp>
          <p:nvSpPr>
            <p:cNvPr id="8994" name="Google Shape;8994;p142"/>
            <p:cNvSpPr/>
            <p:nvPr/>
          </p:nvSpPr>
          <p:spPr>
            <a:xfrm>
              <a:off x="3745776" y="2472222"/>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5" name="Google Shape;8995;p142"/>
            <p:cNvSpPr txBox="1"/>
            <p:nvPr/>
          </p:nvSpPr>
          <p:spPr>
            <a:xfrm>
              <a:off x="4435593" y="2518658"/>
              <a:ext cx="5002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TLS</a:t>
              </a:r>
              <a:endParaRPr/>
            </a:p>
          </p:txBody>
        </p:sp>
        <p:grpSp>
          <p:nvGrpSpPr>
            <p:cNvPr id="8996" name="Google Shape;8996;p142"/>
            <p:cNvGrpSpPr/>
            <p:nvPr/>
          </p:nvGrpSpPr>
          <p:grpSpPr>
            <a:xfrm>
              <a:off x="3743058" y="1887725"/>
              <a:ext cx="1905057" cy="455283"/>
              <a:chOff x="975444" y="4703759"/>
              <a:chExt cx="2128813" cy="498521"/>
            </a:xfrm>
          </p:grpSpPr>
          <p:sp>
            <p:nvSpPr>
              <p:cNvPr id="8997" name="Google Shape;8997;p142"/>
              <p:cNvSpPr/>
              <p:nvPr/>
            </p:nvSpPr>
            <p:spPr>
              <a:xfrm>
                <a:off x="975444" y="4703759"/>
                <a:ext cx="2128813" cy="498521"/>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8" name="Google Shape;8998;p142"/>
              <p:cNvSpPr txBox="1"/>
              <p:nvPr/>
            </p:nvSpPr>
            <p:spPr>
              <a:xfrm>
                <a:off x="1576949" y="4754605"/>
                <a:ext cx="982079" cy="404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a:t>
                </a:r>
                <a:endParaRPr/>
              </a:p>
            </p:txBody>
          </p:sp>
        </p:grpSp>
        <p:sp>
          <p:nvSpPr>
            <p:cNvPr id="8999" name="Google Shape;8999;p142"/>
            <p:cNvSpPr/>
            <p:nvPr/>
          </p:nvSpPr>
          <p:spPr>
            <a:xfrm>
              <a:off x="6229839" y="3627880"/>
              <a:ext cx="1905057" cy="45527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0" name="Google Shape;9000;p142"/>
            <p:cNvSpPr txBox="1"/>
            <p:nvPr/>
          </p:nvSpPr>
          <p:spPr>
            <a:xfrm>
              <a:off x="7005326" y="3671238"/>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9001" name="Google Shape;9001;p142"/>
            <p:cNvSpPr/>
            <p:nvPr/>
          </p:nvSpPr>
          <p:spPr>
            <a:xfrm>
              <a:off x="6231708" y="3143406"/>
              <a:ext cx="1905057" cy="368352"/>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2" name="Google Shape;9002;p142"/>
            <p:cNvSpPr txBox="1"/>
            <p:nvPr/>
          </p:nvSpPr>
          <p:spPr>
            <a:xfrm>
              <a:off x="6908533" y="3132142"/>
              <a:ext cx="595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UDP</a:t>
              </a:r>
              <a:endParaRPr/>
            </a:p>
          </p:txBody>
        </p:sp>
        <p:sp>
          <p:nvSpPr>
            <p:cNvPr id="9003" name="Google Shape;9003;p142"/>
            <p:cNvSpPr/>
            <p:nvPr/>
          </p:nvSpPr>
          <p:spPr>
            <a:xfrm>
              <a:off x="6232557" y="2348686"/>
              <a:ext cx="1905057" cy="574888"/>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4" name="Google Shape;9004;p142"/>
            <p:cNvSpPr txBox="1"/>
            <p:nvPr/>
          </p:nvSpPr>
          <p:spPr>
            <a:xfrm>
              <a:off x="6790903" y="2455138"/>
              <a:ext cx="6719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p:txBody>
        </p:sp>
        <p:sp>
          <p:nvSpPr>
            <p:cNvPr id="9005" name="Google Shape;9005;p142"/>
            <p:cNvSpPr/>
            <p:nvPr/>
          </p:nvSpPr>
          <p:spPr>
            <a:xfrm>
              <a:off x="6229839" y="1877061"/>
              <a:ext cx="1905057" cy="39778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6" name="Google Shape;9006;p142"/>
            <p:cNvSpPr txBox="1"/>
            <p:nvPr/>
          </p:nvSpPr>
          <p:spPr>
            <a:xfrm>
              <a:off x="6351472" y="1877058"/>
              <a:ext cx="17676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a:t>
              </a:r>
              <a:r>
                <a:rPr b="0" i="0" lang="en-US" sz="1600" u="none" cap="none" strike="noStrike">
                  <a:solidFill>
                    <a:srgbClr val="000000"/>
                  </a:solidFill>
                  <a:latin typeface="Calibri"/>
                  <a:ea typeface="Calibri"/>
                  <a:cs typeface="Calibri"/>
                  <a:sym typeface="Calibri"/>
                </a:rPr>
                <a:t>(slimmed)</a:t>
              </a:r>
              <a:endParaRPr/>
            </a:p>
          </p:txBody>
        </p:sp>
        <p:cxnSp>
          <p:nvCxnSpPr>
            <p:cNvPr id="9007" name="Google Shape;9007;p142"/>
            <p:cNvCxnSpPr/>
            <p:nvPr/>
          </p:nvCxnSpPr>
          <p:spPr>
            <a:xfrm>
              <a:off x="3333329" y="3569813"/>
              <a:ext cx="5147262" cy="0"/>
            </a:xfrm>
            <a:prstGeom prst="straightConnector1">
              <a:avLst/>
            </a:prstGeom>
            <a:noFill/>
            <a:ln cap="flat" cmpd="sng" w="12700">
              <a:solidFill>
                <a:srgbClr val="000000"/>
              </a:solidFill>
              <a:prstDash val="dash"/>
              <a:round/>
              <a:headEnd len="sm" w="sm" type="none"/>
              <a:tailEnd len="sm" w="sm" type="none"/>
            </a:ln>
          </p:spPr>
        </p:cxnSp>
        <p:cxnSp>
          <p:nvCxnSpPr>
            <p:cNvPr id="9008" name="Google Shape;9008;p142"/>
            <p:cNvCxnSpPr/>
            <p:nvPr/>
          </p:nvCxnSpPr>
          <p:spPr>
            <a:xfrm>
              <a:off x="3352451" y="2994658"/>
              <a:ext cx="5147262" cy="0"/>
            </a:xfrm>
            <a:prstGeom prst="straightConnector1">
              <a:avLst/>
            </a:prstGeom>
            <a:noFill/>
            <a:ln cap="flat" cmpd="sng" w="12700">
              <a:solidFill>
                <a:srgbClr val="000000"/>
              </a:solidFill>
              <a:prstDash val="dash"/>
              <a:round/>
              <a:headEnd len="sm" w="sm" type="none"/>
              <a:tailEnd len="sm" w="sm" type="none"/>
            </a:ln>
          </p:spPr>
        </p:cxnSp>
        <p:sp>
          <p:nvSpPr>
            <p:cNvPr id="9009" name="Google Shape;9009;p142"/>
            <p:cNvSpPr txBox="1"/>
            <p:nvPr/>
          </p:nvSpPr>
          <p:spPr>
            <a:xfrm>
              <a:off x="2349067" y="3671237"/>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p:txBody>
        </p:sp>
        <p:sp>
          <p:nvSpPr>
            <p:cNvPr id="9010" name="Google Shape;9010;p142"/>
            <p:cNvSpPr txBox="1"/>
            <p:nvPr/>
          </p:nvSpPr>
          <p:spPr>
            <a:xfrm>
              <a:off x="2355238" y="3077264"/>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p:txBody>
        </p:sp>
        <p:sp>
          <p:nvSpPr>
            <p:cNvPr id="9011" name="Google Shape;9011;p142"/>
            <p:cNvSpPr txBox="1"/>
            <p:nvPr/>
          </p:nvSpPr>
          <p:spPr>
            <a:xfrm>
              <a:off x="2217336" y="2204824"/>
              <a:ext cx="13798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p:txBody>
        </p:sp>
        <p:sp>
          <p:nvSpPr>
            <p:cNvPr id="9012" name="Google Shape;9012;p142"/>
            <p:cNvSpPr txBox="1"/>
            <p:nvPr/>
          </p:nvSpPr>
          <p:spPr>
            <a:xfrm>
              <a:off x="3887697" y="4256509"/>
              <a:ext cx="17604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TCP</a:t>
              </a:r>
              <a:endParaRPr/>
            </a:p>
          </p:txBody>
        </p:sp>
        <p:sp>
          <p:nvSpPr>
            <p:cNvPr id="9013" name="Google Shape;9013;p142"/>
            <p:cNvSpPr/>
            <p:nvPr/>
          </p:nvSpPr>
          <p:spPr>
            <a:xfrm>
              <a:off x="8194669" y="1877058"/>
              <a:ext cx="155448" cy="1050444"/>
            </a:xfrm>
            <a:prstGeom prst="rightBrace">
              <a:avLst>
                <a:gd fmla="val 8333"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4" name="Google Shape;9014;p142"/>
            <p:cNvSpPr txBox="1"/>
            <p:nvPr/>
          </p:nvSpPr>
          <p:spPr>
            <a:xfrm>
              <a:off x="8175178" y="2220885"/>
              <a:ext cx="900059"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HTTP/3</a:t>
              </a:r>
              <a:endParaRPr/>
            </a:p>
          </p:txBody>
        </p:sp>
        <p:sp>
          <p:nvSpPr>
            <p:cNvPr id="9015" name="Google Shape;9015;p142"/>
            <p:cNvSpPr txBox="1"/>
            <p:nvPr/>
          </p:nvSpPr>
          <p:spPr>
            <a:xfrm>
              <a:off x="6183312" y="4220148"/>
              <a:ext cx="2826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QUIC over UDP</a:t>
              </a:r>
              <a:endParaRPr/>
            </a:p>
          </p:txBody>
        </p:sp>
      </p:grpSp>
      <p:sp>
        <p:nvSpPr>
          <p:cNvPr id="9016" name="Google Shape;9016;p142"/>
          <p:cNvSpPr/>
          <p:nvPr/>
        </p:nvSpPr>
        <p:spPr>
          <a:xfrm>
            <a:off x="6134100" y="3060700"/>
            <a:ext cx="4940300" cy="3492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17" name="Google Shape;9017;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9"/>
                                        </p:tgtEl>
                                        <p:attrNameLst>
                                          <p:attrName>style.visibility</p:attrName>
                                        </p:attrNameLst>
                                      </p:cBhvr>
                                      <p:to>
                                        <p:strVal val="visible"/>
                                      </p:to>
                                    </p:set>
                                    <p:animEffect filter="fade" transition="in">
                                      <p:cBhvr>
                                        <p:cTn dur="500"/>
                                        <p:tgtEl>
                                          <p:spTgt spid="8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016"/>
                                        </p:tgtEl>
                                      </p:cBhvr>
                                    </p:animEffect>
                                    <p:set>
                                      <p:cBhvr>
                                        <p:cTn dur="1" fill="hold">
                                          <p:stCondLst>
                                            <p:cond delay="500"/>
                                          </p:stCondLst>
                                        </p:cTn>
                                        <p:tgtEl>
                                          <p:spTgt spid="90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2" name="Shape 9022"/>
        <p:cNvGrpSpPr/>
        <p:nvPr/>
      </p:nvGrpSpPr>
      <p:grpSpPr>
        <a:xfrm>
          <a:off x="0" y="0"/>
          <a:ext cx="0" cy="0"/>
          <a:chOff x="0" y="0"/>
          <a:chExt cx="0" cy="0"/>
        </a:xfrm>
      </p:grpSpPr>
      <p:sp>
        <p:nvSpPr>
          <p:cNvPr id="9023" name="Google Shape;9023;p1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sp>
        <p:nvSpPr>
          <p:cNvPr id="9024" name="Google Shape;9024;p143"/>
          <p:cNvSpPr txBox="1"/>
          <p:nvPr/>
        </p:nvSpPr>
        <p:spPr>
          <a:xfrm>
            <a:off x="723900" y="1498601"/>
            <a:ext cx="10515600" cy="10286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adopts approaches we’ve studied in this chapter for connection establishment, error control, congestion control</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5" name="Google Shape;9025;p143"/>
          <p:cNvSpPr txBox="1"/>
          <p:nvPr>
            <p:ph idx="1" type="body"/>
          </p:nvPr>
        </p:nvSpPr>
        <p:spPr>
          <a:xfrm>
            <a:off x="806805" y="4750865"/>
            <a:ext cx="10651413" cy="1675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 multiple application-level “streams” multiplexed over single QUIC connection</a:t>
            </a:r>
            <a:endParaRPr/>
          </a:p>
          <a:p>
            <a:pPr indent="-231775" lvl="1" marL="695325" rtl="0" algn="l">
              <a:lnSpc>
                <a:spcPct val="90000"/>
              </a:lnSpc>
              <a:spcBef>
                <a:spcPts val="500"/>
              </a:spcBef>
              <a:spcAft>
                <a:spcPts val="0"/>
              </a:spcAft>
              <a:buSzPts val="2400"/>
              <a:buChar char="•"/>
            </a:pPr>
            <a:r>
              <a:rPr lang="en-US"/>
              <a:t>separate reliable data transfer, security</a:t>
            </a:r>
            <a:endParaRPr/>
          </a:p>
          <a:p>
            <a:pPr indent="-231775" lvl="1" marL="695325" rtl="0" algn="l">
              <a:lnSpc>
                <a:spcPct val="90000"/>
              </a:lnSpc>
              <a:spcBef>
                <a:spcPts val="500"/>
              </a:spcBef>
              <a:spcAft>
                <a:spcPts val="0"/>
              </a:spcAft>
              <a:buSzPts val="2400"/>
              <a:buChar char="•"/>
            </a:pPr>
            <a:r>
              <a:rPr lang="en-US"/>
              <a:t>common congestion control</a:t>
            </a:r>
            <a:endParaRPr/>
          </a:p>
          <a:p>
            <a:pPr indent="-44450" lvl="0" marL="352425" rtl="0" algn="l">
              <a:lnSpc>
                <a:spcPct val="90000"/>
              </a:lnSpc>
              <a:spcBef>
                <a:spcPts val="1000"/>
              </a:spcBef>
              <a:spcAft>
                <a:spcPts val="0"/>
              </a:spcAft>
              <a:buSzPts val="2800"/>
              <a:buNone/>
            </a:pPr>
            <a:r>
              <a:t/>
            </a:r>
            <a:endParaRPr/>
          </a:p>
        </p:txBody>
      </p:sp>
      <p:sp>
        <p:nvSpPr>
          <p:cNvPr id="9026" name="Google Shape;9026;p143"/>
          <p:cNvSpPr txBox="1"/>
          <p:nvPr/>
        </p:nvSpPr>
        <p:spPr>
          <a:xfrm>
            <a:off x="673100" y="2565401"/>
            <a:ext cx="10515600" cy="2095499"/>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error and congestion control: </a:t>
            </a:r>
            <a:r>
              <a:rPr b="0" i="0" lang="en-US" sz="2600" u="none" cap="none" strike="noStrike">
                <a:solidFill>
                  <a:srgbClr val="000000"/>
                </a:solidFill>
                <a:latin typeface="Calibri"/>
                <a:ea typeface="Calibri"/>
                <a:cs typeface="Calibri"/>
                <a:sym typeface="Calibri"/>
              </a:rPr>
              <a:t>“Readers familiar with TCP’s loss detection and congestion control will find algorithms here that parallel well-known TCP ones.” </a:t>
            </a:r>
            <a:r>
              <a:rPr b="0" i="0" lang="en-US" sz="1800" u="none" cap="none" strike="noStrike">
                <a:solidFill>
                  <a:srgbClr val="000000"/>
                </a:solidFill>
                <a:latin typeface="Calibri"/>
                <a:ea typeface="Calibri"/>
                <a:cs typeface="Calibri"/>
                <a:sym typeface="Calibri"/>
              </a:rPr>
              <a:t>[from QUIC specification]</a:t>
            </a:r>
            <a:endParaRPr/>
          </a:p>
          <a:p>
            <a:pPr indent="-231775" lvl="1" marL="695325" marR="0" rtl="0" algn="l">
              <a:lnSpc>
                <a:spcPct val="90000"/>
              </a:lnSpc>
              <a:spcBef>
                <a:spcPts val="50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connection establishment: </a:t>
            </a:r>
            <a:r>
              <a:rPr b="0" i="0" lang="en-US" sz="2600" u="none" cap="none" strike="noStrike">
                <a:solidFill>
                  <a:srgbClr val="000000"/>
                </a:solidFill>
                <a:latin typeface="Calibri"/>
                <a:ea typeface="Calibri"/>
                <a:cs typeface="Calibri"/>
                <a:sym typeface="Calibri"/>
              </a:rPr>
              <a:t>reliability, congestion control, authentication, encryption, state established in one RTT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7" name="Google Shape;9027;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0" st="0"/>
                                            </p:txEl>
                                          </p:spTgt>
                                        </p:tgtEl>
                                        <p:attrNameLst>
                                          <p:attrName>style.visibility</p:attrName>
                                        </p:attrNameLst>
                                      </p:cBhvr>
                                      <p:to>
                                        <p:strVal val="visible"/>
                                      </p:to>
                                    </p:set>
                                    <p:animEffect filter="fade" transition="in">
                                      <p:cBhvr>
                                        <p:cTn dur="500"/>
                                        <p:tgtEl>
                                          <p:spTgt spid="90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1" st="1"/>
                                            </p:txEl>
                                          </p:spTgt>
                                        </p:tgtEl>
                                        <p:attrNameLst>
                                          <p:attrName>style.visibility</p:attrName>
                                        </p:attrNameLst>
                                      </p:cBhvr>
                                      <p:to>
                                        <p:strVal val="visible"/>
                                      </p:to>
                                    </p:set>
                                    <p:animEffect filter="fade" transition="in">
                                      <p:cBhvr>
                                        <p:cTn dur="500"/>
                                        <p:tgtEl>
                                          <p:spTgt spid="90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2" st="2"/>
                                            </p:txEl>
                                          </p:spTgt>
                                        </p:tgtEl>
                                        <p:attrNameLst>
                                          <p:attrName>style.visibility</p:attrName>
                                        </p:attrNameLst>
                                      </p:cBhvr>
                                      <p:to>
                                        <p:strVal val="visible"/>
                                      </p:to>
                                    </p:set>
                                    <p:animEffect filter="fade" transition="in">
                                      <p:cBhvr>
                                        <p:cTn dur="500"/>
                                        <p:tgtEl>
                                          <p:spTgt spid="90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3" st="3"/>
                                            </p:txEl>
                                          </p:spTgt>
                                        </p:tgtEl>
                                        <p:attrNameLst>
                                          <p:attrName>style.visibility</p:attrName>
                                        </p:attrNameLst>
                                      </p:cBhvr>
                                      <p:to>
                                        <p:strVal val="visible"/>
                                      </p:to>
                                    </p:set>
                                    <p:animEffect filter="fade" transition="in">
                                      <p:cBhvr>
                                        <p:cTn dur="500"/>
                                        <p:tgtEl>
                                          <p:spTgt spid="90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0" st="0"/>
                                            </p:txEl>
                                          </p:spTgt>
                                        </p:tgtEl>
                                        <p:attrNameLst>
                                          <p:attrName>style.visibility</p:attrName>
                                        </p:attrNameLst>
                                      </p:cBhvr>
                                      <p:to>
                                        <p:strVal val="visible"/>
                                      </p:to>
                                    </p:set>
                                    <p:animEffect filter="fade" transition="in">
                                      <p:cBhvr>
                                        <p:cTn dur="500"/>
                                        <p:tgtEl>
                                          <p:spTgt spid="90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1" st="1"/>
                                            </p:txEl>
                                          </p:spTgt>
                                        </p:tgtEl>
                                        <p:attrNameLst>
                                          <p:attrName>style.visibility</p:attrName>
                                        </p:attrNameLst>
                                      </p:cBhvr>
                                      <p:to>
                                        <p:strVal val="visible"/>
                                      </p:to>
                                    </p:set>
                                    <p:animEffect filter="fade" transition="in">
                                      <p:cBhvr>
                                        <p:cTn dur="500"/>
                                        <p:tgtEl>
                                          <p:spTgt spid="90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2" st="2"/>
                                            </p:txEl>
                                          </p:spTgt>
                                        </p:tgtEl>
                                        <p:attrNameLst>
                                          <p:attrName>style.visibility</p:attrName>
                                        </p:attrNameLst>
                                      </p:cBhvr>
                                      <p:to>
                                        <p:strVal val="visible"/>
                                      </p:to>
                                    </p:set>
                                    <p:animEffect filter="fade" transition="in">
                                      <p:cBhvr>
                                        <p:cTn dur="500"/>
                                        <p:tgtEl>
                                          <p:spTgt spid="90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3" st="3"/>
                                            </p:txEl>
                                          </p:spTgt>
                                        </p:tgtEl>
                                        <p:attrNameLst>
                                          <p:attrName>style.visibility</p:attrName>
                                        </p:attrNameLst>
                                      </p:cBhvr>
                                      <p:to>
                                        <p:strVal val="visible"/>
                                      </p:to>
                                    </p:set>
                                    <p:animEffect filter="fade" transition="in">
                                      <p:cBhvr>
                                        <p:cTn dur="500"/>
                                        <p:tgtEl>
                                          <p:spTgt spid="90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2" name="Shape 9032"/>
        <p:cNvGrpSpPr/>
        <p:nvPr/>
      </p:nvGrpSpPr>
      <p:grpSpPr>
        <a:xfrm>
          <a:off x="0" y="0"/>
          <a:ext cx="0" cy="0"/>
          <a:chOff x="0" y="0"/>
          <a:chExt cx="0" cy="0"/>
        </a:xfrm>
      </p:grpSpPr>
      <p:sp>
        <p:nvSpPr>
          <p:cNvPr id="9033" name="Google Shape;9033;p1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Connection establishment</a:t>
            </a:r>
            <a:endParaRPr b="0" sz="4400"/>
          </a:p>
        </p:txBody>
      </p:sp>
      <p:cxnSp>
        <p:nvCxnSpPr>
          <p:cNvPr id="9034" name="Google Shape;9034;p144"/>
          <p:cNvCxnSpPr/>
          <p:nvPr/>
        </p:nvCxnSpPr>
        <p:spPr>
          <a:xfrm>
            <a:off x="3068451" y="23808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35" name="Google Shape;9035;p144"/>
          <p:cNvCxnSpPr/>
          <p:nvPr/>
        </p:nvCxnSpPr>
        <p:spPr>
          <a:xfrm flipH="1">
            <a:off x="4567707" y="24538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36" name="Google Shape;9036;p144"/>
          <p:cNvCxnSpPr/>
          <p:nvPr/>
        </p:nvCxnSpPr>
        <p:spPr>
          <a:xfrm>
            <a:off x="3112900" y="24856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37" name="Google Shape;9037;p144"/>
          <p:cNvSpPr txBox="1"/>
          <p:nvPr/>
        </p:nvSpPr>
        <p:spPr>
          <a:xfrm>
            <a:off x="1411272" y="2446164"/>
            <a:ext cx="16674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TCP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(transport layer)</a:t>
            </a:r>
            <a:endParaRPr/>
          </a:p>
        </p:txBody>
      </p:sp>
      <p:grpSp>
        <p:nvGrpSpPr>
          <p:cNvPr id="9038" name="Google Shape;9038;p144"/>
          <p:cNvGrpSpPr/>
          <p:nvPr/>
        </p:nvGrpSpPr>
        <p:grpSpPr>
          <a:xfrm>
            <a:off x="2596963" y="1844275"/>
            <a:ext cx="620713" cy="487363"/>
            <a:chOff x="-44" y="1473"/>
            <a:chExt cx="981" cy="1105"/>
          </a:xfrm>
        </p:grpSpPr>
        <p:pic>
          <p:nvPicPr>
            <p:cNvPr descr="desktop_computer_stylized_medium" id="9039" name="Google Shape;9039;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40" name="Google Shape;9040;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41" name="Google Shape;9041;p144"/>
          <p:cNvGrpSpPr/>
          <p:nvPr/>
        </p:nvGrpSpPr>
        <p:grpSpPr>
          <a:xfrm>
            <a:off x="4405125" y="1825225"/>
            <a:ext cx="336550" cy="512763"/>
            <a:chOff x="4140" y="429"/>
            <a:chExt cx="1425" cy="2396"/>
          </a:xfrm>
        </p:grpSpPr>
        <p:sp>
          <p:nvSpPr>
            <p:cNvPr id="9042" name="Google Shape;9042;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3" name="Google Shape;9043;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4" name="Google Shape;9044;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5" name="Google Shape;9045;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6" name="Google Shape;9046;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47" name="Google Shape;9047;p144"/>
            <p:cNvGrpSpPr/>
            <p:nvPr/>
          </p:nvGrpSpPr>
          <p:grpSpPr>
            <a:xfrm>
              <a:off x="4751" y="666"/>
              <a:ext cx="578" cy="148"/>
              <a:chOff x="617" y="2566"/>
              <a:chExt cx="721" cy="142"/>
            </a:xfrm>
          </p:grpSpPr>
          <p:sp>
            <p:nvSpPr>
              <p:cNvPr id="9048" name="Google Shape;9048;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9" name="Google Shape;9049;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0" name="Google Shape;9050;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1" name="Google Shape;9051;p144"/>
            <p:cNvGrpSpPr/>
            <p:nvPr/>
          </p:nvGrpSpPr>
          <p:grpSpPr>
            <a:xfrm>
              <a:off x="4745" y="993"/>
              <a:ext cx="585" cy="134"/>
              <a:chOff x="611" y="2567"/>
              <a:chExt cx="730" cy="139"/>
            </a:xfrm>
          </p:grpSpPr>
          <p:sp>
            <p:nvSpPr>
              <p:cNvPr id="9052" name="Google Shape;9052;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3" name="Google Shape;9053;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4" name="Google Shape;9054;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5" name="Google Shape;9055;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6" name="Google Shape;9056;p144"/>
            <p:cNvGrpSpPr/>
            <p:nvPr/>
          </p:nvGrpSpPr>
          <p:grpSpPr>
            <a:xfrm>
              <a:off x="4738" y="1630"/>
              <a:ext cx="578" cy="149"/>
              <a:chOff x="618" y="2571"/>
              <a:chExt cx="720" cy="137"/>
            </a:xfrm>
          </p:grpSpPr>
          <p:sp>
            <p:nvSpPr>
              <p:cNvPr id="9057" name="Google Shape;9057;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8" name="Google Shape;9058;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9" name="Google Shape;9059;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60" name="Google Shape;9060;p144"/>
            <p:cNvGrpSpPr/>
            <p:nvPr/>
          </p:nvGrpSpPr>
          <p:grpSpPr>
            <a:xfrm>
              <a:off x="4738" y="1327"/>
              <a:ext cx="584" cy="141"/>
              <a:chOff x="613" y="2568"/>
              <a:chExt cx="728" cy="141"/>
            </a:xfrm>
          </p:grpSpPr>
          <p:sp>
            <p:nvSpPr>
              <p:cNvPr id="9061" name="Google Shape;9061;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2" name="Google Shape;9062;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63" name="Google Shape;9063;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4" name="Google Shape;9064;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5" name="Google Shape;9065;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6" name="Google Shape;9066;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7" name="Google Shape;9067;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8" name="Google Shape;9068;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9" name="Google Shape;9069;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0" name="Google Shape;9070;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1" name="Google Shape;9071;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072" name="Google Shape;9072;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3" name="Google Shape;9073;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074" name="Google Shape;9074;p144"/>
          <p:cNvCxnSpPr/>
          <p:nvPr/>
        </p:nvCxnSpPr>
        <p:spPr>
          <a:xfrm flipH="1">
            <a:off x="3079562" y="28523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075" name="Google Shape;9075;p144"/>
          <p:cNvCxnSpPr/>
          <p:nvPr/>
        </p:nvCxnSpPr>
        <p:spPr>
          <a:xfrm>
            <a:off x="3091128" y="3182311"/>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6" name="Google Shape;9076;p144"/>
          <p:cNvSpPr txBox="1"/>
          <p:nvPr/>
        </p:nvSpPr>
        <p:spPr>
          <a:xfrm>
            <a:off x="1457504" y="3320650"/>
            <a:ext cx="15568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TLS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(security)</a:t>
            </a:r>
            <a:endParaRPr/>
          </a:p>
        </p:txBody>
      </p:sp>
      <p:cxnSp>
        <p:nvCxnSpPr>
          <p:cNvPr id="9077" name="Google Shape;9077;p144"/>
          <p:cNvCxnSpPr/>
          <p:nvPr/>
        </p:nvCxnSpPr>
        <p:spPr>
          <a:xfrm flipH="1">
            <a:off x="3057790" y="354902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8" name="Google Shape;9078;p144"/>
          <p:cNvSpPr txBox="1"/>
          <p:nvPr/>
        </p:nvSpPr>
        <p:spPr>
          <a:xfrm>
            <a:off x="1198561" y="4421354"/>
            <a:ext cx="4452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a:t>
            </a:r>
            <a:r>
              <a:rPr b="0" i="0" lang="en-US" sz="2000" u="none" cap="none" strike="noStrike">
                <a:solidFill>
                  <a:srgbClr val="000000"/>
                </a:solidFill>
                <a:latin typeface="Calibri"/>
                <a:ea typeface="Calibri"/>
                <a:cs typeface="Calibri"/>
                <a:sym typeface="Calibri"/>
              </a:rPr>
              <a:t>(reliability, congestion control state) </a:t>
            </a:r>
            <a:r>
              <a:rPr b="0" i="0" lang="en-US" sz="2800" u="none" cap="none" strike="noStrike">
                <a:solidFill>
                  <a:srgbClr val="000000"/>
                </a:solidFill>
                <a:latin typeface="Calibri"/>
                <a:ea typeface="Calibri"/>
                <a:cs typeface="Calibri"/>
                <a:sym typeface="Calibri"/>
              </a:rPr>
              <a:t>+ TLS </a:t>
            </a:r>
            <a:r>
              <a:rPr b="0" i="0" lang="en-US" sz="2000" u="none" cap="none" strike="noStrike">
                <a:solidFill>
                  <a:srgbClr val="000000"/>
                </a:solidFill>
                <a:latin typeface="Calibri"/>
                <a:ea typeface="Calibri"/>
                <a:cs typeface="Calibri"/>
                <a:sym typeface="Calibri"/>
              </a:rPr>
              <a:t>(authentication, crypto state)</a:t>
            </a:r>
            <a:endParaRPr/>
          </a:p>
          <a:p>
            <a:pPr indent="-2159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2 serial handshakes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cxnSp>
        <p:nvCxnSpPr>
          <p:cNvPr id="9079" name="Google Shape;9079;p144"/>
          <p:cNvCxnSpPr/>
          <p:nvPr/>
        </p:nvCxnSpPr>
        <p:spPr>
          <a:xfrm>
            <a:off x="3087500" y="39080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080" name="Google Shape;9080;p144"/>
          <p:cNvSpPr txBox="1"/>
          <p:nvPr/>
        </p:nvSpPr>
        <p:spPr>
          <a:xfrm>
            <a:off x="3505200" y="38608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grpSp>
        <p:nvGrpSpPr>
          <p:cNvPr id="9081" name="Google Shape;9081;p144"/>
          <p:cNvGrpSpPr/>
          <p:nvPr/>
        </p:nvGrpSpPr>
        <p:grpSpPr>
          <a:xfrm>
            <a:off x="6354761" y="1850625"/>
            <a:ext cx="5087939" cy="4753374"/>
            <a:chOff x="6354761" y="1850625"/>
            <a:chExt cx="5087939" cy="4753374"/>
          </a:xfrm>
        </p:grpSpPr>
        <p:cxnSp>
          <p:nvCxnSpPr>
            <p:cNvPr id="9082" name="Google Shape;9082;p144"/>
            <p:cNvCxnSpPr/>
            <p:nvPr/>
          </p:nvCxnSpPr>
          <p:spPr>
            <a:xfrm>
              <a:off x="8046851" y="24062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83" name="Google Shape;9083;p144"/>
            <p:cNvCxnSpPr/>
            <p:nvPr/>
          </p:nvCxnSpPr>
          <p:spPr>
            <a:xfrm flipH="1">
              <a:off x="9546107" y="24792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84" name="Google Shape;9084;p144"/>
            <p:cNvCxnSpPr/>
            <p:nvPr/>
          </p:nvCxnSpPr>
          <p:spPr>
            <a:xfrm>
              <a:off x="8091300" y="25110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85" name="Google Shape;9085;p144"/>
            <p:cNvSpPr txBox="1"/>
            <p:nvPr/>
          </p:nvSpPr>
          <p:spPr>
            <a:xfrm>
              <a:off x="6385541" y="2649364"/>
              <a:ext cx="170110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QUIC handshake</a:t>
              </a:r>
              <a:endParaRPr/>
            </a:p>
          </p:txBody>
        </p:sp>
        <p:grpSp>
          <p:nvGrpSpPr>
            <p:cNvPr id="9086" name="Google Shape;9086;p144"/>
            <p:cNvGrpSpPr/>
            <p:nvPr/>
          </p:nvGrpSpPr>
          <p:grpSpPr>
            <a:xfrm>
              <a:off x="7575363" y="1869675"/>
              <a:ext cx="620713" cy="487363"/>
              <a:chOff x="-44" y="1473"/>
              <a:chExt cx="981" cy="1105"/>
            </a:xfrm>
          </p:grpSpPr>
          <p:pic>
            <p:nvPicPr>
              <p:cNvPr descr="desktop_computer_stylized_medium" id="9087" name="Google Shape;9087;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88" name="Google Shape;9088;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89" name="Google Shape;9089;p144"/>
            <p:cNvGrpSpPr/>
            <p:nvPr/>
          </p:nvGrpSpPr>
          <p:grpSpPr>
            <a:xfrm>
              <a:off x="9383525" y="1850625"/>
              <a:ext cx="336550" cy="512763"/>
              <a:chOff x="4140" y="429"/>
              <a:chExt cx="1425" cy="2396"/>
            </a:xfrm>
          </p:grpSpPr>
          <p:sp>
            <p:nvSpPr>
              <p:cNvPr id="9090" name="Google Shape;9090;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1" name="Google Shape;9091;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2" name="Google Shape;9092;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3" name="Google Shape;9093;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4" name="Google Shape;9094;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5" name="Google Shape;9095;p144"/>
              <p:cNvGrpSpPr/>
              <p:nvPr/>
            </p:nvGrpSpPr>
            <p:grpSpPr>
              <a:xfrm>
                <a:off x="4751" y="666"/>
                <a:ext cx="578" cy="148"/>
                <a:chOff x="617" y="2566"/>
                <a:chExt cx="721" cy="142"/>
              </a:xfrm>
            </p:grpSpPr>
            <p:sp>
              <p:nvSpPr>
                <p:cNvPr id="9096" name="Google Shape;9096;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7" name="Google Shape;9097;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98" name="Google Shape;9098;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9" name="Google Shape;9099;p144"/>
              <p:cNvGrpSpPr/>
              <p:nvPr/>
            </p:nvGrpSpPr>
            <p:grpSpPr>
              <a:xfrm>
                <a:off x="4745" y="993"/>
                <a:ext cx="585" cy="134"/>
                <a:chOff x="611" y="2567"/>
                <a:chExt cx="730" cy="139"/>
              </a:xfrm>
            </p:grpSpPr>
            <p:sp>
              <p:nvSpPr>
                <p:cNvPr id="9100" name="Google Shape;9100;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1" name="Google Shape;9101;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2" name="Google Shape;9102;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3" name="Google Shape;9103;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4" name="Google Shape;9104;p144"/>
              <p:cNvGrpSpPr/>
              <p:nvPr/>
            </p:nvGrpSpPr>
            <p:grpSpPr>
              <a:xfrm>
                <a:off x="4738" y="1630"/>
                <a:ext cx="578" cy="149"/>
                <a:chOff x="618" y="2571"/>
                <a:chExt cx="720" cy="137"/>
              </a:xfrm>
            </p:grpSpPr>
            <p:sp>
              <p:nvSpPr>
                <p:cNvPr id="9105" name="Google Shape;9105;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6" name="Google Shape;9106;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7" name="Google Shape;9107;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8" name="Google Shape;9108;p144"/>
              <p:cNvGrpSpPr/>
              <p:nvPr/>
            </p:nvGrpSpPr>
            <p:grpSpPr>
              <a:xfrm>
                <a:off x="4738" y="1327"/>
                <a:ext cx="584" cy="141"/>
                <a:chOff x="613" y="2568"/>
                <a:chExt cx="728" cy="141"/>
              </a:xfrm>
            </p:grpSpPr>
            <p:sp>
              <p:nvSpPr>
                <p:cNvPr id="9109" name="Google Shape;9109;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0" name="Google Shape;9110;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11" name="Google Shape;9111;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2" name="Google Shape;9112;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3" name="Google Shape;9113;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4" name="Google Shape;9114;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5" name="Google Shape;9115;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6" name="Google Shape;9116;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7" name="Google Shape;9117;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8" name="Google Shape;9118;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9" name="Google Shape;9119;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120" name="Google Shape;9120;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21" name="Google Shape;9121;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122" name="Google Shape;9122;p144"/>
            <p:cNvCxnSpPr/>
            <p:nvPr/>
          </p:nvCxnSpPr>
          <p:spPr>
            <a:xfrm flipH="1">
              <a:off x="8057962" y="28777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123" name="Google Shape;9123;p144"/>
            <p:cNvCxnSpPr/>
            <p:nvPr/>
          </p:nvCxnSpPr>
          <p:spPr>
            <a:xfrm>
              <a:off x="8078600" y="32222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124" name="Google Shape;9124;p144"/>
            <p:cNvSpPr txBox="1"/>
            <p:nvPr/>
          </p:nvSpPr>
          <p:spPr>
            <a:xfrm>
              <a:off x="8496300" y="31750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sp>
          <p:nvSpPr>
            <p:cNvPr id="9125" name="Google Shape;9125;p144"/>
            <p:cNvSpPr txBox="1"/>
            <p:nvPr/>
          </p:nvSpPr>
          <p:spPr>
            <a:xfrm>
              <a:off x="6354761" y="4510254"/>
              <a:ext cx="5087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QUIC:  </a:t>
              </a:r>
              <a:r>
                <a:rPr b="0" i="0" lang="en-US" sz="2400" u="none" cap="none" strike="noStrike">
                  <a:solidFill>
                    <a:srgbClr val="000000"/>
                  </a:solidFill>
                  <a:latin typeface="Calibri"/>
                  <a:ea typeface="Calibri"/>
                  <a:cs typeface="Calibri"/>
                  <a:sym typeface="Calibri"/>
                </a:rPr>
                <a:t>reliability, congestion control, authentication, crypto state</a:t>
              </a:r>
              <a:endParaRPr/>
            </a:p>
            <a:p>
              <a:pPr indent="-2286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 handshake</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9126" name="Google Shape;9126;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1"/>
                                        </p:tgtEl>
                                        <p:attrNameLst>
                                          <p:attrName>style.visibility</p:attrName>
                                        </p:attrNameLst>
                                      </p:cBhvr>
                                      <p:to>
                                        <p:strVal val="visible"/>
                                      </p:to>
                                    </p:set>
                                    <p:animEffect filter="fade" transition="in">
                                      <p:cBhvr>
                                        <p:cTn dur="500"/>
                                        <p:tgtEl>
                                          <p:spTgt spid="90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1" name="Shape 9131"/>
        <p:cNvGrpSpPr/>
        <p:nvPr/>
      </p:nvGrpSpPr>
      <p:grpSpPr>
        <a:xfrm>
          <a:off x="0" y="0"/>
          <a:ext cx="0" cy="0"/>
          <a:chOff x="0" y="0"/>
          <a:chExt cx="0" cy="0"/>
        </a:xfrm>
      </p:grpSpPr>
      <p:sp>
        <p:nvSpPr>
          <p:cNvPr id="9132" name="Google Shape;9132;p14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QUIC: streams: parallelism, no HOL blocking</a:t>
            </a:r>
            <a:endParaRPr b="0" sz="4400"/>
          </a:p>
        </p:txBody>
      </p:sp>
      <p:sp>
        <p:nvSpPr>
          <p:cNvPr id="9133" name="Google Shape;9133;p145"/>
          <p:cNvSpPr txBox="1"/>
          <p:nvPr/>
        </p:nvSpPr>
        <p:spPr>
          <a:xfrm>
            <a:off x="2543977" y="6035783"/>
            <a:ext cx="14478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HTTP 1.1</a:t>
            </a:r>
            <a:endParaRPr/>
          </a:p>
        </p:txBody>
      </p:sp>
      <p:sp>
        <p:nvSpPr>
          <p:cNvPr id="9134" name="Google Shape;9134;p145"/>
          <p:cNvSpPr/>
          <p:nvPr/>
        </p:nvSpPr>
        <p:spPr>
          <a:xfrm>
            <a:off x="1054261" y="1578653"/>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5" name="Google Shape;9135;p145"/>
          <p:cNvSpPr/>
          <p:nvPr/>
        </p:nvSpPr>
        <p:spPr>
          <a:xfrm>
            <a:off x="1036173" y="4019150"/>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6" name="Google Shape;9136;p145"/>
          <p:cNvSpPr/>
          <p:nvPr/>
        </p:nvSpPr>
        <p:spPr>
          <a:xfrm>
            <a:off x="1115624" y="325555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7" name="Google Shape;9137;p145"/>
          <p:cNvSpPr txBox="1"/>
          <p:nvPr/>
        </p:nvSpPr>
        <p:spPr>
          <a:xfrm>
            <a:off x="1249008" y="323735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grpSp>
        <p:nvGrpSpPr>
          <p:cNvPr id="9138" name="Google Shape;9138;p145"/>
          <p:cNvGrpSpPr/>
          <p:nvPr/>
        </p:nvGrpSpPr>
        <p:grpSpPr>
          <a:xfrm>
            <a:off x="1115626" y="4169906"/>
            <a:ext cx="1829965" cy="467357"/>
            <a:chOff x="985206" y="5016160"/>
            <a:chExt cx="1509130" cy="255065"/>
          </a:xfrm>
        </p:grpSpPr>
        <p:sp>
          <p:nvSpPr>
            <p:cNvPr id="9139" name="Google Shape;9139;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0" name="Google Shape;9140;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41" name="Google Shape;9141;p145"/>
          <p:cNvGrpSpPr/>
          <p:nvPr/>
        </p:nvGrpSpPr>
        <p:grpSpPr>
          <a:xfrm>
            <a:off x="1054260" y="4684687"/>
            <a:ext cx="1925319" cy="467355"/>
            <a:chOff x="948938" y="5006227"/>
            <a:chExt cx="1587767" cy="255065"/>
          </a:xfrm>
        </p:grpSpPr>
        <p:sp>
          <p:nvSpPr>
            <p:cNvPr id="9142" name="Google Shape;914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3" name="Google Shape;9143;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sp>
        <p:nvSpPr>
          <p:cNvPr id="9144" name="Google Shape;9144;p145"/>
          <p:cNvSpPr/>
          <p:nvPr/>
        </p:nvSpPr>
        <p:spPr>
          <a:xfrm>
            <a:off x="3680782" y="1557642"/>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5" name="Google Shape;9145;p145"/>
          <p:cNvSpPr txBox="1"/>
          <p:nvPr/>
        </p:nvSpPr>
        <p:spPr>
          <a:xfrm rot="-5400000">
            <a:off x="-420574" y="4419208"/>
            <a:ext cx="1533142"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transport</a:t>
            </a:r>
            <a:endParaRPr/>
          </a:p>
        </p:txBody>
      </p:sp>
      <p:sp>
        <p:nvSpPr>
          <p:cNvPr id="9146" name="Google Shape;9146;p145"/>
          <p:cNvSpPr txBox="1"/>
          <p:nvPr/>
        </p:nvSpPr>
        <p:spPr>
          <a:xfrm rot="-5400000">
            <a:off x="-463312" y="2467817"/>
            <a:ext cx="1779056"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application</a:t>
            </a:r>
            <a:endParaRPr/>
          </a:p>
        </p:txBody>
      </p:sp>
      <p:cxnSp>
        <p:nvCxnSpPr>
          <p:cNvPr id="9147" name="Google Shape;9147;p145"/>
          <p:cNvCxnSpPr/>
          <p:nvPr/>
        </p:nvCxnSpPr>
        <p:spPr>
          <a:xfrm>
            <a:off x="1044294" y="3866601"/>
            <a:ext cx="4501961" cy="0"/>
          </a:xfrm>
          <a:prstGeom prst="straightConnector1">
            <a:avLst/>
          </a:prstGeom>
          <a:noFill/>
          <a:ln cap="flat" cmpd="sng" w="12700">
            <a:solidFill>
              <a:srgbClr val="000000"/>
            </a:solidFill>
            <a:prstDash val="dash"/>
            <a:round/>
            <a:headEnd len="sm" w="sm" type="none"/>
            <a:tailEnd len="sm" w="sm" type="none"/>
          </a:ln>
        </p:spPr>
      </p:cxnSp>
      <p:sp>
        <p:nvSpPr>
          <p:cNvPr id="9148" name="Google Shape;9148;p145"/>
          <p:cNvSpPr txBox="1"/>
          <p:nvPr/>
        </p:nvSpPr>
        <p:spPr>
          <a:xfrm>
            <a:off x="6775422" y="6025510"/>
            <a:ext cx="42418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 HTTP/2 with QUIC: no HOL blocking</a:t>
            </a:r>
            <a:endParaRPr/>
          </a:p>
        </p:txBody>
      </p:sp>
      <p:grpSp>
        <p:nvGrpSpPr>
          <p:cNvPr id="9149" name="Google Shape;9149;p145"/>
          <p:cNvGrpSpPr/>
          <p:nvPr/>
        </p:nvGrpSpPr>
        <p:grpSpPr>
          <a:xfrm>
            <a:off x="3654226" y="4021737"/>
            <a:ext cx="1965566" cy="1278547"/>
            <a:chOff x="3654226" y="3933249"/>
            <a:chExt cx="1965566" cy="1278547"/>
          </a:xfrm>
        </p:grpSpPr>
        <p:sp>
          <p:nvSpPr>
            <p:cNvPr id="9150" name="Google Shape;9150;p145"/>
            <p:cNvSpPr/>
            <p:nvPr/>
          </p:nvSpPr>
          <p:spPr>
            <a:xfrm>
              <a:off x="3654226" y="3933249"/>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grpSp>
          <p:nvGrpSpPr>
            <p:cNvPr id="9151" name="Google Shape;9151;p145"/>
            <p:cNvGrpSpPr/>
            <p:nvPr/>
          </p:nvGrpSpPr>
          <p:grpSpPr>
            <a:xfrm>
              <a:off x="3733679" y="4084005"/>
              <a:ext cx="1829965" cy="467357"/>
              <a:chOff x="985206" y="5016160"/>
              <a:chExt cx="1509130" cy="255065"/>
            </a:xfrm>
          </p:grpSpPr>
          <p:sp>
            <p:nvSpPr>
              <p:cNvPr id="9152" name="Google Shape;915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3" name="Google Shape;9153;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54" name="Google Shape;9154;p145"/>
            <p:cNvGrpSpPr/>
            <p:nvPr/>
          </p:nvGrpSpPr>
          <p:grpSpPr>
            <a:xfrm>
              <a:off x="3672313" y="4598786"/>
              <a:ext cx="1925319" cy="467355"/>
              <a:chOff x="948938" y="5006227"/>
              <a:chExt cx="1587767" cy="255065"/>
            </a:xfrm>
          </p:grpSpPr>
          <p:sp>
            <p:nvSpPr>
              <p:cNvPr id="9155" name="Google Shape;9155;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6" name="Google Shape;9156;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grpSp>
      <p:sp>
        <p:nvSpPr>
          <p:cNvPr id="9157" name="Google Shape;9157;p145"/>
          <p:cNvSpPr/>
          <p:nvPr/>
        </p:nvSpPr>
        <p:spPr>
          <a:xfrm>
            <a:off x="3822817" y="326124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8" name="Google Shape;9158;p145"/>
          <p:cNvSpPr txBox="1"/>
          <p:nvPr/>
        </p:nvSpPr>
        <p:spPr>
          <a:xfrm>
            <a:off x="3948827" y="324304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sp>
        <p:nvSpPr>
          <p:cNvPr id="9159" name="Google Shape;9159;p145"/>
          <p:cNvSpPr/>
          <p:nvPr/>
        </p:nvSpPr>
        <p:spPr>
          <a:xfrm>
            <a:off x="2308647" y="2654627"/>
            <a:ext cx="1710813" cy="2824317"/>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0" name="Google Shape;9160;p145"/>
          <p:cNvSpPr/>
          <p:nvPr/>
        </p:nvSpPr>
        <p:spPr>
          <a:xfrm>
            <a:off x="1947618" y="2410857"/>
            <a:ext cx="2329488" cy="3142699"/>
          </a:xfrm>
          <a:custGeom>
            <a:rect b="b" l="l" r="r" t="t"/>
            <a:pathLst>
              <a:path extrusionOk="0" h="2831690" w="2455606">
                <a:moveTo>
                  <a:pt x="0" y="0"/>
                </a:moveTo>
                <a:lnTo>
                  <a:pt x="0" y="2831690"/>
                </a:lnTo>
                <a:lnTo>
                  <a:pt x="88490" y="2831690"/>
                </a:lnTo>
                <a:lnTo>
                  <a:pt x="2455606" y="2831690"/>
                </a:lnTo>
                <a:lnTo>
                  <a:pt x="2455606" y="1755057"/>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1" name="Google Shape;9161;p145"/>
          <p:cNvSpPr/>
          <p:nvPr/>
        </p:nvSpPr>
        <p:spPr>
          <a:xfrm>
            <a:off x="2120129" y="4420139"/>
            <a:ext cx="2284794" cy="1091381"/>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2" name="Google Shape;9162;p145"/>
          <p:cNvSpPr txBox="1"/>
          <p:nvPr/>
        </p:nvSpPr>
        <p:spPr>
          <a:xfrm>
            <a:off x="4018781" y="4262676"/>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163" name="Google Shape;9163;p145"/>
          <p:cNvSpPr/>
          <p:nvPr/>
        </p:nvSpPr>
        <p:spPr>
          <a:xfrm>
            <a:off x="2162632" y="2535607"/>
            <a:ext cx="2345388" cy="3023419"/>
          </a:xfrm>
          <a:custGeom>
            <a:rect b="b" l="l" r="r" t="t"/>
            <a:pathLst>
              <a:path extrusionOk="0" h="3023419" w="2573594">
                <a:moveTo>
                  <a:pt x="0" y="1976284"/>
                </a:moveTo>
                <a:lnTo>
                  <a:pt x="0" y="3023419"/>
                </a:lnTo>
                <a:lnTo>
                  <a:pt x="2573594" y="3023419"/>
                </a:lnTo>
                <a:lnTo>
                  <a:pt x="2573594"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4" name="Google Shape;9164;p145"/>
          <p:cNvSpPr/>
          <p:nvPr/>
        </p:nvSpPr>
        <p:spPr>
          <a:xfrm>
            <a:off x="1714500" y="2240280"/>
            <a:ext cx="3188970"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165" name="Google Shape;9165;p145"/>
          <p:cNvGrpSpPr/>
          <p:nvPr/>
        </p:nvGrpSpPr>
        <p:grpSpPr>
          <a:xfrm>
            <a:off x="1247868" y="1815620"/>
            <a:ext cx="1028924" cy="463979"/>
            <a:chOff x="1247868" y="1815620"/>
            <a:chExt cx="1028924" cy="463979"/>
          </a:xfrm>
        </p:grpSpPr>
        <p:sp>
          <p:nvSpPr>
            <p:cNvPr id="9166" name="Google Shape;9166;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67" name="Google Shape;9167;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68" name="Google Shape;9168;p145"/>
          <p:cNvGrpSpPr/>
          <p:nvPr/>
        </p:nvGrpSpPr>
        <p:grpSpPr>
          <a:xfrm>
            <a:off x="1510481" y="2208954"/>
            <a:ext cx="1028924" cy="463979"/>
            <a:chOff x="1549462" y="2216434"/>
            <a:chExt cx="1028924" cy="463979"/>
          </a:xfrm>
        </p:grpSpPr>
        <p:sp>
          <p:nvSpPr>
            <p:cNvPr id="9169" name="Google Shape;9169;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70" name="Google Shape;9170;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71" name="Google Shape;9171;p145"/>
          <p:cNvGrpSpPr/>
          <p:nvPr/>
        </p:nvGrpSpPr>
        <p:grpSpPr>
          <a:xfrm>
            <a:off x="5386202" y="1360556"/>
            <a:ext cx="310294" cy="628857"/>
            <a:chOff x="4140" y="429"/>
            <a:chExt cx="1425" cy="2396"/>
          </a:xfrm>
        </p:grpSpPr>
        <p:sp>
          <p:nvSpPr>
            <p:cNvPr id="9172" name="Google Shape;9172;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3" name="Google Shape;9173;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4" name="Google Shape;9174;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5" name="Google Shape;9175;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6" name="Google Shape;9176;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77" name="Google Shape;9177;p145"/>
            <p:cNvGrpSpPr/>
            <p:nvPr/>
          </p:nvGrpSpPr>
          <p:grpSpPr>
            <a:xfrm>
              <a:off x="4745" y="670"/>
              <a:ext cx="586" cy="146"/>
              <a:chOff x="609" y="2570"/>
              <a:chExt cx="731" cy="140"/>
            </a:xfrm>
          </p:grpSpPr>
          <p:sp>
            <p:nvSpPr>
              <p:cNvPr id="9178" name="Google Shape;9178;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9" name="Google Shape;9179;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0" name="Google Shape;9180;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1" name="Google Shape;9181;p145"/>
            <p:cNvGrpSpPr/>
            <p:nvPr/>
          </p:nvGrpSpPr>
          <p:grpSpPr>
            <a:xfrm>
              <a:off x="4745" y="998"/>
              <a:ext cx="586" cy="129"/>
              <a:chOff x="612" y="2572"/>
              <a:chExt cx="731" cy="134"/>
            </a:xfrm>
          </p:grpSpPr>
          <p:sp>
            <p:nvSpPr>
              <p:cNvPr id="9182" name="Google Shape;9182;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3" name="Google Shape;9183;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4" name="Google Shape;9184;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5" name="Google Shape;9185;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6" name="Google Shape;9186;p145"/>
            <p:cNvGrpSpPr/>
            <p:nvPr/>
          </p:nvGrpSpPr>
          <p:grpSpPr>
            <a:xfrm>
              <a:off x="4735" y="1627"/>
              <a:ext cx="586" cy="215"/>
              <a:chOff x="614" y="2568"/>
              <a:chExt cx="730" cy="198"/>
            </a:xfrm>
          </p:grpSpPr>
          <p:sp>
            <p:nvSpPr>
              <p:cNvPr id="9187" name="Google Shape;9187;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8" name="Google Shape;9188;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9" name="Google Shape;9189;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90" name="Google Shape;9190;p145"/>
            <p:cNvGrpSpPr/>
            <p:nvPr/>
          </p:nvGrpSpPr>
          <p:grpSpPr>
            <a:xfrm>
              <a:off x="4735" y="1325"/>
              <a:ext cx="586" cy="138"/>
              <a:chOff x="609" y="2566"/>
              <a:chExt cx="730" cy="138"/>
            </a:xfrm>
          </p:grpSpPr>
          <p:sp>
            <p:nvSpPr>
              <p:cNvPr id="9191" name="Google Shape;9191;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2" name="Google Shape;9192;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93" name="Google Shape;9193;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4" name="Google Shape;9194;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5" name="Google Shape;9195;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6" name="Google Shape;9196;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7" name="Google Shape;9197;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8" name="Google Shape;9198;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9" name="Google Shape;9199;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0" name="Google Shape;9200;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1" name="Google Shape;9201;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202" name="Google Shape;9202;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3" name="Google Shape;9203;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4" name="Google Shape;9204;p145"/>
          <p:cNvGrpSpPr/>
          <p:nvPr/>
        </p:nvGrpSpPr>
        <p:grpSpPr>
          <a:xfrm>
            <a:off x="773442" y="1418426"/>
            <a:ext cx="525462" cy="434975"/>
            <a:chOff x="-44" y="1473"/>
            <a:chExt cx="981" cy="1105"/>
          </a:xfrm>
        </p:grpSpPr>
        <p:pic>
          <p:nvPicPr>
            <p:cNvPr descr="desktop_computer_stylized_medium" id="9205" name="Google Shape;9205;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06" name="Google Shape;9206;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7" name="Google Shape;9207;p145"/>
          <p:cNvGrpSpPr/>
          <p:nvPr/>
        </p:nvGrpSpPr>
        <p:grpSpPr>
          <a:xfrm>
            <a:off x="1830370" y="2617249"/>
            <a:ext cx="1028924" cy="463397"/>
            <a:chOff x="1830370" y="2617249"/>
            <a:chExt cx="1028924" cy="463397"/>
          </a:xfrm>
        </p:grpSpPr>
        <p:sp>
          <p:nvSpPr>
            <p:cNvPr id="9208" name="Google Shape;9208;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09" name="Google Shape;9209;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10" name="Google Shape;9210;p145"/>
          <p:cNvGrpSpPr/>
          <p:nvPr/>
        </p:nvGrpSpPr>
        <p:grpSpPr>
          <a:xfrm>
            <a:off x="6475440" y="1528391"/>
            <a:ext cx="5173835" cy="3801217"/>
            <a:chOff x="6493941" y="1557642"/>
            <a:chExt cx="5173835" cy="3801217"/>
          </a:xfrm>
        </p:grpSpPr>
        <p:sp>
          <p:nvSpPr>
            <p:cNvPr id="9211" name="Google Shape;9211;p145"/>
            <p:cNvSpPr/>
            <p:nvPr/>
          </p:nvSpPr>
          <p:spPr>
            <a:xfrm>
              <a:off x="6573113" y="1557642"/>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2" name="Google Shape;9212;p145"/>
            <p:cNvSpPr/>
            <p:nvPr/>
          </p:nvSpPr>
          <p:spPr>
            <a:xfrm>
              <a:off x="6662258" y="3758046"/>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3" name="Google Shape;9213;p145"/>
            <p:cNvSpPr txBox="1"/>
            <p:nvPr/>
          </p:nvSpPr>
          <p:spPr>
            <a:xfrm>
              <a:off x="6493941" y="3752006"/>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14" name="Google Shape;9214;p145"/>
            <p:cNvGrpSpPr/>
            <p:nvPr/>
          </p:nvGrpSpPr>
          <p:grpSpPr>
            <a:xfrm>
              <a:off x="6549806" y="2804024"/>
              <a:ext cx="2147125" cy="968714"/>
              <a:chOff x="3786573" y="4781422"/>
              <a:chExt cx="1289919" cy="450478"/>
            </a:xfrm>
          </p:grpSpPr>
          <p:grpSp>
            <p:nvGrpSpPr>
              <p:cNvPr id="9215" name="Google Shape;9215;p145"/>
              <p:cNvGrpSpPr/>
              <p:nvPr/>
            </p:nvGrpSpPr>
            <p:grpSpPr>
              <a:xfrm>
                <a:off x="3786573" y="4781422"/>
                <a:ext cx="535512" cy="197065"/>
                <a:chOff x="3638004" y="4844056"/>
                <a:chExt cx="535512" cy="197065"/>
              </a:xfrm>
            </p:grpSpPr>
            <p:sp>
              <p:nvSpPr>
                <p:cNvPr id="9216" name="Google Shape;921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7" name="Google Shape;9217;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18" name="Google Shape;9218;p145"/>
              <p:cNvGrpSpPr/>
              <p:nvPr/>
            </p:nvGrpSpPr>
            <p:grpSpPr>
              <a:xfrm>
                <a:off x="3856579" y="4996013"/>
                <a:ext cx="1219913" cy="235887"/>
                <a:chOff x="3856579" y="4996013"/>
                <a:chExt cx="1219913" cy="235887"/>
              </a:xfrm>
            </p:grpSpPr>
            <p:sp>
              <p:nvSpPr>
                <p:cNvPr id="9219" name="Google Shape;9219;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0" name="Google Shape;9220;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1" name="Google Shape;9221;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2" name="Google Shape;9222;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23" name="Google Shape;9223;p145"/>
            <p:cNvGrpSpPr/>
            <p:nvPr/>
          </p:nvGrpSpPr>
          <p:grpSpPr>
            <a:xfrm>
              <a:off x="7234288" y="2794928"/>
              <a:ext cx="891382" cy="875971"/>
              <a:chOff x="3774433" y="4781422"/>
              <a:chExt cx="535512" cy="407350"/>
            </a:xfrm>
          </p:grpSpPr>
          <p:grpSp>
            <p:nvGrpSpPr>
              <p:cNvPr id="9224" name="Google Shape;9224;p145"/>
              <p:cNvGrpSpPr/>
              <p:nvPr/>
            </p:nvGrpSpPr>
            <p:grpSpPr>
              <a:xfrm>
                <a:off x="3774433" y="4781422"/>
                <a:ext cx="535512" cy="207083"/>
                <a:chOff x="3625864" y="4844056"/>
                <a:chExt cx="535512" cy="207083"/>
              </a:xfrm>
            </p:grpSpPr>
            <p:sp>
              <p:nvSpPr>
                <p:cNvPr id="9225" name="Google Shape;9225;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6" name="Google Shape;9226;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27" name="Google Shape;9227;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28" name="Google Shape;9228;p145"/>
            <p:cNvGrpSpPr/>
            <p:nvPr/>
          </p:nvGrpSpPr>
          <p:grpSpPr>
            <a:xfrm>
              <a:off x="7949081" y="2785831"/>
              <a:ext cx="891382" cy="875971"/>
              <a:chOff x="3780503" y="4781422"/>
              <a:chExt cx="535512" cy="407350"/>
            </a:xfrm>
          </p:grpSpPr>
          <p:grpSp>
            <p:nvGrpSpPr>
              <p:cNvPr id="9229" name="Google Shape;9229;p145"/>
              <p:cNvGrpSpPr/>
              <p:nvPr/>
            </p:nvGrpSpPr>
            <p:grpSpPr>
              <a:xfrm>
                <a:off x="3780503" y="4781422"/>
                <a:ext cx="535512" cy="207083"/>
                <a:chOff x="3631934" y="4844056"/>
                <a:chExt cx="535512" cy="207083"/>
              </a:xfrm>
            </p:grpSpPr>
            <p:sp>
              <p:nvSpPr>
                <p:cNvPr id="9230" name="Google Shape;9230;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1" name="Google Shape;9231;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32" name="Google Shape;9232;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33" name="Google Shape;9233;p145"/>
            <p:cNvGrpSpPr/>
            <p:nvPr/>
          </p:nvGrpSpPr>
          <p:grpSpPr>
            <a:xfrm>
              <a:off x="6584985" y="4775942"/>
              <a:ext cx="2224498" cy="576373"/>
              <a:chOff x="3690830" y="5656622"/>
              <a:chExt cx="1336402" cy="268029"/>
            </a:xfrm>
          </p:grpSpPr>
          <p:sp>
            <p:nvSpPr>
              <p:cNvPr id="9234" name="Google Shape;9234;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5" name="Google Shape;9235;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6" name="Google Shape;9236;p145"/>
              <p:cNvSpPr txBox="1"/>
              <p:nvPr/>
            </p:nvSpPr>
            <p:spPr>
              <a:xfrm>
                <a:off x="3722590" y="5683087"/>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grpSp>
          <p:nvGrpSpPr>
            <p:cNvPr id="9237" name="Google Shape;9237;p145"/>
            <p:cNvGrpSpPr/>
            <p:nvPr/>
          </p:nvGrpSpPr>
          <p:grpSpPr>
            <a:xfrm>
              <a:off x="9393371" y="4782486"/>
              <a:ext cx="2224498" cy="576373"/>
              <a:chOff x="3690830" y="5656622"/>
              <a:chExt cx="1336402" cy="268029"/>
            </a:xfrm>
          </p:grpSpPr>
          <p:sp>
            <p:nvSpPr>
              <p:cNvPr id="9238" name="Google Shape;9238;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9" name="Google Shape;9239;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0" name="Google Shape;9240;p145"/>
              <p:cNvSpPr txBox="1"/>
              <p:nvPr/>
            </p:nvSpPr>
            <p:spPr>
              <a:xfrm>
                <a:off x="3722590" y="5689783"/>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cxnSp>
          <p:nvCxnSpPr>
            <p:cNvPr id="9241" name="Google Shape;9241;p145"/>
            <p:cNvCxnSpPr/>
            <p:nvPr/>
          </p:nvCxnSpPr>
          <p:spPr>
            <a:xfrm>
              <a:off x="6637851" y="4424382"/>
              <a:ext cx="5029925" cy="0"/>
            </a:xfrm>
            <a:prstGeom prst="straightConnector1">
              <a:avLst/>
            </a:prstGeom>
            <a:noFill/>
            <a:ln cap="flat" cmpd="sng" w="12700">
              <a:solidFill>
                <a:srgbClr val="000000"/>
              </a:solidFill>
              <a:prstDash val="dash"/>
              <a:round/>
              <a:headEnd len="sm" w="sm" type="none"/>
              <a:tailEnd len="sm" w="sm" type="none"/>
            </a:ln>
          </p:spPr>
        </p:cxnSp>
        <p:sp>
          <p:nvSpPr>
            <p:cNvPr id="9242" name="Google Shape;9242;p145"/>
            <p:cNvSpPr/>
            <p:nvPr/>
          </p:nvSpPr>
          <p:spPr>
            <a:xfrm>
              <a:off x="9372262" y="1612419"/>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3" name="Google Shape;9243;p145"/>
            <p:cNvSpPr/>
            <p:nvPr/>
          </p:nvSpPr>
          <p:spPr>
            <a:xfrm>
              <a:off x="9461407" y="3812823"/>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4" name="Google Shape;9244;p145"/>
            <p:cNvSpPr txBox="1"/>
            <p:nvPr/>
          </p:nvSpPr>
          <p:spPr>
            <a:xfrm>
              <a:off x="9293090" y="3806783"/>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45" name="Google Shape;9245;p145"/>
            <p:cNvGrpSpPr/>
            <p:nvPr/>
          </p:nvGrpSpPr>
          <p:grpSpPr>
            <a:xfrm>
              <a:off x="9348955" y="2858801"/>
              <a:ext cx="2147125" cy="968714"/>
              <a:chOff x="3786573" y="4781422"/>
              <a:chExt cx="1289919" cy="450478"/>
            </a:xfrm>
          </p:grpSpPr>
          <p:grpSp>
            <p:nvGrpSpPr>
              <p:cNvPr id="9246" name="Google Shape;9246;p145"/>
              <p:cNvGrpSpPr/>
              <p:nvPr/>
            </p:nvGrpSpPr>
            <p:grpSpPr>
              <a:xfrm>
                <a:off x="3786573" y="4781422"/>
                <a:ext cx="535512" cy="197065"/>
                <a:chOff x="3638004" y="4844056"/>
                <a:chExt cx="535512" cy="197065"/>
              </a:xfrm>
            </p:grpSpPr>
            <p:sp>
              <p:nvSpPr>
                <p:cNvPr id="9247" name="Google Shape;9247;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8" name="Google Shape;9248;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49" name="Google Shape;9249;p145"/>
              <p:cNvGrpSpPr/>
              <p:nvPr/>
            </p:nvGrpSpPr>
            <p:grpSpPr>
              <a:xfrm>
                <a:off x="3856579" y="4996013"/>
                <a:ext cx="1219913" cy="235887"/>
                <a:chOff x="3856579" y="4996013"/>
                <a:chExt cx="1219913" cy="235887"/>
              </a:xfrm>
            </p:grpSpPr>
            <p:sp>
              <p:nvSpPr>
                <p:cNvPr id="9250" name="Google Shape;9250;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1" name="Google Shape;9251;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2" name="Google Shape;9252;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3" name="Google Shape;9253;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54" name="Google Shape;9254;p145"/>
            <p:cNvGrpSpPr/>
            <p:nvPr/>
          </p:nvGrpSpPr>
          <p:grpSpPr>
            <a:xfrm>
              <a:off x="10033437" y="2849705"/>
              <a:ext cx="891382" cy="875971"/>
              <a:chOff x="3774433" y="4781422"/>
              <a:chExt cx="535512" cy="407350"/>
            </a:xfrm>
          </p:grpSpPr>
          <p:grpSp>
            <p:nvGrpSpPr>
              <p:cNvPr id="9255" name="Google Shape;9255;p145"/>
              <p:cNvGrpSpPr/>
              <p:nvPr/>
            </p:nvGrpSpPr>
            <p:grpSpPr>
              <a:xfrm>
                <a:off x="3774433" y="4781422"/>
                <a:ext cx="535512" cy="207083"/>
                <a:chOff x="3625864" y="4844056"/>
                <a:chExt cx="535512" cy="207083"/>
              </a:xfrm>
            </p:grpSpPr>
            <p:sp>
              <p:nvSpPr>
                <p:cNvPr id="9256" name="Google Shape;925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7" name="Google Shape;9257;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58" name="Google Shape;9258;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59" name="Google Shape;9259;p145"/>
            <p:cNvGrpSpPr/>
            <p:nvPr/>
          </p:nvGrpSpPr>
          <p:grpSpPr>
            <a:xfrm>
              <a:off x="10748230" y="2840608"/>
              <a:ext cx="891382" cy="875971"/>
              <a:chOff x="3780503" y="4781422"/>
              <a:chExt cx="535512" cy="407350"/>
            </a:xfrm>
          </p:grpSpPr>
          <p:grpSp>
            <p:nvGrpSpPr>
              <p:cNvPr id="9260" name="Google Shape;9260;p145"/>
              <p:cNvGrpSpPr/>
              <p:nvPr/>
            </p:nvGrpSpPr>
            <p:grpSpPr>
              <a:xfrm>
                <a:off x="3780503" y="4781422"/>
                <a:ext cx="535512" cy="207083"/>
                <a:chOff x="3631934" y="4844056"/>
                <a:chExt cx="535512" cy="207083"/>
              </a:xfrm>
            </p:grpSpPr>
            <p:sp>
              <p:nvSpPr>
                <p:cNvPr id="9261" name="Google Shape;9261;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62" name="Google Shape;9262;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63" name="Google Shape;9263;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sp>
        <p:nvSpPr>
          <p:cNvPr id="9264" name="Google Shape;9264;p145"/>
          <p:cNvSpPr/>
          <p:nvPr/>
        </p:nvSpPr>
        <p:spPr>
          <a:xfrm>
            <a:off x="8348952" y="2170481"/>
            <a:ext cx="1435304" cy="3314700"/>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5" name="Google Shape;9265;p145"/>
          <p:cNvSpPr/>
          <p:nvPr/>
        </p:nvSpPr>
        <p:spPr>
          <a:xfrm>
            <a:off x="7544680" y="2246396"/>
            <a:ext cx="2790074" cy="3142699"/>
          </a:xfrm>
          <a:custGeom>
            <a:rect b="b" l="l" r="r" t="t"/>
            <a:pathLst>
              <a:path extrusionOk="0" h="2831690" w="2460587">
                <a:moveTo>
                  <a:pt x="0" y="0"/>
                </a:moveTo>
                <a:lnTo>
                  <a:pt x="0" y="2831690"/>
                </a:lnTo>
                <a:lnTo>
                  <a:pt x="88490" y="2831690"/>
                </a:lnTo>
                <a:lnTo>
                  <a:pt x="2455606" y="2831690"/>
                </a:lnTo>
                <a:cubicBezTo>
                  <a:pt x="2457266" y="2289473"/>
                  <a:pt x="2458927" y="1747257"/>
                  <a:pt x="2460587" y="1205040"/>
                </a:cubicBezTo>
              </a:path>
            </a:pathLst>
          </a:custGeom>
          <a:noFill/>
          <a:ln cap="flat" cmpd="sng" w="254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6" name="Google Shape;9266;p145"/>
          <p:cNvSpPr/>
          <p:nvPr/>
        </p:nvSpPr>
        <p:spPr>
          <a:xfrm>
            <a:off x="7766311" y="3553748"/>
            <a:ext cx="2615553" cy="1938327"/>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7" name="Google Shape;9267;p145"/>
          <p:cNvSpPr txBox="1"/>
          <p:nvPr/>
        </p:nvSpPr>
        <p:spPr>
          <a:xfrm>
            <a:off x="10145437" y="3362319"/>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268" name="Google Shape;9268;p145"/>
          <p:cNvSpPr/>
          <p:nvPr/>
        </p:nvSpPr>
        <p:spPr>
          <a:xfrm>
            <a:off x="7650449" y="2146221"/>
            <a:ext cx="2613793" cy="3263616"/>
          </a:xfrm>
          <a:custGeom>
            <a:rect b="b" l="l" r="r" t="t"/>
            <a:pathLst>
              <a:path extrusionOk="0" h="2589048" w="2600836">
                <a:moveTo>
                  <a:pt x="23944" y="1037950"/>
                </a:moveTo>
                <a:lnTo>
                  <a:pt x="0" y="2589048"/>
                </a:lnTo>
                <a:lnTo>
                  <a:pt x="2573594" y="2589048"/>
                </a:lnTo>
                <a:lnTo>
                  <a:pt x="2600836"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9" name="Google Shape;9269;p145"/>
          <p:cNvSpPr/>
          <p:nvPr/>
        </p:nvSpPr>
        <p:spPr>
          <a:xfrm>
            <a:off x="6974900" y="2171905"/>
            <a:ext cx="4169952"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70" name="Google Shape;9270;p145"/>
          <p:cNvGrpSpPr/>
          <p:nvPr/>
        </p:nvGrpSpPr>
        <p:grpSpPr>
          <a:xfrm>
            <a:off x="6503169" y="1768807"/>
            <a:ext cx="1028924" cy="463979"/>
            <a:chOff x="1247868" y="1815620"/>
            <a:chExt cx="1028924" cy="463979"/>
          </a:xfrm>
        </p:grpSpPr>
        <p:sp>
          <p:nvSpPr>
            <p:cNvPr id="9271" name="Google Shape;9271;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2" name="Google Shape;9272;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3" name="Google Shape;9273;p145"/>
          <p:cNvGrpSpPr/>
          <p:nvPr/>
        </p:nvGrpSpPr>
        <p:grpSpPr>
          <a:xfrm>
            <a:off x="7197108" y="1926223"/>
            <a:ext cx="1028924" cy="463979"/>
            <a:chOff x="1549462" y="2216434"/>
            <a:chExt cx="1028924" cy="463979"/>
          </a:xfrm>
        </p:grpSpPr>
        <p:sp>
          <p:nvSpPr>
            <p:cNvPr id="9274" name="Google Shape;9274;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5" name="Google Shape;9275;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6" name="Google Shape;9276;p145"/>
          <p:cNvGrpSpPr/>
          <p:nvPr/>
        </p:nvGrpSpPr>
        <p:grpSpPr>
          <a:xfrm>
            <a:off x="7867432" y="2206258"/>
            <a:ext cx="1028924" cy="463397"/>
            <a:chOff x="1830370" y="2617249"/>
            <a:chExt cx="1028924" cy="463397"/>
          </a:xfrm>
        </p:grpSpPr>
        <p:sp>
          <p:nvSpPr>
            <p:cNvPr id="9277" name="Google Shape;9277;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8" name="Google Shape;9278;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9" name="Google Shape;9279;p145"/>
          <p:cNvGrpSpPr/>
          <p:nvPr/>
        </p:nvGrpSpPr>
        <p:grpSpPr>
          <a:xfrm>
            <a:off x="11407734" y="1304127"/>
            <a:ext cx="310294" cy="628857"/>
            <a:chOff x="4140" y="429"/>
            <a:chExt cx="1425" cy="2396"/>
          </a:xfrm>
        </p:grpSpPr>
        <p:sp>
          <p:nvSpPr>
            <p:cNvPr id="9280" name="Google Shape;9280;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1" name="Google Shape;9281;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2" name="Google Shape;9282;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3" name="Google Shape;9283;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4" name="Google Shape;9284;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5" name="Google Shape;9285;p145"/>
            <p:cNvGrpSpPr/>
            <p:nvPr/>
          </p:nvGrpSpPr>
          <p:grpSpPr>
            <a:xfrm>
              <a:off x="4745" y="670"/>
              <a:ext cx="586" cy="146"/>
              <a:chOff x="609" y="2570"/>
              <a:chExt cx="731" cy="140"/>
            </a:xfrm>
          </p:grpSpPr>
          <p:sp>
            <p:nvSpPr>
              <p:cNvPr id="9286" name="Google Shape;9286;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7" name="Google Shape;9287;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88" name="Google Shape;9288;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9" name="Google Shape;9289;p145"/>
            <p:cNvGrpSpPr/>
            <p:nvPr/>
          </p:nvGrpSpPr>
          <p:grpSpPr>
            <a:xfrm>
              <a:off x="4745" y="998"/>
              <a:ext cx="586" cy="129"/>
              <a:chOff x="612" y="2572"/>
              <a:chExt cx="731" cy="134"/>
            </a:xfrm>
          </p:grpSpPr>
          <p:sp>
            <p:nvSpPr>
              <p:cNvPr id="9290" name="Google Shape;9290;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1" name="Google Shape;9291;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2" name="Google Shape;9292;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3" name="Google Shape;9293;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4" name="Google Shape;9294;p145"/>
            <p:cNvGrpSpPr/>
            <p:nvPr/>
          </p:nvGrpSpPr>
          <p:grpSpPr>
            <a:xfrm>
              <a:off x="4735" y="1627"/>
              <a:ext cx="586" cy="215"/>
              <a:chOff x="614" y="2568"/>
              <a:chExt cx="730" cy="198"/>
            </a:xfrm>
          </p:grpSpPr>
          <p:sp>
            <p:nvSpPr>
              <p:cNvPr id="9295" name="Google Shape;9295;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6" name="Google Shape;9296;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7" name="Google Shape;9297;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8" name="Google Shape;9298;p145"/>
            <p:cNvGrpSpPr/>
            <p:nvPr/>
          </p:nvGrpSpPr>
          <p:grpSpPr>
            <a:xfrm>
              <a:off x="4735" y="1325"/>
              <a:ext cx="586" cy="138"/>
              <a:chOff x="609" y="2566"/>
              <a:chExt cx="730" cy="138"/>
            </a:xfrm>
          </p:grpSpPr>
          <p:sp>
            <p:nvSpPr>
              <p:cNvPr id="9299" name="Google Shape;9299;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0" name="Google Shape;9300;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01" name="Google Shape;9301;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2" name="Google Shape;9302;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3" name="Google Shape;9303;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4" name="Google Shape;9304;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5" name="Google Shape;9305;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6" name="Google Shape;9306;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7" name="Google Shape;9307;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8" name="Google Shape;9308;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9" name="Google Shape;9309;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310" name="Google Shape;9310;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11" name="Google Shape;9311;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12" name="Google Shape;9312;p145"/>
          <p:cNvGrpSpPr/>
          <p:nvPr/>
        </p:nvGrpSpPr>
        <p:grpSpPr>
          <a:xfrm>
            <a:off x="6313356" y="1297050"/>
            <a:ext cx="525462" cy="434975"/>
            <a:chOff x="-44" y="1473"/>
            <a:chExt cx="981" cy="1105"/>
          </a:xfrm>
        </p:grpSpPr>
        <p:pic>
          <p:nvPicPr>
            <p:cNvPr descr="desktop_computer_stylized_medium" id="9313" name="Google Shape;9313;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314" name="Google Shape;9314;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15" name="Google Shape;9315;p145"/>
          <p:cNvSpPr/>
          <p:nvPr/>
        </p:nvSpPr>
        <p:spPr>
          <a:xfrm>
            <a:off x="6083300" y="1130300"/>
            <a:ext cx="5981700" cy="5422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16" name="Google Shape;9316;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15"/>
                                        </p:tgtEl>
                                      </p:cBhvr>
                                    </p:animEffect>
                                    <p:set>
                                      <p:cBhvr>
                                        <p:cTn dur="1" fill="hold">
                                          <p:stCondLst>
                                            <p:cond delay="500"/>
                                          </p:stCondLst>
                                        </p:cTn>
                                        <p:tgtEl>
                                          <p:spTgt spid="93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9"/>
                                        </p:tgtEl>
                                        <p:attrNameLst>
                                          <p:attrName>style.visibility</p:attrName>
                                        </p:attrNameLst>
                                      </p:cBhvr>
                                      <p:to>
                                        <p:strVal val="visible"/>
                                      </p:to>
                                    </p:set>
                                    <p:animEffect filter="fade" transition="in">
                                      <p:cBhvr>
                                        <p:cTn dur="500"/>
                                        <p:tgtEl>
                                          <p:spTgt spid="915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159"/>
                                        </p:tgtEl>
                                      </p:cBhvr>
                                    </p:animEffect>
                                    <p:set>
                                      <p:cBhvr>
                                        <p:cTn dur="1" fill="hold">
                                          <p:stCondLst>
                                            <p:cond delay="500"/>
                                          </p:stCondLst>
                                        </p:cTn>
                                        <p:tgtEl>
                                          <p:spTgt spid="9159"/>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9207"/>
                                        </p:tgtEl>
                                      </p:cBhvr>
                                    </p:animEffect>
                                    <p:set>
                                      <p:cBhvr>
                                        <p:cTn dur="1" fill="hold">
                                          <p:stCondLst>
                                            <p:cond delay="500"/>
                                          </p:stCondLst>
                                        </p:cTn>
                                        <p:tgtEl>
                                          <p:spTgt spid="9207"/>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9160"/>
                                        </p:tgtEl>
                                        <p:attrNameLst>
                                          <p:attrName>style.visibility</p:attrName>
                                        </p:attrNameLst>
                                      </p:cBhvr>
                                      <p:to>
                                        <p:strVal val="visible"/>
                                      </p:to>
                                    </p:set>
                                    <p:animEffect filter="fade" transition="in">
                                      <p:cBhvr>
                                        <p:cTn dur="500"/>
                                        <p:tgtEl>
                                          <p:spTgt spid="916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162"/>
                                        </p:tgtEl>
                                        <p:attrNameLst>
                                          <p:attrName>style.visibility</p:attrName>
                                        </p:attrNameLst>
                                      </p:cBhvr>
                                      <p:to>
                                        <p:strVal val="visible"/>
                                      </p:to>
                                    </p:set>
                                    <p:animEffect filter="fade" transition="in">
                                      <p:cBhvr>
                                        <p:cTn dur="500"/>
                                        <p:tgtEl>
                                          <p:spTgt spid="9162"/>
                                        </p:tgtEl>
                                      </p:cBhvr>
                                    </p:animEffect>
                                  </p:childTnLst>
                                </p:cTn>
                              </p:par>
                            </p:childTnLst>
                          </p:cTn>
                        </p:par>
                        <p:par>
                          <p:cTn fill="hold">
                            <p:stCondLst>
                              <p:cond delay="2500"/>
                            </p:stCondLst>
                            <p:childTnLst>
                              <p:par>
                                <p:cTn fill="hold" nodeType="afterEffect" presetClass="entr" presetID="10" presetSubtype="0">
                                  <p:stCondLst>
                                    <p:cond delay="1000"/>
                                  </p:stCondLst>
                                  <p:childTnLst>
                                    <p:set>
                                      <p:cBhvr>
                                        <p:cTn dur="1" fill="hold">
                                          <p:stCondLst>
                                            <p:cond delay="0"/>
                                          </p:stCondLst>
                                        </p:cTn>
                                        <p:tgtEl>
                                          <p:spTgt spid="9161"/>
                                        </p:tgtEl>
                                        <p:attrNameLst>
                                          <p:attrName>style.visibility</p:attrName>
                                        </p:attrNameLst>
                                      </p:cBhvr>
                                      <p:to>
                                        <p:strVal val="visible"/>
                                      </p:to>
                                    </p:set>
                                    <p:animEffect filter="fade" transition="in">
                                      <p:cBhvr>
                                        <p:cTn dur="500"/>
                                        <p:tgtEl>
                                          <p:spTgt spid="9161"/>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9163"/>
                                        </p:tgtEl>
                                        <p:attrNameLst>
                                          <p:attrName>style.visibility</p:attrName>
                                        </p:attrNameLst>
                                      </p:cBhvr>
                                      <p:to>
                                        <p:strVal val="visible"/>
                                      </p:to>
                                    </p:set>
                                    <p:animEffect filter="fade" transition="in">
                                      <p:cBhvr>
                                        <p:cTn dur="500"/>
                                        <p:tgtEl>
                                          <p:spTgt spid="9163"/>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9162"/>
                                        </p:tgtEl>
                                      </p:cBhvr>
                                    </p:animEffect>
                                    <p:set>
                                      <p:cBhvr>
                                        <p:cTn dur="1" fill="hold">
                                          <p:stCondLst>
                                            <p:cond delay="500"/>
                                          </p:stCondLst>
                                        </p:cTn>
                                        <p:tgtEl>
                                          <p:spTgt spid="9162"/>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9161"/>
                                        </p:tgtEl>
                                      </p:cBhvr>
                                    </p:animEffect>
                                    <p:set>
                                      <p:cBhvr>
                                        <p:cTn dur="1" fill="hold">
                                          <p:stCondLst>
                                            <p:cond delay="500"/>
                                          </p:stCondLst>
                                        </p:cTn>
                                        <p:tgtEl>
                                          <p:spTgt spid="91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0"/>
                                        </p:tgtEl>
                                      </p:cBhvr>
                                    </p:animEffect>
                                    <p:set>
                                      <p:cBhvr>
                                        <p:cTn dur="1" fill="hold">
                                          <p:stCondLst>
                                            <p:cond delay="500"/>
                                          </p:stCondLst>
                                        </p:cTn>
                                        <p:tgtEl>
                                          <p:spTgt spid="91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3"/>
                                        </p:tgtEl>
                                      </p:cBhvr>
                                    </p:animEffect>
                                    <p:set>
                                      <p:cBhvr>
                                        <p:cTn dur="1" fill="hold">
                                          <p:stCondLst>
                                            <p:cond delay="500"/>
                                          </p:stCondLst>
                                        </p:cTn>
                                        <p:tgtEl>
                                          <p:spTgt spid="9163"/>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9168"/>
                                        </p:tgtEl>
                                      </p:cBhvr>
                                    </p:animEffect>
                                    <p:set>
                                      <p:cBhvr>
                                        <p:cTn dur="1" fill="hold">
                                          <p:stCondLst>
                                            <p:cond delay="500"/>
                                          </p:stCondLst>
                                        </p:cTn>
                                        <p:tgtEl>
                                          <p:spTgt spid="9168"/>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1000"/>
                                  </p:stCondLst>
                                  <p:childTnLst>
                                    <p:set>
                                      <p:cBhvr>
                                        <p:cTn dur="1" fill="hold">
                                          <p:stCondLst>
                                            <p:cond delay="0"/>
                                          </p:stCondLst>
                                        </p:cTn>
                                        <p:tgtEl>
                                          <p:spTgt spid="9164"/>
                                        </p:tgtEl>
                                        <p:attrNameLst>
                                          <p:attrName>style.visibility</p:attrName>
                                        </p:attrNameLst>
                                      </p:cBhvr>
                                      <p:to>
                                        <p:strVal val="visible"/>
                                      </p:to>
                                    </p:set>
                                    <p:animEffect filter="fade" transition="in">
                                      <p:cBhvr>
                                        <p:cTn dur="500"/>
                                        <p:tgtEl>
                                          <p:spTgt spid="9164"/>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9164"/>
                                        </p:tgtEl>
                                      </p:cBhvr>
                                    </p:animEffect>
                                    <p:set>
                                      <p:cBhvr>
                                        <p:cTn dur="1" fill="hold">
                                          <p:stCondLst>
                                            <p:cond delay="500"/>
                                          </p:stCondLst>
                                        </p:cTn>
                                        <p:tgtEl>
                                          <p:spTgt spid="9164"/>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9165"/>
                                        </p:tgtEl>
                                      </p:cBhvr>
                                    </p:animEffect>
                                    <p:set>
                                      <p:cBhvr>
                                        <p:cTn dur="1" fill="hold">
                                          <p:stCondLst>
                                            <p:cond delay="500"/>
                                          </p:stCondLst>
                                        </p:cTn>
                                        <p:tgtEl>
                                          <p:spTgt spid="9165"/>
                                        </p:tgtEl>
                                        <p:attrNameLst>
                                          <p:attrName>style.visibility</p:attrName>
                                        </p:attrNameLst>
                                      </p:cBhvr>
                                      <p:to>
                                        <p:strVal val="hidden"/>
                                      </p:to>
                                    </p:set>
                                  </p:childTnLst>
                                </p:cTn>
                              </p:par>
                            </p:childTnLst>
                          </p:cTn>
                        </p:par>
                        <p:par>
                          <p:cTn fill="hold">
                            <p:stCondLst>
                              <p:cond delay="6500"/>
                            </p:stCondLst>
                            <p:childTnLst>
                              <p:par>
                                <p:cTn fill="hold" nodeType="afterEffect" presetClass="entr" presetID="10" presetSubtype="0">
                                  <p:stCondLst>
                                    <p:cond delay="1000"/>
                                  </p:stCondLst>
                                  <p:childTnLst>
                                    <p:set>
                                      <p:cBhvr>
                                        <p:cTn dur="1" fill="hold">
                                          <p:stCondLst>
                                            <p:cond delay="0"/>
                                          </p:stCondLst>
                                        </p:cTn>
                                        <p:tgtEl>
                                          <p:spTgt spid="9264"/>
                                        </p:tgtEl>
                                        <p:attrNameLst>
                                          <p:attrName>style.visibility</p:attrName>
                                        </p:attrNameLst>
                                      </p:cBhvr>
                                      <p:to>
                                        <p:strVal val="visible"/>
                                      </p:to>
                                    </p:set>
                                    <p:animEffect filter="fade" transition="in">
                                      <p:cBhvr>
                                        <p:cTn dur="500"/>
                                        <p:tgtEl>
                                          <p:spTgt spid="9264"/>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9264"/>
                                        </p:tgtEl>
                                      </p:cBhvr>
                                    </p:animEffect>
                                    <p:set>
                                      <p:cBhvr>
                                        <p:cTn dur="1" fill="hold">
                                          <p:stCondLst>
                                            <p:cond delay="500"/>
                                          </p:stCondLst>
                                        </p:cTn>
                                        <p:tgtEl>
                                          <p:spTgt spid="9264"/>
                                        </p:tgtEl>
                                        <p:attrNameLst>
                                          <p:attrName>style.visibility</p:attrName>
                                        </p:attrNameLst>
                                      </p:cBhvr>
                                      <p:to>
                                        <p:strVal val="hidden"/>
                                      </p:to>
                                    </p:se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9276"/>
                                        </p:tgtEl>
                                      </p:cBhvr>
                                    </p:animEffect>
                                    <p:set>
                                      <p:cBhvr>
                                        <p:cTn dur="1" fill="hold">
                                          <p:stCondLst>
                                            <p:cond delay="500"/>
                                          </p:stCondLst>
                                        </p:cTn>
                                        <p:tgtEl>
                                          <p:spTgt spid="9276"/>
                                        </p:tgtEl>
                                        <p:attrNameLst>
                                          <p:attrName>style.visibility</p:attrName>
                                        </p:attrNameLst>
                                      </p:cBhvr>
                                      <p:to>
                                        <p:strVal val="hidden"/>
                                      </p:to>
                                    </p:set>
                                  </p:childTnLst>
                                </p:cTn>
                              </p:par>
                            </p:childTnLst>
                          </p:cTn>
                        </p:par>
                        <p:par>
                          <p:cTn fill="hold">
                            <p:stCondLst>
                              <p:cond delay="8000"/>
                            </p:stCondLst>
                            <p:childTnLst>
                              <p:par>
                                <p:cTn fill="hold" nodeType="afterEffect" presetClass="entr" presetID="10" presetSubtype="0">
                                  <p:stCondLst>
                                    <p:cond delay="1000"/>
                                  </p:stCondLst>
                                  <p:childTnLst>
                                    <p:set>
                                      <p:cBhvr>
                                        <p:cTn dur="1" fill="hold">
                                          <p:stCondLst>
                                            <p:cond delay="0"/>
                                          </p:stCondLst>
                                        </p:cTn>
                                        <p:tgtEl>
                                          <p:spTgt spid="9265"/>
                                        </p:tgtEl>
                                        <p:attrNameLst>
                                          <p:attrName>style.visibility</p:attrName>
                                        </p:attrNameLst>
                                      </p:cBhvr>
                                      <p:to>
                                        <p:strVal val="visible"/>
                                      </p:to>
                                    </p:set>
                                    <p:animEffect filter="fade" transition="in">
                                      <p:cBhvr>
                                        <p:cTn dur="500"/>
                                        <p:tgtEl>
                                          <p:spTgt spid="9265"/>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9267"/>
                                        </p:tgtEl>
                                        <p:attrNameLst>
                                          <p:attrName>style.visibility</p:attrName>
                                        </p:attrNameLst>
                                      </p:cBhvr>
                                      <p:to>
                                        <p:strVal val="visible"/>
                                      </p:to>
                                    </p:set>
                                    <p:animEffect filter="fade" transition="in">
                                      <p:cBhvr>
                                        <p:cTn dur="500"/>
                                        <p:tgtEl>
                                          <p:spTgt spid="9267"/>
                                        </p:tgtEl>
                                      </p:cBhvr>
                                    </p:animEffect>
                                  </p:childTnLst>
                                </p:cTn>
                              </p:par>
                            </p:childTnLst>
                          </p:cTn>
                        </p:par>
                        <p:par>
                          <p:cTn fill="hold">
                            <p:stCondLst>
                              <p:cond delay="9000"/>
                            </p:stCondLst>
                            <p:childTnLst>
                              <p:par>
                                <p:cTn fill="hold" nodeType="afterEffect" presetClass="entr" presetID="10" presetSubtype="0">
                                  <p:stCondLst>
                                    <p:cond delay="1000"/>
                                  </p:stCondLst>
                                  <p:childTnLst>
                                    <p:set>
                                      <p:cBhvr>
                                        <p:cTn dur="1" fill="hold">
                                          <p:stCondLst>
                                            <p:cond delay="0"/>
                                          </p:stCondLst>
                                        </p:cTn>
                                        <p:tgtEl>
                                          <p:spTgt spid="9266"/>
                                        </p:tgtEl>
                                        <p:attrNameLst>
                                          <p:attrName>style.visibility</p:attrName>
                                        </p:attrNameLst>
                                      </p:cBhvr>
                                      <p:to>
                                        <p:strVal val="visible"/>
                                      </p:to>
                                    </p:set>
                                    <p:animEffect filter="fade" transition="in">
                                      <p:cBhvr>
                                        <p:cTn dur="500"/>
                                        <p:tgtEl>
                                          <p:spTgt spid="9266"/>
                                        </p:tgtEl>
                                      </p:cBhvr>
                                    </p:animEffect>
                                  </p:childTnLst>
                                </p:cTn>
                              </p:par>
                            </p:childTnLst>
                          </p:cTn>
                        </p:par>
                        <p:par>
                          <p:cTn fill="hold">
                            <p:stCondLst>
                              <p:cond delay="9500"/>
                            </p:stCondLst>
                            <p:childTnLst>
                              <p:par>
                                <p:cTn fill="hold" nodeType="afterEffect" presetClass="exit" presetID="10" presetSubtype="0">
                                  <p:stCondLst>
                                    <p:cond delay="1000"/>
                                  </p:stCondLst>
                                  <p:childTnLst>
                                    <p:animEffect filter="fade" transition="out">
                                      <p:cBhvr>
                                        <p:cTn dur="500"/>
                                        <p:tgtEl>
                                          <p:spTgt spid="9267"/>
                                        </p:tgtEl>
                                      </p:cBhvr>
                                    </p:animEffect>
                                    <p:set>
                                      <p:cBhvr>
                                        <p:cTn dur="1" fill="hold">
                                          <p:stCondLst>
                                            <p:cond delay="500"/>
                                          </p:stCondLst>
                                        </p:cTn>
                                        <p:tgtEl>
                                          <p:spTgt spid="9267"/>
                                        </p:tgtEl>
                                        <p:attrNameLst>
                                          <p:attrName>style.visibility</p:attrName>
                                        </p:attrNameLst>
                                      </p:cBhvr>
                                      <p:to>
                                        <p:strVal val="hidden"/>
                                      </p:to>
                                    </p:set>
                                  </p:childTnLst>
                                </p:cTn>
                              </p:par>
                            </p:childTnLst>
                          </p:cTn>
                        </p:par>
                        <p:par>
                          <p:cTn fill="hold">
                            <p:stCondLst>
                              <p:cond delay="10000"/>
                            </p:stCondLst>
                            <p:childTnLst>
                              <p:par>
                                <p:cTn fill="hold" nodeType="afterEffect" presetClass="entr" presetID="10" presetSubtype="0">
                                  <p:stCondLst>
                                    <p:cond delay="1000"/>
                                  </p:stCondLst>
                                  <p:childTnLst>
                                    <p:set>
                                      <p:cBhvr>
                                        <p:cTn dur="1" fill="hold">
                                          <p:stCondLst>
                                            <p:cond delay="0"/>
                                          </p:stCondLst>
                                        </p:cTn>
                                        <p:tgtEl>
                                          <p:spTgt spid="9269"/>
                                        </p:tgtEl>
                                        <p:attrNameLst>
                                          <p:attrName>style.visibility</p:attrName>
                                        </p:attrNameLst>
                                      </p:cBhvr>
                                      <p:to>
                                        <p:strVal val="visible"/>
                                      </p:to>
                                    </p:set>
                                    <p:animEffect filter="fade" transition="in">
                                      <p:cBhvr>
                                        <p:cTn dur="500"/>
                                        <p:tgtEl>
                                          <p:spTgt spid="9269"/>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9269"/>
                                        </p:tgtEl>
                                      </p:cBhvr>
                                    </p:animEffect>
                                    <p:set>
                                      <p:cBhvr>
                                        <p:cTn dur="1" fill="hold">
                                          <p:stCondLst>
                                            <p:cond delay="500"/>
                                          </p:stCondLst>
                                        </p:cTn>
                                        <p:tgtEl>
                                          <p:spTgt spid="9269"/>
                                        </p:tgtEl>
                                        <p:attrNameLst>
                                          <p:attrName>style.visibility</p:attrName>
                                        </p:attrNameLst>
                                      </p:cBhvr>
                                      <p:to>
                                        <p:strVal val="hidden"/>
                                      </p:to>
                                    </p:se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9270"/>
                                        </p:tgtEl>
                                      </p:cBhvr>
                                    </p:animEffect>
                                    <p:set>
                                      <p:cBhvr>
                                        <p:cTn dur="1" fill="hold">
                                          <p:stCondLst>
                                            <p:cond delay="500"/>
                                          </p:stCondLst>
                                        </p:cTn>
                                        <p:tgtEl>
                                          <p:spTgt spid="9270"/>
                                        </p:tgtEl>
                                        <p:attrNameLst>
                                          <p:attrName>style.visibility</p:attrName>
                                        </p:attrNameLst>
                                      </p:cBhvr>
                                      <p:to>
                                        <p:strVal val="hidden"/>
                                      </p:to>
                                    </p:set>
                                  </p:childTnLst>
                                </p:cTn>
                              </p:par>
                            </p:childTnLst>
                          </p:cTn>
                        </p:par>
                        <p:par>
                          <p:cTn fill="hold">
                            <p:stCondLst>
                              <p:cond delay="11500"/>
                            </p:stCondLst>
                            <p:childTnLst>
                              <p:par>
                                <p:cTn fill="hold" nodeType="afterEffect" presetClass="entr" presetID="10" presetSubtype="0">
                                  <p:stCondLst>
                                    <p:cond delay="1000"/>
                                  </p:stCondLst>
                                  <p:childTnLst>
                                    <p:set>
                                      <p:cBhvr>
                                        <p:cTn dur="1" fill="hold">
                                          <p:stCondLst>
                                            <p:cond delay="0"/>
                                          </p:stCondLst>
                                        </p:cTn>
                                        <p:tgtEl>
                                          <p:spTgt spid="9268"/>
                                        </p:tgtEl>
                                        <p:attrNameLst>
                                          <p:attrName>style.visibility</p:attrName>
                                        </p:attrNameLst>
                                      </p:cBhvr>
                                      <p:to>
                                        <p:strVal val="visible"/>
                                      </p:to>
                                    </p:set>
                                    <p:animEffect filter="fade" transition="in">
                                      <p:cBhvr>
                                        <p:cTn dur="500"/>
                                        <p:tgtEl>
                                          <p:spTgt spid="9268"/>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9266"/>
                                        </p:tgtEl>
                                      </p:cBhvr>
                                    </p:animEffect>
                                    <p:set>
                                      <p:cBhvr>
                                        <p:cTn dur="1" fill="hold">
                                          <p:stCondLst>
                                            <p:cond delay="500"/>
                                          </p:stCondLst>
                                        </p:cTn>
                                        <p:tgtEl>
                                          <p:spTgt spid="92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5"/>
                                        </p:tgtEl>
                                      </p:cBhvr>
                                    </p:animEffect>
                                    <p:set>
                                      <p:cBhvr>
                                        <p:cTn dur="1" fill="hold">
                                          <p:stCondLst>
                                            <p:cond delay="500"/>
                                          </p:stCondLst>
                                        </p:cTn>
                                        <p:tgtEl>
                                          <p:spTgt spid="92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8"/>
                                        </p:tgtEl>
                                      </p:cBhvr>
                                    </p:animEffect>
                                    <p:set>
                                      <p:cBhvr>
                                        <p:cTn dur="1" fill="hold">
                                          <p:stCondLst>
                                            <p:cond delay="500"/>
                                          </p:stCondLst>
                                        </p:cTn>
                                        <p:tgtEl>
                                          <p:spTgt spid="9268"/>
                                        </p:tgtEl>
                                        <p:attrNameLst>
                                          <p:attrName>style.visibility</p:attrName>
                                        </p:attrNameLst>
                                      </p:cBhvr>
                                      <p:to>
                                        <p:strVal val="hidden"/>
                                      </p:to>
                                    </p:se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9273"/>
                                        </p:tgtEl>
                                      </p:cBhvr>
                                    </p:animEffect>
                                    <p:set>
                                      <p:cBhvr>
                                        <p:cTn dur="1" fill="hold">
                                          <p:stCondLst>
                                            <p:cond delay="500"/>
                                          </p:stCondLst>
                                        </p:cTn>
                                        <p:tgtEl>
                                          <p:spTgt spid="92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1" name="Shape 9321"/>
        <p:cNvGrpSpPr/>
        <p:nvPr/>
      </p:nvGrpSpPr>
      <p:grpSpPr>
        <a:xfrm>
          <a:off x="0" y="0"/>
          <a:ext cx="0" cy="0"/>
          <a:chOff x="0" y="0"/>
          <a:chExt cx="0" cy="0"/>
        </a:xfrm>
      </p:grpSpPr>
      <p:sp>
        <p:nvSpPr>
          <p:cNvPr id="9322" name="Google Shape;9322;p14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Chapter 3: summary</a:t>
            </a:r>
            <a:endParaRPr b="0" sz="4400"/>
          </a:p>
        </p:txBody>
      </p:sp>
      <p:sp>
        <p:nvSpPr>
          <p:cNvPr id="9323" name="Google Shape;9323;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324" name="Google Shape;9324;p146"/>
          <p:cNvSpPr txBox="1"/>
          <p:nvPr/>
        </p:nvSpPr>
        <p:spPr>
          <a:xfrm>
            <a:off x="876300" y="1295400"/>
            <a:ext cx="5626100" cy="5225369"/>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principles behind transport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multiplexing, demultiplexing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reliable data transfer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flow control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congestion control</a:t>
            </a:r>
            <a:endParaRPr/>
          </a:p>
          <a:p>
            <a:pPr indent="-263525"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instantiation, implementation in the Internet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TCP</a:t>
            </a:r>
            <a:endParaRPr/>
          </a:p>
        </p:txBody>
      </p:sp>
      <p:sp>
        <p:nvSpPr>
          <p:cNvPr id="9325" name="Google Shape;9325;p146"/>
          <p:cNvSpPr txBox="1"/>
          <p:nvPr/>
        </p:nvSpPr>
        <p:spPr>
          <a:xfrm>
            <a:off x="7065962" y="1270000"/>
            <a:ext cx="4732337" cy="4838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Up next:</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leaving the network “edge” </a:t>
            </a:r>
            <a:r>
              <a:rPr b="0" i="0" lang="en-US" sz="2800" u="none" cap="none" strike="noStrike">
                <a:solidFill>
                  <a:schemeClr val="dk1"/>
                </a:solidFill>
                <a:latin typeface="Calibri"/>
                <a:ea typeface="Calibri"/>
                <a:cs typeface="Calibri"/>
                <a:sym typeface="Calibri"/>
              </a:rPr>
              <a:t>(application, transport layers)</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into the network “core”</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two network-layer chapters</a:t>
            </a:r>
            <a:r>
              <a:rPr b="0" i="0" lang="en-US" sz="2800" u="none" cap="none" strike="noStrike">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 plane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control plane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0" name="Shape 9330"/>
        <p:cNvGrpSpPr/>
        <p:nvPr/>
      </p:nvGrpSpPr>
      <p:grpSpPr>
        <a:xfrm>
          <a:off x="0" y="0"/>
          <a:ext cx="0" cy="0"/>
          <a:chOff x="0" y="0"/>
          <a:chExt cx="0" cy="0"/>
        </a:xfrm>
      </p:grpSpPr>
      <p:sp>
        <p:nvSpPr>
          <p:cNvPr id="9331" name="Google Shape;9331;p147"/>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3 slides</a:t>
            </a:r>
            <a:endParaRPr sz="4400"/>
          </a:p>
        </p:txBody>
      </p:sp>
      <p:sp>
        <p:nvSpPr>
          <p:cNvPr id="9332" name="Google Shape;9332;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7" name="Shape 9337"/>
        <p:cNvGrpSpPr/>
        <p:nvPr/>
      </p:nvGrpSpPr>
      <p:grpSpPr>
        <a:xfrm>
          <a:off x="0" y="0"/>
          <a:ext cx="0" cy="0"/>
          <a:chOff x="0" y="0"/>
          <a:chExt cx="0" cy="0"/>
        </a:xfrm>
      </p:grpSpPr>
      <p:sp>
        <p:nvSpPr>
          <p:cNvPr id="9338" name="Google Shape;9338;p1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 extended FSM</a:t>
            </a:r>
            <a:endParaRPr sz="4400"/>
          </a:p>
        </p:txBody>
      </p:sp>
      <p:sp>
        <p:nvSpPr>
          <p:cNvPr id="9339" name="Google Shape;9339;p1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340" name="Google Shape;9340;p148"/>
          <p:cNvGrpSpPr/>
          <p:nvPr/>
        </p:nvGrpSpPr>
        <p:grpSpPr>
          <a:xfrm>
            <a:off x="4595813" y="3710668"/>
            <a:ext cx="800100" cy="657225"/>
            <a:chOff x="1959" y="2515"/>
            <a:chExt cx="504" cy="414"/>
          </a:xfrm>
        </p:grpSpPr>
        <p:sp>
          <p:nvSpPr>
            <p:cNvPr id="9341" name="Google Shape;9341;p148"/>
            <p:cNvSpPr/>
            <p:nvPr/>
          </p:nvSpPr>
          <p:spPr>
            <a:xfrm>
              <a:off x="2004" y="2515"/>
              <a:ext cx="420" cy="414"/>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42" name="Google Shape;9342;p148"/>
            <p:cNvSpPr txBox="1"/>
            <p:nvPr/>
          </p:nvSpPr>
          <p:spPr>
            <a:xfrm>
              <a:off x="1959" y="2611"/>
              <a:ext cx="504" cy="24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1600" u="none" cap="none" strike="noStrike">
                <a:solidFill>
                  <a:srgbClr val="000000"/>
                </a:solidFill>
                <a:latin typeface="Times New Roman"/>
                <a:ea typeface="Times New Roman"/>
                <a:cs typeface="Times New Roman"/>
                <a:sym typeface="Times New Roman"/>
              </a:endParaRPr>
            </a:p>
          </p:txBody>
        </p:sp>
      </p:grpSp>
      <p:cxnSp>
        <p:nvCxnSpPr>
          <p:cNvPr id="9343" name="Google Shape;9343;p148"/>
          <p:cNvCxnSpPr/>
          <p:nvPr/>
        </p:nvCxnSpPr>
        <p:spPr>
          <a:xfrm>
            <a:off x="3057525" y="2797856"/>
            <a:ext cx="1624013" cy="1069975"/>
          </a:xfrm>
          <a:prstGeom prst="straightConnector1">
            <a:avLst/>
          </a:prstGeom>
          <a:noFill/>
          <a:ln cap="flat" cmpd="sng" w="28575">
            <a:solidFill>
              <a:srgbClr val="000000"/>
            </a:solidFill>
            <a:prstDash val="dot"/>
            <a:round/>
            <a:headEnd len="med" w="med" type="none"/>
            <a:tailEnd len="med" w="med" type="triangle"/>
          </a:ln>
        </p:spPr>
      </p:cxnSp>
      <p:grpSp>
        <p:nvGrpSpPr>
          <p:cNvPr id="9344" name="Google Shape;9344;p148"/>
          <p:cNvGrpSpPr/>
          <p:nvPr/>
        </p:nvGrpSpPr>
        <p:grpSpPr>
          <a:xfrm>
            <a:off x="5389563" y="3466193"/>
            <a:ext cx="3167062" cy="1152525"/>
            <a:chOff x="5389563" y="3466193"/>
            <a:chExt cx="3167062" cy="1152525"/>
          </a:xfrm>
        </p:grpSpPr>
        <p:sp>
          <p:nvSpPr>
            <p:cNvPr id="9345" name="Google Shape;9345;p148"/>
            <p:cNvSpPr txBox="1"/>
            <p:nvPr/>
          </p:nvSpPr>
          <p:spPr>
            <a:xfrm>
              <a:off x="5780088" y="3777343"/>
              <a:ext cx="2776537"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udt_send(sndpkt[nextseqnum-1])</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9346" name="Google Shape;9346;p148"/>
            <p:cNvSpPr txBox="1"/>
            <p:nvPr/>
          </p:nvSpPr>
          <p:spPr>
            <a:xfrm>
              <a:off x="5802313" y="3542393"/>
              <a:ext cx="1100137" cy="2746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47" name="Google Shape;9347;p148"/>
            <p:cNvCxnSpPr/>
            <p:nvPr/>
          </p:nvCxnSpPr>
          <p:spPr>
            <a:xfrm>
              <a:off x="5886450" y="3818618"/>
              <a:ext cx="1619250" cy="0"/>
            </a:xfrm>
            <a:prstGeom prst="straightConnector1">
              <a:avLst/>
            </a:prstGeom>
            <a:noFill/>
            <a:ln cap="flat" cmpd="sng" w="19050">
              <a:solidFill>
                <a:srgbClr val="000000"/>
              </a:solidFill>
              <a:prstDash val="solid"/>
              <a:round/>
              <a:headEnd len="med" w="med" type="none"/>
              <a:tailEnd len="med" w="med" type="none"/>
            </a:ln>
          </p:spPr>
        </p:cxnSp>
        <p:sp>
          <p:nvSpPr>
            <p:cNvPr id="9348" name="Google Shape;9348;p148"/>
            <p:cNvSpPr/>
            <p:nvPr/>
          </p:nvSpPr>
          <p:spPr>
            <a:xfrm>
              <a:off x="5389563" y="346619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49" name="Google Shape;9349;p148"/>
          <p:cNvGrpSpPr/>
          <p:nvPr/>
        </p:nvGrpSpPr>
        <p:grpSpPr>
          <a:xfrm>
            <a:off x="4222750" y="1037318"/>
            <a:ext cx="5521325" cy="2679474"/>
            <a:chOff x="4222750" y="1037318"/>
            <a:chExt cx="5521325" cy="2679474"/>
          </a:xfrm>
        </p:grpSpPr>
        <p:sp>
          <p:nvSpPr>
            <p:cNvPr id="9350" name="Google Shape;9350;p148"/>
            <p:cNvSpPr txBox="1"/>
            <p:nvPr/>
          </p:nvSpPr>
          <p:spPr>
            <a:xfrm>
              <a:off x="4222750" y="1037318"/>
              <a:ext cx="2333625" cy="257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9351" name="Google Shape;9351;p148"/>
            <p:cNvCxnSpPr/>
            <p:nvPr/>
          </p:nvCxnSpPr>
          <p:spPr>
            <a:xfrm>
              <a:off x="4330700" y="1356406"/>
              <a:ext cx="1914525" cy="0"/>
            </a:xfrm>
            <a:prstGeom prst="straightConnector1">
              <a:avLst/>
            </a:prstGeom>
            <a:noFill/>
            <a:ln cap="flat" cmpd="sng" w="28575">
              <a:solidFill>
                <a:srgbClr val="000000"/>
              </a:solidFill>
              <a:prstDash val="solid"/>
              <a:round/>
              <a:headEnd len="med" w="med" type="none"/>
              <a:tailEnd len="med" w="med" type="none"/>
            </a:ln>
          </p:spPr>
        </p:cxnSp>
        <p:sp>
          <p:nvSpPr>
            <p:cNvPr id="9352" name="Google Shape;9352;p148"/>
            <p:cNvSpPr txBox="1"/>
            <p:nvPr/>
          </p:nvSpPr>
          <p:spPr>
            <a:xfrm>
              <a:off x="4222750" y="1378631"/>
              <a:ext cx="5521325" cy="1466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(nextseqnum &lt; base+N)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sndpkt[nextseqnum] = make_pkt(nextseqnum,data,chksum)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udt_send(sndpkt[nextseqnum])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refuse_data(data)</a:t>
              </a:r>
              <a:endParaRPr b="0" i="0" sz="1400" u="none" cap="none" strike="noStrike">
                <a:solidFill>
                  <a:srgbClr val="000000"/>
                </a:solidFill>
                <a:latin typeface="Times New Roman"/>
                <a:ea typeface="Times New Roman"/>
                <a:cs typeface="Times New Roman"/>
                <a:sym typeface="Times New Roman"/>
              </a:endParaRPr>
            </a:p>
          </p:txBody>
        </p:sp>
        <p:sp>
          <p:nvSpPr>
            <p:cNvPr id="9353" name="Google Shape;9353;p148"/>
            <p:cNvSpPr/>
            <p:nvPr/>
          </p:nvSpPr>
          <p:spPr>
            <a:xfrm flipH="1" rot="5142103">
              <a:off x="4816476" y="290104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54" name="Google Shape;9354;p148"/>
          <p:cNvGrpSpPr/>
          <p:nvPr/>
        </p:nvGrpSpPr>
        <p:grpSpPr>
          <a:xfrm>
            <a:off x="4371975" y="4413931"/>
            <a:ext cx="3686175" cy="1860550"/>
            <a:chOff x="4371975" y="4413931"/>
            <a:chExt cx="3686175" cy="1860550"/>
          </a:xfrm>
        </p:grpSpPr>
        <p:sp>
          <p:nvSpPr>
            <p:cNvPr id="9355" name="Google Shape;9355;p148"/>
            <p:cNvSpPr txBox="1"/>
            <p:nvPr/>
          </p:nvSpPr>
          <p:spPr>
            <a:xfrm>
              <a:off x="4371975" y="5445806"/>
              <a:ext cx="3686175"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 = getacknum(rcvpkt)+1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stop_timer</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Times New Roman"/>
                <a:ea typeface="Times New Roman"/>
                <a:cs typeface="Times New Roman"/>
                <a:sym typeface="Times New Roman"/>
              </a:endParaRPr>
            </a:p>
          </p:txBody>
        </p:sp>
        <p:sp>
          <p:nvSpPr>
            <p:cNvPr id="9356" name="Google Shape;9356;p148"/>
            <p:cNvSpPr txBox="1"/>
            <p:nvPr/>
          </p:nvSpPr>
          <p:spPr>
            <a:xfrm>
              <a:off x="4384675" y="4945743"/>
              <a:ext cx="2833688"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notcorrupt(rcvpkt) </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57" name="Google Shape;9357;p148"/>
            <p:cNvCxnSpPr/>
            <p:nvPr/>
          </p:nvCxnSpPr>
          <p:spPr>
            <a:xfrm>
              <a:off x="4476750" y="5469618"/>
              <a:ext cx="1619250" cy="0"/>
            </a:xfrm>
            <a:prstGeom prst="straightConnector1">
              <a:avLst/>
            </a:prstGeom>
            <a:noFill/>
            <a:ln cap="flat" cmpd="sng" w="28575">
              <a:solidFill>
                <a:srgbClr val="000000"/>
              </a:solidFill>
              <a:prstDash val="solid"/>
              <a:round/>
              <a:headEnd len="med" w="med" type="none"/>
              <a:tailEnd len="med" w="med" type="none"/>
            </a:ln>
          </p:spPr>
        </p:cxnSp>
        <p:sp>
          <p:nvSpPr>
            <p:cNvPr id="9358" name="Google Shape;9358;p148"/>
            <p:cNvSpPr/>
            <p:nvPr/>
          </p:nvSpPr>
          <p:spPr>
            <a:xfrm>
              <a:off x="4533900" y="4413931"/>
              <a:ext cx="1054100" cy="674687"/>
            </a:xfrm>
            <a:custGeom>
              <a:rect b="b" l="l" r="r" t="t"/>
              <a:pathLst>
                <a:path extrusionOk="0" h="425" w="664">
                  <a:moveTo>
                    <a:pt x="241" y="20"/>
                  </a:moveTo>
                  <a:cubicBezTo>
                    <a:pt x="0" y="393"/>
                    <a:pt x="664" y="425"/>
                    <a:pt x="388"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359" name="Google Shape;9359;p148"/>
          <p:cNvCxnSpPr/>
          <p:nvPr/>
        </p:nvCxnSpPr>
        <p:spPr>
          <a:xfrm>
            <a:off x="2643188" y="3224893"/>
            <a:ext cx="803275" cy="0"/>
          </a:xfrm>
          <a:prstGeom prst="straightConnector1">
            <a:avLst/>
          </a:prstGeom>
          <a:noFill/>
          <a:ln cap="flat" cmpd="sng" w="19050">
            <a:solidFill>
              <a:srgbClr val="000000"/>
            </a:solidFill>
            <a:prstDash val="solid"/>
            <a:round/>
            <a:headEnd len="med" w="med" type="none"/>
            <a:tailEnd len="med" w="med" type="none"/>
          </a:ln>
        </p:spPr>
      </p:cxnSp>
      <p:sp>
        <p:nvSpPr>
          <p:cNvPr id="9360" name="Google Shape;9360;p148"/>
          <p:cNvSpPr txBox="1"/>
          <p:nvPr/>
        </p:nvSpPr>
        <p:spPr>
          <a:xfrm>
            <a:off x="2516188" y="3194731"/>
            <a:ext cx="1485900" cy="501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nextseqnum=1</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grpSp>
        <p:nvGrpSpPr>
          <p:cNvPr id="9361" name="Google Shape;9361;p148"/>
          <p:cNvGrpSpPr/>
          <p:nvPr/>
        </p:nvGrpSpPr>
        <p:grpSpPr>
          <a:xfrm>
            <a:off x="2279650" y="4188506"/>
            <a:ext cx="2343150" cy="638175"/>
            <a:chOff x="2279650" y="4188506"/>
            <a:chExt cx="2343150" cy="638175"/>
          </a:xfrm>
        </p:grpSpPr>
        <p:sp>
          <p:nvSpPr>
            <p:cNvPr id="9362" name="Google Shape;9362;p148"/>
            <p:cNvSpPr txBox="1"/>
            <p:nvPr/>
          </p:nvSpPr>
          <p:spPr>
            <a:xfrm>
              <a:off x="2279650" y="4256768"/>
              <a:ext cx="2047875"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corrupt(rcvpkt)</a:t>
              </a:r>
              <a:r>
                <a:rPr b="0" i="0" lang="en-US" sz="1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63" name="Google Shape;9363;p148"/>
            <p:cNvCxnSpPr/>
            <p:nvPr/>
          </p:nvCxnSpPr>
          <p:spPr>
            <a:xfrm>
              <a:off x="2371725" y="4755243"/>
              <a:ext cx="1520825" cy="0"/>
            </a:xfrm>
            <a:prstGeom prst="straightConnector1">
              <a:avLst/>
            </a:prstGeom>
            <a:noFill/>
            <a:ln cap="flat" cmpd="sng" w="19050">
              <a:solidFill>
                <a:srgbClr val="000000"/>
              </a:solidFill>
              <a:prstDash val="solid"/>
              <a:round/>
              <a:headEnd len="med" w="med" type="none"/>
              <a:tailEnd len="med" w="med" type="none"/>
            </a:ln>
          </p:spPr>
        </p:cxnSp>
        <p:sp>
          <p:nvSpPr>
            <p:cNvPr id="9364" name="Google Shape;9364;p148"/>
            <p:cNvSpPr/>
            <p:nvPr/>
          </p:nvSpPr>
          <p:spPr>
            <a:xfrm>
              <a:off x="3927475" y="4188506"/>
              <a:ext cx="695325" cy="638175"/>
            </a:xfrm>
            <a:custGeom>
              <a:rect b="b" l="l" r="r" t="t"/>
              <a:pathLst>
                <a:path extrusionOk="0" h="1005" w="1095">
                  <a:moveTo>
                    <a:pt x="1005" y="0"/>
                  </a:moveTo>
                  <a:cubicBezTo>
                    <a:pt x="0" y="30"/>
                    <a:pt x="645" y="1005"/>
                    <a:pt x="1095" y="16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65" name="Google Shape;9365;p148"/>
          <p:cNvSpPr txBox="1"/>
          <p:nvPr/>
        </p:nvSpPr>
        <p:spPr>
          <a:xfrm>
            <a:off x="2559050" y="2894693"/>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9"/>
                                        </p:tgtEl>
                                        <p:attrNameLst>
                                          <p:attrName>style.visibility</p:attrName>
                                        </p:attrNameLst>
                                      </p:cBhvr>
                                      <p:to>
                                        <p:strVal val="visible"/>
                                      </p:to>
                                    </p:set>
                                    <p:animEffect filter="fade" transition="in">
                                      <p:cBhvr>
                                        <p:cTn dur="500"/>
                                        <p:tgtEl>
                                          <p:spTgt spid="9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4"/>
                                        </p:tgtEl>
                                        <p:attrNameLst>
                                          <p:attrName>style.visibility</p:attrName>
                                        </p:attrNameLst>
                                      </p:cBhvr>
                                      <p:to>
                                        <p:strVal val="visible"/>
                                      </p:to>
                                    </p:set>
                                    <p:animEffect filter="fade" transition="in">
                                      <p:cBhvr>
                                        <p:cTn dur="500"/>
                                        <p:tgtEl>
                                          <p:spTgt spid="9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4"/>
                                        </p:tgtEl>
                                        <p:attrNameLst>
                                          <p:attrName>style.visibility</p:attrName>
                                        </p:attrNameLst>
                                      </p:cBhvr>
                                      <p:to>
                                        <p:strVal val="visible"/>
                                      </p:to>
                                    </p:set>
                                    <p:animEffect filter="fade" transition="in">
                                      <p:cBhvr>
                                        <p:cTn dur="500"/>
                                        <p:tgtEl>
                                          <p:spTgt spid="9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1"/>
                                        </p:tgtEl>
                                        <p:attrNameLst>
                                          <p:attrName>style.visibility</p:attrName>
                                        </p:attrNameLst>
                                      </p:cBhvr>
                                      <p:to>
                                        <p:strVal val="visible"/>
                                      </p:to>
                                    </p:set>
                                    <p:animEffect filter="fade" transition="in">
                                      <p:cBhvr>
                                        <p:cTn dur="500"/>
                                        <p:tgtEl>
                                          <p:spTgt spid="9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0" name="Shape 9370"/>
        <p:cNvGrpSpPr/>
        <p:nvPr/>
      </p:nvGrpSpPr>
      <p:grpSpPr>
        <a:xfrm>
          <a:off x="0" y="0"/>
          <a:ext cx="0" cy="0"/>
          <a:chOff x="0" y="0"/>
          <a:chExt cx="0" cy="0"/>
        </a:xfrm>
      </p:grpSpPr>
      <p:sp>
        <p:nvSpPr>
          <p:cNvPr id="9371" name="Google Shape;9371;p1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 extended FSM</a:t>
            </a:r>
            <a:endParaRPr sz="4400"/>
          </a:p>
        </p:txBody>
      </p:sp>
      <p:sp>
        <p:nvSpPr>
          <p:cNvPr id="9372" name="Google Shape;9372;p1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73" name="Google Shape;9373;p149"/>
          <p:cNvSpPr/>
          <p:nvPr/>
        </p:nvSpPr>
        <p:spPr>
          <a:xfrm>
            <a:off x="4922611" y="2155825"/>
            <a:ext cx="666750" cy="6572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74" name="Google Shape;9374;p149"/>
          <p:cNvSpPr txBox="1"/>
          <p:nvPr/>
        </p:nvSpPr>
        <p:spPr>
          <a:xfrm>
            <a:off x="4881111" y="2307771"/>
            <a:ext cx="800100" cy="336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2000" u="none" cap="none" strike="noStrike">
              <a:solidFill>
                <a:srgbClr val="000000"/>
              </a:solidFill>
              <a:latin typeface="Times New Roman"/>
              <a:ea typeface="Times New Roman"/>
              <a:cs typeface="Times New Roman"/>
              <a:sym typeface="Times New Roman"/>
            </a:endParaRPr>
          </a:p>
        </p:txBody>
      </p:sp>
      <p:cxnSp>
        <p:nvCxnSpPr>
          <p:cNvPr id="9375" name="Google Shape;9375;p149"/>
          <p:cNvCxnSpPr/>
          <p:nvPr/>
        </p:nvCxnSpPr>
        <p:spPr>
          <a:xfrm>
            <a:off x="2608036" y="1995488"/>
            <a:ext cx="2298700" cy="474662"/>
          </a:xfrm>
          <a:prstGeom prst="straightConnector1">
            <a:avLst/>
          </a:prstGeom>
          <a:noFill/>
          <a:ln cap="flat" cmpd="sng" w="28575">
            <a:solidFill>
              <a:srgbClr val="000000"/>
            </a:solidFill>
            <a:prstDash val="dash"/>
            <a:round/>
            <a:headEnd len="med" w="med" type="none"/>
            <a:tailEnd len="med" w="med" type="triangle"/>
          </a:ln>
        </p:spPr>
      </p:cxnSp>
      <p:sp>
        <p:nvSpPr>
          <p:cNvPr id="9376" name="Google Shape;9376;p149"/>
          <p:cNvSpPr/>
          <p:nvPr/>
        </p:nvSpPr>
        <p:spPr>
          <a:xfrm>
            <a:off x="5595711" y="1898650"/>
            <a:ext cx="828675"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7" name="Google Shape;9377;p149"/>
          <p:cNvSpPr txBox="1"/>
          <p:nvPr/>
        </p:nvSpPr>
        <p:spPr>
          <a:xfrm>
            <a:off x="6089424" y="1668463"/>
            <a:ext cx="3570287" cy="5635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notcorrupt(rcvpkt)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hasseqnum(rcvpkt,expectedseqnum) </a:t>
            </a:r>
            <a:endParaRPr b="0" i="0" sz="1400" u="none" cap="none" strike="noStrike">
              <a:solidFill>
                <a:srgbClr val="000000"/>
              </a:solidFill>
              <a:latin typeface="Times New Roman"/>
              <a:ea typeface="Times New Roman"/>
              <a:cs typeface="Times New Roman"/>
              <a:sym typeface="Times New Roman"/>
            </a:endParaRPr>
          </a:p>
        </p:txBody>
      </p:sp>
      <p:cxnSp>
        <p:nvCxnSpPr>
          <p:cNvPr id="9378" name="Google Shape;9378;p149"/>
          <p:cNvCxnSpPr/>
          <p:nvPr/>
        </p:nvCxnSpPr>
        <p:spPr>
          <a:xfrm>
            <a:off x="6159274" y="2360613"/>
            <a:ext cx="3175000" cy="1587"/>
          </a:xfrm>
          <a:prstGeom prst="straightConnector1">
            <a:avLst/>
          </a:prstGeom>
          <a:noFill/>
          <a:ln cap="flat" cmpd="sng" w="19050">
            <a:solidFill>
              <a:srgbClr val="000000"/>
            </a:solidFill>
            <a:prstDash val="solid"/>
            <a:round/>
            <a:headEnd len="med" w="med" type="none"/>
            <a:tailEnd len="med" w="med" type="none"/>
          </a:ln>
        </p:spPr>
      </p:cxnSp>
      <p:sp>
        <p:nvSpPr>
          <p:cNvPr id="9379" name="Google Shape;9379;p149"/>
          <p:cNvSpPr txBox="1"/>
          <p:nvPr/>
        </p:nvSpPr>
        <p:spPr>
          <a:xfrm>
            <a:off x="6094186" y="2403475"/>
            <a:ext cx="4314825" cy="858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make_pkt(expectedseqnum,ACK,chksum)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a:t>
            </a:r>
            <a:endParaRPr b="0" i="0" sz="1400" u="none" cap="none" strike="noStrike">
              <a:solidFill>
                <a:srgbClr val="000000"/>
              </a:solidFill>
              <a:latin typeface="Times New Roman"/>
              <a:ea typeface="Times New Roman"/>
              <a:cs typeface="Times New Roman"/>
              <a:sym typeface="Times New Roman"/>
            </a:endParaRPr>
          </a:p>
        </p:txBody>
      </p:sp>
      <p:grpSp>
        <p:nvGrpSpPr>
          <p:cNvPr id="9380" name="Google Shape;9380;p149"/>
          <p:cNvGrpSpPr/>
          <p:nvPr/>
        </p:nvGrpSpPr>
        <p:grpSpPr>
          <a:xfrm>
            <a:off x="4320949" y="1306513"/>
            <a:ext cx="1701605" cy="884011"/>
            <a:chOff x="4320949" y="1306513"/>
            <a:chExt cx="1701605" cy="884011"/>
          </a:xfrm>
        </p:grpSpPr>
        <p:sp>
          <p:nvSpPr>
            <p:cNvPr id="9381" name="Google Shape;9381;p149"/>
            <p:cNvSpPr txBox="1"/>
            <p:nvPr/>
          </p:nvSpPr>
          <p:spPr>
            <a:xfrm>
              <a:off x="4320949" y="1582738"/>
              <a:ext cx="1617662" cy="314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382" name="Google Shape;9382;p149"/>
            <p:cNvSpPr txBox="1"/>
            <p:nvPr/>
          </p:nvSpPr>
          <p:spPr>
            <a:xfrm>
              <a:off x="4360636" y="1306513"/>
              <a:ext cx="1661918"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any other event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83" name="Google Shape;9383;p149"/>
            <p:cNvCxnSpPr/>
            <p:nvPr/>
          </p:nvCxnSpPr>
          <p:spPr>
            <a:xfrm>
              <a:off x="4441599" y="1603375"/>
              <a:ext cx="815975" cy="0"/>
            </a:xfrm>
            <a:prstGeom prst="straightConnector1">
              <a:avLst/>
            </a:prstGeom>
            <a:noFill/>
            <a:ln cap="flat" cmpd="sng" w="28575">
              <a:solidFill>
                <a:srgbClr val="000000"/>
              </a:solidFill>
              <a:prstDash val="solid"/>
              <a:round/>
              <a:headEnd len="med" w="med" type="none"/>
              <a:tailEnd len="med" w="med" type="none"/>
            </a:ln>
          </p:spPr>
        </p:cxnSp>
        <p:sp>
          <p:nvSpPr>
            <p:cNvPr id="9384" name="Google Shape;9384;p149"/>
            <p:cNvSpPr/>
            <p:nvPr/>
          </p:nvSpPr>
          <p:spPr>
            <a:xfrm flipH="1" rot="5142103">
              <a:off x="5068662" y="1374775"/>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385" name="Google Shape;9385;p149"/>
          <p:cNvCxnSpPr/>
          <p:nvPr/>
        </p:nvCxnSpPr>
        <p:spPr>
          <a:xfrm>
            <a:off x="2547711" y="2408238"/>
            <a:ext cx="1238250" cy="0"/>
          </a:xfrm>
          <a:prstGeom prst="straightConnector1">
            <a:avLst/>
          </a:prstGeom>
          <a:noFill/>
          <a:ln cap="flat" cmpd="sng" w="28575">
            <a:solidFill>
              <a:srgbClr val="000000"/>
            </a:solidFill>
            <a:prstDash val="solid"/>
            <a:round/>
            <a:headEnd len="med" w="med" type="none"/>
            <a:tailEnd len="med" w="med" type="none"/>
          </a:ln>
        </p:spPr>
      </p:cxnSp>
      <p:sp>
        <p:nvSpPr>
          <p:cNvPr id="9386" name="Google Shape;9386;p149"/>
          <p:cNvSpPr txBox="1"/>
          <p:nvPr/>
        </p:nvSpPr>
        <p:spPr>
          <a:xfrm>
            <a:off x="2457224" y="2428875"/>
            <a:ext cx="3641725"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make_pkt(expectedseqnum,ACK,chksum)</a:t>
            </a:r>
            <a:endParaRPr/>
          </a:p>
          <a:p>
            <a:pPr indent="0" lvl="0" marL="0" marR="0" rtl="0" algn="l">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9387" name="Google Shape;9387;p149"/>
          <p:cNvSpPr txBox="1"/>
          <p:nvPr/>
        </p:nvSpPr>
        <p:spPr>
          <a:xfrm>
            <a:off x="2493736" y="2105025"/>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9388" name="Google Shape;9388;p149"/>
          <p:cNvSpPr txBox="1"/>
          <p:nvPr/>
        </p:nvSpPr>
        <p:spPr>
          <a:xfrm>
            <a:off x="930389" y="3827462"/>
            <a:ext cx="10318069" cy="285432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ACK-only: always send ACK for correctly-received packet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1" i="0" lang="en-US" sz="2400" u="none" cap="none" strike="noStrike">
                <a:solidFill>
                  <a:srgbClr val="000000"/>
                </a:solidFill>
                <a:latin typeface="Courier New"/>
                <a:ea typeface="Courier New"/>
                <a:cs typeface="Courier New"/>
                <a:sym typeface="Courier New"/>
              </a:rPr>
              <a:t>expectedseqnum</a:t>
            </a:r>
            <a:endParaRPr b="1" i="0" sz="2400" u="none" cap="none" strike="noStrike">
              <a:solidFill>
                <a:srgbClr val="000000"/>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discard (don’t buffer): </a:t>
            </a:r>
            <a:r>
              <a:rPr b="0" i="1" lang="en-US" sz="2400" u="none" cap="none" strike="noStrike">
                <a:solidFill>
                  <a:srgbClr val="CC0000"/>
                </a:solidFill>
                <a:latin typeface="Calibri"/>
                <a:ea typeface="Calibri"/>
                <a:cs typeface="Calibri"/>
                <a:sym typeface="Calibri"/>
              </a:rPr>
              <a:t>no receiver buffering!</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7"/>
                                        </p:tgtEl>
                                        <p:attrNameLst>
                                          <p:attrName>style.visibility</p:attrName>
                                        </p:attrNameLst>
                                      </p:cBhvr>
                                      <p:to>
                                        <p:strVal val="visible"/>
                                      </p:to>
                                    </p:set>
                                    <p:animEffect filter="fade" transition="in">
                                      <p:cBhvr>
                                        <p:cTn dur="500"/>
                                        <p:tgtEl>
                                          <p:spTgt spid="9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9"/>
                                        </p:tgtEl>
                                        <p:attrNameLst>
                                          <p:attrName>style.visibility</p:attrName>
                                        </p:attrNameLst>
                                      </p:cBhvr>
                                      <p:to>
                                        <p:strVal val="visible"/>
                                      </p:to>
                                    </p:set>
                                    <p:animEffect filter="fade" transition="in">
                                      <p:cBhvr>
                                        <p:cTn dur="500"/>
                                        <p:tgtEl>
                                          <p:spTgt spid="9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0"/>
                                        </p:tgtEl>
                                        <p:attrNameLst>
                                          <p:attrName>style.visibility</p:attrName>
                                        </p:attrNameLst>
                                      </p:cBhvr>
                                      <p:to>
                                        <p:strVal val="visible"/>
                                      </p:to>
                                    </p:set>
                                    <p:animEffect filter="fade" transition="in">
                                      <p:cBhvr>
                                        <p:cTn dur="500"/>
                                        <p:tgtEl>
                                          <p:spTgt spid="9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3" name="Shape 9393"/>
        <p:cNvGrpSpPr/>
        <p:nvPr/>
      </p:nvGrpSpPr>
      <p:grpSpPr>
        <a:xfrm>
          <a:off x="0" y="0"/>
          <a:ext cx="0" cy="0"/>
          <a:chOff x="0" y="0"/>
          <a:chExt cx="0" cy="0"/>
        </a:xfrm>
      </p:grpSpPr>
      <p:sp>
        <p:nvSpPr>
          <p:cNvPr id="9394" name="Google Shape;9394;p15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a:t>(simplified)</a:t>
            </a:r>
            <a:endParaRPr b="0" sz="4400"/>
          </a:p>
        </p:txBody>
      </p:sp>
      <p:sp>
        <p:nvSpPr>
          <p:cNvPr id="9395" name="Google Shape;9395;p1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96" name="Google Shape;9396;p150"/>
          <p:cNvSpPr/>
          <p:nvPr/>
        </p:nvSpPr>
        <p:spPr>
          <a:xfrm>
            <a:off x="5099050" y="2604687"/>
            <a:ext cx="1071562" cy="97155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7" name="Google Shape;9397;p150"/>
          <p:cNvSpPr/>
          <p:nvPr/>
        </p:nvSpPr>
        <p:spPr>
          <a:xfrm>
            <a:off x="5024437" y="2652312"/>
            <a:ext cx="1071563" cy="97155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8" name="Google Shape;9398;p150"/>
          <p:cNvSpPr txBox="1"/>
          <p:nvPr/>
        </p:nvSpPr>
        <p:spPr>
          <a:xfrm>
            <a:off x="5108563" y="2655487"/>
            <a:ext cx="889025" cy="986104"/>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wait</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for </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event</a:t>
            </a:r>
            <a:endParaRPr b="0" i="0" sz="1800" u="none" cap="none" strike="noStrike">
              <a:solidFill>
                <a:srgbClr val="000000"/>
              </a:solidFill>
              <a:latin typeface="Calibri"/>
              <a:ea typeface="Calibri"/>
              <a:cs typeface="Calibri"/>
              <a:sym typeface="Calibri"/>
            </a:endParaRPr>
          </a:p>
        </p:txBody>
      </p:sp>
      <p:cxnSp>
        <p:nvCxnSpPr>
          <p:cNvPr id="9399" name="Google Shape;9399;p150"/>
          <p:cNvCxnSpPr/>
          <p:nvPr/>
        </p:nvCxnSpPr>
        <p:spPr>
          <a:xfrm>
            <a:off x="4057650" y="2122087"/>
            <a:ext cx="1071562" cy="688975"/>
          </a:xfrm>
          <a:prstGeom prst="straightConnector1">
            <a:avLst/>
          </a:prstGeom>
          <a:noFill/>
          <a:ln cap="flat" cmpd="sng" w="9525">
            <a:solidFill>
              <a:srgbClr val="000000"/>
            </a:solidFill>
            <a:prstDash val="dash"/>
            <a:round/>
            <a:headEnd len="med" w="med" type="none"/>
            <a:tailEnd len="med" w="med" type="triangle"/>
          </a:ln>
        </p:spPr>
      </p:cxnSp>
      <p:sp>
        <p:nvSpPr>
          <p:cNvPr id="9400" name="Google Shape;9400;p150"/>
          <p:cNvSpPr txBox="1"/>
          <p:nvPr/>
        </p:nvSpPr>
        <p:spPr>
          <a:xfrm>
            <a:off x="2516187" y="2749150"/>
            <a:ext cx="25463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 = InitialSeqNum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SendBase = InitialSeqNum</a:t>
            </a:r>
            <a:endParaRPr/>
          </a:p>
        </p:txBody>
      </p:sp>
      <p:cxnSp>
        <p:nvCxnSpPr>
          <p:cNvPr id="9401" name="Google Shape;9401;p150"/>
          <p:cNvCxnSpPr/>
          <p:nvPr/>
        </p:nvCxnSpPr>
        <p:spPr>
          <a:xfrm>
            <a:off x="2619375" y="2763437"/>
            <a:ext cx="2179637" cy="0"/>
          </a:xfrm>
          <a:prstGeom prst="straightConnector1">
            <a:avLst/>
          </a:prstGeom>
          <a:noFill/>
          <a:ln cap="flat" cmpd="sng" w="9525">
            <a:solidFill>
              <a:srgbClr val="000000"/>
            </a:solidFill>
            <a:prstDash val="solid"/>
            <a:round/>
            <a:headEnd len="med" w="med" type="none"/>
            <a:tailEnd len="med" w="med" type="none"/>
          </a:ln>
        </p:spPr>
      </p:cxnSp>
      <p:sp>
        <p:nvSpPr>
          <p:cNvPr id="9402" name="Google Shape;9402;p150"/>
          <p:cNvSpPr txBox="1"/>
          <p:nvPr/>
        </p:nvSpPr>
        <p:spPr>
          <a:xfrm>
            <a:off x="3489325" y="2445937"/>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03" name="Google Shape;9403;p150"/>
          <p:cNvGrpSpPr/>
          <p:nvPr/>
        </p:nvGrpSpPr>
        <p:grpSpPr>
          <a:xfrm>
            <a:off x="7007225" y="3280962"/>
            <a:ext cx="3298825" cy="1147763"/>
            <a:chOff x="1270" y="3518"/>
            <a:chExt cx="2078" cy="723"/>
          </a:xfrm>
        </p:grpSpPr>
        <p:sp>
          <p:nvSpPr>
            <p:cNvPr id="9404" name="Google Shape;9404;p150"/>
            <p:cNvSpPr txBox="1"/>
            <p:nvPr/>
          </p:nvSpPr>
          <p:spPr>
            <a:xfrm>
              <a:off x="1275" y="3721"/>
              <a:ext cx="2073"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 not-yet-acked segment         	with smallest seq. #</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start timer</a:t>
              </a:r>
              <a:endParaRPr/>
            </a:p>
          </p:txBody>
        </p:sp>
        <p:sp>
          <p:nvSpPr>
            <p:cNvPr id="9405" name="Google Shape;9405;p150"/>
            <p:cNvSpPr txBox="1"/>
            <p:nvPr/>
          </p:nvSpPr>
          <p:spPr>
            <a:xfrm>
              <a:off x="1270" y="3518"/>
              <a:ext cx="547"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timeout</a:t>
              </a:r>
              <a:endParaRPr/>
            </a:p>
          </p:txBody>
        </p:sp>
        <p:cxnSp>
          <p:nvCxnSpPr>
            <p:cNvPr id="9406" name="Google Shape;9406;p150"/>
            <p:cNvCxnSpPr/>
            <p:nvPr/>
          </p:nvCxnSpPr>
          <p:spPr>
            <a:xfrm>
              <a:off x="1342" y="3741"/>
              <a:ext cx="1881" cy="0"/>
            </a:xfrm>
            <a:prstGeom prst="straightConnector1">
              <a:avLst/>
            </a:prstGeom>
            <a:noFill/>
            <a:ln cap="flat" cmpd="sng" w="9525">
              <a:solidFill>
                <a:srgbClr val="000000"/>
              </a:solidFill>
              <a:prstDash val="solid"/>
              <a:round/>
              <a:headEnd len="med" w="med" type="none"/>
              <a:tailEnd len="med" w="med" type="none"/>
            </a:ln>
          </p:spPr>
        </p:cxnSp>
      </p:grpSp>
      <p:grpSp>
        <p:nvGrpSpPr>
          <p:cNvPr id="9407" name="Google Shape;9407;p150"/>
          <p:cNvGrpSpPr/>
          <p:nvPr/>
        </p:nvGrpSpPr>
        <p:grpSpPr>
          <a:xfrm>
            <a:off x="3154362" y="4387450"/>
            <a:ext cx="4703763" cy="2181225"/>
            <a:chOff x="678" y="2592"/>
            <a:chExt cx="2963" cy="1374"/>
          </a:xfrm>
        </p:grpSpPr>
        <p:sp>
          <p:nvSpPr>
            <p:cNvPr id="9408" name="Google Shape;9408;p150"/>
            <p:cNvSpPr txBox="1"/>
            <p:nvPr/>
          </p:nvSpPr>
          <p:spPr>
            <a:xfrm>
              <a:off x="678" y="2830"/>
              <a:ext cx="2963" cy="1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if (y &gt; SendBase)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SendBase = y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SendBase–1: last cumulatively ACKed byte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if (there are currently not-yet-acked segments)</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start timer</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else stop timer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a:t>
              </a:r>
              <a:endParaRPr/>
            </a:p>
          </p:txBody>
        </p:sp>
        <p:sp>
          <p:nvSpPr>
            <p:cNvPr id="9409" name="Google Shape;9409;p150"/>
            <p:cNvSpPr txBox="1"/>
            <p:nvPr/>
          </p:nvSpPr>
          <p:spPr>
            <a:xfrm>
              <a:off x="705" y="2592"/>
              <a:ext cx="220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 received, with ACK field value y </a:t>
              </a:r>
              <a:endParaRPr/>
            </a:p>
          </p:txBody>
        </p:sp>
        <p:cxnSp>
          <p:nvCxnSpPr>
            <p:cNvPr id="9410" name="Google Shape;9410;p150"/>
            <p:cNvCxnSpPr/>
            <p:nvPr/>
          </p:nvCxnSpPr>
          <p:spPr>
            <a:xfrm>
              <a:off x="748" y="2815"/>
              <a:ext cx="2078" cy="0"/>
            </a:xfrm>
            <a:prstGeom prst="straightConnector1">
              <a:avLst/>
            </a:prstGeom>
            <a:noFill/>
            <a:ln cap="flat" cmpd="sng" w="9525">
              <a:solidFill>
                <a:srgbClr val="000000"/>
              </a:solidFill>
              <a:prstDash val="solid"/>
              <a:round/>
              <a:headEnd len="med" w="med" type="none"/>
              <a:tailEnd len="med" w="med" type="none"/>
            </a:ln>
          </p:spPr>
        </p:cxnSp>
      </p:grpSp>
      <p:grpSp>
        <p:nvGrpSpPr>
          <p:cNvPr id="9411" name="Google Shape;9411;p150"/>
          <p:cNvGrpSpPr/>
          <p:nvPr/>
        </p:nvGrpSpPr>
        <p:grpSpPr>
          <a:xfrm>
            <a:off x="5851525" y="1207687"/>
            <a:ext cx="5207000" cy="1928813"/>
            <a:chOff x="5851525" y="1207687"/>
            <a:chExt cx="5207000" cy="1928813"/>
          </a:xfrm>
        </p:grpSpPr>
        <p:grpSp>
          <p:nvGrpSpPr>
            <p:cNvPr id="9412" name="Google Shape;9412;p150"/>
            <p:cNvGrpSpPr/>
            <p:nvPr/>
          </p:nvGrpSpPr>
          <p:grpSpPr>
            <a:xfrm>
              <a:off x="6807200" y="1207687"/>
              <a:ext cx="4251325" cy="1928813"/>
              <a:chOff x="3003" y="1263"/>
              <a:chExt cx="2678" cy="1215"/>
            </a:xfrm>
          </p:grpSpPr>
          <p:sp>
            <p:nvSpPr>
              <p:cNvPr id="9413" name="Google Shape;9413;p150"/>
              <p:cNvSpPr txBox="1"/>
              <p:nvPr/>
            </p:nvSpPr>
            <p:spPr>
              <a:xfrm>
                <a:off x="3019" y="1456"/>
                <a:ext cx="2662" cy="1022"/>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create segment, seq. #: NextSeqNum</a:t>
                </a:r>
                <a:endParaRPr b="0" i="0" sz="1600" u="none" cap="none" strike="noStrike">
                  <a:solidFill>
                    <a:srgbClr val="000000"/>
                  </a:solidFill>
                  <a:latin typeface="Tahoma"/>
                  <a:ea typeface="Tahoma"/>
                  <a:cs typeface="Tahoma"/>
                  <a:sym typeface="Tahoma"/>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pass segment to IP (i.e., “send”)</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NextSeqNum = NextSeqNum + length(data) </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if (timer currently not running)</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start timer</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a:p>
            </p:txBody>
          </p:sp>
          <p:sp>
            <p:nvSpPr>
              <p:cNvPr id="9414" name="Google Shape;9414;p150"/>
              <p:cNvSpPr txBox="1"/>
              <p:nvPr/>
            </p:nvSpPr>
            <p:spPr>
              <a:xfrm>
                <a:off x="3003" y="1263"/>
                <a:ext cx="2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 received from application above</a:t>
                </a:r>
                <a:endParaRPr/>
              </a:p>
            </p:txBody>
          </p:sp>
          <p:cxnSp>
            <p:nvCxnSpPr>
              <p:cNvPr id="9415" name="Google Shape;9415;p150"/>
              <p:cNvCxnSpPr/>
              <p:nvPr/>
            </p:nvCxnSpPr>
            <p:spPr>
              <a:xfrm>
                <a:off x="3081" y="1490"/>
                <a:ext cx="1743" cy="0"/>
              </a:xfrm>
              <a:prstGeom prst="straightConnector1">
                <a:avLst/>
              </a:prstGeom>
              <a:noFill/>
              <a:ln cap="flat" cmpd="sng" w="9525">
                <a:solidFill>
                  <a:srgbClr val="000000"/>
                </a:solidFill>
                <a:prstDash val="solid"/>
                <a:round/>
                <a:headEnd len="med" w="med" type="none"/>
                <a:tailEnd len="med" w="med" type="none"/>
              </a:ln>
            </p:spPr>
          </p:cxnSp>
        </p:grpSp>
        <p:sp>
          <p:nvSpPr>
            <p:cNvPr id="9416" name="Google Shape;9416;p150"/>
            <p:cNvSpPr/>
            <p:nvPr/>
          </p:nvSpPr>
          <p:spPr>
            <a:xfrm>
              <a:off x="5851525" y="1518837"/>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17" name="Google Shape;9417;p150"/>
          <p:cNvSpPr/>
          <p:nvPr/>
        </p:nvSpPr>
        <p:spPr>
          <a:xfrm rot="4468137">
            <a:off x="6174581" y="2991244"/>
            <a:ext cx="1254125" cy="1258887"/>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18" name="Google Shape;9418;p150"/>
          <p:cNvSpPr/>
          <p:nvPr/>
        </p:nvSpPr>
        <p:spPr>
          <a:xfrm rot="10674503">
            <a:off x="4116387" y="3490512"/>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1"/>
                                        </p:tgtEl>
                                        <p:attrNameLst>
                                          <p:attrName>style.visibility</p:attrName>
                                        </p:attrNameLst>
                                      </p:cBhvr>
                                      <p:to>
                                        <p:strVal val="visible"/>
                                      </p:to>
                                    </p:set>
                                    <p:animEffect filter="fade" transition="in">
                                      <p:cBhvr>
                                        <p:cTn dur="500"/>
                                        <p:tgtEl>
                                          <p:spTgt spid="9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3"/>
                                        </p:tgtEl>
                                        <p:attrNameLst>
                                          <p:attrName>style.visibility</p:attrName>
                                        </p:attrNameLst>
                                      </p:cBhvr>
                                      <p:to>
                                        <p:strVal val="visible"/>
                                      </p:to>
                                    </p:set>
                                    <p:animEffect filter="fade" transition="in">
                                      <p:cBhvr>
                                        <p:cTn dur="500"/>
                                        <p:tgtEl>
                                          <p:spTgt spid="9403"/>
                                        </p:tgtEl>
                                      </p:cBhvr>
                                    </p:animEffect>
                                  </p:childTnLst>
                                </p:cTn>
                              </p:par>
                              <p:par>
                                <p:cTn fill="hold" nodeType="withEffect" presetClass="entr" presetID="10" presetSubtype="0">
                                  <p:stCondLst>
                                    <p:cond delay="0"/>
                                  </p:stCondLst>
                                  <p:childTnLst>
                                    <p:set>
                                      <p:cBhvr>
                                        <p:cTn dur="1" fill="hold">
                                          <p:stCondLst>
                                            <p:cond delay="0"/>
                                          </p:stCondLst>
                                        </p:cTn>
                                        <p:tgtEl>
                                          <p:spTgt spid="9417"/>
                                        </p:tgtEl>
                                        <p:attrNameLst>
                                          <p:attrName>style.visibility</p:attrName>
                                        </p:attrNameLst>
                                      </p:cBhvr>
                                      <p:to>
                                        <p:strVal val="visible"/>
                                      </p:to>
                                    </p:set>
                                    <p:animEffect filter="fade" transition="in">
                                      <p:cBhvr>
                                        <p:cTn dur="500"/>
                                        <p:tgtEl>
                                          <p:spTgt spid="9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8"/>
                                        </p:tgtEl>
                                        <p:attrNameLst>
                                          <p:attrName>style.visibility</p:attrName>
                                        </p:attrNameLst>
                                      </p:cBhvr>
                                      <p:to>
                                        <p:strVal val="visible"/>
                                      </p:to>
                                    </p:set>
                                    <p:animEffect filter="fade" transition="in">
                                      <p:cBhvr>
                                        <p:cTn dur="500"/>
                                        <p:tgtEl>
                                          <p:spTgt spid="9418"/>
                                        </p:tgtEl>
                                      </p:cBhvr>
                                    </p:animEffect>
                                  </p:childTnLst>
                                </p:cTn>
                              </p:par>
                              <p:par>
                                <p:cTn fill="hold" nodeType="withEffect" presetClass="entr" presetID="10" presetSubtype="0">
                                  <p:stCondLst>
                                    <p:cond delay="0"/>
                                  </p:stCondLst>
                                  <p:childTnLst>
                                    <p:set>
                                      <p:cBhvr>
                                        <p:cTn dur="1" fill="hold">
                                          <p:stCondLst>
                                            <p:cond delay="0"/>
                                          </p:stCondLst>
                                        </p:cTn>
                                        <p:tgtEl>
                                          <p:spTgt spid="9407"/>
                                        </p:tgtEl>
                                        <p:attrNameLst>
                                          <p:attrName>style.visibility</p:attrName>
                                        </p:attrNameLst>
                                      </p:cBhvr>
                                      <p:to>
                                        <p:strVal val="visible"/>
                                      </p:to>
                                    </p:set>
                                    <p:animEffect filter="fade" transition="in">
                                      <p:cBhvr>
                                        <p:cTn dur="500"/>
                                        <p:tgtEl>
                                          <p:spTgt spid="9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3" name="Shape 9423"/>
        <p:cNvGrpSpPr/>
        <p:nvPr/>
      </p:nvGrpSpPr>
      <p:grpSpPr>
        <a:xfrm>
          <a:off x="0" y="0"/>
          <a:ext cx="0" cy="0"/>
          <a:chOff x="0" y="0"/>
          <a:chExt cx="0" cy="0"/>
        </a:xfrm>
      </p:grpSpPr>
      <p:sp>
        <p:nvSpPr>
          <p:cNvPr id="9424" name="Google Shape;9424;p15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 FSM</a:t>
            </a:r>
            <a:endParaRPr b="0" sz="4400"/>
          </a:p>
        </p:txBody>
      </p:sp>
      <p:sp>
        <p:nvSpPr>
          <p:cNvPr id="9425" name="Google Shape;9425;p1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426" name="Google Shape;9426;p151"/>
          <p:cNvGrpSpPr/>
          <p:nvPr/>
        </p:nvGrpSpPr>
        <p:grpSpPr>
          <a:xfrm>
            <a:off x="4909203" y="1183947"/>
            <a:ext cx="876300" cy="827087"/>
            <a:chOff x="1778" y="1720"/>
            <a:chExt cx="722" cy="642"/>
          </a:xfrm>
        </p:grpSpPr>
        <p:sp>
          <p:nvSpPr>
            <p:cNvPr id="9427" name="Google Shape;9427;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28" name="Google Shape;9428;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29" name="Google Shape;9429;p151"/>
          <p:cNvSpPr txBox="1"/>
          <p:nvPr/>
        </p:nvSpPr>
        <p:spPr>
          <a:xfrm>
            <a:off x="4904440" y="1404609"/>
            <a:ext cx="8445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closed</a:t>
            </a:r>
            <a:endParaRPr/>
          </a:p>
        </p:txBody>
      </p:sp>
      <p:sp>
        <p:nvSpPr>
          <p:cNvPr id="9430" name="Google Shape;9430;p151"/>
          <p:cNvSpPr txBox="1"/>
          <p:nvPr/>
        </p:nvSpPr>
        <p:spPr>
          <a:xfrm>
            <a:off x="4326580" y="2451035"/>
            <a:ext cx="34131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31" name="Google Shape;9431;p151"/>
          <p:cNvGrpSpPr/>
          <p:nvPr/>
        </p:nvGrpSpPr>
        <p:grpSpPr>
          <a:xfrm>
            <a:off x="4876204" y="3541092"/>
            <a:ext cx="876300" cy="827088"/>
            <a:chOff x="1778" y="1720"/>
            <a:chExt cx="722" cy="642"/>
          </a:xfrm>
        </p:grpSpPr>
        <p:sp>
          <p:nvSpPr>
            <p:cNvPr id="9432" name="Google Shape;9432;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3" name="Google Shape;9433;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4" name="Google Shape;9434;p151"/>
          <p:cNvSpPr txBox="1"/>
          <p:nvPr/>
        </p:nvSpPr>
        <p:spPr>
          <a:xfrm>
            <a:off x="4934941" y="3761755"/>
            <a:ext cx="7175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listen</a:t>
            </a:r>
            <a:endParaRPr/>
          </a:p>
        </p:txBody>
      </p:sp>
      <p:grpSp>
        <p:nvGrpSpPr>
          <p:cNvPr id="9435" name="Google Shape;9435;p151"/>
          <p:cNvGrpSpPr/>
          <p:nvPr/>
        </p:nvGrpSpPr>
        <p:grpSpPr>
          <a:xfrm>
            <a:off x="2780646" y="4286295"/>
            <a:ext cx="876300" cy="827087"/>
            <a:chOff x="1778" y="1720"/>
            <a:chExt cx="722" cy="642"/>
          </a:xfrm>
        </p:grpSpPr>
        <p:sp>
          <p:nvSpPr>
            <p:cNvPr id="9436" name="Google Shape;9436;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7" name="Google Shape;9437;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8" name="Google Shape;9438;p151"/>
          <p:cNvSpPr txBox="1"/>
          <p:nvPr/>
        </p:nvSpPr>
        <p:spPr>
          <a:xfrm>
            <a:off x="2871133" y="4484732"/>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rcvd</a:t>
            </a:r>
            <a:endParaRPr/>
          </a:p>
        </p:txBody>
      </p:sp>
      <p:grpSp>
        <p:nvGrpSpPr>
          <p:cNvPr id="9439" name="Google Shape;9439;p151"/>
          <p:cNvGrpSpPr/>
          <p:nvPr/>
        </p:nvGrpSpPr>
        <p:grpSpPr>
          <a:xfrm>
            <a:off x="6337953" y="4127172"/>
            <a:ext cx="876300" cy="827087"/>
            <a:chOff x="1778" y="1720"/>
            <a:chExt cx="722" cy="642"/>
          </a:xfrm>
        </p:grpSpPr>
        <p:sp>
          <p:nvSpPr>
            <p:cNvPr id="9440" name="Google Shape;9440;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1" name="Google Shape;9441;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2" name="Google Shape;9442;p151"/>
          <p:cNvSpPr txBox="1"/>
          <p:nvPr/>
        </p:nvSpPr>
        <p:spPr>
          <a:xfrm>
            <a:off x="6428440" y="4325609"/>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a:t>
            </a:r>
            <a:endParaRPr/>
          </a:p>
        </p:txBody>
      </p:sp>
      <p:grpSp>
        <p:nvGrpSpPr>
          <p:cNvPr id="9443" name="Google Shape;9443;p151"/>
          <p:cNvGrpSpPr/>
          <p:nvPr/>
        </p:nvGrpSpPr>
        <p:grpSpPr>
          <a:xfrm>
            <a:off x="4904440" y="4998709"/>
            <a:ext cx="876300" cy="827088"/>
            <a:chOff x="1778" y="1720"/>
            <a:chExt cx="722" cy="642"/>
          </a:xfrm>
        </p:grpSpPr>
        <p:sp>
          <p:nvSpPr>
            <p:cNvPr id="9444" name="Google Shape;9444;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5" name="Google Shape;9445;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6" name="Google Shape;9446;p151"/>
          <p:cNvSpPr txBox="1"/>
          <p:nvPr/>
        </p:nvSpPr>
        <p:spPr>
          <a:xfrm>
            <a:off x="4866340" y="5286047"/>
            <a:ext cx="933450" cy="311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ESTAB</a:t>
            </a:r>
            <a:endParaRPr/>
          </a:p>
        </p:txBody>
      </p:sp>
      <p:sp>
        <p:nvSpPr>
          <p:cNvPr id="9447" name="Google Shape;9447;p151"/>
          <p:cNvSpPr txBox="1"/>
          <p:nvPr/>
        </p:nvSpPr>
        <p:spPr>
          <a:xfrm>
            <a:off x="6715778" y="2476652"/>
            <a:ext cx="5534025"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cxnSp>
        <p:nvCxnSpPr>
          <p:cNvPr id="9448" name="Google Shape;9448;p151"/>
          <p:cNvCxnSpPr/>
          <p:nvPr/>
        </p:nvCxnSpPr>
        <p:spPr>
          <a:xfrm>
            <a:off x="6953903" y="3152854"/>
            <a:ext cx="3938215" cy="0"/>
          </a:xfrm>
          <a:prstGeom prst="straightConnector1">
            <a:avLst/>
          </a:prstGeom>
          <a:noFill/>
          <a:ln cap="flat" cmpd="sng" w="9525">
            <a:solidFill>
              <a:srgbClr val="000000"/>
            </a:solidFill>
            <a:prstDash val="solid"/>
            <a:round/>
            <a:headEnd len="med" w="med" type="none"/>
            <a:tailEnd len="med" w="med" type="none"/>
          </a:ln>
        </p:spPr>
      </p:cxnSp>
      <p:sp>
        <p:nvSpPr>
          <p:cNvPr id="9449" name="Google Shape;9449;p151"/>
          <p:cNvSpPr txBox="1"/>
          <p:nvPr/>
        </p:nvSpPr>
        <p:spPr>
          <a:xfrm>
            <a:off x="8067650" y="3204367"/>
            <a:ext cx="141096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SYN(seq=x)</a:t>
            </a:r>
            <a:endParaRPr/>
          </a:p>
        </p:txBody>
      </p:sp>
      <p:sp>
        <p:nvSpPr>
          <p:cNvPr id="9450" name="Google Shape;9450;p151"/>
          <p:cNvSpPr/>
          <p:nvPr/>
        </p:nvSpPr>
        <p:spPr>
          <a:xfrm>
            <a:off x="5801378" y="1664959"/>
            <a:ext cx="914400" cy="2384425"/>
          </a:xfrm>
          <a:custGeom>
            <a:rect b="b" l="l" r="r" t="t"/>
            <a:pathLst>
              <a:path extrusionOk="0" h="1138" w="576">
                <a:moveTo>
                  <a:pt x="0" y="0"/>
                </a:moveTo>
                <a:lnTo>
                  <a:pt x="576" y="0"/>
                </a:lnTo>
                <a:lnTo>
                  <a:pt x="576" y="1138"/>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9451" name="Google Shape;9451;p151"/>
          <p:cNvCxnSpPr/>
          <p:nvPr/>
        </p:nvCxnSpPr>
        <p:spPr>
          <a:xfrm>
            <a:off x="5293378" y="2071358"/>
            <a:ext cx="0" cy="1469734"/>
          </a:xfrm>
          <a:prstGeom prst="straightConnector1">
            <a:avLst/>
          </a:prstGeom>
          <a:noFill/>
          <a:ln cap="flat" cmpd="sng" w="9525">
            <a:solidFill>
              <a:srgbClr val="000000"/>
            </a:solidFill>
            <a:prstDash val="solid"/>
            <a:round/>
            <a:headEnd len="med" w="med" type="none"/>
            <a:tailEnd len="med" w="med" type="triangle"/>
          </a:ln>
        </p:spPr>
      </p:cxnSp>
      <p:sp>
        <p:nvSpPr>
          <p:cNvPr id="9452" name="Google Shape;9452;p151"/>
          <p:cNvSpPr txBox="1"/>
          <p:nvPr/>
        </p:nvSpPr>
        <p:spPr>
          <a:xfrm>
            <a:off x="1312394" y="1852065"/>
            <a:ext cx="4192353"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cxnSp>
        <p:nvCxnSpPr>
          <p:cNvPr id="9453" name="Google Shape;9453;p151"/>
          <p:cNvCxnSpPr/>
          <p:nvPr/>
        </p:nvCxnSpPr>
        <p:spPr>
          <a:xfrm>
            <a:off x="1574741" y="2476652"/>
            <a:ext cx="3154456" cy="0"/>
          </a:xfrm>
          <a:prstGeom prst="straightConnector1">
            <a:avLst/>
          </a:prstGeom>
          <a:noFill/>
          <a:ln cap="flat" cmpd="sng" w="9525">
            <a:solidFill>
              <a:srgbClr val="000000"/>
            </a:solidFill>
            <a:prstDash val="solid"/>
            <a:round/>
            <a:headEnd len="med" w="med" type="none"/>
            <a:tailEnd len="med" w="med" type="none"/>
          </a:ln>
        </p:spPr>
      </p:cxnSp>
      <p:sp>
        <p:nvSpPr>
          <p:cNvPr id="9454" name="Google Shape;9454;p151"/>
          <p:cNvSpPr/>
          <p:nvPr/>
        </p:nvSpPr>
        <p:spPr>
          <a:xfrm>
            <a:off x="3187433" y="3972565"/>
            <a:ext cx="1579563" cy="283385"/>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5" name="Google Shape;9455;p151"/>
          <p:cNvSpPr txBox="1"/>
          <p:nvPr/>
        </p:nvSpPr>
        <p:spPr>
          <a:xfrm>
            <a:off x="2635196" y="2905517"/>
            <a:ext cx="88998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SYN(x)</a:t>
            </a:r>
            <a:endParaRPr/>
          </a:p>
        </p:txBody>
      </p:sp>
      <p:cxnSp>
        <p:nvCxnSpPr>
          <p:cNvPr id="9456" name="Google Shape;9456;p151"/>
          <p:cNvCxnSpPr/>
          <p:nvPr/>
        </p:nvCxnSpPr>
        <p:spPr>
          <a:xfrm>
            <a:off x="2138008" y="3267740"/>
            <a:ext cx="1965325" cy="0"/>
          </a:xfrm>
          <a:prstGeom prst="straightConnector1">
            <a:avLst/>
          </a:prstGeom>
          <a:noFill/>
          <a:ln cap="flat" cmpd="sng" w="9525">
            <a:solidFill>
              <a:srgbClr val="000000"/>
            </a:solidFill>
            <a:prstDash val="solid"/>
            <a:round/>
            <a:headEnd len="med" w="med" type="none"/>
            <a:tailEnd len="med" w="med" type="none"/>
          </a:ln>
        </p:spPr>
      </p:cxnSp>
      <p:sp>
        <p:nvSpPr>
          <p:cNvPr id="9457" name="Google Shape;9457;p151"/>
          <p:cNvSpPr txBox="1"/>
          <p:nvPr/>
        </p:nvSpPr>
        <p:spPr>
          <a:xfrm>
            <a:off x="1312394" y="3064442"/>
            <a:ext cx="3442821" cy="94025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30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create new socket for communication back to client</a:t>
            </a:r>
            <a:endParaRPr/>
          </a:p>
        </p:txBody>
      </p:sp>
      <p:sp>
        <p:nvSpPr>
          <p:cNvPr id="9458" name="Google Shape;9458;p151"/>
          <p:cNvSpPr/>
          <p:nvPr/>
        </p:nvSpPr>
        <p:spPr>
          <a:xfrm flipH="1" rot="10800000">
            <a:off x="3187433" y="5174744"/>
            <a:ext cx="1656682" cy="212901"/>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9" name="Google Shape;9459;p151"/>
          <p:cNvSpPr/>
          <p:nvPr/>
        </p:nvSpPr>
        <p:spPr>
          <a:xfrm rot="10800000">
            <a:off x="5831540" y="5032047"/>
            <a:ext cx="947738" cy="373062"/>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460" name="Google Shape;9460;p151"/>
          <p:cNvGrpSpPr/>
          <p:nvPr/>
        </p:nvGrpSpPr>
        <p:grpSpPr>
          <a:xfrm>
            <a:off x="6804625" y="4883585"/>
            <a:ext cx="3334567" cy="1077738"/>
            <a:chOff x="7127280" y="4908222"/>
            <a:chExt cx="3334567" cy="1077738"/>
          </a:xfrm>
        </p:grpSpPr>
        <p:sp>
          <p:nvSpPr>
            <p:cNvPr id="9461" name="Google Shape;9461;p151"/>
            <p:cNvSpPr txBox="1"/>
            <p:nvPr/>
          </p:nvSpPr>
          <p:spPr>
            <a:xfrm>
              <a:off x="7127280" y="4908222"/>
              <a:ext cx="3334567"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9462" name="Google Shape;9462;p151"/>
            <p:cNvCxnSpPr/>
            <p:nvPr/>
          </p:nvCxnSpPr>
          <p:spPr>
            <a:xfrm>
              <a:off x="7272381" y="5430091"/>
              <a:ext cx="2528888" cy="0"/>
            </a:xfrm>
            <a:prstGeom prst="straightConnector1">
              <a:avLst/>
            </a:prstGeom>
            <a:noFill/>
            <a:ln cap="flat" cmpd="sng" w="9525">
              <a:solidFill>
                <a:srgbClr val="000000"/>
              </a:solidFill>
              <a:prstDash val="solid"/>
              <a:round/>
              <a:headEnd len="med" w="med" type="none"/>
              <a:tailEnd len="med" w="med" type="none"/>
            </a:ln>
          </p:spPr>
        </p:cxnSp>
        <p:sp>
          <p:nvSpPr>
            <p:cNvPr id="9463" name="Google Shape;9463;p151"/>
            <p:cNvSpPr txBox="1"/>
            <p:nvPr/>
          </p:nvSpPr>
          <p:spPr>
            <a:xfrm>
              <a:off x="7144177" y="5225752"/>
              <a:ext cx="2214068"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9464" name="Google Shape;9464;p151"/>
          <p:cNvGrpSpPr/>
          <p:nvPr/>
        </p:nvGrpSpPr>
        <p:grpSpPr>
          <a:xfrm>
            <a:off x="2515129" y="5328824"/>
            <a:ext cx="2214068" cy="798513"/>
            <a:chOff x="1893200" y="5293984"/>
            <a:chExt cx="2214068" cy="798513"/>
          </a:xfrm>
        </p:grpSpPr>
        <p:cxnSp>
          <p:nvCxnSpPr>
            <p:cNvPr id="9465" name="Google Shape;9465;p151"/>
            <p:cNvCxnSpPr/>
            <p:nvPr/>
          </p:nvCxnSpPr>
          <p:spPr>
            <a:xfrm>
              <a:off x="2067578" y="5760709"/>
              <a:ext cx="1965325" cy="0"/>
            </a:xfrm>
            <a:prstGeom prst="straightConnector1">
              <a:avLst/>
            </a:prstGeom>
            <a:noFill/>
            <a:ln cap="flat" cmpd="sng" w="9525">
              <a:solidFill>
                <a:srgbClr val="000000"/>
              </a:solidFill>
              <a:prstDash val="solid"/>
              <a:round/>
              <a:headEnd len="med" w="med" type="none"/>
              <a:tailEnd len="med" w="med" type="none"/>
            </a:ln>
          </p:spPr>
        </p:cxnSp>
        <p:sp>
          <p:nvSpPr>
            <p:cNvPr id="9466" name="Google Shape;9466;p151"/>
            <p:cNvSpPr txBox="1"/>
            <p:nvPr/>
          </p:nvSpPr>
          <p:spPr>
            <a:xfrm>
              <a:off x="1893200" y="5293984"/>
              <a:ext cx="2214068" cy="70788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p:txBody>
        </p:sp>
        <p:sp>
          <p:nvSpPr>
            <p:cNvPr id="9467" name="Google Shape;9467;p151"/>
            <p:cNvSpPr txBox="1"/>
            <p:nvPr/>
          </p:nvSpPr>
          <p:spPr>
            <a:xfrm>
              <a:off x="2778778" y="5725784"/>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2" name="Shape 9472"/>
        <p:cNvGrpSpPr/>
        <p:nvPr/>
      </p:nvGrpSpPr>
      <p:grpSpPr>
        <a:xfrm>
          <a:off x="0" y="0"/>
          <a:ext cx="0" cy="0"/>
          <a:chOff x="0" y="0"/>
          <a:chExt cx="0" cy="0"/>
        </a:xfrm>
      </p:grpSpPr>
      <p:sp>
        <p:nvSpPr>
          <p:cNvPr id="9473" name="Google Shape;9473;p1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474" name="Google Shape;9474;p15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Closing a TCP connection</a:t>
            </a:r>
            <a:endParaRPr/>
          </a:p>
        </p:txBody>
      </p:sp>
      <p:cxnSp>
        <p:nvCxnSpPr>
          <p:cNvPr id="9475" name="Google Shape;9475;p152"/>
          <p:cNvCxnSpPr/>
          <p:nvPr/>
        </p:nvCxnSpPr>
        <p:spPr>
          <a:xfrm flipH="1">
            <a:off x="5341004" y="2059231"/>
            <a:ext cx="1587" cy="3948112"/>
          </a:xfrm>
          <a:prstGeom prst="straightConnector1">
            <a:avLst/>
          </a:prstGeom>
          <a:noFill/>
          <a:ln cap="flat" cmpd="sng" w="9525">
            <a:solidFill>
              <a:srgbClr val="777777"/>
            </a:solidFill>
            <a:prstDash val="solid"/>
            <a:round/>
            <a:headEnd len="med" w="med" type="none"/>
            <a:tailEnd len="med" w="med" type="none"/>
          </a:ln>
        </p:spPr>
      </p:cxnSp>
      <p:cxnSp>
        <p:nvCxnSpPr>
          <p:cNvPr id="9476" name="Google Shape;9476;p152"/>
          <p:cNvCxnSpPr/>
          <p:nvPr/>
        </p:nvCxnSpPr>
        <p:spPr>
          <a:xfrm flipH="1">
            <a:off x="7930216" y="2129081"/>
            <a:ext cx="1588" cy="3417887"/>
          </a:xfrm>
          <a:prstGeom prst="straightConnector1">
            <a:avLst/>
          </a:prstGeom>
          <a:noFill/>
          <a:ln cap="flat" cmpd="sng" w="9525">
            <a:solidFill>
              <a:srgbClr val="777777"/>
            </a:solidFill>
            <a:prstDash val="solid"/>
            <a:round/>
            <a:headEnd len="med" w="med" type="none"/>
            <a:tailEnd len="med" w="med" type="none"/>
          </a:ln>
        </p:spPr>
      </p:cxnSp>
      <p:grpSp>
        <p:nvGrpSpPr>
          <p:cNvPr id="9477" name="Google Shape;9477;p152"/>
          <p:cNvGrpSpPr/>
          <p:nvPr/>
        </p:nvGrpSpPr>
        <p:grpSpPr>
          <a:xfrm>
            <a:off x="2413654" y="2740268"/>
            <a:ext cx="1335087" cy="854075"/>
            <a:chOff x="343" y="1740"/>
            <a:chExt cx="841" cy="538"/>
          </a:xfrm>
        </p:grpSpPr>
        <p:sp>
          <p:nvSpPr>
            <p:cNvPr id="9478" name="Google Shape;9478;p152"/>
            <p:cNvSpPr txBox="1"/>
            <p:nvPr/>
          </p:nvSpPr>
          <p:spPr>
            <a:xfrm>
              <a:off x="343" y="2066"/>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FIN_WAIT_2</a:t>
              </a:r>
              <a:endParaRPr/>
            </a:p>
          </p:txBody>
        </p:sp>
        <p:cxnSp>
          <p:nvCxnSpPr>
            <p:cNvPr id="9479" name="Google Shape;9479;p152"/>
            <p:cNvCxnSpPr/>
            <p:nvPr/>
          </p:nvCxnSpPr>
          <p:spPr>
            <a:xfrm>
              <a:off x="634" y="1740"/>
              <a:ext cx="0" cy="356"/>
            </a:xfrm>
            <a:prstGeom prst="straightConnector1">
              <a:avLst/>
            </a:prstGeom>
            <a:noFill/>
            <a:ln cap="flat" cmpd="sng" w="9525">
              <a:solidFill>
                <a:srgbClr val="000000"/>
              </a:solidFill>
              <a:prstDash val="solid"/>
              <a:round/>
              <a:headEnd len="med" w="med" type="none"/>
              <a:tailEnd len="med" w="med" type="triangle"/>
            </a:ln>
          </p:spPr>
        </p:cxnSp>
      </p:grpSp>
      <p:grpSp>
        <p:nvGrpSpPr>
          <p:cNvPr id="9480" name="Google Shape;9480;p152"/>
          <p:cNvGrpSpPr/>
          <p:nvPr/>
        </p:nvGrpSpPr>
        <p:grpSpPr>
          <a:xfrm>
            <a:off x="9044641" y="2079868"/>
            <a:ext cx="1390650" cy="960438"/>
            <a:chOff x="4520" y="1324"/>
            <a:chExt cx="876" cy="605"/>
          </a:xfrm>
        </p:grpSpPr>
        <p:sp>
          <p:nvSpPr>
            <p:cNvPr id="9481" name="Google Shape;9481;p152"/>
            <p:cNvSpPr txBox="1"/>
            <p:nvPr/>
          </p:nvSpPr>
          <p:spPr>
            <a:xfrm>
              <a:off x="4520" y="1717"/>
              <a:ext cx="8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CLOSE_WAIT</a:t>
              </a:r>
              <a:endParaRPr/>
            </a:p>
          </p:txBody>
        </p:sp>
        <p:cxnSp>
          <p:nvCxnSpPr>
            <p:cNvPr id="9482" name="Google Shape;9482;p152"/>
            <p:cNvCxnSpPr/>
            <p:nvPr/>
          </p:nvCxnSpPr>
          <p:spPr>
            <a:xfrm>
              <a:off x="5171" y="1324"/>
              <a:ext cx="0" cy="415"/>
            </a:xfrm>
            <a:prstGeom prst="straightConnector1">
              <a:avLst/>
            </a:prstGeom>
            <a:noFill/>
            <a:ln cap="flat" cmpd="sng" w="9525">
              <a:solidFill>
                <a:srgbClr val="000000"/>
              </a:solidFill>
              <a:prstDash val="solid"/>
              <a:round/>
              <a:headEnd len="med" w="med" type="none"/>
              <a:tailEnd len="med" w="med" type="triangle"/>
            </a:ln>
          </p:spPr>
        </p:cxnSp>
      </p:grpSp>
      <p:grpSp>
        <p:nvGrpSpPr>
          <p:cNvPr id="9483" name="Google Shape;9483;p152"/>
          <p:cNvGrpSpPr/>
          <p:nvPr/>
        </p:nvGrpSpPr>
        <p:grpSpPr>
          <a:xfrm>
            <a:off x="5382279" y="3848343"/>
            <a:ext cx="2495550" cy="579438"/>
            <a:chOff x="2213" y="2438"/>
            <a:chExt cx="1572" cy="365"/>
          </a:xfrm>
        </p:grpSpPr>
        <p:cxnSp>
          <p:nvCxnSpPr>
            <p:cNvPr id="9484" name="Google Shape;9484;p152"/>
            <p:cNvCxnSpPr/>
            <p:nvPr/>
          </p:nvCxnSpPr>
          <p:spPr>
            <a:xfrm flipH="1">
              <a:off x="2213" y="2483"/>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485" name="Google Shape;9485;p152"/>
            <p:cNvSpPr/>
            <p:nvPr/>
          </p:nvSpPr>
          <p:spPr>
            <a:xfrm>
              <a:off x="2669" y="2438"/>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86" name="Google Shape;9486;p152"/>
            <p:cNvSpPr txBox="1"/>
            <p:nvPr/>
          </p:nvSpPr>
          <p:spPr>
            <a:xfrm>
              <a:off x="2455" y="2562"/>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seq=y</a:t>
              </a:r>
              <a:endParaRPr/>
            </a:p>
          </p:txBody>
        </p:sp>
      </p:grpSp>
      <p:grpSp>
        <p:nvGrpSpPr>
          <p:cNvPr id="9487" name="Google Shape;9487;p152"/>
          <p:cNvGrpSpPr/>
          <p:nvPr/>
        </p:nvGrpSpPr>
        <p:grpSpPr>
          <a:xfrm>
            <a:off x="5412441" y="4556368"/>
            <a:ext cx="2508250" cy="582613"/>
            <a:chOff x="2232" y="2884"/>
            <a:chExt cx="1580" cy="367"/>
          </a:xfrm>
        </p:grpSpPr>
        <p:cxnSp>
          <p:nvCxnSpPr>
            <p:cNvPr id="9488" name="Google Shape;9488;p152"/>
            <p:cNvCxnSpPr/>
            <p:nvPr/>
          </p:nvCxnSpPr>
          <p:spPr>
            <a:xfrm>
              <a:off x="2232" y="2884"/>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89" name="Google Shape;9489;p152"/>
            <p:cNvSpPr/>
            <p:nvPr/>
          </p:nvSpPr>
          <p:spPr>
            <a:xfrm>
              <a:off x="2553" y="2995"/>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0" name="Google Shape;9490;p152"/>
            <p:cNvSpPr txBox="1"/>
            <p:nvPr/>
          </p:nvSpPr>
          <p:spPr>
            <a:xfrm>
              <a:off x="2246" y="2958"/>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grpSp>
      <p:grpSp>
        <p:nvGrpSpPr>
          <p:cNvPr id="9491" name="Google Shape;9491;p152"/>
          <p:cNvGrpSpPr/>
          <p:nvPr/>
        </p:nvGrpSpPr>
        <p:grpSpPr>
          <a:xfrm>
            <a:off x="3959879" y="2879968"/>
            <a:ext cx="4930775" cy="854075"/>
            <a:chOff x="1317" y="1828"/>
            <a:chExt cx="3106" cy="538"/>
          </a:xfrm>
        </p:grpSpPr>
        <p:cxnSp>
          <p:nvCxnSpPr>
            <p:cNvPr id="9492" name="Google Shape;9492;p152"/>
            <p:cNvCxnSpPr/>
            <p:nvPr/>
          </p:nvCxnSpPr>
          <p:spPr>
            <a:xfrm flipH="1">
              <a:off x="2186" y="1828"/>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93" name="Google Shape;9493;p152"/>
            <p:cNvSpPr/>
            <p:nvPr/>
          </p:nvSpPr>
          <p:spPr>
            <a:xfrm>
              <a:off x="2507" y="1912"/>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4" name="Google Shape;9494;p152"/>
            <p:cNvSpPr txBox="1"/>
            <p:nvPr/>
          </p:nvSpPr>
          <p:spPr>
            <a:xfrm>
              <a:off x="2200" y="1875"/>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9495" name="Google Shape;9495;p152"/>
            <p:cNvSpPr txBox="1"/>
            <p:nvPr/>
          </p:nvSpPr>
          <p:spPr>
            <a:xfrm>
              <a:off x="1317" y="2066"/>
              <a:ext cx="867"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wait for server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close</a:t>
              </a:r>
              <a:endParaRPr/>
            </a:p>
          </p:txBody>
        </p:sp>
        <p:sp>
          <p:nvSpPr>
            <p:cNvPr id="9496" name="Google Shape;9496;p152"/>
            <p:cNvSpPr txBox="1"/>
            <p:nvPr/>
          </p:nvSpPr>
          <p:spPr>
            <a:xfrm>
              <a:off x="3822" y="1979"/>
              <a:ext cx="60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still</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grpSp>
        <p:nvGrpSpPr>
          <p:cNvPr id="9497" name="Google Shape;9497;p152"/>
          <p:cNvGrpSpPr/>
          <p:nvPr/>
        </p:nvGrpSpPr>
        <p:grpSpPr>
          <a:xfrm>
            <a:off x="7928629" y="3010143"/>
            <a:ext cx="2501900" cy="1735138"/>
            <a:chOff x="3817" y="1910"/>
            <a:chExt cx="1576" cy="1093"/>
          </a:xfrm>
        </p:grpSpPr>
        <p:sp>
          <p:nvSpPr>
            <p:cNvPr id="9498" name="Google Shape;9498;p152"/>
            <p:cNvSpPr txBox="1"/>
            <p:nvPr/>
          </p:nvSpPr>
          <p:spPr>
            <a:xfrm>
              <a:off x="3817" y="2703"/>
              <a:ext cx="792"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nvGrpSpPr>
            <p:cNvPr id="9499" name="Google Shape;9499;p152"/>
            <p:cNvGrpSpPr/>
            <p:nvPr/>
          </p:nvGrpSpPr>
          <p:grpSpPr>
            <a:xfrm>
              <a:off x="4691" y="1910"/>
              <a:ext cx="702" cy="723"/>
              <a:chOff x="4691" y="1910"/>
              <a:chExt cx="702" cy="723"/>
            </a:xfrm>
          </p:grpSpPr>
          <p:cxnSp>
            <p:nvCxnSpPr>
              <p:cNvPr id="9500" name="Google Shape;9500;p152"/>
              <p:cNvCxnSpPr/>
              <p:nvPr/>
            </p:nvCxnSpPr>
            <p:spPr>
              <a:xfrm>
                <a:off x="5167" y="1910"/>
                <a:ext cx="0" cy="562"/>
              </a:xfrm>
              <a:prstGeom prst="straightConnector1">
                <a:avLst/>
              </a:prstGeom>
              <a:noFill/>
              <a:ln cap="flat" cmpd="sng" w="9525">
                <a:solidFill>
                  <a:srgbClr val="000000"/>
                </a:solidFill>
                <a:prstDash val="solid"/>
                <a:round/>
                <a:headEnd len="med" w="med" type="none"/>
                <a:tailEnd len="med" w="med" type="triangle"/>
              </a:ln>
            </p:spPr>
          </p:cxnSp>
          <p:sp>
            <p:nvSpPr>
              <p:cNvPr id="9501" name="Google Shape;9501;p152"/>
              <p:cNvSpPr txBox="1"/>
              <p:nvPr/>
            </p:nvSpPr>
            <p:spPr>
              <a:xfrm>
                <a:off x="4691" y="2421"/>
                <a:ext cx="7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LAST_ACK</a:t>
                </a:r>
                <a:endParaRPr/>
              </a:p>
            </p:txBody>
          </p:sp>
        </p:grpSp>
      </p:grpSp>
      <p:grpSp>
        <p:nvGrpSpPr>
          <p:cNvPr id="9502" name="Google Shape;9502;p152"/>
          <p:cNvGrpSpPr/>
          <p:nvPr/>
        </p:nvGrpSpPr>
        <p:grpSpPr>
          <a:xfrm>
            <a:off x="9511366" y="4191243"/>
            <a:ext cx="917575" cy="1223963"/>
            <a:chOff x="4814" y="2654"/>
            <a:chExt cx="578" cy="771"/>
          </a:xfrm>
        </p:grpSpPr>
        <p:sp>
          <p:nvSpPr>
            <p:cNvPr id="9503" name="Google Shape;9503;p152"/>
            <p:cNvSpPr txBox="1"/>
            <p:nvPr/>
          </p:nvSpPr>
          <p:spPr>
            <a:xfrm>
              <a:off x="4814" y="3213"/>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04" name="Google Shape;9504;p152"/>
            <p:cNvCxnSpPr/>
            <p:nvPr/>
          </p:nvCxnSpPr>
          <p:spPr>
            <a:xfrm>
              <a:off x="5173" y="2654"/>
              <a:ext cx="0" cy="576"/>
            </a:xfrm>
            <a:prstGeom prst="straightConnector1">
              <a:avLst/>
            </a:prstGeom>
            <a:noFill/>
            <a:ln cap="flat" cmpd="sng" w="9525">
              <a:solidFill>
                <a:srgbClr val="000000"/>
              </a:solidFill>
              <a:prstDash val="solid"/>
              <a:round/>
              <a:headEnd len="med" w="med" type="none"/>
              <a:tailEnd len="med" w="med" type="triangle"/>
            </a:ln>
          </p:spPr>
        </p:cxnSp>
      </p:grpSp>
      <p:grpSp>
        <p:nvGrpSpPr>
          <p:cNvPr id="9505" name="Google Shape;9505;p152"/>
          <p:cNvGrpSpPr/>
          <p:nvPr/>
        </p:nvGrpSpPr>
        <p:grpSpPr>
          <a:xfrm>
            <a:off x="2454929" y="3583231"/>
            <a:ext cx="1400175" cy="1044575"/>
            <a:chOff x="369" y="2271"/>
            <a:chExt cx="882" cy="658"/>
          </a:xfrm>
        </p:grpSpPr>
        <p:sp>
          <p:nvSpPr>
            <p:cNvPr id="9506" name="Google Shape;9506;p152"/>
            <p:cNvSpPr txBox="1"/>
            <p:nvPr/>
          </p:nvSpPr>
          <p:spPr>
            <a:xfrm>
              <a:off x="369" y="2717"/>
              <a:ext cx="88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TIMED_WAIT</a:t>
              </a:r>
              <a:endParaRPr/>
            </a:p>
          </p:txBody>
        </p:sp>
        <p:cxnSp>
          <p:nvCxnSpPr>
            <p:cNvPr id="9507" name="Google Shape;9507;p152"/>
            <p:cNvCxnSpPr/>
            <p:nvPr/>
          </p:nvCxnSpPr>
          <p:spPr>
            <a:xfrm>
              <a:off x="638" y="2271"/>
              <a:ext cx="0" cy="483"/>
            </a:xfrm>
            <a:prstGeom prst="straightConnector1">
              <a:avLst/>
            </a:prstGeom>
            <a:noFill/>
            <a:ln cap="flat" cmpd="sng" w="9525">
              <a:solidFill>
                <a:srgbClr val="000000"/>
              </a:solidFill>
              <a:prstDash val="solid"/>
              <a:round/>
              <a:headEnd len="med" w="med" type="none"/>
              <a:tailEnd len="med" w="med" type="triangle"/>
            </a:ln>
          </p:spPr>
        </p:cxnSp>
      </p:grpSp>
      <p:grpSp>
        <p:nvGrpSpPr>
          <p:cNvPr id="9508" name="Google Shape;9508;p152"/>
          <p:cNvGrpSpPr/>
          <p:nvPr/>
        </p:nvGrpSpPr>
        <p:grpSpPr>
          <a:xfrm>
            <a:off x="2543829" y="4464293"/>
            <a:ext cx="2743200" cy="1768475"/>
            <a:chOff x="425" y="2826"/>
            <a:chExt cx="1728" cy="1114"/>
          </a:xfrm>
        </p:grpSpPr>
        <p:cxnSp>
          <p:nvCxnSpPr>
            <p:cNvPr id="9509" name="Google Shape;9509;p152"/>
            <p:cNvCxnSpPr/>
            <p:nvPr/>
          </p:nvCxnSpPr>
          <p:spPr>
            <a:xfrm>
              <a:off x="1820" y="2833"/>
              <a:ext cx="7" cy="1059"/>
            </a:xfrm>
            <a:prstGeom prst="straightConnector1">
              <a:avLst/>
            </a:prstGeom>
            <a:noFill/>
            <a:ln cap="flat" cmpd="sng" w="9525">
              <a:solidFill>
                <a:srgbClr val="000000"/>
              </a:solidFill>
              <a:prstDash val="solid"/>
              <a:round/>
              <a:headEnd len="med" w="med" type="none"/>
              <a:tailEnd len="med" w="med" type="none"/>
            </a:ln>
          </p:spPr>
        </p:cxnSp>
        <p:sp>
          <p:nvSpPr>
            <p:cNvPr id="9510" name="Google Shape;9510;p152"/>
            <p:cNvSpPr txBox="1"/>
            <p:nvPr/>
          </p:nvSpPr>
          <p:spPr>
            <a:xfrm>
              <a:off x="1216" y="3093"/>
              <a:ext cx="937" cy="42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timed wait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for 2*max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segment lifetime</a:t>
              </a:r>
              <a:endParaRPr/>
            </a:p>
          </p:txBody>
        </p:sp>
        <p:cxnSp>
          <p:nvCxnSpPr>
            <p:cNvPr id="9511" name="Google Shape;9511;p152"/>
            <p:cNvCxnSpPr/>
            <p:nvPr/>
          </p:nvCxnSpPr>
          <p:spPr>
            <a:xfrm>
              <a:off x="1742" y="2826"/>
              <a:ext cx="142" cy="0"/>
            </a:xfrm>
            <a:prstGeom prst="straightConnector1">
              <a:avLst/>
            </a:prstGeom>
            <a:noFill/>
            <a:ln cap="flat" cmpd="sng" w="9525">
              <a:solidFill>
                <a:srgbClr val="000000"/>
              </a:solidFill>
              <a:prstDash val="solid"/>
              <a:round/>
              <a:headEnd len="med" w="med" type="none"/>
              <a:tailEnd len="med" w="med" type="none"/>
            </a:ln>
          </p:spPr>
        </p:cxnSp>
        <p:cxnSp>
          <p:nvCxnSpPr>
            <p:cNvPr id="9512" name="Google Shape;9512;p152"/>
            <p:cNvCxnSpPr/>
            <p:nvPr/>
          </p:nvCxnSpPr>
          <p:spPr>
            <a:xfrm>
              <a:off x="1759" y="3889"/>
              <a:ext cx="142" cy="0"/>
            </a:xfrm>
            <a:prstGeom prst="straightConnector1">
              <a:avLst/>
            </a:prstGeom>
            <a:noFill/>
            <a:ln cap="flat" cmpd="sng" w="9525">
              <a:solidFill>
                <a:srgbClr val="000000"/>
              </a:solidFill>
              <a:prstDash val="solid"/>
              <a:round/>
              <a:headEnd len="med" w="med" type="none"/>
              <a:tailEnd len="med" w="med" type="none"/>
            </a:ln>
          </p:spPr>
        </p:cxnSp>
        <p:sp>
          <p:nvSpPr>
            <p:cNvPr id="9513" name="Google Shape;9513;p152"/>
            <p:cNvSpPr txBox="1"/>
            <p:nvPr/>
          </p:nvSpPr>
          <p:spPr>
            <a:xfrm>
              <a:off x="425" y="3728"/>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14" name="Google Shape;9514;p152"/>
            <p:cNvCxnSpPr/>
            <p:nvPr/>
          </p:nvCxnSpPr>
          <p:spPr>
            <a:xfrm>
              <a:off x="631" y="2918"/>
              <a:ext cx="0" cy="839"/>
            </a:xfrm>
            <a:prstGeom prst="straightConnector1">
              <a:avLst/>
            </a:prstGeom>
            <a:noFill/>
            <a:ln cap="flat" cmpd="sng" w="9525">
              <a:solidFill>
                <a:srgbClr val="000000"/>
              </a:solidFill>
              <a:prstDash val="solid"/>
              <a:round/>
              <a:headEnd len="med" w="med" type="none"/>
              <a:tailEnd len="med" w="med" type="triangle"/>
            </a:ln>
          </p:spPr>
        </p:cxnSp>
      </p:grpSp>
      <p:grpSp>
        <p:nvGrpSpPr>
          <p:cNvPr id="9515" name="Google Shape;9515;p152"/>
          <p:cNvGrpSpPr/>
          <p:nvPr/>
        </p:nvGrpSpPr>
        <p:grpSpPr>
          <a:xfrm>
            <a:off x="2420004" y="2024306"/>
            <a:ext cx="1335087" cy="700087"/>
            <a:chOff x="347" y="1289"/>
            <a:chExt cx="841" cy="441"/>
          </a:xfrm>
        </p:grpSpPr>
        <p:sp>
          <p:nvSpPr>
            <p:cNvPr id="9516" name="Google Shape;9516;p152"/>
            <p:cNvSpPr txBox="1"/>
            <p:nvPr/>
          </p:nvSpPr>
          <p:spPr>
            <a:xfrm>
              <a:off x="347" y="1518"/>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FIN_WAIT_1</a:t>
              </a:r>
              <a:endParaRPr/>
            </a:p>
          </p:txBody>
        </p:sp>
        <p:cxnSp>
          <p:nvCxnSpPr>
            <p:cNvPr id="9517" name="Google Shape;9517;p152"/>
            <p:cNvCxnSpPr/>
            <p:nvPr/>
          </p:nvCxnSpPr>
          <p:spPr>
            <a:xfrm>
              <a:off x="630" y="1289"/>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9518" name="Google Shape;9518;p152"/>
          <p:cNvGrpSpPr/>
          <p:nvPr/>
        </p:nvGrpSpPr>
        <p:grpSpPr>
          <a:xfrm>
            <a:off x="3074054" y="2078281"/>
            <a:ext cx="4775200" cy="1014412"/>
            <a:chOff x="759" y="1323"/>
            <a:chExt cx="3008" cy="639"/>
          </a:xfrm>
        </p:grpSpPr>
        <p:cxnSp>
          <p:nvCxnSpPr>
            <p:cNvPr id="9519" name="Google Shape;9519;p152"/>
            <p:cNvCxnSpPr/>
            <p:nvPr/>
          </p:nvCxnSpPr>
          <p:spPr>
            <a:xfrm>
              <a:off x="2195" y="1442"/>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520" name="Google Shape;9520;p152"/>
            <p:cNvSpPr/>
            <p:nvPr/>
          </p:nvSpPr>
          <p:spPr>
            <a:xfrm>
              <a:off x="2644" y="1369"/>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21" name="Google Shape;9521;p152"/>
            <p:cNvSpPr txBox="1"/>
            <p:nvPr/>
          </p:nvSpPr>
          <p:spPr>
            <a:xfrm>
              <a:off x="2430" y="1493"/>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seq=x</a:t>
              </a:r>
              <a:endParaRPr/>
            </a:p>
          </p:txBody>
        </p:sp>
        <p:sp>
          <p:nvSpPr>
            <p:cNvPr id="9522" name="Google Shape;9522;p152"/>
            <p:cNvSpPr txBox="1"/>
            <p:nvPr/>
          </p:nvSpPr>
          <p:spPr>
            <a:xfrm>
              <a:off x="1209" y="1541"/>
              <a:ext cx="913" cy="4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but can</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receive data</a:t>
              </a:r>
              <a:endParaRPr/>
            </a:p>
          </p:txBody>
        </p:sp>
        <p:sp>
          <p:nvSpPr>
            <p:cNvPr id="9523" name="Google Shape;9523;p152"/>
            <p:cNvSpPr txBox="1"/>
            <p:nvPr/>
          </p:nvSpPr>
          <p:spPr>
            <a:xfrm>
              <a:off x="759" y="1323"/>
              <a:ext cx="14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Courier New"/>
                <a:buNone/>
              </a:pPr>
              <a:r>
                <a:rPr b="0" i="0" lang="en-US" sz="1400" u="none" cap="none" strike="noStrike">
                  <a:solidFill>
                    <a:srgbClr val="000000"/>
                  </a:solidFill>
                  <a:latin typeface="Courier New"/>
                  <a:ea typeface="Courier New"/>
                  <a:cs typeface="Courier New"/>
                  <a:sym typeface="Courier New"/>
                </a:rPr>
                <a:t>clientSocket.close()</a:t>
              </a:r>
              <a:endParaRPr/>
            </a:p>
          </p:txBody>
        </p:sp>
      </p:grpSp>
      <p:sp>
        <p:nvSpPr>
          <p:cNvPr id="9524" name="Google Shape;9524;p152"/>
          <p:cNvSpPr txBox="1"/>
          <p:nvPr/>
        </p:nvSpPr>
        <p:spPr>
          <a:xfrm>
            <a:off x="2105830" y="1346443"/>
            <a:ext cx="142224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5" name="Google Shape;9525;p152"/>
          <p:cNvSpPr txBox="1"/>
          <p:nvPr/>
        </p:nvSpPr>
        <p:spPr>
          <a:xfrm>
            <a:off x="8942262" y="1363906"/>
            <a:ext cx="151842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6" name="Google Shape;9526;p152"/>
          <p:cNvSpPr txBox="1"/>
          <p:nvPr/>
        </p:nvSpPr>
        <p:spPr>
          <a:xfrm>
            <a:off x="9638366" y="1746493"/>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sp>
        <p:nvSpPr>
          <p:cNvPr id="9527" name="Google Shape;9527;p152"/>
          <p:cNvSpPr txBox="1"/>
          <p:nvPr/>
        </p:nvSpPr>
        <p:spPr>
          <a:xfrm>
            <a:off x="2402541" y="172903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grpSp>
        <p:nvGrpSpPr>
          <p:cNvPr id="9528" name="Google Shape;9528;p152"/>
          <p:cNvGrpSpPr/>
          <p:nvPr/>
        </p:nvGrpSpPr>
        <p:grpSpPr>
          <a:xfrm>
            <a:off x="5009216" y="1421056"/>
            <a:ext cx="642938" cy="600075"/>
            <a:chOff x="-44" y="1473"/>
            <a:chExt cx="981" cy="1105"/>
          </a:xfrm>
        </p:grpSpPr>
        <p:pic>
          <p:nvPicPr>
            <p:cNvPr descr="desktop_computer_stylized_medium" id="9529" name="Google Shape;9529;p1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30" name="Google Shape;9530;p1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531" name="Google Shape;9531;p152"/>
          <p:cNvGrpSpPr/>
          <p:nvPr/>
        </p:nvGrpSpPr>
        <p:grpSpPr>
          <a:xfrm>
            <a:off x="7641291" y="1424231"/>
            <a:ext cx="336550" cy="512762"/>
            <a:chOff x="4140" y="429"/>
            <a:chExt cx="1425" cy="2396"/>
          </a:xfrm>
        </p:grpSpPr>
        <p:sp>
          <p:nvSpPr>
            <p:cNvPr id="9532" name="Google Shape;9532;p15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3" name="Google Shape;9533;p15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4" name="Google Shape;9534;p15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5" name="Google Shape;9535;p15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6" name="Google Shape;9536;p15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37" name="Google Shape;9537;p152"/>
            <p:cNvGrpSpPr/>
            <p:nvPr/>
          </p:nvGrpSpPr>
          <p:grpSpPr>
            <a:xfrm>
              <a:off x="4751" y="666"/>
              <a:ext cx="578" cy="148"/>
              <a:chOff x="617" y="2566"/>
              <a:chExt cx="721" cy="142"/>
            </a:xfrm>
          </p:grpSpPr>
          <p:sp>
            <p:nvSpPr>
              <p:cNvPr id="9538" name="Google Shape;9538;p15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9" name="Google Shape;9539;p15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0" name="Google Shape;9540;p15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1" name="Google Shape;9541;p152"/>
            <p:cNvGrpSpPr/>
            <p:nvPr/>
          </p:nvGrpSpPr>
          <p:grpSpPr>
            <a:xfrm>
              <a:off x="4745" y="993"/>
              <a:ext cx="585" cy="134"/>
              <a:chOff x="611" y="2567"/>
              <a:chExt cx="730" cy="139"/>
            </a:xfrm>
          </p:grpSpPr>
          <p:sp>
            <p:nvSpPr>
              <p:cNvPr id="9542" name="Google Shape;9542;p15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3" name="Google Shape;9543;p15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4" name="Google Shape;9544;p15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5" name="Google Shape;9545;p15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6" name="Google Shape;9546;p152"/>
            <p:cNvGrpSpPr/>
            <p:nvPr/>
          </p:nvGrpSpPr>
          <p:grpSpPr>
            <a:xfrm>
              <a:off x="4738" y="1630"/>
              <a:ext cx="578" cy="149"/>
              <a:chOff x="618" y="2571"/>
              <a:chExt cx="720" cy="137"/>
            </a:xfrm>
          </p:grpSpPr>
          <p:sp>
            <p:nvSpPr>
              <p:cNvPr id="9547" name="Google Shape;9547;p15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8" name="Google Shape;9548;p15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9" name="Google Shape;9549;p15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50" name="Google Shape;9550;p152"/>
            <p:cNvGrpSpPr/>
            <p:nvPr/>
          </p:nvGrpSpPr>
          <p:grpSpPr>
            <a:xfrm>
              <a:off x="4738" y="1327"/>
              <a:ext cx="584" cy="141"/>
              <a:chOff x="613" y="2568"/>
              <a:chExt cx="728" cy="141"/>
            </a:xfrm>
          </p:grpSpPr>
          <p:sp>
            <p:nvSpPr>
              <p:cNvPr id="9551" name="Google Shape;9551;p15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2" name="Google Shape;9552;p15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53" name="Google Shape;9553;p15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4" name="Google Shape;9554;p15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5" name="Google Shape;9555;p15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6" name="Google Shape;9556;p15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7" name="Google Shape;9557;p15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8" name="Google Shape;9558;p15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9" name="Google Shape;9559;p15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0" name="Google Shape;9560;p15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1" name="Google Shape;9561;p15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562" name="Google Shape;9562;p15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3" name="Google Shape;9563;p15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8"/>
                                        </p:tgtEl>
                                        <p:attrNameLst>
                                          <p:attrName>style.visibility</p:attrName>
                                        </p:attrNameLst>
                                      </p:cBhvr>
                                      <p:to>
                                        <p:strVal val="visible"/>
                                      </p:to>
                                    </p:set>
                                    <p:animEffect filter="fade" transition="in">
                                      <p:cBhvr>
                                        <p:cTn dur="500"/>
                                        <p:tgtEl>
                                          <p:spTgt spid="9518"/>
                                        </p:tgtEl>
                                      </p:cBhvr>
                                    </p:animEffect>
                                  </p:childTnLst>
                                </p:cTn>
                              </p:par>
                              <p:par>
                                <p:cTn fill="hold" nodeType="withEffect" presetClass="entr" presetID="10" presetSubtype="0">
                                  <p:stCondLst>
                                    <p:cond delay="0"/>
                                  </p:stCondLst>
                                  <p:childTnLst>
                                    <p:set>
                                      <p:cBhvr>
                                        <p:cTn dur="1" fill="hold">
                                          <p:stCondLst>
                                            <p:cond delay="0"/>
                                          </p:stCondLst>
                                        </p:cTn>
                                        <p:tgtEl>
                                          <p:spTgt spid="9515"/>
                                        </p:tgtEl>
                                        <p:attrNameLst>
                                          <p:attrName>style.visibility</p:attrName>
                                        </p:attrNameLst>
                                      </p:cBhvr>
                                      <p:to>
                                        <p:strVal val="visible"/>
                                      </p:to>
                                    </p:set>
                                    <p:animEffect filter="fade" transition="in">
                                      <p:cBhvr>
                                        <p:cTn dur="500"/>
                                        <p:tgtEl>
                                          <p:spTgt spid="9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1"/>
                                        </p:tgtEl>
                                        <p:attrNameLst>
                                          <p:attrName>style.visibility</p:attrName>
                                        </p:attrNameLst>
                                      </p:cBhvr>
                                      <p:to>
                                        <p:strVal val="visible"/>
                                      </p:to>
                                    </p:set>
                                    <p:animEffect filter="fade" transition="in">
                                      <p:cBhvr>
                                        <p:cTn dur="500"/>
                                        <p:tgtEl>
                                          <p:spTgt spid="9491"/>
                                        </p:tgtEl>
                                      </p:cBhvr>
                                    </p:animEffect>
                                  </p:childTnLst>
                                </p:cTn>
                              </p:par>
                              <p:par>
                                <p:cTn fill="hold" nodeType="withEffect" presetClass="entr" presetID="10" presetSubtype="0">
                                  <p:stCondLst>
                                    <p:cond delay="0"/>
                                  </p:stCondLst>
                                  <p:childTnLst>
                                    <p:set>
                                      <p:cBhvr>
                                        <p:cTn dur="1" fill="hold">
                                          <p:stCondLst>
                                            <p:cond delay="0"/>
                                          </p:stCondLst>
                                        </p:cTn>
                                        <p:tgtEl>
                                          <p:spTgt spid="9480"/>
                                        </p:tgtEl>
                                        <p:attrNameLst>
                                          <p:attrName>style.visibility</p:attrName>
                                        </p:attrNameLst>
                                      </p:cBhvr>
                                      <p:to>
                                        <p:strVal val="visible"/>
                                      </p:to>
                                    </p:set>
                                    <p:animEffect filter="fade" transition="in">
                                      <p:cBhvr>
                                        <p:cTn dur="500"/>
                                        <p:tgtEl>
                                          <p:spTgt spid="9480"/>
                                        </p:tgtEl>
                                      </p:cBhvr>
                                    </p:animEffect>
                                  </p:childTnLst>
                                </p:cTn>
                              </p:par>
                              <p:par>
                                <p:cTn fill="hold" nodeType="withEffect" presetClass="entr" presetID="10" presetSubtype="0">
                                  <p:stCondLst>
                                    <p:cond delay="0"/>
                                  </p:stCondLst>
                                  <p:childTnLst>
                                    <p:set>
                                      <p:cBhvr>
                                        <p:cTn dur="1" fill="hold">
                                          <p:stCondLst>
                                            <p:cond delay="0"/>
                                          </p:stCondLst>
                                        </p:cTn>
                                        <p:tgtEl>
                                          <p:spTgt spid="9477"/>
                                        </p:tgtEl>
                                        <p:attrNameLst>
                                          <p:attrName>style.visibility</p:attrName>
                                        </p:attrNameLst>
                                      </p:cBhvr>
                                      <p:to>
                                        <p:strVal val="visible"/>
                                      </p:to>
                                    </p:set>
                                    <p:animEffect filter="fade" transition="in">
                                      <p:cBhvr>
                                        <p:cTn dur="500"/>
                                        <p:tgtEl>
                                          <p:spTgt spid="9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3"/>
                                        </p:tgtEl>
                                        <p:attrNameLst>
                                          <p:attrName>style.visibility</p:attrName>
                                        </p:attrNameLst>
                                      </p:cBhvr>
                                      <p:to>
                                        <p:strVal val="visible"/>
                                      </p:to>
                                    </p:set>
                                    <p:animEffect filter="fade" transition="in">
                                      <p:cBhvr>
                                        <p:cTn dur="500"/>
                                        <p:tgtEl>
                                          <p:spTgt spid="9483"/>
                                        </p:tgtEl>
                                      </p:cBhvr>
                                    </p:animEffect>
                                  </p:childTnLst>
                                </p:cTn>
                              </p:par>
                              <p:par>
                                <p:cTn fill="hold" nodeType="withEffect" presetClass="entr" presetID="10" presetSubtype="0">
                                  <p:stCondLst>
                                    <p:cond delay="0"/>
                                  </p:stCondLst>
                                  <p:childTnLst>
                                    <p:set>
                                      <p:cBhvr>
                                        <p:cTn dur="1" fill="hold">
                                          <p:stCondLst>
                                            <p:cond delay="0"/>
                                          </p:stCondLst>
                                        </p:cTn>
                                        <p:tgtEl>
                                          <p:spTgt spid="9505"/>
                                        </p:tgtEl>
                                        <p:attrNameLst>
                                          <p:attrName>style.visibility</p:attrName>
                                        </p:attrNameLst>
                                      </p:cBhvr>
                                      <p:to>
                                        <p:strVal val="visible"/>
                                      </p:to>
                                    </p:set>
                                    <p:animEffect filter="fade" transition="in">
                                      <p:cBhvr>
                                        <p:cTn dur="500"/>
                                        <p:tgtEl>
                                          <p:spTgt spid="9505"/>
                                        </p:tgtEl>
                                      </p:cBhvr>
                                    </p:animEffect>
                                  </p:childTnLst>
                                </p:cTn>
                              </p:par>
                              <p:par>
                                <p:cTn fill="hold" nodeType="withEffect" presetClass="entr" presetID="10" presetSubtype="0">
                                  <p:stCondLst>
                                    <p:cond delay="0"/>
                                  </p:stCondLst>
                                  <p:childTnLst>
                                    <p:set>
                                      <p:cBhvr>
                                        <p:cTn dur="1" fill="hold">
                                          <p:stCondLst>
                                            <p:cond delay="0"/>
                                          </p:stCondLst>
                                        </p:cTn>
                                        <p:tgtEl>
                                          <p:spTgt spid="9497"/>
                                        </p:tgtEl>
                                        <p:attrNameLst>
                                          <p:attrName>style.visibility</p:attrName>
                                        </p:attrNameLst>
                                      </p:cBhvr>
                                      <p:to>
                                        <p:strVal val="visible"/>
                                      </p:to>
                                    </p:set>
                                    <p:animEffect filter="fade" transition="in">
                                      <p:cBhvr>
                                        <p:cTn dur="500"/>
                                        <p:tgtEl>
                                          <p:spTgt spid="9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7"/>
                                        </p:tgtEl>
                                        <p:attrNameLst>
                                          <p:attrName>style.visibility</p:attrName>
                                        </p:attrNameLst>
                                      </p:cBhvr>
                                      <p:to>
                                        <p:strVal val="visible"/>
                                      </p:to>
                                    </p:set>
                                    <p:animEffect filter="fade" transition="in">
                                      <p:cBhvr>
                                        <p:cTn dur="500"/>
                                        <p:tgtEl>
                                          <p:spTgt spid="9487"/>
                                        </p:tgtEl>
                                      </p:cBhvr>
                                    </p:animEffect>
                                  </p:childTnLst>
                                </p:cTn>
                              </p:par>
                              <p:par>
                                <p:cTn fill="hold" nodeType="withEffect" presetClass="entr" presetID="10" presetSubtype="0">
                                  <p:stCondLst>
                                    <p:cond delay="0"/>
                                  </p:stCondLst>
                                  <p:childTnLst>
                                    <p:set>
                                      <p:cBhvr>
                                        <p:cTn dur="1" fill="hold">
                                          <p:stCondLst>
                                            <p:cond delay="0"/>
                                          </p:stCondLst>
                                        </p:cTn>
                                        <p:tgtEl>
                                          <p:spTgt spid="9508"/>
                                        </p:tgtEl>
                                        <p:attrNameLst>
                                          <p:attrName>style.visibility</p:attrName>
                                        </p:attrNameLst>
                                      </p:cBhvr>
                                      <p:to>
                                        <p:strVal val="visible"/>
                                      </p:to>
                                    </p:set>
                                    <p:animEffect filter="fade" transition="in">
                                      <p:cBhvr>
                                        <p:cTn dur="500"/>
                                        <p:tgtEl>
                                          <p:spTgt spid="9508"/>
                                        </p:tgtEl>
                                      </p:cBhvr>
                                    </p:animEffect>
                                  </p:childTnLst>
                                </p:cTn>
                              </p:par>
                              <p:par>
                                <p:cTn fill="hold" nodeType="withEffect" presetClass="entr" presetID="10" presetSubtype="0">
                                  <p:stCondLst>
                                    <p:cond delay="0"/>
                                  </p:stCondLst>
                                  <p:childTnLst>
                                    <p:set>
                                      <p:cBhvr>
                                        <p:cTn dur="1" fill="hold">
                                          <p:stCondLst>
                                            <p:cond delay="0"/>
                                          </p:stCondLst>
                                        </p:cTn>
                                        <p:tgtEl>
                                          <p:spTgt spid="9502"/>
                                        </p:tgtEl>
                                        <p:attrNameLst>
                                          <p:attrName>style.visibility</p:attrName>
                                        </p:attrNameLst>
                                      </p:cBhvr>
                                      <p:to>
                                        <p:strVal val="visible"/>
                                      </p:to>
                                    </p:set>
                                    <p:animEffect filter="fade" transition="in">
                                      <p:cBhvr>
                                        <p:cTn dur="500"/>
                                        <p:tgtEl>
                                          <p:spTgt spid="9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8" name="Shape 9568"/>
        <p:cNvGrpSpPr/>
        <p:nvPr/>
      </p:nvGrpSpPr>
      <p:grpSpPr>
        <a:xfrm>
          <a:off x="0" y="0"/>
          <a:ext cx="0" cy="0"/>
          <a:chOff x="0" y="0"/>
          <a:chExt cx="0" cy="0"/>
        </a:xfrm>
      </p:grpSpPr>
      <p:sp>
        <p:nvSpPr>
          <p:cNvPr id="9569" name="Google Shape;9569;p153"/>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throughput</a:t>
            </a:r>
            <a:endParaRPr b="0" sz="4400"/>
          </a:p>
        </p:txBody>
      </p:sp>
      <p:sp>
        <p:nvSpPr>
          <p:cNvPr id="9570" name="Google Shape;9570;p153"/>
          <p:cNvSpPr txBox="1"/>
          <p:nvPr/>
        </p:nvSpPr>
        <p:spPr>
          <a:xfrm>
            <a:off x="1143000" y="1235075"/>
            <a:ext cx="106807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avg. TCP thruput as function of window size, RTT?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slow start, assume there is always data to send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 window size </a:t>
            </a:r>
            <a:r>
              <a:rPr b="0" i="0" lang="en-US" sz="1600" u="none" cap="none" strike="noStrike">
                <a:solidFill>
                  <a:srgbClr val="000000"/>
                </a:solidFill>
                <a:latin typeface="Calibri"/>
                <a:ea typeface="Calibri"/>
                <a:cs typeface="Calibri"/>
                <a:sym typeface="Calibri"/>
              </a:rPr>
              <a:t>(measured in bytes)</a:t>
            </a:r>
            <a:r>
              <a:rPr b="0" i="0" lang="en-US" sz="2800" u="none" cap="none" strike="noStrike">
                <a:solidFill>
                  <a:srgbClr val="000000"/>
                </a:solidFill>
                <a:latin typeface="Calibri"/>
                <a:ea typeface="Calibri"/>
                <a:cs typeface="Calibri"/>
                <a:sym typeface="Calibri"/>
              </a:rPr>
              <a:t> where loss occurs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window size (# in-flight bytes) is ¾ W</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thruput is 3/4W per RTT</a:t>
            </a:r>
            <a:endParaRPr/>
          </a:p>
        </p:txBody>
      </p:sp>
      <p:grpSp>
        <p:nvGrpSpPr>
          <p:cNvPr id="9571" name="Google Shape;9571;p153"/>
          <p:cNvGrpSpPr/>
          <p:nvPr/>
        </p:nvGrpSpPr>
        <p:grpSpPr>
          <a:xfrm>
            <a:off x="2360613" y="4173538"/>
            <a:ext cx="4873625" cy="1998662"/>
            <a:chOff x="279" y="2432"/>
            <a:chExt cx="3070" cy="1259"/>
          </a:xfrm>
        </p:grpSpPr>
        <p:sp>
          <p:nvSpPr>
            <p:cNvPr id="9572" name="Google Shape;9572;p153"/>
            <p:cNvSpPr/>
            <p:nvPr/>
          </p:nvSpPr>
          <p:spPr>
            <a:xfrm>
              <a:off x="678" y="2556"/>
              <a:ext cx="2481"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573" name="Google Shape;9573;p153"/>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9574" name="Google Shape;9574;p153"/>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9575" name="Google Shape;9575;p153"/>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9576" name="Google Shape;9576;p153"/>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9577" name="Google Shape;9577;p153"/>
            <p:cNvSpPr txBox="1"/>
            <p:nvPr/>
          </p:nvSpPr>
          <p:spPr>
            <a:xfrm>
              <a:off x="380" y="2453"/>
              <a:ext cx="231"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endParaRPr/>
            </a:p>
          </p:txBody>
        </p:sp>
        <p:sp>
          <p:nvSpPr>
            <p:cNvPr id="9578" name="Google Shape;9578;p153"/>
            <p:cNvSpPr txBox="1"/>
            <p:nvPr/>
          </p:nvSpPr>
          <p:spPr>
            <a:xfrm>
              <a:off x="279" y="3008"/>
              <a:ext cx="3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W/2</a:t>
              </a:r>
              <a:endParaRPr/>
            </a:p>
          </p:txBody>
        </p:sp>
      </p:grpSp>
      <p:grpSp>
        <p:nvGrpSpPr>
          <p:cNvPr id="9579" name="Google Shape;9579;p153"/>
          <p:cNvGrpSpPr/>
          <p:nvPr/>
        </p:nvGrpSpPr>
        <p:grpSpPr>
          <a:xfrm>
            <a:off x="3136901" y="3552826"/>
            <a:ext cx="3795713" cy="620712"/>
            <a:chOff x="1722" y="2139"/>
            <a:chExt cx="2391" cy="391"/>
          </a:xfrm>
        </p:grpSpPr>
        <p:sp>
          <p:nvSpPr>
            <p:cNvPr id="9580" name="Google Shape;9580;p153"/>
            <p:cNvSpPr txBox="1"/>
            <p:nvPr/>
          </p:nvSpPr>
          <p:spPr>
            <a:xfrm>
              <a:off x="1722" y="2219"/>
              <a:ext cx="13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avg TCP thruput = </a:t>
              </a:r>
              <a:endParaRPr/>
            </a:p>
          </p:txBody>
        </p:sp>
        <p:grpSp>
          <p:nvGrpSpPr>
            <p:cNvPr id="9581" name="Google Shape;9581;p153"/>
            <p:cNvGrpSpPr/>
            <p:nvPr/>
          </p:nvGrpSpPr>
          <p:grpSpPr>
            <a:xfrm>
              <a:off x="2986" y="2139"/>
              <a:ext cx="1127" cy="391"/>
              <a:chOff x="3498" y="2153"/>
              <a:chExt cx="1127" cy="391"/>
            </a:xfrm>
          </p:grpSpPr>
          <p:sp>
            <p:nvSpPr>
              <p:cNvPr id="9582" name="Google Shape;9582;p153"/>
              <p:cNvSpPr txBox="1"/>
              <p:nvPr/>
            </p:nvSpPr>
            <p:spPr>
              <a:xfrm>
                <a:off x="3501" y="215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a:t>
                </a:r>
                <a:endParaRPr/>
              </a:p>
            </p:txBody>
          </p:sp>
          <p:sp>
            <p:nvSpPr>
              <p:cNvPr id="9583" name="Google Shape;9583;p153"/>
              <p:cNvSpPr txBox="1"/>
              <p:nvPr/>
            </p:nvSpPr>
            <p:spPr>
              <a:xfrm>
                <a:off x="3498" y="231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4</a:t>
                </a:r>
                <a:endParaRPr/>
              </a:p>
            </p:txBody>
          </p:sp>
          <p:cxnSp>
            <p:nvCxnSpPr>
              <p:cNvPr id="9584" name="Google Shape;9584;p153"/>
              <p:cNvCxnSpPr/>
              <p:nvPr/>
            </p:nvCxnSpPr>
            <p:spPr>
              <a:xfrm>
                <a:off x="3550" y="2352"/>
                <a:ext cx="88" cy="0"/>
              </a:xfrm>
              <a:prstGeom prst="straightConnector1">
                <a:avLst/>
              </a:prstGeom>
              <a:noFill/>
              <a:ln cap="flat" cmpd="sng" w="19050">
                <a:solidFill>
                  <a:schemeClr val="dk1"/>
                </a:solidFill>
                <a:prstDash val="solid"/>
                <a:round/>
                <a:headEnd len="med" w="med" type="none"/>
                <a:tailEnd len="med" w="med" type="none"/>
              </a:ln>
            </p:spPr>
          </p:cxnSp>
          <p:sp>
            <p:nvSpPr>
              <p:cNvPr id="9585" name="Google Shape;9585;p153"/>
              <p:cNvSpPr txBox="1"/>
              <p:nvPr/>
            </p:nvSpPr>
            <p:spPr>
              <a:xfrm>
                <a:off x="3702" y="2157"/>
                <a:ext cx="2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t>
                </a:r>
                <a:endParaRPr/>
              </a:p>
            </p:txBody>
          </p:sp>
          <p:sp>
            <p:nvSpPr>
              <p:cNvPr id="9586" name="Google Shape;9586;p153"/>
              <p:cNvSpPr txBox="1"/>
              <p:nvPr/>
            </p:nvSpPr>
            <p:spPr>
              <a:xfrm>
                <a:off x="3658" y="2309"/>
                <a:ext cx="37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RTT</a:t>
                </a:r>
                <a:endParaRPr/>
              </a:p>
            </p:txBody>
          </p:sp>
          <p:cxnSp>
            <p:nvCxnSpPr>
              <p:cNvPr id="9587" name="Google Shape;9587;p153"/>
              <p:cNvCxnSpPr/>
              <p:nvPr/>
            </p:nvCxnSpPr>
            <p:spPr>
              <a:xfrm>
                <a:off x="3726" y="2352"/>
                <a:ext cx="210" cy="0"/>
              </a:xfrm>
              <a:prstGeom prst="straightConnector1">
                <a:avLst/>
              </a:prstGeom>
              <a:noFill/>
              <a:ln cap="flat" cmpd="sng" w="19050">
                <a:solidFill>
                  <a:schemeClr val="dk1"/>
                </a:solidFill>
                <a:prstDash val="solid"/>
                <a:round/>
                <a:headEnd len="med" w="med" type="none"/>
                <a:tailEnd len="med" w="med" type="none"/>
              </a:ln>
            </p:spPr>
          </p:cxnSp>
          <p:sp>
            <p:nvSpPr>
              <p:cNvPr id="9588" name="Google Shape;9588;p153"/>
              <p:cNvSpPr txBox="1"/>
              <p:nvPr/>
            </p:nvSpPr>
            <p:spPr>
              <a:xfrm>
                <a:off x="3975" y="2243"/>
                <a:ext cx="6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bytes/sec</a:t>
                </a:r>
                <a:endParaRPr/>
              </a:p>
            </p:txBody>
          </p:sp>
        </p:grpSp>
      </p:gr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3" name="Shape 9593"/>
        <p:cNvGrpSpPr/>
        <p:nvPr/>
      </p:nvGrpSpPr>
      <p:grpSpPr>
        <a:xfrm>
          <a:off x="0" y="0"/>
          <a:ext cx="0" cy="0"/>
          <a:chOff x="0" y="0"/>
          <a:chExt cx="0" cy="0"/>
        </a:xfrm>
      </p:grpSpPr>
      <p:sp>
        <p:nvSpPr>
          <p:cNvPr id="9594" name="Google Shape;9594;p154"/>
          <p:cNvSpPr txBox="1"/>
          <p:nvPr>
            <p:ph type="title"/>
          </p:nvPr>
        </p:nvSpPr>
        <p:spPr>
          <a:xfrm>
            <a:off x="798690" y="278541"/>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 “long, fat pipes”</a:t>
            </a:r>
            <a:endParaRPr b="0" sz="4400"/>
          </a:p>
        </p:txBody>
      </p:sp>
      <p:sp>
        <p:nvSpPr>
          <p:cNvPr id="9595" name="Google Shape;9595;p1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596" name="Google Shape;9596;p154"/>
          <p:cNvSpPr txBox="1"/>
          <p:nvPr/>
        </p:nvSpPr>
        <p:spPr>
          <a:xfrm>
            <a:off x="798690" y="1322387"/>
            <a:ext cx="110490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example: 1500 byte segments, 100ms RTT, want 10 Gbps throughput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requires W = 83,333 in-flight segments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throughput in terms of segment loss probability, L </a:t>
            </a:r>
            <a:r>
              <a:rPr b="0" i="0" lang="en-US" sz="2000" u="none" cap="none" strike="noStrike">
                <a:solidFill>
                  <a:schemeClr val="dk1"/>
                </a:solidFill>
                <a:latin typeface="Calibri"/>
                <a:ea typeface="Calibri"/>
                <a:cs typeface="Calibri"/>
                <a:sym typeface="Calibri"/>
              </a:rPr>
              <a:t>[Mathis 1997]:</a:t>
            </a: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Noto Sans Symbols"/>
              <a:buNone/>
            </a:pPr>
            <a:r>
              <a:rPr b="0" i="0" lang="en-US" sz="2400" u="none" cap="none" strike="noStrike">
                <a:solidFill>
                  <a:schemeClr val="dk1"/>
                </a:solidFill>
                <a:latin typeface="MS Mincho"/>
                <a:ea typeface="MS Mincho"/>
                <a:cs typeface="MS Mincho"/>
                <a:sym typeface="MS Mincho"/>
              </a:rPr>
              <a:t>➜ </a:t>
            </a:r>
            <a:r>
              <a:rPr b="0" i="0" lang="en-US" sz="2800" u="none" cap="none" strike="noStrike">
                <a:solidFill>
                  <a:schemeClr val="dk1"/>
                </a:solidFill>
                <a:latin typeface="Calibri"/>
                <a:ea typeface="Calibri"/>
                <a:cs typeface="Calibri"/>
                <a:sym typeface="Calibri"/>
              </a:rPr>
              <a:t>to achieve 10 Gbps throughput, need a loss rate of L = 2·10</a:t>
            </a:r>
            <a:r>
              <a:rPr b="0" baseline="30000" i="0" lang="en-US" sz="2800" u="none" cap="none" strike="noStrike">
                <a:solidFill>
                  <a:schemeClr val="dk1"/>
                </a:solidFill>
                <a:latin typeface="Calibri"/>
                <a:ea typeface="Calibri"/>
                <a:cs typeface="Calibri"/>
                <a:sym typeface="Calibri"/>
              </a:rPr>
              <a:t>-10  </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00000"/>
                </a:solidFill>
                <a:latin typeface="Calibri"/>
                <a:ea typeface="Calibri"/>
                <a:cs typeface="Calibri"/>
                <a:sym typeface="Calibri"/>
              </a:rPr>
              <a:t>– a very small loss rate!</a:t>
            </a:r>
            <a:endParaRPr b="0" i="1" sz="2400" u="none" cap="none" strike="noStrike">
              <a:solidFill>
                <a:srgbClr val="C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versions of TCP for long, high-speed scenarios</a:t>
            </a:r>
            <a:endParaRPr b="0" baseline="30000" i="0" sz="2800" u="none" cap="none" strike="noStrike">
              <a:solidFill>
                <a:schemeClr val="dk1"/>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grpSp>
        <p:nvGrpSpPr>
          <p:cNvPr id="9597" name="Google Shape;9597;p154"/>
          <p:cNvGrpSpPr/>
          <p:nvPr/>
        </p:nvGrpSpPr>
        <p:grpSpPr>
          <a:xfrm>
            <a:off x="3700463" y="2947987"/>
            <a:ext cx="4160837" cy="962025"/>
            <a:chOff x="422" y="3400"/>
            <a:chExt cx="2621" cy="606"/>
          </a:xfrm>
        </p:grpSpPr>
        <p:sp>
          <p:nvSpPr>
            <p:cNvPr id="9598" name="Google Shape;9598;p154"/>
            <p:cNvSpPr txBox="1"/>
            <p:nvPr/>
          </p:nvSpPr>
          <p:spPr>
            <a:xfrm>
              <a:off x="422" y="3566"/>
              <a:ext cx="16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TCP throughput = </a:t>
              </a:r>
              <a:endParaRPr/>
            </a:p>
          </p:txBody>
        </p:sp>
        <p:sp>
          <p:nvSpPr>
            <p:cNvPr id="9599" name="Google Shape;9599;p154"/>
            <p:cNvSpPr txBox="1"/>
            <p:nvPr/>
          </p:nvSpPr>
          <p:spPr>
            <a:xfrm>
              <a:off x="2010" y="3470"/>
              <a:ext cx="4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1.22</a:t>
              </a:r>
              <a:endParaRPr/>
            </a:p>
          </p:txBody>
        </p:sp>
        <p:grpSp>
          <p:nvGrpSpPr>
            <p:cNvPr id="9600" name="Google Shape;9600;p154"/>
            <p:cNvGrpSpPr/>
            <p:nvPr/>
          </p:nvGrpSpPr>
          <p:grpSpPr>
            <a:xfrm>
              <a:off x="2092" y="3400"/>
              <a:ext cx="951" cy="606"/>
              <a:chOff x="2092" y="3400"/>
              <a:chExt cx="951" cy="606"/>
            </a:xfrm>
          </p:grpSpPr>
          <p:sp>
            <p:nvSpPr>
              <p:cNvPr id="9601" name="Google Shape;9601;p154"/>
              <p:cNvSpPr txBox="1"/>
              <p:nvPr/>
            </p:nvSpPr>
            <p:spPr>
              <a:xfrm>
                <a:off x="2423" y="3400"/>
                <a:ext cx="1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a:t>
                </a:r>
                <a:endParaRPr/>
              </a:p>
            </p:txBody>
          </p:sp>
          <p:sp>
            <p:nvSpPr>
              <p:cNvPr id="9602" name="Google Shape;9602;p154"/>
              <p:cNvSpPr txBox="1"/>
              <p:nvPr/>
            </p:nvSpPr>
            <p:spPr>
              <a:xfrm>
                <a:off x="2511" y="3472"/>
                <a:ext cx="53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MSS</a:t>
                </a:r>
                <a:endParaRPr/>
              </a:p>
            </p:txBody>
          </p:sp>
          <p:cxnSp>
            <p:nvCxnSpPr>
              <p:cNvPr id="9603" name="Google Shape;9603;p154"/>
              <p:cNvCxnSpPr/>
              <p:nvPr/>
            </p:nvCxnSpPr>
            <p:spPr>
              <a:xfrm>
                <a:off x="2092" y="3720"/>
                <a:ext cx="873" cy="0"/>
              </a:xfrm>
              <a:prstGeom prst="straightConnector1">
                <a:avLst/>
              </a:prstGeom>
              <a:noFill/>
              <a:ln cap="flat" cmpd="sng" w="19050">
                <a:solidFill>
                  <a:schemeClr val="dk1"/>
                </a:solidFill>
                <a:prstDash val="solid"/>
                <a:round/>
                <a:headEnd len="med" w="med" type="none"/>
                <a:tailEnd len="med" w="med" type="none"/>
              </a:ln>
            </p:spPr>
          </p:cxnSp>
          <p:sp>
            <p:nvSpPr>
              <p:cNvPr id="9604" name="Google Shape;9604;p154"/>
              <p:cNvSpPr txBox="1"/>
              <p:nvPr/>
            </p:nvSpPr>
            <p:spPr>
              <a:xfrm>
                <a:off x="2133" y="3696"/>
                <a:ext cx="48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RTT</a:t>
                </a:r>
                <a:endParaRPr/>
              </a:p>
            </p:txBody>
          </p:sp>
          <p:sp>
            <p:nvSpPr>
              <p:cNvPr id="9605" name="Google Shape;9605;p154"/>
              <p:cNvSpPr/>
              <p:nvPr/>
            </p:nvSpPr>
            <p:spPr>
              <a:xfrm>
                <a:off x="2607" y="3740"/>
                <a:ext cx="294" cy="220"/>
              </a:xfrm>
              <a:custGeom>
                <a:rect b="b" l="l" r="r" t="t"/>
                <a:pathLst>
                  <a:path extrusionOk="0" h="220" w="294">
                    <a:moveTo>
                      <a:pt x="0" y="158"/>
                    </a:moveTo>
                    <a:lnTo>
                      <a:pt x="32" y="140"/>
                    </a:lnTo>
                    <a:lnTo>
                      <a:pt x="72" y="220"/>
                    </a:lnTo>
                    <a:lnTo>
                      <a:pt x="132" y="0"/>
                    </a:lnTo>
                    <a:lnTo>
                      <a:pt x="294"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6" name="Google Shape;9606;p154"/>
              <p:cNvSpPr txBox="1"/>
              <p:nvPr/>
            </p:nvSpPr>
            <p:spPr>
              <a:xfrm>
                <a:off x="2704" y="3718"/>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L</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