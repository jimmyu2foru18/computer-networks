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y="6858000" cx="12192000"/>
  <p:notesSz cx="6858000" cy="9144000"/>
  <p:embeddedFontLst>
    <p:embeddedFont>
      <p:font typeface="Gill Sans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GillSans-bold.fntdata"/><Relationship Id="rId92" Type="http://schemas.openxmlformats.org/officeDocument/2006/relationships/font" Target="fonts/GillSans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7.2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Feb. 2020 (8.0)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 few updates suggest by Catherine Rosenberg (thanks!)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titles in a lighter font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Sept 2020 (8.1)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Added ~7 new slides, in particular: data center slide; routing versus forwarding; security line of defense; several on encapsulation and layers (this section is a lot better now).  Other relative minor changes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Spring 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   hide some slides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4" name="Google Shape;16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important points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distributed</a:t>
            </a:r>
            <a:r>
              <a:rPr lang="en-US"/>
              <a:t> entities, exchanging messages (governed by protocols)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Time going down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go over definition of protocol (showing format, order of messages sent and received, and actions taken)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We’ll see these kinds of diagrams a lot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8" name="Google Shape;16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3" name="Google Shape;2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4" name="Google Shape;26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2" name="Google Shape;31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2" name="Google Shape;3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6" name="Google Shape;37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7" name="Google Shape;37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5" name="Google Shape;39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4" name="Google Shape;40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1" name="Google Shape;41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4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6" name="Google Shape;4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1" name="Google Shape;44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7" name="Shape 4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8" name="Google Shape;48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9" name="Google Shape;48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0" name="Google Shape;49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3" name="Shape 4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4" name="Google Shape;49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5" name="Google Shape;49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6" name="Google Shape;49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5" name="Shape 4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" name="Google Shape;49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7" name="Google Shape;49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7" name="Shape 4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Google Shape;49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9" name="Google Shape;49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6" name="Shape 4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7" name="Google Shape;49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8" name="Google Shape;49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9" name="Google Shape;49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7" name="Google Shape;49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8" name="Google Shape;49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2" name="Shape 5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" name="Google Shape;54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4" name="Google Shape;54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5" name="Google Shape;54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3" name="Shape 5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4" name="Google Shape;56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5" name="Google Shape;56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6" name="Google Shape;560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2" name="Shape 5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3" name="Google Shape;56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4" name="Google Shape;56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5" name="Google Shape;56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0" name="Google Shape;56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1" name="Google Shape;56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2" name="Google Shape;57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3" name="Google Shape;570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7" name="Shape 5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8" name="Google Shape;57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9" name="Google Shape;57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0" name="Google Shape;579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0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1" name="Google Shape;58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2" name="Google Shape;58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3" name="Google Shape;587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1" name="Shape 5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Google Shape;595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3" name="Google Shape;595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4" name="Google Shape;595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8" name="Shape 6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Google Shape;60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0" name="Google Shape;60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1" name="Google Shape;60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7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9" name="Google Shape;609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7" name="Shape 6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8" name="Google Shape;61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9" name="Google Shape;61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0" name="Google Shape;611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8" name="Google Shape;65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9" name="Google Shape;652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9" name="Shape 6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0" name="Google Shape;65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1" name="Google Shape;65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2" name="Google Shape;65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6" name="Shape 6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" name="Google Shape;670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8" name="Google Shape;670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9" name="Google Shape;670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3" name="Google Shape;68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4" name="Google Shape;686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5" name="Shape 7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6" name="Google Shape;716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7" name="Google Shape;71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8" name="Google Shape;716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2" name="Shape 7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3" name="Google Shape;749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4" name="Google Shape;749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5" name="Google Shape;749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7" name="Shape 7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8" name="Google Shape;78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9" name="Google Shape;78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0" name="Google Shape;78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9" name="Shape 8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0" name="Google Shape;821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1" name="Google Shape;82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2" name="Google Shape;821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4" name="Shape 8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5" name="Google Shape;827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6" name="Google Shape;82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7" name="Google Shape;827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3" name="Shape 8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" name="Google Shape;828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5" name="Google Shape;828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6" name="Google Shape;828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6" name="Shape 8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Google Shape;83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8" name="Google Shape;83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9" name="Google Shape;83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1" name="Shape 8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2" name="Google Shape;83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3" name="Google Shape;8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4" name="Google Shape;839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2" name="Shape 8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3" name="Google Shape;845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4" name="Google Shape;845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5" name="Google Shape;845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0" name="Shape 8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" name="Google Shape;85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2" name="Google Shape;85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3" name="Google Shape;85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5" name="Shape 8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6" name="Google Shape;853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7" name="Google Shape;853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8" name="Google Shape;853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1" name="Shape 8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2" name="Google Shape;857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3" name="Google Shape;85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4" name="Google Shape;857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5" name="Shape 8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6" name="Google Shape;863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7" name="Google Shape;863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8" name="Google Shape;863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3" name="Shape 8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" name="Google Shape;86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5" name="Google Shape;867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6" name="Google Shape;867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2" name="Shape 8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3" name="Google Shape;872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4" name="Google Shape;872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5" name="Google Shape;872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1" name="Shape 8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2" name="Google Shape;88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3" name="Google Shape;88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4" name="Google Shape;880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3" name="Shape 8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" name="Google Shape;895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5" name="Google Shape;895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6" name="Google Shape;895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8" name="Shape 9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9" name="Google Shape;911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0" name="Google Shape;91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Segue: from performance to security</a:t>
            </a:r>
            <a:endParaRPr/>
          </a:p>
        </p:txBody>
      </p:sp>
      <p:sp>
        <p:nvSpPr>
          <p:cNvPr id="9121" name="Google Shape;912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7" name="Shape 9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8" name="Google Shape;91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9" name="Google Shape;912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0" name="Google Shape;913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5" name="Shape 9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6" name="Google Shape;913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7" name="Google Shape;913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8" name="Google Shape;913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3" name="Shape 9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" name="Google Shape;914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5" name="Google Shape;914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6" name="Google Shape;914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8" name="Shape 9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Google Shape;921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0" name="Google Shape;922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1" name="Google Shape;922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9" name="Shape 9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0" name="Google Shape;929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1" name="Google Shape;929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2" name="Google Shape;929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6" name="Shape 9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7" name="Google Shape;939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8" name="Google Shape;939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9" name="Google Shape;939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5" name="Shape 9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6" name="Google Shape;94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7" name="Google Shape;94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5" name="Google Shape;941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6" name="Google Shape;941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7" name="Google Shape;941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5" name="Google Shape;942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6" name="Google Shape;942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4" name="Shape 9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5" name="Google Shape;944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6" name="Google Shape;944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7" name="Google Shape;944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1" name="Shape 9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" name="Google Shape;948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3" name="Google Shape;948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4" name="Google Shape;948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0" name="Shape 9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1" name="Google Shape;94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2" name="Google Shape;94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3" name="Google Shape;94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3" name="Shape 9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" name="Google Shape;952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5" name="Google Shape;952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4" name="Shape 9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" name="Google Shape;960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6" name="Google Shape;960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7" name="Google Shape;960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4" name="Shape 9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" name="Google Shape;969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6" name="Google Shape;969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7" name="Google Shape;969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6" name="Shape 9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7" name="Google Shape;98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8" name="Google Shape;98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9" name="Google Shape;98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5" name="Shape 9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6" name="Google Shape;993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7" name="Google Shape;99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8" name="Google Shape;993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6" name="Shape 10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7" name="Google Shape;1007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8" name="Google Shape;1007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9" name="Google Shape;100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5" name="Shape 10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" name="Google Shape;1008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7" name="Google Shape;1008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8" name="Google Shape;10088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5" name="Shape 10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" name="Google Shape;1009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7" name="Google Shape;1009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8" name="Google Shape;1009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7" name="Shape 10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8" name="Google Shape;1010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9" name="Google Shape;1010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0" name="Google Shape;1011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8" name="Shape 10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9" name="Google Shape;101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0" name="Google Shape;101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1" name="Google Shape;101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0" name="Google Shape;1013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1" name="Google Shape;1013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7" name="Shape 10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" name="Google Shape;1013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9" name="Google Shape;1013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0" name="Google Shape;10140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6" name="Shape 10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" name="Google Shape;1014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8" name="Google Shape;1014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9" name="Google Shape;1014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3" name="Shape 10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4" name="Google Shape;1015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5" name="Google Shape;1015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6" name="Google Shape;10156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1" name="Shape 10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" name="Google Shape;1017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3" name="Google Shape;1017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4" name="Google Shape;1017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1.png"/><Relationship Id="rId22" Type="http://schemas.openxmlformats.org/officeDocument/2006/relationships/image" Target="../media/image32.png"/><Relationship Id="rId10" Type="http://schemas.openxmlformats.org/officeDocument/2006/relationships/image" Target="../media/image35.png"/><Relationship Id="rId21" Type="http://schemas.openxmlformats.org/officeDocument/2006/relationships/image" Target="../media/image22.png"/><Relationship Id="rId13" Type="http://schemas.openxmlformats.org/officeDocument/2006/relationships/image" Target="../media/image29.png"/><Relationship Id="rId24" Type="http://schemas.openxmlformats.org/officeDocument/2006/relationships/image" Target="../media/image34.png"/><Relationship Id="rId12" Type="http://schemas.openxmlformats.org/officeDocument/2006/relationships/image" Target="../media/image12.png"/><Relationship Id="rId23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9" Type="http://schemas.openxmlformats.org/officeDocument/2006/relationships/image" Target="../media/image6.png"/><Relationship Id="rId15" Type="http://schemas.openxmlformats.org/officeDocument/2006/relationships/image" Target="../media/image38.png"/><Relationship Id="rId14" Type="http://schemas.openxmlformats.org/officeDocument/2006/relationships/image" Target="../media/image3.png"/><Relationship Id="rId17" Type="http://schemas.openxmlformats.org/officeDocument/2006/relationships/image" Target="../media/image19.png"/><Relationship Id="rId16" Type="http://schemas.openxmlformats.org/officeDocument/2006/relationships/image" Target="../media/image2.png"/><Relationship Id="rId5" Type="http://schemas.openxmlformats.org/officeDocument/2006/relationships/image" Target="../media/image15.png"/><Relationship Id="rId19" Type="http://schemas.openxmlformats.org/officeDocument/2006/relationships/image" Target="../media/image5.png"/><Relationship Id="rId6" Type="http://schemas.openxmlformats.org/officeDocument/2006/relationships/image" Target="../media/image11.jpg"/><Relationship Id="rId18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60.png"/><Relationship Id="rId13" Type="http://schemas.openxmlformats.org/officeDocument/2006/relationships/image" Target="../media/image55.jpg"/><Relationship Id="rId12" Type="http://schemas.openxmlformats.org/officeDocument/2006/relationships/image" Target="../media/image5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Relationship Id="rId4" Type="http://schemas.openxmlformats.org/officeDocument/2006/relationships/image" Target="../media/image51.jpg"/><Relationship Id="rId9" Type="http://schemas.openxmlformats.org/officeDocument/2006/relationships/image" Target="../media/image39.png"/><Relationship Id="rId15" Type="http://schemas.openxmlformats.org/officeDocument/2006/relationships/image" Target="../media/image62.png"/><Relationship Id="rId14" Type="http://schemas.openxmlformats.org/officeDocument/2006/relationships/image" Target="../media/image40.png"/><Relationship Id="rId17" Type="http://schemas.openxmlformats.org/officeDocument/2006/relationships/image" Target="../media/image63.png"/><Relationship Id="rId16" Type="http://schemas.openxmlformats.org/officeDocument/2006/relationships/image" Target="../media/image43.png"/><Relationship Id="rId5" Type="http://schemas.openxmlformats.org/officeDocument/2006/relationships/image" Target="../media/image48.png"/><Relationship Id="rId19" Type="http://schemas.openxmlformats.org/officeDocument/2006/relationships/image" Target="../media/image91.png"/><Relationship Id="rId6" Type="http://schemas.openxmlformats.org/officeDocument/2006/relationships/image" Target="../media/image47.png"/><Relationship Id="rId18" Type="http://schemas.openxmlformats.org/officeDocument/2006/relationships/image" Target="../media/image56.png"/><Relationship Id="rId7" Type="http://schemas.openxmlformats.org/officeDocument/2006/relationships/image" Target="../media/image69.jpg"/><Relationship Id="rId8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9.png"/><Relationship Id="rId11" Type="http://schemas.openxmlformats.org/officeDocument/2006/relationships/image" Target="../media/image2.png"/><Relationship Id="rId22" Type="http://schemas.openxmlformats.org/officeDocument/2006/relationships/image" Target="../media/image6.png"/><Relationship Id="rId10" Type="http://schemas.openxmlformats.org/officeDocument/2006/relationships/image" Target="../media/image22.png"/><Relationship Id="rId21" Type="http://schemas.openxmlformats.org/officeDocument/2006/relationships/image" Target="../media/image4.png"/><Relationship Id="rId13" Type="http://schemas.openxmlformats.org/officeDocument/2006/relationships/image" Target="../media/image29.png"/><Relationship Id="rId12" Type="http://schemas.openxmlformats.org/officeDocument/2006/relationships/image" Target="../media/image18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15" Type="http://schemas.openxmlformats.org/officeDocument/2006/relationships/image" Target="../media/image41.png"/><Relationship Id="rId14" Type="http://schemas.openxmlformats.org/officeDocument/2006/relationships/image" Target="../media/image32.png"/><Relationship Id="rId17" Type="http://schemas.openxmlformats.org/officeDocument/2006/relationships/image" Target="../media/image12.png"/><Relationship Id="rId16" Type="http://schemas.openxmlformats.org/officeDocument/2006/relationships/image" Target="../media/image34.png"/><Relationship Id="rId5" Type="http://schemas.openxmlformats.org/officeDocument/2006/relationships/image" Target="../media/image10.png"/><Relationship Id="rId19" Type="http://schemas.openxmlformats.org/officeDocument/2006/relationships/image" Target="../media/image38.png"/><Relationship Id="rId6" Type="http://schemas.openxmlformats.org/officeDocument/2006/relationships/image" Target="../media/image35.png"/><Relationship Id="rId18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9.png"/><Relationship Id="rId11" Type="http://schemas.openxmlformats.org/officeDocument/2006/relationships/image" Target="../media/image2.png"/><Relationship Id="rId22" Type="http://schemas.openxmlformats.org/officeDocument/2006/relationships/image" Target="../media/image6.png"/><Relationship Id="rId10" Type="http://schemas.openxmlformats.org/officeDocument/2006/relationships/image" Target="../media/image22.png"/><Relationship Id="rId21" Type="http://schemas.openxmlformats.org/officeDocument/2006/relationships/image" Target="../media/image4.png"/><Relationship Id="rId13" Type="http://schemas.openxmlformats.org/officeDocument/2006/relationships/image" Target="../media/image29.png"/><Relationship Id="rId12" Type="http://schemas.openxmlformats.org/officeDocument/2006/relationships/image" Target="../media/image18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15" Type="http://schemas.openxmlformats.org/officeDocument/2006/relationships/image" Target="../media/image41.png"/><Relationship Id="rId14" Type="http://schemas.openxmlformats.org/officeDocument/2006/relationships/image" Target="../media/image32.png"/><Relationship Id="rId17" Type="http://schemas.openxmlformats.org/officeDocument/2006/relationships/image" Target="../media/image12.png"/><Relationship Id="rId16" Type="http://schemas.openxmlformats.org/officeDocument/2006/relationships/image" Target="../media/image34.png"/><Relationship Id="rId5" Type="http://schemas.openxmlformats.org/officeDocument/2006/relationships/image" Target="../media/image10.png"/><Relationship Id="rId19" Type="http://schemas.openxmlformats.org/officeDocument/2006/relationships/image" Target="../media/image38.png"/><Relationship Id="rId6" Type="http://schemas.openxmlformats.org/officeDocument/2006/relationships/image" Target="../media/image35.png"/><Relationship Id="rId18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22.png"/><Relationship Id="rId22" Type="http://schemas.openxmlformats.org/officeDocument/2006/relationships/image" Target="../media/image4.png"/><Relationship Id="rId10" Type="http://schemas.openxmlformats.org/officeDocument/2006/relationships/image" Target="../media/image17.png"/><Relationship Id="rId21" Type="http://schemas.openxmlformats.org/officeDocument/2006/relationships/image" Target="../media/image9.png"/><Relationship Id="rId13" Type="http://schemas.openxmlformats.org/officeDocument/2006/relationships/image" Target="../media/image18.png"/><Relationship Id="rId12" Type="http://schemas.openxmlformats.org/officeDocument/2006/relationships/image" Target="../media/image2.png"/><Relationship Id="rId2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5" Type="http://schemas.openxmlformats.org/officeDocument/2006/relationships/image" Target="../media/image32.png"/><Relationship Id="rId14" Type="http://schemas.openxmlformats.org/officeDocument/2006/relationships/image" Target="../media/image29.png"/><Relationship Id="rId17" Type="http://schemas.openxmlformats.org/officeDocument/2006/relationships/image" Target="../media/image34.png"/><Relationship Id="rId16" Type="http://schemas.openxmlformats.org/officeDocument/2006/relationships/image" Target="../media/image41.png"/><Relationship Id="rId5" Type="http://schemas.openxmlformats.org/officeDocument/2006/relationships/image" Target="../media/image10.png"/><Relationship Id="rId19" Type="http://schemas.openxmlformats.org/officeDocument/2006/relationships/image" Target="../media/image3.png"/><Relationship Id="rId6" Type="http://schemas.openxmlformats.org/officeDocument/2006/relationships/image" Target="../media/image26.png"/><Relationship Id="rId18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15.png"/><Relationship Id="rId10" Type="http://schemas.openxmlformats.org/officeDocument/2006/relationships/image" Target="../media/image34.png"/><Relationship Id="rId21" Type="http://schemas.openxmlformats.org/officeDocument/2006/relationships/image" Target="../media/image3.png"/><Relationship Id="rId13" Type="http://schemas.openxmlformats.org/officeDocument/2006/relationships/image" Target="../media/image4.png"/><Relationship Id="rId12" Type="http://schemas.openxmlformats.org/officeDocument/2006/relationships/image" Target="../media/image38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15.png"/><Relationship Id="rId10" Type="http://schemas.openxmlformats.org/officeDocument/2006/relationships/image" Target="../media/image34.png"/><Relationship Id="rId21" Type="http://schemas.openxmlformats.org/officeDocument/2006/relationships/image" Target="../media/image3.png"/><Relationship Id="rId13" Type="http://schemas.openxmlformats.org/officeDocument/2006/relationships/image" Target="../media/image4.png"/><Relationship Id="rId12" Type="http://schemas.openxmlformats.org/officeDocument/2006/relationships/image" Target="../media/image38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15.png"/><Relationship Id="rId10" Type="http://schemas.openxmlformats.org/officeDocument/2006/relationships/image" Target="../media/image34.png"/><Relationship Id="rId21" Type="http://schemas.openxmlformats.org/officeDocument/2006/relationships/image" Target="../media/image3.png"/><Relationship Id="rId13" Type="http://schemas.openxmlformats.org/officeDocument/2006/relationships/image" Target="../media/image4.png"/><Relationship Id="rId12" Type="http://schemas.openxmlformats.org/officeDocument/2006/relationships/image" Target="../media/image38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0.png"/><Relationship Id="rId6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0.png"/><Relationship Id="rId6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png"/><Relationship Id="rId4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83.png"/><Relationship Id="rId9" Type="http://schemas.openxmlformats.org/officeDocument/2006/relationships/image" Target="../media/image57.png"/><Relationship Id="rId5" Type="http://schemas.openxmlformats.org/officeDocument/2006/relationships/image" Target="../media/image76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Relationship Id="rId8" Type="http://schemas.openxmlformats.org/officeDocument/2006/relationships/image" Target="../media/image8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86.png"/><Relationship Id="rId13" Type="http://schemas.openxmlformats.org/officeDocument/2006/relationships/image" Target="../media/image10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83.png"/><Relationship Id="rId9" Type="http://schemas.openxmlformats.org/officeDocument/2006/relationships/image" Target="../media/image73.png"/><Relationship Id="rId15" Type="http://schemas.openxmlformats.org/officeDocument/2006/relationships/image" Target="../media/image90.png"/><Relationship Id="rId14" Type="http://schemas.openxmlformats.org/officeDocument/2006/relationships/image" Target="../media/image107.png"/><Relationship Id="rId16" Type="http://schemas.openxmlformats.org/officeDocument/2006/relationships/image" Target="../media/image96.png"/><Relationship Id="rId5" Type="http://schemas.openxmlformats.org/officeDocument/2006/relationships/image" Target="../media/image75.png"/><Relationship Id="rId6" Type="http://schemas.openxmlformats.org/officeDocument/2006/relationships/image" Target="../media/image118.png"/><Relationship Id="rId7" Type="http://schemas.openxmlformats.org/officeDocument/2006/relationships/image" Target="../media/image82.png"/><Relationship Id="rId8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png"/><Relationship Id="rId10" Type="http://schemas.openxmlformats.org/officeDocument/2006/relationships/image" Target="../media/image93.png"/><Relationship Id="rId13" Type="http://schemas.openxmlformats.org/officeDocument/2006/relationships/image" Target="../media/image92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83.png"/><Relationship Id="rId9" Type="http://schemas.openxmlformats.org/officeDocument/2006/relationships/image" Target="../media/image106.png"/><Relationship Id="rId14" Type="http://schemas.openxmlformats.org/officeDocument/2006/relationships/image" Target="../media/image57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101.png"/><Relationship Id="rId8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9.png"/><Relationship Id="rId10" Type="http://schemas.openxmlformats.org/officeDocument/2006/relationships/image" Target="../media/image34.png"/><Relationship Id="rId21" Type="http://schemas.openxmlformats.org/officeDocument/2006/relationships/image" Target="../media/image15.png"/><Relationship Id="rId13" Type="http://schemas.openxmlformats.org/officeDocument/2006/relationships/image" Target="../media/image4.png"/><Relationship Id="rId24" Type="http://schemas.openxmlformats.org/officeDocument/2006/relationships/image" Target="../media/image98.png"/><Relationship Id="rId12" Type="http://schemas.openxmlformats.org/officeDocument/2006/relationships/image" Target="../media/image38.png"/><Relationship Id="rId2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2.png"/><Relationship Id="rId4" Type="http://schemas.openxmlformats.org/officeDocument/2006/relationships/image" Target="../media/image8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0.jpg"/><Relationship Id="rId4" Type="http://schemas.openxmlformats.org/officeDocument/2006/relationships/image" Target="../media/image10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8.png"/><Relationship Id="rId4" Type="http://schemas.openxmlformats.org/officeDocument/2006/relationships/image" Target="../media/image9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15.png"/><Relationship Id="rId10" Type="http://schemas.openxmlformats.org/officeDocument/2006/relationships/image" Target="../media/image34.png"/><Relationship Id="rId21" Type="http://schemas.openxmlformats.org/officeDocument/2006/relationships/image" Target="../media/image3.png"/><Relationship Id="rId13" Type="http://schemas.openxmlformats.org/officeDocument/2006/relationships/image" Target="../media/image4.png"/><Relationship Id="rId12" Type="http://schemas.openxmlformats.org/officeDocument/2006/relationships/image" Target="../media/image38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5.png"/><Relationship Id="rId4" Type="http://schemas.openxmlformats.org/officeDocument/2006/relationships/image" Target="../media/image113.jpg"/><Relationship Id="rId5" Type="http://schemas.openxmlformats.org/officeDocument/2006/relationships/image" Target="../media/image1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Relationship Id="rId4" Type="http://schemas.openxmlformats.org/officeDocument/2006/relationships/image" Target="../media/image105.png"/><Relationship Id="rId5" Type="http://schemas.openxmlformats.org/officeDocument/2006/relationships/image" Target="../media/image119.png"/><Relationship Id="rId6" Type="http://schemas.openxmlformats.org/officeDocument/2006/relationships/image" Target="../media/image89.png"/><Relationship Id="rId7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Relationship Id="rId4" Type="http://schemas.openxmlformats.org/officeDocument/2006/relationships/image" Target="../media/image109.png"/><Relationship Id="rId5" Type="http://schemas.openxmlformats.org/officeDocument/2006/relationships/image" Target="../media/image112.png"/><Relationship Id="rId6" Type="http://schemas.openxmlformats.org/officeDocument/2006/relationships/image" Target="../media/image1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2.png"/><Relationship Id="rId22" Type="http://schemas.openxmlformats.org/officeDocument/2006/relationships/image" Target="../media/image15.png"/><Relationship Id="rId10" Type="http://schemas.openxmlformats.org/officeDocument/2006/relationships/image" Target="../media/image34.png"/><Relationship Id="rId21" Type="http://schemas.openxmlformats.org/officeDocument/2006/relationships/image" Target="../media/image3.png"/><Relationship Id="rId13" Type="http://schemas.openxmlformats.org/officeDocument/2006/relationships/image" Target="../media/image4.png"/><Relationship Id="rId12" Type="http://schemas.openxmlformats.org/officeDocument/2006/relationships/image" Target="../media/image38.png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.png"/><Relationship Id="rId5" Type="http://schemas.openxmlformats.org/officeDocument/2006/relationships/image" Target="../media/image22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0.png"/><Relationship Id="rId4" Type="http://schemas.openxmlformats.org/officeDocument/2006/relationships/image" Target="../media/image1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3.png"/><Relationship Id="rId4" Type="http://schemas.openxmlformats.org/officeDocument/2006/relationships/image" Target="../media/image1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2.png"/><Relationship Id="rId4" Type="http://schemas.openxmlformats.org/officeDocument/2006/relationships/image" Target="../media/image1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7.png"/><Relationship Id="rId4" Type="http://schemas.openxmlformats.org/officeDocument/2006/relationships/image" Target="../media/image127.png"/><Relationship Id="rId5" Type="http://schemas.openxmlformats.org/officeDocument/2006/relationships/image" Target="../media/image124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7.png"/><Relationship Id="rId4" Type="http://schemas.openxmlformats.org/officeDocument/2006/relationships/image" Target="../media/image12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7.png"/><Relationship Id="rId4" Type="http://schemas.openxmlformats.org/officeDocument/2006/relationships/image" Target="../media/image12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28.png"/><Relationship Id="rId4" Type="http://schemas.openxmlformats.org/officeDocument/2006/relationships/image" Target="../media/image26.png"/><Relationship Id="rId5" Type="http://schemas.openxmlformats.org/officeDocument/2006/relationships/image" Target="../media/image133.png"/><Relationship Id="rId6" Type="http://schemas.openxmlformats.org/officeDocument/2006/relationships/image" Target="../media/image131.png"/><Relationship Id="rId7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1325035" y="561975"/>
            <a:ext cx="448786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Chapter 1: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786816" y="1375384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Chapter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“feel,” “big picture,” introduction to terminology</a:t>
            </a:r>
            <a:endParaRPr/>
          </a:p>
          <a:p>
            <a:pPr indent="-225425" lvl="1" marL="800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depth, detail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later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 course</a:t>
            </a:r>
            <a:endParaRPr/>
          </a:p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968416" y="1422888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Overview/roadmap: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833" y="4034454"/>
            <a:ext cx="2745129" cy="205884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798691" y="2290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59" name="Google Shape;59;p8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8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7" name="Google Shape;67;p8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" name="Google Shape;69;p8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70" name="Google Shape;70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" name="Google Shape;72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8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79" name="Google Shape;79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" name="Google Shape;81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7" name="Google Shape;87;p8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91" name="Google Shape;91;p8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1297913" y="3134990"/>
            <a:ext cx="5623201" cy="1305077"/>
            <a:chOff x="1297913" y="3209940"/>
            <a:chExt cx="5623201" cy="1305077"/>
          </a:xfrm>
        </p:grpSpPr>
        <p:sp>
          <p:nvSpPr>
            <p:cNvPr id="94" name="Google Shape;94;p8"/>
            <p:cNvSpPr txBox="1"/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forward packets (chunks of data)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switches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8"/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96" name="Google Shape;96;p8"/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97" name="Google Shape;97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99" name="Google Shape;99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0" name="Google Shape;100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" name="Google Shape;102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4" name="Google Shape;104;p8"/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" name="Google Shape;107;p8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" name="Google Shape;108;p8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" name="Google Shape;109;p8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8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8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12" name="Google Shape;112;p8"/>
          <p:cNvGrpSpPr/>
          <p:nvPr/>
        </p:nvGrpSpPr>
        <p:grpSpPr>
          <a:xfrm>
            <a:off x="972848" y="3887572"/>
            <a:ext cx="5946258" cy="1994414"/>
            <a:chOff x="972848" y="3947532"/>
            <a:chExt cx="5946258" cy="1994414"/>
          </a:xfrm>
        </p:grpSpPr>
        <p:sp>
          <p:nvSpPr>
            <p:cNvPr id="113" name="Google Shape;113;p8"/>
            <p:cNvSpPr txBox="1"/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800"/>
                <a:buFont typeface="Noto Sans Symbols"/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858" marR="0" rtl="0" algn="l">
                <a:lnSpc>
                  <a:spcPct val="90000"/>
                </a:lnSpc>
                <a:spcBef>
                  <a:spcPts val="672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links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fiber, copper, radio, satellite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rate: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</a:t>
              </a:r>
              <a:b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2428229" y="4382136"/>
              <a:ext cx="457200" cy="733152"/>
              <a:chOff x="6061075" y="1844675"/>
              <a:chExt cx="457200" cy="733152"/>
            </a:xfrm>
          </p:grpSpPr>
          <p:cxnSp>
            <p:nvCxnSpPr>
              <p:cNvPr id="115" name="Google Shape;115;p8"/>
              <p:cNvCxnSpPr/>
              <p:nvPr/>
            </p:nvCxnSpPr>
            <p:spPr>
              <a:xfrm>
                <a:off x="6289675" y="2403475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6" name="Google Shape;116;p8"/>
              <p:cNvGrpSpPr/>
              <p:nvPr/>
            </p:nvGrpSpPr>
            <p:grpSpPr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117" name="Google Shape;117;p8"/>
                <p:cNvGrpSpPr/>
                <p:nvPr/>
              </p:nvGrpSpPr>
              <p:grpSpPr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cxnSp>
                <p:nvCxnSpPr>
                  <p:cNvPr id="118" name="Google Shape;118;p8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19" name="Google Shape;119;p8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0" name="Google Shape;120;p8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1" name="Google Shape;121;p8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2" name="Google Shape;122;p8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3" name="Google Shape;123;p8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4" name="Google Shape;124;p8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5" name="Google Shape;125;p8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6" name="Google Shape;126;p8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7" name="Google Shape;127;p8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" name="Google Shape;128;p8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9" name="Google Shape;129;p8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0" name="Google Shape;130;p8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1" name="Google Shape;131;p8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" name="Google Shape;132;p8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pic>
              <p:nvPicPr>
                <p:cNvPr descr="cell_tower_radiation copy" id="133" name="Google Shape;133;p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" name="Google Shape;134;p8"/>
                <p:cNvSpPr/>
                <p:nvPr/>
              </p:nvSpPr>
              <p:spPr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" name="Google Shape;135;p8"/>
            <p:cNvGrpSpPr/>
            <p:nvPr/>
          </p:nvGrpSpPr>
          <p:grpSpPr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descr="access_point_stylized_small" id="136" name="Google Shape;136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37" name="Google Shape;13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mage result for Ethernet cable" id="138" name="Google Shape;13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6310" y="4560750"/>
              <a:ext cx="874495" cy="513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8"/>
          <p:cNvGrpSpPr/>
          <p:nvPr/>
        </p:nvGrpSpPr>
        <p:grpSpPr>
          <a:xfrm>
            <a:off x="413554" y="1318241"/>
            <a:ext cx="6618129" cy="1705461"/>
            <a:chOff x="413554" y="1318241"/>
            <a:chExt cx="6618129" cy="1705461"/>
          </a:xfrm>
        </p:grpSpPr>
        <p:sp>
          <p:nvSpPr>
            <p:cNvPr id="140" name="Google Shape;140;p8"/>
            <p:cNvSpPr txBox="1"/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Billions of connected computing </a:t>
              </a: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devices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hosts</a:t>
              </a: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end systems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running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</a:t>
              </a: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apps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Internet’s “edge”</a:t>
              </a:r>
              <a:endParaRPr/>
            </a:p>
          </p:txBody>
        </p:sp>
        <p:grpSp>
          <p:nvGrpSpPr>
            <p:cNvPr id="141" name="Google Shape;141;p8"/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142" name="Google Shape;142;p8"/>
              <p:cNvGrpSpPr/>
              <p:nvPr/>
            </p:nvGrpSpPr>
            <p:grpSpPr>
              <a:xfrm>
                <a:off x="2228805" y="1490654"/>
                <a:ext cx="627929" cy="619360"/>
                <a:chOff x="877" y="1008"/>
                <a:chExt cx="2747" cy="2626"/>
              </a:xfrm>
            </p:grpSpPr>
            <p:pic>
              <p:nvPicPr>
                <p:cNvPr descr="antenna_stylized" id="143" name="Google Shape;143;p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144" name="Google Shape;144;p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 flipH="1" rot="109064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" name="Google Shape;145;p8"/>
                <p:cNvSpPr/>
                <p:nvPr/>
              </p:nvSpPr>
              <p:spPr>
                <a:xfrm>
                  <a:off x="1753" y="1603"/>
                  <a:ext cx="1807" cy="1322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46" name="Google Shape;146;p8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7" name="Google Shape;147;p8"/>
                <p:cNvSpPr/>
                <p:nvPr/>
              </p:nvSpPr>
              <p:spPr>
                <a:xfrm>
                  <a:off x="2082" y="1564"/>
                  <a:ext cx="1531" cy="24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>
                  <a:off x="1737" y="1562"/>
                  <a:ext cx="425" cy="1024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>
                  <a:off x="3144" y="1745"/>
                  <a:ext cx="458" cy="118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>
                  <a:off x="1732" y="2534"/>
                  <a:ext cx="1680" cy="399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>
                  <a:off x="3195" y="1755"/>
                  <a:ext cx="429" cy="1187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>
                  <a:off x="1734" y="2587"/>
                  <a:ext cx="1494" cy="394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" name="Google Shape;153;p8"/>
                <p:cNvGrpSpPr/>
                <p:nvPr/>
              </p:nvGrpSpPr>
              <p:grpSpPr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54" name="Google Shape;154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" name="Google Shape;155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" name="Google Shape;156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" name="Google Shape;157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" name="Google Shape;160;p8"/>
                <p:cNvSpPr/>
                <p:nvPr/>
              </p:nvSpPr>
              <p:spPr>
                <a:xfrm>
                  <a:off x="2577" y="3043"/>
                  <a:ext cx="614" cy="514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1010" y="3084"/>
                  <a:ext cx="1571" cy="469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8"/>
                <p:cNvSpPr/>
                <p:nvPr/>
              </p:nvSpPr>
              <p:spPr>
                <a:xfrm>
                  <a:off x="1011" y="2998"/>
                  <a:ext cx="17" cy="95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8"/>
                <p:cNvSpPr/>
                <p:nvPr/>
              </p:nvSpPr>
              <p:spPr>
                <a:xfrm>
                  <a:off x="1012" y="2611"/>
                  <a:ext cx="730" cy="39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1061" y="3018"/>
                  <a:ext cx="1490" cy="451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 flipH="1" rot="10800000">
                  <a:off x="2549" y="2986"/>
                  <a:ext cx="608" cy="467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" name="Google Shape;166;p8"/>
              <p:cNvGrpSpPr/>
              <p:nvPr/>
            </p:nvGrpSpPr>
            <p:grpSpPr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descr="iphone_stylized_small" id="167" name="Google Shape;167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68" name="Google Shape;168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9" name="Google Shape;169;p8"/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descr="fridge2.png" id="170" name="Google Shape;170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71" name="Google Shape;171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2" name="Google Shape;172;p8"/>
              <p:cNvGrpSpPr/>
              <p:nvPr/>
            </p:nvGrpSpPr>
            <p:grpSpPr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8" name="Google Shape;178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79" name="Google Shape;179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1" name="Google Shape;181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" name="Google Shape;182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" name="Google Shape;185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7" name="Google Shape;187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8" name="Google Shape;188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0" name="Google Shape;190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1" name="Google Shape;191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2" name="Google Shape;192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4" name="Google Shape;194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8"/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descr="server_rack.png" id="206" name="Google Shape;206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7" name="Google Shape;207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8" name="Google Shape;208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8"/>
              <p:cNvGrpSpPr/>
              <p:nvPr/>
            </p:nvGrpSpPr>
            <p:grpSpPr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descr="desktop_computer_stylized_medium" id="210" name="Google Shape;210;p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1" name="Google Shape;211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2" name="Google Shape;212;p8"/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descr="light2.png" id="213" name="Google Shape;213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4" name="Google Shape;21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5" name="Google Shape;215;p8"/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16" name="Google Shape;216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7" name="Google Shape;21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8" name="Google Shape;218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219" name="Google Shape;219;p8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8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8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8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8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8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8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8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8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30" name="Google Shape;230;p8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231" name="Google Shape;231;p8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232" name="Google Shape;232;p8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" name="Google Shape;233;p8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4" name="Google Shape;234;p8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5" name="Google Shape;235;p8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8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7" name="Google Shape;237;p8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8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" name="Google Shape;239;p8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" name="Google Shape;240;p8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" name="Google Shape;241;p8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8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8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8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8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6" name="Google Shape;246;p8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8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8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8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8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8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8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8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8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8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256" name="Google Shape;256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57" name="Google Shape;25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258" name="Google Shape;25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8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0" name="Google Shape;260;p8"/>
          <p:cNvGrpSpPr/>
          <p:nvPr/>
        </p:nvGrpSpPr>
        <p:grpSpPr>
          <a:xfrm>
            <a:off x="7414072" y="1891912"/>
            <a:ext cx="4144321" cy="4305092"/>
            <a:chOff x="7432700" y="1830405"/>
            <a:chExt cx="4144321" cy="4305092"/>
          </a:xfrm>
        </p:grpSpPr>
        <p:grpSp>
          <p:nvGrpSpPr>
            <p:cNvPr id="261" name="Google Shape;261;p8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oogle Shape;262;p8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63" name="Google Shape;263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64" name="Google Shape;264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5" name="Google Shape;265;p8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66" name="Google Shape;266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67" name="Google Shape;267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8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69" name="Google Shape;269;p8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0" name="Google Shape;270;p8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8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8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8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8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6" name="Google Shape;276;p8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77" name="Google Shape;277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3" name="Google Shape;283;p8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8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8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8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9" name="Google Shape;289;p8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90" name="Google Shape;290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1" name="Google Shape;291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" name="Google Shape;292;p8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93" name="Google Shape;293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4" name="Google Shape;29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95" name="Google Shape;295;p8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96" name="Google Shape;296;p8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97" name="Google Shape;297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98" name="Google Shape;298;p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9" name="Google Shape;299;p8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00" name="Google Shape;300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1" name="Google Shape;301;p8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8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8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8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8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8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" name="Google Shape;307;p8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08" name="Google Shape;308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" name="Google Shape;312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" name="Google Shape;313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" name="Google Shape;314;p8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8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21" name="Google Shape;321;p8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2" name="Google Shape;322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3" name="Google Shape;323;p8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24" name="Google Shape;324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5" name="Google Shape;325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6" name="Google Shape;326;p8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27" name="Google Shape;327;p8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28" name="Google Shape;328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29" name="Google Shape;329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0" name="Google Shape;330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1" name="Google Shape;331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2" name="Google Shape;332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33" name="Google Shape;333;p8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34" name="Google Shape;334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35" name="Google Shape;335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6" name="Google Shape;336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7" name="Google Shape;337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8" name="Google Shape;338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39" name="Google Shape;339;p8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40" name="Google Shape;340;p8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1" name="Google Shape;341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" name="Google Shape;346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47" name="Google Shape;347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9" name="Google Shape;349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0" name="Google Shape;350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51" name="Google Shape;351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5" name="Google Shape;355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56" name="Google Shape;356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8" name="Google Shape;358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9" name="Google Shape;359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60" name="Google Shape;360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2" name="Google Shape;362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" name="Google Shape;373;p8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374" name="Google Shape;374;p8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375" name="Google Shape;37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76" name="Google Shape;37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7" name="Google Shape;377;p8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378" name="Google Shape;378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379" name="Google Shape;379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0" name="Google Shape;380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81" name="Google Shape;381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2" name="Google Shape;382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88" name="Google Shape;388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89" name="Google Shape;389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" name="Google Shape;390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1" name="Google Shape;391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4" name="Google Shape;394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5" name="Google Shape;395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1" name="Google Shape;401;p8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2" name="Google Shape;402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3" name="Google Shape;403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4" name="Google Shape;404;p8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5" name="Google Shape;40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6" name="Google Shape;40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7" name="Google Shape;407;p8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8" name="Google Shape;408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9" name="Google Shape;409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0" name="Google Shape;410;p8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11" name="Google Shape;411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12" name="Google Shape;412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3" name="Google Shape;413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14" name="Google Shape;414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" name="Google Shape;415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21" name="Google Shape;421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22" name="Google Shape;422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3" name="Google Shape;423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" name="Google Shape;424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" name="Google Shape;425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6" name="Google Shape;426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7" name="Google Shape;427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8" name="Google Shape;428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4" name="Google Shape;434;p8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35" name="Google Shape;435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0" name="Google Shape;440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41" name="Google Shape;441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3" name="Google Shape;443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4" name="Google Shape;444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45" name="Google Shape;445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7" name="Google Shape;447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9" name="Google Shape;449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50" name="Google Shape;450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2" name="Google Shape;452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3" name="Google Shape;453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54" name="Google Shape;454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6" name="Google Shape;456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7" name="Google Shape;467;p8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468" name="Google Shape;468;p8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9" name="Google Shape;469;p8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470" name="Google Shape;470;p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" name="Google Shape;475;p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485" name="Google Shape;48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486" name="Google Shape;48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7" name="Google Shape;487;p8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0" name="Google Shape;49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1" name="Google Shape;49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5" name="Google Shape;495;p8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96" name="Google Shape;496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8" name="Google Shape;498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99" name="Google Shape;499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3" name="Google Shape;503;p8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6" name="Google Shape;50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7" name="Google Shape;50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12" name="Google Shape;512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4" name="Google Shape;514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5" name="Google Shape;515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" name="Google Shape;519;p8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20" name="Google Shape;52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2" name="Google Shape;52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3" name="Google Shape;52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7" name="Google Shape;527;p8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0" name="Google Shape;53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Google Shape;53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5" name="Google Shape;535;p8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36" name="Google Shape;53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8" name="Google Shape;53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9" name="Google Shape;53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3" name="Google Shape;543;p8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4" name="Google Shape;54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6" name="Google Shape;54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7" name="Google Shape;54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1" name="Google Shape;551;p8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52" name="Google Shape;55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4" name="Google Shape;55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9" name="Google Shape;559;p8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60" name="Google Shape;56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2" name="Google Shape;56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3" name="Google Shape;56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7" name="Google Shape;567;p8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0" name="Google Shape;57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1" name="Google Shape;57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5" name="Google Shape;575;p8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76" name="Google Shape;57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8" name="Google Shape;57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9" name="Google Shape;57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3" name="Google Shape;583;p8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4" name="Google Shape;58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6" name="Google Shape;58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Google Shape;58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1" name="Google Shape;591;p8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92" name="Google Shape;59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4" name="Google Shape;59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5" name="Google Shape;59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9" name="Google Shape;599;p8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600" name="Google Shape;60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2" name="Google Shape;60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3" name="Google Shape;60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" name="Google Shape;607;p8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0" name="Google Shape;61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1" name="Google Shape;61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5" name="Google Shape;615;p8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" name="Google Shape;61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Google Shape;61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8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624" name="Google Shape;62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6" name="Google Shape;62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Google Shape;62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31" name="Google Shape;631;p8"/>
          <p:cNvGrpSpPr/>
          <p:nvPr/>
        </p:nvGrpSpPr>
        <p:grpSpPr>
          <a:xfrm>
            <a:off x="1728873" y="5539150"/>
            <a:ext cx="5446393" cy="1149445"/>
            <a:chOff x="1728873" y="5539150"/>
            <a:chExt cx="5446393" cy="1149445"/>
          </a:xfrm>
        </p:grpSpPr>
        <p:sp>
          <p:nvSpPr>
            <p:cNvPr id="632" name="Google Shape;632;p8"/>
            <p:cNvSpPr/>
            <p:nvPr/>
          </p:nvSpPr>
          <p:spPr>
            <a:xfrm>
              <a:off x="1728873" y="5660145"/>
              <a:ext cx="1143514" cy="68053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8"/>
            <p:cNvSpPr txBox="1"/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collection of devices, routers, links: managed by an organization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8"/>
          <p:cNvSpPr/>
          <p:nvPr/>
        </p:nvSpPr>
        <p:spPr>
          <a:xfrm>
            <a:off x="7189291" y="1641975"/>
            <a:ext cx="4101062" cy="4254341"/>
          </a:xfrm>
          <a:custGeom>
            <a:rect b="b" l="l" r="r" t="t"/>
            <a:pathLst>
              <a:path extrusionOk="0" h="4254341" w="4101062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 cap="flat" cmpd="sng" w="12700">
            <a:solidFill>
              <a:srgbClr val="31538F">
                <a:alpha val="5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"/>
          <p:cNvSpPr txBox="1"/>
          <p:nvPr>
            <p:ph type="title"/>
          </p:nvPr>
        </p:nvSpPr>
        <p:spPr>
          <a:xfrm>
            <a:off x="787400" y="3359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“Fun” Internet-connected devices</a:t>
            </a:r>
            <a:endParaRPr/>
          </a:p>
        </p:txBody>
      </p:sp>
      <p:pic>
        <p:nvPicPr>
          <p:cNvPr descr="toaster" id="641" name="Google Shape;6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235" y="2861110"/>
            <a:ext cx="1675416" cy="197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9"/>
          <p:cNvSpPr txBox="1"/>
          <p:nvPr/>
        </p:nvSpPr>
        <p:spPr>
          <a:xfrm>
            <a:off x="7093001" y="3040516"/>
            <a:ext cx="20926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Web-enabled toaster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forecaster</a:t>
            </a:r>
            <a:endParaRPr/>
          </a:p>
        </p:txBody>
      </p:sp>
      <p:grpSp>
        <p:nvGrpSpPr>
          <p:cNvPr id="643" name="Google Shape;643;p9"/>
          <p:cNvGrpSpPr/>
          <p:nvPr/>
        </p:nvGrpSpPr>
        <p:grpSpPr>
          <a:xfrm>
            <a:off x="723207" y="3591303"/>
            <a:ext cx="4897766" cy="2945470"/>
            <a:chOff x="723207" y="3591303"/>
            <a:chExt cx="4897766" cy="2945470"/>
          </a:xfrm>
        </p:grpSpPr>
        <p:grpSp>
          <p:nvGrpSpPr>
            <p:cNvPr id="644" name="Google Shape;644;p9"/>
            <p:cNvGrpSpPr/>
            <p:nvPr/>
          </p:nvGrpSpPr>
          <p:grpSpPr>
            <a:xfrm>
              <a:off x="723207" y="4924676"/>
              <a:ext cx="1768379" cy="1612097"/>
              <a:chOff x="723207" y="4924676"/>
              <a:chExt cx="1768379" cy="1612097"/>
            </a:xfrm>
          </p:grpSpPr>
          <p:pic>
            <p:nvPicPr>
              <p:cNvPr descr="cisco" id="645" name="Google Shape;645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3207" y="4924676"/>
                <a:ext cx="1768379" cy="14168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9"/>
              <p:cNvSpPr txBox="1"/>
              <p:nvPr/>
            </p:nvSpPr>
            <p:spPr>
              <a:xfrm>
                <a:off x="952500" y="6198219"/>
                <a:ext cx="152118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phones</a:t>
                </a:r>
                <a:endParaRPr/>
              </a:p>
            </p:txBody>
          </p:sp>
        </p:grpSp>
        <p:grpSp>
          <p:nvGrpSpPr>
            <p:cNvPr id="647" name="Google Shape;647;p9"/>
            <p:cNvGrpSpPr/>
            <p:nvPr/>
          </p:nvGrpSpPr>
          <p:grpSpPr>
            <a:xfrm>
              <a:off x="3863186" y="3591303"/>
              <a:ext cx="1757787" cy="1165800"/>
              <a:chOff x="3863186" y="3591303"/>
              <a:chExt cx="1757787" cy="1165800"/>
            </a:xfrm>
          </p:grpSpPr>
          <p:pic>
            <p:nvPicPr>
              <p:cNvPr id="648" name="Google Shape;64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68398" y="3591303"/>
                <a:ext cx="1552575" cy="742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" name="Google Shape;649;p9"/>
              <p:cNvSpPr txBox="1"/>
              <p:nvPr/>
            </p:nvSpPr>
            <p:spPr>
              <a:xfrm>
                <a:off x="3863186" y="4172328"/>
                <a:ext cx="15912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Slingbox: remote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cable TV</a:t>
                </a:r>
                <a:endParaRPr/>
              </a:p>
            </p:txBody>
          </p:sp>
        </p:grpSp>
      </p:grpSp>
      <p:grpSp>
        <p:nvGrpSpPr>
          <p:cNvPr id="650" name="Google Shape;650;p9"/>
          <p:cNvGrpSpPr/>
          <p:nvPr/>
        </p:nvGrpSpPr>
        <p:grpSpPr>
          <a:xfrm>
            <a:off x="814227" y="3747548"/>
            <a:ext cx="2676937" cy="1188113"/>
            <a:chOff x="1752086" y="3835708"/>
            <a:chExt cx="2676937" cy="1188113"/>
          </a:xfrm>
        </p:grpSpPr>
        <p:sp>
          <p:nvSpPr>
            <p:cNvPr id="651" name="Google Shape;651;p9"/>
            <p:cNvSpPr txBox="1"/>
            <p:nvPr/>
          </p:nvSpPr>
          <p:spPr>
            <a:xfrm>
              <a:off x="2887639" y="4685267"/>
              <a:ext cx="154138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Camera</a:t>
              </a:r>
              <a:endParaRPr/>
            </a:p>
          </p:txBody>
        </p:sp>
        <p:pic>
          <p:nvPicPr>
            <p:cNvPr id="652" name="Google Shape;65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9"/>
          <p:cNvGrpSpPr/>
          <p:nvPr/>
        </p:nvGrpSpPr>
        <p:grpSpPr>
          <a:xfrm>
            <a:off x="722790" y="1143651"/>
            <a:ext cx="10449383" cy="5458394"/>
            <a:chOff x="671990" y="1143651"/>
            <a:chExt cx="10449383" cy="5458394"/>
          </a:xfrm>
        </p:grpSpPr>
        <p:grpSp>
          <p:nvGrpSpPr>
            <p:cNvPr id="654" name="Google Shape;654;p9"/>
            <p:cNvGrpSpPr/>
            <p:nvPr/>
          </p:nvGrpSpPr>
          <p:grpSpPr>
            <a:xfrm>
              <a:off x="3363111" y="1717360"/>
              <a:ext cx="1895475" cy="1738803"/>
              <a:chOff x="3363111" y="1717360"/>
              <a:chExt cx="1895475" cy="1738803"/>
            </a:xfrm>
          </p:grpSpPr>
          <p:pic>
            <p:nvPicPr>
              <p:cNvPr descr="whisper" id="655" name="Google Shape;655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63111" y="1717360"/>
                <a:ext cx="1895475" cy="1560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6" name="Google Shape;656;p9"/>
              <p:cNvSpPr txBox="1"/>
              <p:nvPr/>
            </p:nvSpPr>
            <p:spPr>
              <a:xfrm>
                <a:off x="3517381" y="3117609"/>
                <a:ext cx="15178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picture frame</a:t>
                </a:r>
                <a:endParaRPr/>
              </a:p>
            </p:txBody>
          </p:sp>
        </p:grpSp>
        <p:grpSp>
          <p:nvGrpSpPr>
            <p:cNvPr id="657" name="Google Shape;657;p9"/>
            <p:cNvGrpSpPr/>
            <p:nvPr/>
          </p:nvGrpSpPr>
          <p:grpSpPr>
            <a:xfrm>
              <a:off x="2055482" y="1410532"/>
              <a:ext cx="1179513" cy="2761796"/>
              <a:chOff x="2506141" y="1897178"/>
              <a:chExt cx="1179513" cy="2761796"/>
            </a:xfrm>
          </p:grpSpPr>
          <p:pic>
            <p:nvPicPr>
              <p:cNvPr id="658" name="Google Shape;658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694260" y="1897178"/>
                <a:ext cx="803275" cy="216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9" name="Google Shape;659;p9"/>
              <p:cNvSpPr txBox="1"/>
              <p:nvPr/>
            </p:nvSpPr>
            <p:spPr>
              <a:xfrm>
                <a:off x="2506141" y="4077949"/>
                <a:ext cx="1179513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refrigerator</a:t>
                </a: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585501" y="1143651"/>
              <a:ext cx="2535872" cy="1141975"/>
              <a:chOff x="8636412" y="2605836"/>
              <a:chExt cx="2535872" cy="1141975"/>
            </a:xfrm>
          </p:grpSpPr>
          <p:pic>
            <p:nvPicPr>
              <p:cNvPr id="661" name="Google Shape;661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636412" y="2650849"/>
                <a:ext cx="695325" cy="10969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662" name="Google Shape;662;p9"/>
              <p:cNvSpPr txBox="1"/>
              <p:nvPr/>
            </p:nvSpPr>
            <p:spPr>
              <a:xfrm>
                <a:off x="9358967" y="2605836"/>
                <a:ext cx="181331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Tweet-a-watt: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energy use</a:t>
                </a: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5012950" y="5049292"/>
              <a:ext cx="2435364" cy="1552753"/>
              <a:chOff x="5012950" y="5049292"/>
              <a:chExt cx="2435364" cy="1552753"/>
            </a:xfrm>
          </p:grpSpPr>
          <p:pic>
            <p:nvPicPr>
              <p:cNvPr id="664" name="Google Shape;664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012950" y="5057407"/>
                <a:ext cx="1289050" cy="154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9"/>
              <p:cNvSpPr txBox="1"/>
              <p:nvPr/>
            </p:nvSpPr>
            <p:spPr>
              <a:xfrm>
                <a:off x="6327301" y="5049292"/>
                <a:ext cx="112101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sensorized,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mattress</a:t>
                </a: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671990" y="1806119"/>
              <a:ext cx="1305870" cy="1496298"/>
              <a:chOff x="1563004" y="1837775"/>
              <a:chExt cx="1305870" cy="1496298"/>
            </a:xfrm>
          </p:grpSpPr>
          <p:pic>
            <p:nvPicPr>
              <p:cNvPr id="667" name="Google Shape;667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65601" y="1837775"/>
                <a:ext cx="550338" cy="1149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8" name="Google Shape;668;p9"/>
              <p:cNvSpPr txBox="1"/>
              <p:nvPr/>
            </p:nvSpPr>
            <p:spPr>
              <a:xfrm>
                <a:off x="1563004" y="2995519"/>
                <a:ext cx="13058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Echo</a:t>
                </a:r>
                <a:endParaRPr/>
              </a:p>
            </p:txBody>
          </p:sp>
        </p:grpSp>
      </p:grpSp>
      <p:sp>
        <p:nvSpPr>
          <p:cNvPr id="669" name="Google Shape;669;p9"/>
          <p:cNvSpPr txBox="1"/>
          <p:nvPr/>
        </p:nvSpPr>
        <p:spPr>
          <a:xfrm>
            <a:off x="9707225" y="5533965"/>
            <a:ext cx="1814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Others?</a:t>
            </a:r>
            <a:endParaRPr/>
          </a:p>
        </p:txBody>
      </p:sp>
      <p:grpSp>
        <p:nvGrpSpPr>
          <p:cNvPr id="670" name="Google Shape;670;p9"/>
          <p:cNvGrpSpPr/>
          <p:nvPr/>
        </p:nvGrpSpPr>
        <p:grpSpPr>
          <a:xfrm>
            <a:off x="5244182" y="1499729"/>
            <a:ext cx="4175678" cy="5125922"/>
            <a:chOff x="5244182" y="1499729"/>
            <a:chExt cx="4175678" cy="5125922"/>
          </a:xfrm>
        </p:grpSpPr>
        <p:grpSp>
          <p:nvGrpSpPr>
            <p:cNvPr id="671" name="Google Shape;671;p9"/>
            <p:cNvGrpSpPr/>
            <p:nvPr/>
          </p:nvGrpSpPr>
          <p:grpSpPr>
            <a:xfrm>
              <a:off x="5244182" y="1499729"/>
              <a:ext cx="2735863" cy="1090838"/>
              <a:chOff x="616980" y="5292729"/>
              <a:chExt cx="3127445" cy="1207904"/>
            </a:xfrm>
          </p:grpSpPr>
          <p:grpSp>
            <p:nvGrpSpPr>
              <p:cNvPr id="672" name="Google Shape;672;p9"/>
              <p:cNvGrpSpPr/>
              <p:nvPr/>
            </p:nvGrpSpPr>
            <p:grpSpPr>
              <a:xfrm>
                <a:off x="616980" y="5292729"/>
                <a:ext cx="3127445" cy="821190"/>
                <a:chOff x="842590" y="5420084"/>
                <a:chExt cx="3127445" cy="821190"/>
              </a:xfrm>
            </p:grpSpPr>
            <p:pic>
              <p:nvPicPr>
                <p:cNvPr id="673" name="Google Shape;673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842590" y="5420084"/>
                  <a:ext cx="201647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4" name="Google Shape;674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44905" r="0" t="0"/>
                <a:stretch/>
              </p:blipFill>
              <p:spPr>
                <a:xfrm>
                  <a:off x="2859067" y="5420084"/>
                  <a:ext cx="111096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75" name="Google Shape;675;p9"/>
              <p:cNvSpPr txBox="1"/>
              <p:nvPr/>
            </p:nvSpPr>
            <p:spPr>
              <a:xfrm>
                <a:off x="1008562" y="6125746"/>
                <a:ext cx="2301691" cy="37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Pacemaker &amp; Monitor</a:t>
                </a:r>
                <a:endParaRPr/>
              </a:p>
            </p:txBody>
          </p:sp>
        </p:grpSp>
        <p:grpSp>
          <p:nvGrpSpPr>
            <p:cNvPr id="676" name="Google Shape;676;p9"/>
            <p:cNvGrpSpPr/>
            <p:nvPr/>
          </p:nvGrpSpPr>
          <p:grpSpPr>
            <a:xfrm>
              <a:off x="7868239" y="4103350"/>
              <a:ext cx="1551621" cy="917725"/>
              <a:chOff x="7868239" y="4103350"/>
              <a:chExt cx="1551621" cy="917725"/>
            </a:xfrm>
          </p:grpSpPr>
          <p:pic>
            <p:nvPicPr>
              <p:cNvPr id="677" name="Google Shape;677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68239" y="4103350"/>
                <a:ext cx="1551621" cy="663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p9"/>
              <p:cNvSpPr txBox="1"/>
              <p:nvPr/>
            </p:nvSpPr>
            <p:spPr>
              <a:xfrm>
                <a:off x="8103032" y="4682521"/>
                <a:ext cx="10797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 devices</a:t>
                </a:r>
                <a:endParaRPr/>
              </a:p>
            </p:txBody>
          </p:sp>
        </p:grpSp>
        <p:grpSp>
          <p:nvGrpSpPr>
            <p:cNvPr id="679" name="Google Shape;679;p9"/>
            <p:cNvGrpSpPr/>
            <p:nvPr/>
          </p:nvGrpSpPr>
          <p:grpSpPr>
            <a:xfrm>
              <a:off x="7586090" y="5333549"/>
              <a:ext cx="1556069" cy="1292102"/>
              <a:chOff x="7586090" y="5333549"/>
              <a:chExt cx="1556069" cy="1292102"/>
            </a:xfrm>
          </p:grpSpPr>
          <p:pic>
            <p:nvPicPr>
              <p:cNvPr id="680" name="Google Shape;680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86090" y="5333549"/>
                <a:ext cx="1308005" cy="12921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9"/>
              <p:cNvSpPr txBox="1"/>
              <p:nvPr/>
            </p:nvSpPr>
            <p:spPr>
              <a:xfrm>
                <a:off x="8513461" y="6201538"/>
                <a:ext cx="6286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Fitbit</a:t>
                </a:r>
                <a:endParaRPr/>
              </a:p>
            </p:txBody>
          </p:sp>
        </p:grpSp>
      </p:grpSp>
      <p:grpSp>
        <p:nvGrpSpPr>
          <p:cNvPr id="682" name="Google Shape;682;p9"/>
          <p:cNvGrpSpPr/>
          <p:nvPr/>
        </p:nvGrpSpPr>
        <p:grpSpPr>
          <a:xfrm>
            <a:off x="3149599" y="5058059"/>
            <a:ext cx="1519767" cy="1241029"/>
            <a:chOff x="3149599" y="5058059"/>
            <a:chExt cx="1519767" cy="1241029"/>
          </a:xfrm>
        </p:grpSpPr>
        <p:pic>
          <p:nvPicPr>
            <p:cNvPr id="683" name="Google Shape;683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9599" y="5058059"/>
              <a:ext cx="1519767" cy="97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9"/>
            <p:cNvSpPr txBox="1"/>
            <p:nvPr/>
          </p:nvSpPr>
          <p:spPr>
            <a:xfrm>
              <a:off x="3149601" y="5960534"/>
              <a:ext cx="14900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Gaming devices</a:t>
              </a:r>
              <a:endParaRPr/>
            </a:p>
          </p:txBody>
        </p:sp>
      </p:grpSp>
      <p:grpSp>
        <p:nvGrpSpPr>
          <p:cNvPr id="685" name="Google Shape;685;p9"/>
          <p:cNvGrpSpPr/>
          <p:nvPr/>
        </p:nvGrpSpPr>
        <p:grpSpPr>
          <a:xfrm>
            <a:off x="9643123" y="1811867"/>
            <a:ext cx="2328743" cy="3572821"/>
            <a:chOff x="9643123" y="1811867"/>
            <a:chExt cx="2328743" cy="3572821"/>
          </a:xfrm>
        </p:grpSpPr>
        <p:pic>
          <p:nvPicPr>
            <p:cNvPr id="686" name="Google Shape;686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735733" y="2137293"/>
              <a:ext cx="1147232" cy="103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182464" y="3606800"/>
              <a:ext cx="789402" cy="1483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643123" y="3014133"/>
              <a:ext cx="1723654" cy="1174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9"/>
            <p:cNvSpPr txBox="1"/>
            <p:nvPr/>
          </p:nvSpPr>
          <p:spPr>
            <a:xfrm>
              <a:off x="10176934" y="4114801"/>
              <a:ext cx="5160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cars</a:t>
              </a:r>
              <a:endParaRPr/>
            </a:p>
          </p:txBody>
        </p:sp>
        <p:sp>
          <p:nvSpPr>
            <p:cNvPr id="690" name="Google Shape;690;p9"/>
            <p:cNvSpPr txBox="1"/>
            <p:nvPr/>
          </p:nvSpPr>
          <p:spPr>
            <a:xfrm>
              <a:off x="11074401" y="5046134"/>
              <a:ext cx="8857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scooters</a:t>
              </a:r>
              <a:endParaRPr/>
            </a:p>
          </p:txBody>
        </p:sp>
        <p:sp>
          <p:nvSpPr>
            <p:cNvPr id="691" name="Google Shape;691;p9"/>
            <p:cNvSpPr txBox="1"/>
            <p:nvPr/>
          </p:nvSpPr>
          <p:spPr>
            <a:xfrm>
              <a:off x="11023601" y="1811867"/>
              <a:ext cx="6076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bikes</a:t>
              </a:r>
              <a:endParaRPr/>
            </a:p>
          </p:txBody>
        </p:sp>
      </p:grpSp>
      <p:sp>
        <p:nvSpPr>
          <p:cNvPr id="692" name="Google Shape;69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 txBox="1"/>
          <p:nvPr>
            <p:ph idx="1" type="body"/>
          </p:nvPr>
        </p:nvSpPr>
        <p:spPr>
          <a:xfrm>
            <a:off x="713958" y="1708456"/>
            <a:ext cx="5394571" cy="95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Internet: “</a:t>
            </a:r>
            <a:r>
              <a:rPr lang="en-US">
                <a:solidFill>
                  <a:srgbClr val="CC0000"/>
                </a:solidFill>
              </a:rPr>
              <a:t>network of networks”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Interconnected ISPs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8" name="Google Shape;698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02" name="Google Shape;702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06" name="Google Shape;706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707" name="Google Shape;70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08" name="Google Shape;70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9" name="Google Shape;70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10" name="Google Shape;71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8" name="Google Shape;71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19" name="Google Shape;71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1" name="Google Shape;72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27" name="Google Shape;72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29" name="Google Shape;72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731" name="Google Shape;731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32" name="Google Shape;732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734" name="Google Shape;734;p10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0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0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10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10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10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0" name="Google Shape;740;p10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1" name="Google Shape;741;p10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2" name="Google Shape;742;p10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10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10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45" name="Google Shape;745;p10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746" name="Google Shape;746;p10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747" name="Google Shape;747;p10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" name="Google Shape;748;p10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" name="Google Shape;749;p10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0" name="Google Shape;750;p10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" name="Google Shape;751;p10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" name="Google Shape;752;p10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3" name="Google Shape;753;p10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4" name="Google Shape;754;p10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5" name="Google Shape;755;p10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6" name="Google Shape;756;p10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7" name="Google Shape;757;p10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0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0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0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0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2" name="Google Shape;762;p10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3" name="Google Shape;763;p10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4" name="Google Shape;764;p10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5" name="Google Shape;765;p10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6" name="Google Shape;766;p10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7" name="Google Shape;767;p10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8" name="Google Shape;768;p10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9" name="Google Shape;769;p10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0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771" name="Google Shape;771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2" name="Google Shape;772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773" name="Google Shape;773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4" name="Google Shape;774;p10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5" name="Google Shape;775;p10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776" name="Google Shape;776;p10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777" name="Google Shape;7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8" name="Google Shape;778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9" name="Google Shape;779;p10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780" name="Google Shape;780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81" name="Google Shape;781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2" name="Google Shape;782;p10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83" name="Google Shape;783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4" name="Google Shape;784;p10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0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0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0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0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0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0" name="Google Shape;790;p10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91" name="Google Shape;791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7" name="Google Shape;797;p10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0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0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0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0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0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10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804" name="Google Shape;804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5" name="Google Shape;805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6" name="Google Shape;806;p10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807" name="Google Shape;807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8" name="Google Shape;808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9" name="Google Shape;809;p10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810" name="Google Shape;81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11" name="Google Shape;811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12" name="Google Shape;812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3" name="Google Shape;81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14" name="Google Shape;814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5" name="Google Shape;81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1" name="Google Shape;82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22" name="Google Shape;82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8" name="Google Shape;82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35" name="Google Shape;835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6" name="Google Shape;83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38" name="Google Shape;838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39" name="Google Shape;839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0" name="Google Shape;840;p10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841" name="Google Shape;841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42" name="Google Shape;842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3" name="Google Shape;84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44" name="Google Shape;844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5" name="Google Shape;845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6" name="Google Shape;846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47" name="Google Shape;84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48" name="Google Shape;84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9" name="Google Shape;84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50" name="Google Shape;850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1" name="Google Shape;851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2" name="Google Shape;852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53" name="Google Shape;853;p10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854" name="Google Shape;854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60" name="Google Shape;860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3" name="Google Shape;863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64" name="Google Shape;864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" name="Google Shape;868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69" name="Google Shape;869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73" name="Google Shape;873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10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887" name="Google Shape;88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10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890" name="Google Shape;890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91" name="Google Shape;891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3" name="Google Shape;893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01" name="Google Shape;90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7" name="Google Shape;907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10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914" name="Google Shape;914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10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917" name="Google Shape;9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10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920" name="Google Shape;920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10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923" name="Google Shape;92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24" name="Google Shape;924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26" name="Google Shape;926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3" name="Google Shape;9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34" name="Google Shape;9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0" name="Google Shape;9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0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947" name="Google Shape;94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3" name="Google Shape;95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7" name="Google Shape;95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2" name="Google Shape;96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6" name="Google Shape;96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10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980" name="Google Shape;980;p10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81" name="Google Shape;981;p10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982" name="Google Shape;982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" name="Google Shape;984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997" name="Google Shape;997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8" name="Google Shape;99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9" name="Google Shape;999;p10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000" name="Google Shape;100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02" name="Google Shape;100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03" name="Google Shape;100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7" name="Google Shape;1007;p10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008" name="Google Shape;1008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0" name="Google Shape;1010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Google Shape;1011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5" name="Google Shape;1015;p10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016" name="Google Shape;101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18" name="Google Shape;101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19" name="Google Shape;101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3" name="Google Shape;1023;p10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024" name="Google Shape;1024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6" name="Google Shape;1026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27" name="Google Shape;1027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1" name="Google Shape;1031;p10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032" name="Google Shape;103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34" name="Google Shape;103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35" name="Google Shape;103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9" name="Google Shape;1039;p10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040" name="Google Shape;104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1" name="Google Shape;104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42" name="Google Shape;104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43" name="Google Shape;104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7" name="Google Shape;1047;p10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048" name="Google Shape;104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9" name="Google Shape;104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0" name="Google Shape;105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1" name="Google Shape;105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55" name="Google Shape;1055;p10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056" name="Google Shape;105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7" name="Google Shape;105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8" name="Google Shape;105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9" name="Google Shape;105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3" name="Google Shape;1063;p10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6" name="Google Shape;106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7" name="Google Shape;106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0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072" name="Google Shape;107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4" name="Google Shape;107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" name="Google Shape;107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9" name="Google Shape;1079;p10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080" name="Google Shape;108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82" name="Google Shape;108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3" name="Google Shape;108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7" name="Google Shape;1087;p10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088" name="Google Shape;108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0" name="Google Shape;109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1" name="Google Shape;109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5" name="Google Shape;1095;p10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096" name="Google Shape;109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8" name="Google Shape;109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9" name="Google Shape;109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3" name="Google Shape;1103;p10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104" name="Google Shape;110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6" name="Google Shape;110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7" name="Google Shape;110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1" name="Google Shape;1111;p10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112" name="Google Shape;111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14" name="Google Shape;111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15" name="Google Shape;111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9" name="Google Shape;1119;p10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120" name="Google Shape;112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22" name="Google Shape;112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23" name="Google Shape;112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7" name="Google Shape;1127;p10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128" name="Google Shape;112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0" name="Google Shape;113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1" name="Google Shape;113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5" name="Google Shape;1135;p10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136" name="Google Shape;113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8" name="Google Shape;113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9" name="Google Shape;113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43" name="Google Shape;1143;p10"/>
          <p:cNvSpPr txBox="1"/>
          <p:nvPr/>
        </p:nvSpPr>
        <p:spPr>
          <a:xfrm>
            <a:off x="839601" y="2732121"/>
            <a:ext cx="5394571" cy="182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sending, receiving of messages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HTTP (Web), streaming video, Skype, TCP, IP, WiFi, 4G, Ethernet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4" name="Google Shape;1144;p10"/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1145" name="Google Shape;1145;p10"/>
            <p:cNvCxnSpPr/>
            <p:nvPr/>
          </p:nvCxnSpPr>
          <p:spPr>
            <a:xfrm flipH="1">
              <a:off x="7968718" y="5327774"/>
              <a:ext cx="439264" cy="15316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46" name="Google Shape;1146;p10"/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7" name="Google Shape;1147;p10"/>
            <p:cNvCxnSpPr/>
            <p:nvPr/>
          </p:nvCxnSpPr>
          <p:spPr>
            <a:xfrm>
              <a:off x="7704138" y="5144424"/>
              <a:ext cx="470403" cy="21674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48" name="Google Shape;1148;p10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149" name="Google Shape;1149;p10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0" name="Google Shape;1150;p10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1" name="Google Shape;1151;p10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2" name="Google Shape;1152;p10"/>
          <p:cNvGrpSpPr/>
          <p:nvPr/>
        </p:nvGrpSpPr>
        <p:grpSpPr>
          <a:xfrm>
            <a:off x="6371219" y="2787427"/>
            <a:ext cx="1271296" cy="663900"/>
            <a:chOff x="6371219" y="2787427"/>
            <a:chExt cx="1271296" cy="663900"/>
          </a:xfrm>
        </p:grpSpPr>
        <p:cxnSp>
          <p:nvCxnSpPr>
            <p:cNvPr id="1153" name="Google Shape;1153;p10"/>
            <p:cNvCxnSpPr>
              <a:endCxn id="811" idx="0"/>
            </p:cNvCxnSpPr>
            <p:nvPr/>
          </p:nvCxnSpPr>
          <p:spPr>
            <a:xfrm>
              <a:off x="7631115" y="2787427"/>
              <a:ext cx="11400" cy="66390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4" name="Google Shape;1154;p10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5" name="Google Shape;1155;p10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6" name="Google Shape;1156;p10"/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1157" name="Google Shape;1157;p10"/>
            <p:cNvCxnSpPr/>
            <p:nvPr/>
          </p:nvCxnSpPr>
          <p:spPr>
            <a:xfrm flipH="1">
              <a:off x="7084556" y="2978118"/>
              <a:ext cx="302191" cy="50873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8" name="Google Shape;1158;p10"/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9" name="Google Shape;1159;p10"/>
            <p:cNvCxnSpPr/>
            <p:nvPr/>
          </p:nvCxnSpPr>
          <p:spPr>
            <a:xfrm>
              <a:off x="6973411" y="3119431"/>
              <a:ext cx="262240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0" name="Google Shape;1160;p10"/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1161" name="Google Shape;1161;p10"/>
            <p:cNvCxnSpPr/>
            <p:nvPr/>
          </p:nvCxnSpPr>
          <p:spPr>
            <a:xfrm flipH="1">
              <a:off x="7091527" y="3177198"/>
              <a:ext cx="204850" cy="289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2" name="Google Shape;1162;p10"/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3" name="Google Shape;1163;p10"/>
            <p:cNvCxnSpPr/>
            <p:nvPr/>
          </p:nvCxnSpPr>
          <p:spPr>
            <a:xfrm flipH="1" rot="10800000">
              <a:off x="7230890" y="3377014"/>
              <a:ext cx="1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4" name="Google Shape;1164;p10"/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1165" name="Google Shape;1165;p10"/>
            <p:cNvCxnSpPr/>
            <p:nvPr/>
          </p:nvCxnSpPr>
          <p:spPr>
            <a:xfrm flipH="1" rot="10800000">
              <a:off x="7375489" y="3222818"/>
              <a:ext cx="628291" cy="13300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6" name="Google Shape;1166;p10"/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7" name="Google Shape;1167;p10"/>
            <p:cNvCxnSpPr>
              <a:stCxn id="807" idx="1"/>
            </p:cNvCxnSpPr>
            <p:nvPr/>
          </p:nvCxnSpPr>
          <p:spPr>
            <a:xfrm flipH="1" rot="10800000">
              <a:off x="7620426" y="2864174"/>
              <a:ext cx="430500" cy="449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8" name="Google Shape;1168;p10"/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1169" name="Google Shape;1169;p10"/>
            <p:cNvCxnSpPr/>
            <p:nvPr/>
          </p:nvCxnSpPr>
          <p:spPr>
            <a:xfrm flipH="1">
              <a:off x="6559961" y="3177198"/>
              <a:ext cx="736416" cy="89440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0" name="Google Shape;1170;p10"/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1" name="Google Shape;1171;p10"/>
            <p:cNvCxnSpPr/>
            <p:nvPr/>
          </p:nvCxnSpPr>
          <p:spPr>
            <a:xfrm rot="10800000">
              <a:off x="6929789" y="3709511"/>
              <a:ext cx="297918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2" name="Google Shape;1172;p10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173" name="Google Shape;1173;p10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4" name="Google Shape;1174;p10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5" name="Google Shape;1175;p10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6" name="Google Shape;1176;p10"/>
          <p:cNvSpPr txBox="1"/>
          <p:nvPr/>
        </p:nvSpPr>
        <p:spPr>
          <a:xfrm>
            <a:off x="852411" y="4676300"/>
            <a:ext cx="5394571" cy="1868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 standards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RFC: Request for Comments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IETF: Internet Engineering Task Force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"/>
          <p:cNvSpPr txBox="1"/>
          <p:nvPr>
            <p:ph idx="1" type="body"/>
          </p:nvPr>
        </p:nvSpPr>
        <p:spPr>
          <a:xfrm>
            <a:off x="868663" y="1426343"/>
            <a:ext cx="5394571" cy="225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Infrastructure </a:t>
            </a:r>
            <a:r>
              <a:rPr lang="en-US"/>
              <a:t>that provides services to applications:</a:t>
            </a:r>
            <a:endParaRPr sz="240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Web, streaming video, multimedia teleconferencing, email, games, e-commerce, social media, inter-connected appliances, …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3" name="Google Shape;1183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“services” view</a:t>
            </a:r>
            <a:endParaRPr/>
          </a:p>
        </p:txBody>
      </p:sp>
      <p:sp>
        <p:nvSpPr>
          <p:cNvPr id="1184" name="Google Shape;1184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187" name="Google Shape;1187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191" name="Google Shape;1191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192" name="Google Shape;1192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193" name="Google Shape;1193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195" name="Google Shape;1195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7" name="Google Shape;1197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0" name="Google Shape;1200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3" name="Google Shape;1203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04" name="Google Shape;1204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6" name="Google Shape;1206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2" name="Google Shape;1212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14" name="Google Shape;1214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16" name="Google Shape;1216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17" name="Google Shape;1217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8" name="Google Shape;1218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219" name="Google Shape;1219;p11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11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1" name="Google Shape;1221;p11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2" name="Google Shape;1222;p11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3" name="Google Shape;1223;p11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11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5" name="Google Shape;1225;p11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11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7" name="Google Shape;1227;p11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8" name="Google Shape;1228;p11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11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30" name="Google Shape;1230;p11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231" name="Google Shape;1231;p11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232" name="Google Shape;1232;p11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3" name="Google Shape;1233;p11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4" name="Google Shape;1234;p11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5" name="Google Shape;1235;p11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6" name="Google Shape;1236;p11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7" name="Google Shape;1237;p11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8" name="Google Shape;1238;p11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9" name="Google Shape;1239;p11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0" name="Google Shape;1240;p11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1" name="Google Shape;1241;p11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1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1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1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11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6" name="Google Shape;1246;p11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7" name="Google Shape;1247;p11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8" name="Google Shape;1248;p11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9" name="Google Shape;1249;p11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0" name="Google Shape;1250;p11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1" name="Google Shape;1251;p11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2" name="Google Shape;1252;p11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3" name="Google Shape;1253;p11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4" name="Google Shape;1254;p11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5" name="Google Shape;1255;p11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56" name="Google Shape;1256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57" name="Google Shape;1257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58" name="Google Shape;125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9" name="Google Shape;1259;p11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60" name="Google Shape;1260;p11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1261" name="Google Shape;1261;p11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262" name="Google Shape;1262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63" name="Google Shape;1263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64" name="Google Shape;1264;p11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1265" name="Google Shape;126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66" name="Google Shape;1266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7" name="Google Shape;1267;p11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68" name="Google Shape;1268;p1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11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1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1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1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1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1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5" name="Google Shape;1275;p11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276" name="Google Shape;1276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2" name="Google Shape;1282;p11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1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1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1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1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1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11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1289" name="Google Shape;1289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0" name="Google Shape;1290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1" name="Google Shape;1291;p11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1292" name="Google Shape;1292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3" name="Google Shape;1293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4" name="Google Shape;1294;p11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1295" name="Google Shape;1295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296" name="Google Shape;1296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97" name="Google Shape;1297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99" name="Google Shape;1299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06" name="Google Shape;1306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307" name="Google Shape;1307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3" name="Google Shape;1313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320" name="Google Shape;1320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1" name="Google Shape;1321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2" name="Google Shape;1322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323" name="Google Shape;1323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24" name="Google Shape;1324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5" name="Google Shape;1325;p11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1326" name="Google Shape;1326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27" name="Google Shape;1327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8" name="Google Shape;1328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29" name="Google Shape;1329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0" name="Google Shape;1330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1" name="Google Shape;1331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32" name="Google Shape;1332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33" name="Google Shape;1333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34" name="Google Shape;1334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35" name="Google Shape;1335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6" name="Google Shape;1336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7" name="Google Shape;1337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38" name="Google Shape;1338;p11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1339" name="Google Shape;1339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45" name="Google Shape;1345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8" name="Google Shape;1348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49" name="Google Shape;1349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3" name="Google Shape;1353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54" name="Google Shape;1354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6" name="Google Shape;1356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7" name="Google Shape;1357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58" name="Google Shape;1358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1" name="Google Shape;1371;p11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1372" name="Google Shape;137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4" name="Google Shape;1374;p11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1375" name="Google Shape;1375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76" name="Google Shape;1376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78" name="Google Shape;1378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5" name="Google Shape;1385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2" name="Google Shape;1392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11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1399" name="Google Shape;1399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11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1402" name="Google Shape;140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11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1405" name="Google Shape;1405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11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1408" name="Google Shape;140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09" name="Google Shape;1409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11" name="Google Shape;1411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8" name="Google Shape;1418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19" name="Google Shape;1419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5" name="Google Shape;1425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p11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432" name="Google Shape;1432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38" name="Google Shape;1438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0" name="Google Shape;1440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4" name="Google Shape;1444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6" name="Google Shape;1446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47" name="Google Shape;1447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9" name="Google Shape;1449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0" name="Google Shape;1450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51" name="Google Shape;1451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3" name="Google Shape;1453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11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465" name="Google Shape;1465;p11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6" name="Google Shape;1466;p11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467" name="Google Shape;1467;p1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1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1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1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1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1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1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4" name="Google Shape;1474;p1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5" name="Google Shape;1475;p1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1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1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1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1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1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82" name="Google Shape;1482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83" name="Google Shape;1483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4" name="Google Shape;1484;p11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85" name="Google Shape;148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87" name="Google Shape;148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88" name="Google Shape;148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9" name="Google Shape;148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0" name="Google Shape;149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2" name="Google Shape;1492;p11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493" name="Google Shape;1493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5" name="Google Shape;1495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96" name="Google Shape;1496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0" name="Google Shape;1500;p11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501" name="Google Shape;150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03" name="Google Shape;150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04" name="Google Shape;150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8" name="Google Shape;1508;p11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509" name="Google Shape;1509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11" name="Google Shape;1511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12" name="Google Shape;1512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16" name="Google Shape;1516;p11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517" name="Google Shape;151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19" name="Google Shape;151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0" name="Google Shape;152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24" name="Google Shape;1524;p11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525" name="Google Shape;152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27" name="Google Shape;152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8" name="Google Shape;152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2" name="Google Shape;1532;p11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533" name="Google Shape;153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35" name="Google Shape;153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36" name="Google Shape;153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0" name="Google Shape;1540;p11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541" name="Google Shape;154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43" name="Google Shape;154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44" name="Google Shape;154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8" name="Google Shape;1548;p11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549" name="Google Shape;154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1" name="Google Shape;155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2" name="Google Shape;155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6" name="Google Shape;1556;p11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557" name="Google Shape;155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9" name="Google Shape;155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0" name="Google Shape;156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4" name="Google Shape;1564;p11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565" name="Google Shape;156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7" name="Google Shape;156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8" name="Google Shape;156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2" name="Google Shape;1572;p11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573" name="Google Shape;157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75" name="Google Shape;157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76" name="Google Shape;157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0" name="Google Shape;1580;p11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581" name="Google Shape;158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83" name="Google Shape;158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84" name="Google Shape;158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8" name="Google Shape;1588;p11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589" name="Google Shape;158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1" name="Google Shape;159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92" name="Google Shape;159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3" name="Google Shape;159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96" name="Google Shape;1596;p11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597" name="Google Shape;159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8" name="Google Shape;159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9" name="Google Shape;159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0" name="Google Shape;160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4" name="Google Shape;1604;p11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605" name="Google Shape;160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7" name="Google Shape;160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8" name="Google Shape;160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2" name="Google Shape;1612;p11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613" name="Google Shape;161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15" name="Google Shape;161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16" name="Google Shape;161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0" name="Google Shape;1620;p11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621" name="Google Shape;162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22" name="Google Shape;162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23" name="Google Shape;162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24" name="Google Shape;162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28" name="Google Shape;1628;p11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629" name="Google Shape;1629;p11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0" name="Google Shape;1630;p11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1" name="Google Shape;1631;p11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2" name="Google Shape;1632;p11"/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1633" name="Google Shape;1633;p11"/>
            <p:cNvCxnSpPr/>
            <p:nvPr/>
          </p:nvCxnSpPr>
          <p:spPr>
            <a:xfrm>
              <a:off x="7631020" y="2787535"/>
              <a:ext cx="11495" cy="66379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4" name="Google Shape;1634;p11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5" name="Google Shape;1635;p11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6" name="Google Shape;1636;p11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637" name="Google Shape;1637;p11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8" name="Google Shape;1638;p11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9" name="Google Shape;1639;p11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0" name="Google Shape;1640;p11"/>
          <p:cNvSpPr txBox="1"/>
          <p:nvPr/>
        </p:nvSpPr>
        <p:spPr>
          <a:xfrm>
            <a:off x="868663" y="3677908"/>
            <a:ext cx="5394571" cy="2721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interface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distributed applications: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“hooks” allowing sending/receiving  apps to “connect” to, use  Internet transport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service options, analogous to postal service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48" name="Google Shape;1648;p12"/>
          <p:cNvSpPr txBox="1"/>
          <p:nvPr/>
        </p:nvSpPr>
        <p:spPr>
          <a:xfrm>
            <a:off x="844202" y="1490089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Human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“what’s the time?”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have a question”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2"/>
          <p:cNvSpPr txBox="1"/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(devices) rather than humans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 activity in Internet governed by protocols</a:t>
            </a:r>
            <a:endParaRPr/>
          </a:p>
        </p:txBody>
      </p:sp>
      <p:grpSp>
        <p:nvGrpSpPr>
          <p:cNvPr id="1650" name="Google Shape;1650;p12"/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1651" name="Google Shape;1651;p12"/>
            <p:cNvSpPr/>
            <p:nvPr/>
          </p:nvSpPr>
          <p:spPr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80"/>
                <a:buFont typeface="Noto Sans Symbols"/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Protocols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define the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format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order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messages sent and received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among network entities, and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actions taken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message transmission, receipt</a:t>
              </a:r>
              <a:r>
                <a:rPr i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653745" y="3999310"/>
              <a:ext cx="5780439" cy="2362200"/>
            </a:xfrm>
            <a:prstGeom prst="rect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53" name="Google Shape;1653;p12"/>
          <p:cNvSpPr txBox="1"/>
          <p:nvPr/>
        </p:nvSpPr>
        <p:spPr>
          <a:xfrm>
            <a:off x="952500" y="3843823"/>
            <a:ext cx="3581400" cy="20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messages sent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actions taken when message received, or other events</a:t>
            </a:r>
            <a:endParaRPr/>
          </a:p>
        </p:txBody>
      </p:sp>
      <p:sp>
        <p:nvSpPr>
          <p:cNvPr id="1654" name="Google Shape;1654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61" name="Google Shape;1661;p13"/>
          <p:cNvSpPr txBox="1"/>
          <p:nvPr/>
        </p:nvSpPr>
        <p:spPr>
          <a:xfrm>
            <a:off x="885095" y="1371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human protocol and a computer network protocol: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3"/>
          <p:cNvSpPr/>
          <p:nvPr/>
        </p:nvSpPr>
        <p:spPr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2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human protocols? </a:t>
            </a:r>
            <a:endParaRPr/>
          </a:p>
        </p:txBody>
      </p:sp>
      <p:pic>
        <p:nvPicPr>
          <p:cNvPr descr="Alice" id="1663" name="Google Shape;16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664" name="Google Shape;16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13"/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cxnSp>
          <p:nvCxnSpPr>
            <p:cNvPr id="1666" name="Google Shape;1666;p13"/>
            <p:cNvCxnSpPr/>
            <p:nvPr/>
          </p:nvCxnSpPr>
          <p:spPr>
            <a:xfrm>
              <a:off x="2925329" y="2709863"/>
              <a:ext cx="1762125" cy="2762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7" name="Google Shape;1667;p13"/>
            <p:cNvSpPr txBox="1"/>
            <p:nvPr/>
          </p:nvSpPr>
          <p:spPr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68" name="Google Shape;1668;p13"/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cxnSp>
          <p:nvCxnSpPr>
            <p:cNvPr id="1669" name="Google Shape;1669;p13"/>
            <p:cNvCxnSpPr/>
            <p:nvPr/>
          </p:nvCxnSpPr>
          <p:spPr>
            <a:xfrm flipH="1" rot="10800000">
              <a:off x="2617354" y="3268663"/>
              <a:ext cx="2085975" cy="3619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70" name="Google Shape;1670;p13"/>
            <p:cNvSpPr txBox="1"/>
            <p:nvPr/>
          </p:nvSpPr>
          <p:spPr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1" name="Google Shape;1671;p13"/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cxnSp>
          <p:nvCxnSpPr>
            <p:cNvPr id="1672" name="Google Shape;1672;p13"/>
            <p:cNvCxnSpPr/>
            <p:nvPr/>
          </p:nvCxnSpPr>
          <p:spPr>
            <a:xfrm>
              <a:off x="2601479" y="3700463"/>
              <a:ext cx="2162175" cy="4381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73" name="Google Shape;1673;p13"/>
            <p:cNvGrpSpPr/>
            <p:nvPr/>
          </p:nvGrpSpPr>
          <p:grpSpPr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1674" name="Google Shape;1674;p13"/>
              <p:cNvSpPr/>
              <p:nvPr/>
            </p:nvSpPr>
            <p:spPr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3"/>
              <p:cNvSpPr txBox="1"/>
              <p:nvPr/>
            </p:nvSpPr>
            <p:spPr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Got the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time?</a:t>
                </a:r>
                <a:endParaRPr/>
              </a:p>
            </p:txBody>
          </p:sp>
        </p:grpSp>
      </p:grpSp>
      <p:grpSp>
        <p:nvGrpSpPr>
          <p:cNvPr id="1676" name="Google Shape;1676;p13"/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cxnSp>
          <p:nvCxnSpPr>
            <p:cNvPr id="1677" name="Google Shape;1677;p13"/>
            <p:cNvCxnSpPr/>
            <p:nvPr/>
          </p:nvCxnSpPr>
          <p:spPr>
            <a:xfrm flipH="1" rot="10800000">
              <a:off x="2763404" y="4271963"/>
              <a:ext cx="1952625" cy="33337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78" name="Google Shape;1678;p13"/>
            <p:cNvGrpSpPr/>
            <p:nvPr/>
          </p:nvGrpSpPr>
          <p:grpSpPr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1679" name="Google Shape;1679;p13"/>
              <p:cNvSpPr/>
              <p:nvPr/>
            </p:nvSpPr>
            <p:spPr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3"/>
              <p:cNvSpPr txBox="1"/>
              <p:nvPr/>
            </p:nvSpPr>
            <p:spPr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2:00</a:t>
                </a:r>
                <a:endParaRPr/>
              </a:p>
            </p:txBody>
          </p:sp>
        </p:grpSp>
      </p:grpSp>
      <p:cxnSp>
        <p:nvCxnSpPr>
          <p:cNvPr id="1681" name="Google Shape;1681;p13"/>
          <p:cNvCxnSpPr/>
          <p:nvPr/>
        </p:nvCxnSpPr>
        <p:spPr>
          <a:xfrm>
            <a:off x="5730145" y="2115345"/>
            <a:ext cx="0" cy="3573462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82" name="Google Shape;1682;p13"/>
          <p:cNvGrpSpPr/>
          <p:nvPr/>
        </p:nvGrpSpPr>
        <p:grpSpPr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1683" name="Google Shape;1683;p13"/>
            <p:cNvSpPr/>
            <p:nvPr/>
          </p:nvSpPr>
          <p:spPr>
            <a:xfrm>
              <a:off x="2244" y="3282"/>
              <a:ext cx="408" cy="1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3"/>
            <p:cNvSpPr txBox="1"/>
            <p:nvPr/>
          </p:nvSpPr>
          <p:spPr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/>
            </a:p>
          </p:txBody>
        </p:sp>
      </p:grpSp>
      <p:grpSp>
        <p:nvGrpSpPr>
          <p:cNvPr id="1685" name="Google Shape;1685;p13"/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cxnSp>
          <p:nvCxnSpPr>
            <p:cNvPr id="1686" name="Google Shape;1686;p13"/>
            <p:cNvCxnSpPr/>
            <p:nvPr/>
          </p:nvCxnSpPr>
          <p:spPr>
            <a:xfrm flipH="1" rot="10800000">
              <a:off x="6786129" y="3255963"/>
              <a:ext cx="2216150" cy="398463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87" name="Google Shape;1687;p13"/>
            <p:cNvSpPr/>
            <p:nvPr/>
          </p:nvSpPr>
          <p:spPr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3"/>
            <p:cNvSpPr txBox="1"/>
            <p:nvPr/>
          </p:nvSpPr>
          <p:spPr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</p:grpSp>
      <p:grpSp>
        <p:nvGrpSpPr>
          <p:cNvPr id="1689" name="Google Shape;1689;p13"/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cxnSp>
          <p:nvCxnSpPr>
            <p:cNvPr id="1690" name="Google Shape;1690;p13"/>
            <p:cNvCxnSpPr/>
            <p:nvPr/>
          </p:nvCxnSpPr>
          <p:spPr>
            <a:xfrm flipH="1" rot="10800000">
              <a:off x="6833754" y="4464051"/>
              <a:ext cx="2343150" cy="4286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1" name="Google Shape;1691;p13"/>
            <p:cNvSpPr/>
            <p:nvPr/>
          </p:nvSpPr>
          <p:spPr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3"/>
            <p:cNvSpPr txBox="1"/>
            <p:nvPr/>
          </p:nvSpPr>
          <p:spPr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&lt;file&gt;</a:t>
              </a:r>
              <a:endParaRPr/>
            </a:p>
          </p:txBody>
        </p:sp>
      </p:grpSp>
      <p:grpSp>
        <p:nvGrpSpPr>
          <p:cNvPr id="1693" name="Google Shape;1693;p13"/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cxnSp>
          <p:nvCxnSpPr>
            <p:cNvPr id="1694" name="Google Shape;1694;p13"/>
            <p:cNvCxnSpPr/>
            <p:nvPr/>
          </p:nvCxnSpPr>
          <p:spPr>
            <a:xfrm>
              <a:off x="6848042" y="2749551"/>
              <a:ext cx="2176462" cy="347662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5" name="Google Shape;1695;p13"/>
            <p:cNvSpPr/>
            <p:nvPr/>
          </p:nvSpPr>
          <p:spPr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3"/>
            <p:cNvSpPr txBox="1"/>
            <p:nvPr/>
          </p:nvSpPr>
          <p:spPr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/>
            </a:p>
          </p:txBody>
        </p:sp>
      </p:grpSp>
      <p:grpSp>
        <p:nvGrpSpPr>
          <p:cNvPr id="1697" name="Google Shape;1697;p13"/>
          <p:cNvGrpSpPr/>
          <p:nvPr/>
        </p:nvGrpSpPr>
        <p:grpSpPr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1698" name="Google Shape;1698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3" name="Google Shape;1703;p1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704" name="Google Shape;1704;p1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6" name="Google Shape;1706;p1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7" name="Google Shape;1707;p1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708" name="Google Shape;1708;p1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0" name="Google Shape;1710;p1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2" name="Google Shape;1712;p1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713" name="Google Shape;1713;p1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5" name="Google Shape;1715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6" name="Google Shape;1716;p1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717" name="Google Shape;1717;p1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9" name="Google Shape;1719;p1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0" name="Google Shape;1730;p13"/>
          <p:cNvGrpSpPr/>
          <p:nvPr/>
        </p:nvGrpSpPr>
        <p:grpSpPr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descr="desktop_computer_stylized_medium" id="1731" name="Google Shape;173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2" name="Google Shape;173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3" name="Google Shape;1733;p13"/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cxnSp>
          <p:nvCxnSpPr>
            <p:cNvPr id="1734" name="Google Shape;1734;p13"/>
            <p:cNvCxnSpPr/>
            <p:nvPr/>
          </p:nvCxnSpPr>
          <p:spPr>
            <a:xfrm>
              <a:off x="6833754" y="3902076"/>
              <a:ext cx="2400300" cy="41910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5" name="Google Shape;1735;p13"/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3"/>
            <p:cNvSpPr txBox="1"/>
            <p:nvPr/>
          </p:nvSpPr>
          <p:spPr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http://gaia.cs.umass.edu/kurose_ross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7" name="Google Shape;173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744" name="Google Shape;174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5" name="Google Shape;1745;p1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746" name="Google Shape;17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grpSp>
        <p:nvGrpSpPr>
          <p:cNvPr id="1753" name="Google Shape;1753;p15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1754" name="Google Shape;1754;p15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6" name="Google Shape;1756;p15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1757" name="Google Shape;1757;p15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5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9" name="Google Shape;1759;p15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5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1761" name="Google Shape;1761;p15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1762" name="Google Shape;1762;p15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1763" name="Google Shape;1763;p15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4" name="Google Shape;1764;p15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765" name="Google Shape;1765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7" name="Google Shape;1767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8" name="Google Shape;1768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9" name="Google Shape;1769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0" name="Google Shape;1770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1" name="Google Shape;1771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2" name="Google Shape;1772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73" name="Google Shape;1773;p15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774" name="Google Shape;1774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76" name="Google Shape;1776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7" name="Google Shape;1777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8" name="Google Shape;1778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9" name="Google Shape;1779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0" name="Google Shape;1780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1" name="Google Shape;1781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782" name="Google Shape;1782;p15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5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784" name="Google Shape;1784;p15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5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786" name="Google Shape;1786;p15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787" name="Google Shape;1787;p15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8" name="Google Shape;1788;p15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789" name="Google Shape;1789;p15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0" name="Google Shape;1790;p15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1" name="Google Shape;1791;p15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2" name="Google Shape;1792;p15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3" name="Google Shape;1793;p15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4" name="Google Shape;1794;p15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5" name="Google Shape;1795;p15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6" name="Google Shape;1796;p15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7" name="Google Shape;1797;p15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8" name="Google Shape;1798;p15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9" name="Google Shape;1799;p15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00" name="Google Shape;1800;p15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801" name="Google Shape;1801;p15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802" name="Google Shape;1802;p15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3" name="Google Shape;1803;p15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4" name="Google Shape;1804;p15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5" name="Google Shape;1805;p15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6" name="Google Shape;1806;p15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7" name="Google Shape;1807;p15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8" name="Google Shape;1808;p15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9" name="Google Shape;1809;p15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0" name="Google Shape;1810;p15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1" name="Google Shape;1811;p15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2" name="Google Shape;1812;p15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3" name="Google Shape;1813;p15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4" name="Google Shape;1814;p15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5" name="Google Shape;1815;p15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6" name="Google Shape;1816;p15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7" name="Google Shape;1817;p15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8" name="Google Shape;1818;p15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9" name="Google Shape;1819;p15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0" name="Google Shape;1820;p15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1" name="Google Shape;1821;p15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2" name="Google Shape;1822;p15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3" name="Google Shape;1823;p15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4" name="Google Shape;1824;p15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25" name="Google Shape;1825;p15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826" name="Google Shape;182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827" name="Google Shape;1827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828" name="Google Shape;182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9" name="Google Shape;1829;p15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30" name="Google Shape;1830;p15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831" name="Google Shape;1831;p15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32" name="Google Shape;1832;p15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833" name="Google Shape;1833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4" name="Google Shape;1834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5" name="Google Shape;1835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6" name="Google Shape;1836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8" name="Google Shape;1838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9" name="Google Shape;1839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0" name="Google Shape;1840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1" name="Google Shape;1841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2" name="Google Shape;1842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3" name="Google Shape;1843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5" name="Google Shape;1845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6" name="Google Shape;1846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7" name="Google Shape;1847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848" name="Google Shape;1848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849" name="Google Shape;184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0" name="Google Shape;1850;p15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851" name="Google Shape;185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52" name="Google Shape;185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53" name="Google Shape;185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54" name="Google Shape;185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8" name="Google Shape;1858;p15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859" name="Google Shape;1859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61" name="Google Shape;1861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62" name="Google Shape;1862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66" name="Google Shape;1866;p15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867" name="Google Shape;186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68" name="Google Shape;186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69" name="Google Shape;186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70" name="Google Shape;187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4" name="Google Shape;1874;p15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875" name="Google Shape;1875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7" name="Google Shape;1877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78" name="Google Shape;1878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2" name="Google Shape;1882;p15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883" name="Google Shape;188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84" name="Google Shape;188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85" name="Google Shape;188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6" name="Google Shape;188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0" name="Google Shape;1890;p15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891" name="Google Shape;189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92" name="Google Shape;189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93" name="Google Shape;189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4" name="Google Shape;189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8" name="Google Shape;1898;p15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899" name="Google Shape;189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0" name="Google Shape;190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1" name="Google Shape;190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2" name="Google Shape;190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06" name="Google Shape;1906;p15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907" name="Google Shape;190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8" name="Google Shape;190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9" name="Google Shape;190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0" name="Google Shape;191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2" name="Google Shape;191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3" name="Google Shape;191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14" name="Google Shape;1914;p15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915" name="Google Shape;191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16" name="Google Shape;191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17" name="Google Shape;191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8" name="Google Shape;191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1" name="Google Shape;192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22" name="Google Shape;1922;p15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923" name="Google Shape;192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24" name="Google Shape;192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25" name="Google Shape;192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26" name="Google Shape;192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8" name="Google Shape;192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9" name="Google Shape;192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0" name="Google Shape;1930;p15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931" name="Google Shape;193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32" name="Google Shape;193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33" name="Google Shape;193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34" name="Google Shape;193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5" name="Google Shape;193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6" name="Google Shape;193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8" name="Google Shape;1938;p15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939" name="Google Shape;193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1" name="Google Shape;194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42" name="Google Shape;194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46" name="Google Shape;1946;p15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947" name="Google Shape;194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8" name="Google Shape;194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9" name="Google Shape;194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0" name="Google Shape;195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3" name="Google Shape;195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4" name="Google Shape;1954;p15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955" name="Google Shape;195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57" name="Google Shape;195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8" name="Google Shape;195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2" name="Google Shape;1962;p15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963" name="Google Shape;196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65" name="Google Shape;196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66" name="Google Shape;196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15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971" name="Google Shape;197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73" name="Google Shape;197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74" name="Google Shape;197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8" name="Google Shape;1978;p15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979" name="Google Shape;197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1" name="Google Shape;198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2" name="Google Shape;198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6" name="Google Shape;1986;p15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987" name="Google Shape;198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9" name="Google Shape;198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0" name="Google Shape;199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94" name="Google Shape;1994;p15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5" name="Google Shape;1995;p15"/>
          <p:cNvGrpSpPr/>
          <p:nvPr/>
        </p:nvGrpSpPr>
        <p:grpSpPr>
          <a:xfrm>
            <a:off x="7439074" y="1859725"/>
            <a:ext cx="4144321" cy="4305092"/>
            <a:chOff x="7432700" y="1830405"/>
            <a:chExt cx="4144321" cy="4305092"/>
          </a:xfrm>
        </p:grpSpPr>
        <p:grpSp>
          <p:nvGrpSpPr>
            <p:cNvPr id="1996" name="Google Shape;1996;p15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1997" name="Google Shape;1997;p15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1998" name="Google Shape;1998;p1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999" name="Google Shape;1999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00" name="Google Shape;2000;p15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001" name="Google Shape;2001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02" name="Google Shape;2002;p15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3" name="Google Shape;2003;p15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04" name="Google Shape;2004;p15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5" name="Google Shape;2005;p15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6" name="Google Shape;2006;p15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15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15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15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15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11" name="Google Shape;2011;p15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012" name="Google Shape;2012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3" name="Google Shape;2013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7" name="Google Shape;2017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18" name="Google Shape;2018;p15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9" name="Google Shape;2019;p15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15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15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15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3" name="Google Shape;2023;p15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4" name="Google Shape;2024;p15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025" name="Google Shape;2025;p15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6" name="Google Shape;2026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27" name="Google Shape;2027;p15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028" name="Google Shape;2028;p15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9" name="Google Shape;2029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30" name="Google Shape;2030;p15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031" name="Google Shape;2031;p15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032" name="Google Shape;2032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33" name="Google Shape;2033;p15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4" name="Google Shape;2034;p15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35" name="Google Shape;2035;p15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6" name="Google Shape;2036;p15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15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15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15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15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15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2" name="Google Shape;2042;p15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043" name="Google Shape;2043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4" name="Google Shape;2044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5" name="Google Shape;2045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6" name="Google Shape;2046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49" name="Google Shape;2049;p15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15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15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15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15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15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5" name="Google Shape;2055;p15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2056" name="Google Shape;2056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57" name="Google Shape;2057;p15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8" name="Google Shape;2058;p15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2059" name="Google Shape;2059;p15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60" name="Google Shape;2060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61" name="Google Shape;2061;p15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062" name="Google Shape;2062;p15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063" name="Google Shape;2063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64" name="Google Shape;2064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65" name="Google Shape;2065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6" name="Google Shape;2066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7" name="Google Shape;2067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068" name="Google Shape;2068;p15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069" name="Google Shape;2069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70" name="Google Shape;2070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71" name="Google Shape;2071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2" name="Google Shape;2072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3" name="Google Shape;2073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074" name="Google Shape;2074;p15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2075" name="Google Shape;2075;p15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6" name="Google Shape;2076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9" name="Google Shape;2079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1" name="Google Shape;2081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082" name="Google Shape;2082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3" name="Google Shape;2083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4" name="Google Shape;2084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5" name="Google Shape;2085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086" name="Google Shape;2086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7" name="Google Shape;2087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8" name="Google Shape;2088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0" name="Google Shape;2090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91" name="Google Shape;2091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2" name="Google Shape;2092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3" name="Google Shape;2093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94" name="Google Shape;2094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95" name="Google Shape;2095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6" name="Google Shape;2096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7" name="Google Shape;2097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9" name="Google Shape;2099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0" name="Google Shape;2100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2" name="Google Shape;2102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5" name="Google Shape;2105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6" name="Google Shape;2106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7" name="Google Shape;2107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08" name="Google Shape;2108;p15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2109" name="Google Shape;2109;p15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10" name="Google Shape;211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1" name="Google Shape;211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2" name="Google Shape;2112;p15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2113" name="Google Shape;2113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14" name="Google Shape;2114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5" name="Google Shape;2115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16" name="Google Shape;2116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7" name="Google Shape;2117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9" name="Google Shape;2119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1" name="Google Shape;2121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2" name="Google Shape;2122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23" name="Google Shape;2123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24" name="Google Shape;2124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5" name="Google Shape;2125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6" name="Google Shape;2126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7" name="Google Shape;2127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8" name="Google Shape;2128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9" name="Google Shape;2129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30" name="Google Shape;2130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1" name="Google Shape;2131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2" name="Google Shape;2132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3" name="Google Shape;2133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4" name="Google Shape;2134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5" name="Google Shape;2135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6" name="Google Shape;2136;p15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37" name="Google Shape;2137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38" name="Google Shape;2138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9" name="Google Shape;2139;p15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0" name="Google Shape;214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1" name="Google Shape;214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2" name="Google Shape;2142;p15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3" name="Google Shape;2143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4" name="Google Shape;2144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5" name="Google Shape;2145;p15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2146" name="Google Shape;2146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47" name="Google Shape;2147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8" name="Google Shape;2148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49" name="Google Shape;2149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50" name="Google Shape;2150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1" name="Google Shape;2151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2" name="Google Shape;2152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3" name="Google Shape;2153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4" name="Google Shape;2154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5" name="Google Shape;2155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56" name="Google Shape;2156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57" name="Google Shape;2157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8" name="Google Shape;2158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9" name="Google Shape;2159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0" name="Google Shape;2160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1" name="Google Shape;2161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2" name="Google Shape;2162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63" name="Google Shape;2163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4" name="Google Shape;2164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5" name="Google Shape;2165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6" name="Google Shape;2166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7" name="Google Shape;2167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8" name="Google Shape;2168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169" name="Google Shape;2169;p15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170" name="Google Shape;2170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2" name="Google Shape;2172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5" name="Google Shape;2175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176" name="Google Shape;2176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7" name="Google Shape;2177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78" name="Google Shape;2178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9" name="Google Shape;2179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180" name="Google Shape;2180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1" name="Google Shape;2181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2" name="Google Shape;2182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3" name="Google Shape;2183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4" name="Google Shape;2184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185" name="Google Shape;2185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6" name="Google Shape;2186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7" name="Google Shape;2187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8" name="Google Shape;2188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189" name="Google Shape;2189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91" name="Google Shape;2191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2" name="Google Shape;2192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5" name="Google Shape;2195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7" name="Google Shape;2197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8" name="Google Shape;2198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9" name="Google Shape;2199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0" name="Google Shape;2200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1" name="Google Shape;2201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202" name="Google Shape;2202;p15"/>
          <p:cNvGrpSpPr/>
          <p:nvPr/>
        </p:nvGrpSpPr>
        <p:grpSpPr>
          <a:xfrm>
            <a:off x="7332141" y="1814171"/>
            <a:ext cx="4398669" cy="4440468"/>
            <a:chOff x="7295123" y="1843082"/>
            <a:chExt cx="4398669" cy="4440468"/>
          </a:xfrm>
        </p:grpSpPr>
        <p:sp>
          <p:nvSpPr>
            <p:cNvPr id="2203" name="Google Shape;2203;p15"/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6" name="Google Shape;2206;p15"/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2207" name="Google Shape;2207;p15"/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5"/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5"/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5"/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5"/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5"/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5"/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5"/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5"/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5"/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9" name="Google Shape;2219;p15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20" name="Google Shape;222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6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sp>
        <p:nvSpPr>
          <p:cNvPr id="2228" name="Google Shape;2228;p16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16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16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16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16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233" name="Google Shape;2233;p16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234" name="Google Shape;2234;p16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235" name="Google Shape;2235;p16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6" name="Google Shape;2236;p16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37" name="Google Shape;2237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9" name="Google Shape;2239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0" name="Google Shape;2240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2" name="Google Shape;2242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3" name="Google Shape;2243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4" name="Google Shape;2244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5" name="Google Shape;2245;p16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246" name="Google Shape;2246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8" name="Google Shape;2248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9" name="Google Shape;2249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0" name="Google Shape;2250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1" name="Google Shape;2251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2" name="Google Shape;2252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3" name="Google Shape;2253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54" name="Google Shape;2254;p16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6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256" name="Google Shape;2256;p16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6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258" name="Google Shape;2258;p16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259" name="Google Shape;2259;p16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16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1" name="Google Shape;2261;p16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2" name="Google Shape;2262;p16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3" name="Google Shape;2263;p16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4" name="Google Shape;2264;p16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5" name="Google Shape;2265;p16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6" name="Google Shape;2266;p16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7" name="Google Shape;2267;p16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8" name="Google Shape;2268;p16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9" name="Google Shape;2269;p16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0" name="Google Shape;2270;p16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1" name="Google Shape;2271;p16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2" name="Google Shape;2272;p16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3" name="Google Shape;2273;p16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4" name="Google Shape;2274;p16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5" name="Google Shape;2275;p16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6" name="Google Shape;2276;p16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7" name="Google Shape;2277;p16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8" name="Google Shape;2278;p16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9" name="Google Shape;2279;p16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16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1" name="Google Shape;2281;p16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2" name="Google Shape;2282;p16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83" name="Google Shape;228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85" name="Google Shape;228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6" name="Google Shape;228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0" name="Google Shape;2290;p16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291" name="Google Shape;229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3" name="Google Shape;229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4" name="Google Shape;229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8" name="Google Shape;2298;p16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299" name="Google Shape;229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1" name="Google Shape;230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2" name="Google Shape;230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6" name="Google Shape;2306;p16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307" name="Google Shape;230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9" name="Google Shape;230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0" name="Google Shape;231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4" name="Google Shape;2314;p16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315" name="Google Shape;231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7" name="Google Shape;231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8" name="Google Shape;231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2" name="Google Shape;2322;p16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323" name="Google Shape;232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5" name="Google Shape;232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6" name="Google Shape;232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0" name="Google Shape;2330;p16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331" name="Google Shape;233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3" name="Google Shape;233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4" name="Google Shape;233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8" name="Google Shape;2338;p16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339" name="Google Shape;233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1" name="Google Shape;234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42" name="Google Shape;234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6" name="Google Shape;2346;p16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347" name="Google Shape;234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9" name="Google Shape;234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0" name="Google Shape;235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354" name="Google Shape;2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55" name="Google Shape;23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16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57" name="Google Shape;23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16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6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6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6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6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16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4" name="Google Shape;2364;p16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365" name="Google Shape;2365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1" name="Google Shape;2371;p16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16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16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16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16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16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377" name="Google Shape;23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378" name="Google Shape;23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79" name="Google Shape;237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6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81" name="Google Shape;238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6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6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6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6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6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6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p16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389" name="Google Shape;2389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5" name="Google Shape;2395;p16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16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16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16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16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16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401" name="Google Shape;240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16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403" name="Google Shape;240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16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405" name="Google Shape;2405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0" name="Google Shape;2410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11" name="Google Shape;2411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3" name="Google Shape;2413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4" name="Google Shape;2414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415" name="Google Shape;2415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7" name="Google Shape;2417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9" name="Google Shape;2419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420" name="Google Shape;2420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2" name="Google Shape;2422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3" name="Google Shape;2423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424" name="Google Shape;2424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6" name="Google Shape;2426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7" name="Google Shape;2437;p16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438" name="Google Shape;243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9" name="Google Shape;2439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40" name="Google Shape;244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16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42" name="Google Shape;244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443" name="Google Shape;2443;p16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6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6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6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6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6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9" name="Google Shape;2449;p16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450" name="Google Shape;2450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6" name="Google Shape;2456;p16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6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16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6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6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6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2" name="Google Shape;2462;p16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463" name="Google Shape;2463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4" name="Google Shape;2464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5" name="Google Shape;2465;p16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466" name="Google Shape;2466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68" name="Google Shape;24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16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70" name="Google Shape;247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p16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6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6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6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6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6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7" name="Google Shape;2477;p16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478" name="Google Shape;2478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4" name="Google Shape;2484;p16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6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6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6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16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6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0" name="Google Shape;2490;p16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491" name="Google Shape;249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6" name="Google Shape;2496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97" name="Google Shape;2497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9" name="Google Shape;2499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0" name="Google Shape;2500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501" name="Google Shape;2501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3" name="Google Shape;2503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5" name="Google Shape;2505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506" name="Google Shape;2506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8" name="Google Shape;250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9" name="Google Shape;2509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510" name="Google Shape;2510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2" name="Google Shape;2512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3" name="Google Shape;2523;p16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524" name="Google Shape;252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6" name="Google Shape;2526;p16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16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528" name="Google Shape;2528;p16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529" name="Google Shape;2529;p1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530" name="Google Shape;2530;p16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31" name="Google Shape;2531;p16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532" name="Google Shape;2532;p1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3" name="Google Shape;2533;p1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4" name="Google Shape;2534;p1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5" name="Google Shape;2535;p1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6" name="Google Shape;2536;p1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7" name="Google Shape;2537;p1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8" name="Google Shape;2538;p1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9" name="Google Shape;2539;p1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0" name="Google Shape;2540;p1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1" name="Google Shape;2541;p1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2" name="Google Shape;2542;p1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3" name="Google Shape;2543;p1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4" name="Google Shape;2544;p1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5" name="Google Shape;2545;p1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6" name="Google Shape;2546;p1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47" name="Google Shape;2547;p16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2548" name="Google Shape;2548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49" name="Google Shape;2549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50" name="Google Shape;2550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51" name="Google Shape;2551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552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553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554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2555" name="Google Shape;2555;p1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6" name="Google Shape;2556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7" name="Google Shape;2557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8" name="Google Shape;2558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59" name="Google Shape;2559;p16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2560" name="Google Shape;2560;p1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61" name="Google Shape;2561;p16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2562" name="Google Shape;2562;p16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16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564" name="Google Shape;2564;p16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65" name="Google Shape;2565;p16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2566" name="Google Shape;2566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567" name="Google Shape;2567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568" name="Google Shape;2568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569" name="Google Shape;2569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0" name="Google Shape;2570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1" name="Google Shape;2571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2" name="Google Shape;2572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573" name="Google Shape;2573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574" name="Google Shape;2574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575" name="Google Shape;2575;p16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2576" name="Google Shape;2576;p16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2577" name="Google Shape;2577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78" name="Google Shape;2578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79" name="Google Shape;2579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80" name="Google Shape;2580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1" name="Google Shape;2581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2" name="Google Shape;2582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3" name="Google Shape;2583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84" name="Google Shape;2584;p16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585" name="Google Shape;2585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586" name="Google Shape;2586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587" name="Google Shape;2587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8" name="Google Shape;2588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9" name="Google Shape;2589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590" name="Google Shape;2590;p16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2591" name="Google Shape;2591;p16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16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16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94" name="Google Shape;2594;p16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2595" name="Google Shape;2595;p16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6" name="Google Shape;2596;p16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7" name="Google Shape;2597;p16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8" name="Google Shape;2598;p16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9" name="Google Shape;2599;p16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0" name="Google Shape;2600;p16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1" name="Google Shape;2601;p16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2" name="Google Shape;2602;p16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3" name="Google Shape;2603;p16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604" name="Google Shape;2604;p16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2605" name="Google Shape;2605;p16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606" name="Google Shape;2606;p16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07" name="Google Shape;2607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08" name="Google Shape;2608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09" name="Google Shape;2609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10" name="Google Shape;2610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1" name="Google Shape;2611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2" name="Google Shape;2612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3" name="Google Shape;2613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14" name="Google Shape;2614;p16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15" name="Google Shape;2615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6" name="Google Shape;2616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7" name="Google Shape;2617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18" name="Google Shape;2618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9" name="Google Shape;2619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0" name="Google Shape;2620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1" name="Google Shape;2621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22" name="Google Shape;2622;p16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23" name="Google Shape;2623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24" name="Google Shape;2624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25" name="Google Shape;2625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26" name="Google Shape;2626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7" name="Google Shape;2627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8" name="Google Shape;2628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9" name="Google Shape;2629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0" name="Google Shape;2630;p16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31" name="Google Shape;2631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2" name="Google Shape;2632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33" name="Google Shape;2633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34" name="Google Shape;2634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5" name="Google Shape;2635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6" name="Google Shape;2636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7" name="Google Shape;2637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8" name="Google Shape;2638;p16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39" name="Google Shape;2639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40" name="Google Shape;2640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41" name="Google Shape;2641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42" name="Google Shape;2642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3" name="Google Shape;2643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4" name="Google Shape;2644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5" name="Google Shape;2645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646" name="Google Shape;2646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647" name="Google Shape;2647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48" name="Google Shape;2648;p16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2649" name="Google Shape;2649;p16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650" name="Google Shape;2650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651" name="Google Shape;2651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652" name="Google Shape;2652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3" name="Google Shape;2653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4" name="Google Shape;2654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655" name="Google Shape;2655;p16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2656" name="Google Shape;2656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657" name="Google Shape;2657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658" name="Google Shape;2658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659" name="Google Shape;2659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0" name="Google Shape;2660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1" name="Google Shape;2661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2" name="Google Shape;2662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2663" name="Google Shape;2663;p16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2664" name="Google Shape;2664;p16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6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16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6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6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16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16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16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16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16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16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16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16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16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16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9" name="Google Shape;2679;p16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80" name="Google Shape;2680;p16"/>
          <p:cNvSpPr/>
          <p:nvPr/>
        </p:nvSpPr>
        <p:spPr>
          <a:xfrm>
            <a:off x="683172" y="1681655"/>
            <a:ext cx="5787853" cy="1703362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6000"/>
              <a:t>A closer look at Internet structure</a:t>
            </a:r>
            <a:endParaRPr b="0" sz="6000"/>
          </a:p>
        </p:txBody>
      </p:sp>
      <p:sp>
        <p:nvSpPr>
          <p:cNvPr id="2689" name="Google Shape;2689;p17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525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interconnected routers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network of networks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0" name="Google Shape;2690;p1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695" name="Google Shape;2695;p1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696" name="Google Shape;2696;p1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697" name="Google Shape;2697;p1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8" name="Google Shape;2698;p1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699" name="Google Shape;2699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1" name="Google Shape;2701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2" name="Google Shape;2702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3" name="Google Shape;2703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4" name="Google Shape;2704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5" name="Google Shape;2705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6" name="Google Shape;2706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07" name="Google Shape;2707;p1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708" name="Google Shape;2708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0" name="Google Shape;2710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1" name="Google Shape;2711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2" name="Google Shape;2712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3" name="Google Shape;2713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4" name="Google Shape;2714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5" name="Google Shape;2715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16" name="Google Shape;2716;p1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718" name="Google Shape;2718;p1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720" name="Google Shape;2720;p1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21" name="Google Shape;2721;p1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2" name="Google Shape;2722;p1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3" name="Google Shape;2723;p1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4" name="Google Shape;2724;p1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5" name="Google Shape;2725;p1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6" name="Google Shape;2726;p1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7" name="Google Shape;2727;p1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8" name="Google Shape;2728;p1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9" name="Google Shape;2729;p1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0" name="Google Shape;2730;p1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1" name="Google Shape;2731;p1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2" name="Google Shape;2732;p1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3" name="Google Shape;2733;p1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4" name="Google Shape;2734;p1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5" name="Google Shape;2735;p1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6" name="Google Shape;2736;p1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7" name="Google Shape;2737;p1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8" name="Google Shape;2738;p1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9" name="Google Shape;2739;p1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0" name="Google Shape;2740;p1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1" name="Google Shape;2741;p1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1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4" name="Google Shape;2744;p1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745" name="Google Shape;27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47" name="Google Shape;27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48" name="Google Shape;27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2" name="Google Shape;2752;p1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753" name="Google Shape;275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5" name="Google Shape;275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6" name="Google Shape;275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0" name="Google Shape;2760;p1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761" name="Google Shape;276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63" name="Google Shape;276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8" name="Google Shape;2768;p1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769" name="Google Shape;276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1" name="Google Shape;277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2" name="Google Shape;277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6" name="Google Shape;2776;p1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777" name="Google Shape;277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9" name="Google Shape;277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0" name="Google Shape;278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4" name="Google Shape;2784;p1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785" name="Google Shape;278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7" name="Google Shape;278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8" name="Google Shape;278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2" name="Google Shape;2792;p1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93" name="Google Shape;279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94" name="Google Shape;279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5" name="Google Shape;279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6" name="Google Shape;279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0" name="Google Shape;2800;p1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01" name="Google Shape;280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2" name="Google Shape;280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3" name="Google Shape;280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4" name="Google Shape;280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8" name="Google Shape;2808;p1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09" name="Google Shape;280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0" name="Google Shape;281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11" name="Google Shape;281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2" name="Google Shape;281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816" name="Google Shape;28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17" name="Google Shape;28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8" name="Google Shape;2818;p1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19" name="Google Shape;28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20" name="Google Shape;2820;p1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6" name="Google Shape;2826;p1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827" name="Google Shape;2827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3" name="Google Shape;2833;p1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839" name="Google Shape;28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840" name="Google Shape;28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41" name="Google Shape;28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1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43" name="Google Shape;28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0" name="Google Shape;2850;p1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851" name="Google Shape;2851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7" name="Google Shape;2857;p1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863" name="Google Shape;28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864" name="Google Shape;2864;p1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865" name="Google Shape;28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6" name="Google Shape;2866;p1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867" name="Google Shape;2867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2" name="Google Shape;2872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873" name="Google Shape;2873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5" name="Google Shape;2875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6" name="Google Shape;2876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877" name="Google Shape;2877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8" name="Google Shape;2878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9" name="Google Shape;2879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882" name="Google Shape;2882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5" name="Google Shape;2885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886" name="Google Shape;2886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7" name="Google Shape;2887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8" name="Google Shape;2888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9" name="Google Shape;2899;p1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900" name="Google Shape;2900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02" name="Google Shape;290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1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04" name="Google Shape;290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1" name="Google Shape;2911;p1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912" name="Google Shape;2912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8" name="Google Shape;2918;p1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4" name="Google Shape;2924;p1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925" name="Google Shape;2925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6" name="Google Shape;2926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7" name="Google Shape;2927;p1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928" name="Google Shape;292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9" name="Google Shape;2929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30" name="Google Shape;293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1" name="Google Shape;2931;p1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32" name="Google Shape;293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1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1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1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9" name="Google Shape;2939;p1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940" name="Google Shape;2940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6" name="Google Shape;2946;p1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2" name="Google Shape;2952;p1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953" name="Google Shape;2953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8" name="Google Shape;2958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959" name="Google Shape;2959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1" name="Google Shape;2961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2" name="Google Shape;2962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963" name="Google Shape;2963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5" name="Google Shape;2965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7" name="Google Shape;2967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968" name="Google Shape;2968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0" name="Google Shape;2970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1" name="Google Shape;2971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972" name="Google Shape;2972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3" name="Google Shape;2973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4" name="Google Shape;2974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5" name="Google Shape;2985;p1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986" name="Google Shape;298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8" name="Google Shape;2988;p17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989" name="Google Shape;2989;p17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990" name="Google Shape;2990;p1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91" name="Google Shape;2991;p17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92" name="Google Shape;2992;p17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993" name="Google Shape;2993;p1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4" name="Google Shape;2994;p1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5" name="Google Shape;2995;p1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6" name="Google Shape;2996;p1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7" name="Google Shape;2997;p1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8" name="Google Shape;2998;p1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9" name="Google Shape;2999;p1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0" name="Google Shape;3000;p1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1" name="Google Shape;3001;p1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2" name="Google Shape;3002;p1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3" name="Google Shape;3003;p1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4" name="Google Shape;3004;p1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5" name="Google Shape;3005;p1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6" name="Google Shape;3006;p1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7" name="Google Shape;3007;p1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08" name="Google Shape;3008;p17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009" name="Google Shape;3009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10" name="Google Shape;3010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11" name="Google Shape;3011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12" name="Google Shape;3012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4" name="Google Shape;3014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5" name="Google Shape;3015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016" name="Google Shape;3016;p1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7" name="Google Shape;3017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8" name="Google Shape;3018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9" name="Google Shape;3019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20" name="Google Shape;3020;p17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021" name="Google Shape;3021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22" name="Google Shape;3022;p17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023" name="Google Shape;3023;p17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4" name="Google Shape;3024;p17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25" name="Google Shape;3025;p17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26" name="Google Shape;3026;p17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027" name="Google Shape;3027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28" name="Google Shape;3028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29" name="Google Shape;3029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30" name="Google Shape;3030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1" name="Google Shape;3031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2" name="Google Shape;3032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3" name="Google Shape;3033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034" name="Google Shape;3034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35" name="Google Shape;3035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36" name="Google Shape;3036;p17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037" name="Google Shape;3037;p17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038" name="Google Shape;3038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39" name="Google Shape;3039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40" name="Google Shape;3040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41" name="Google Shape;3041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3" name="Google Shape;3043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4" name="Google Shape;3044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45" name="Google Shape;3045;p17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046" name="Google Shape;3046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047" name="Google Shape;3047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048" name="Google Shape;3048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49" name="Google Shape;3049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50" name="Google Shape;3050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051" name="Google Shape;3051;p17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052" name="Google Shape;3052;p17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7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7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55" name="Google Shape;3055;p17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056" name="Google Shape;3056;p17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17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17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17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0" name="Google Shape;3060;p17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1" name="Google Shape;3061;p17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2" name="Google Shape;3062;p17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3" name="Google Shape;3063;p17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4" name="Google Shape;3064;p17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65" name="Google Shape;3065;p1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066" name="Google Shape;3066;p1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67" name="Google Shape;3067;p17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68" name="Google Shape;3068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69" name="Google Shape;3069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70" name="Google Shape;3070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71" name="Google Shape;3071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2" name="Google Shape;3072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3" name="Google Shape;3073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4" name="Google Shape;3074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75" name="Google Shape;3075;p17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76" name="Google Shape;3076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78" name="Google Shape;3078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79" name="Google Shape;3079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0" name="Google Shape;3080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1" name="Google Shape;3081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2" name="Google Shape;3082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83" name="Google Shape;3083;p17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84" name="Google Shape;3084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85" name="Google Shape;3085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86" name="Google Shape;3086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87" name="Google Shape;3087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8" name="Google Shape;3088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9" name="Google Shape;3089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0" name="Google Shape;3090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1" name="Google Shape;3091;p17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92" name="Google Shape;3092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3" name="Google Shape;3093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94" name="Google Shape;3094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95" name="Google Shape;3095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6" name="Google Shape;3096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7" name="Google Shape;3097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8" name="Google Shape;3098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9" name="Google Shape;3099;p17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100" name="Google Shape;3100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101" name="Google Shape;3101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102" name="Google Shape;3102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103" name="Google Shape;3103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4" name="Google Shape;3104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5" name="Google Shape;3105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6" name="Google Shape;3106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107" name="Google Shape;3107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108" name="Google Shape;3108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109" name="Google Shape;3109;p17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110" name="Google Shape;3110;p17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111" name="Google Shape;3111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112" name="Google Shape;3112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113" name="Google Shape;3113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4" name="Google Shape;3114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5" name="Google Shape;3115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116" name="Google Shape;3116;p17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117" name="Google Shape;3117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18" name="Google Shape;3118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19" name="Google Shape;3119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20" name="Google Shape;3120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1" name="Google Shape;3121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2" name="Google Shape;3122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3" name="Google Shape;3123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124" name="Google Shape;3124;p17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3125" name="Google Shape;3125;p17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17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7" name="Google Shape;3127;p17"/>
          <p:cNvSpPr/>
          <p:nvPr/>
        </p:nvSpPr>
        <p:spPr>
          <a:xfrm>
            <a:off x="807652" y="1884278"/>
            <a:ext cx="5787853" cy="2921876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17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18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1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 and physical media</a:t>
            </a:r>
            <a:endParaRPr b="0" sz="4800"/>
          </a:p>
        </p:txBody>
      </p:sp>
      <p:sp>
        <p:nvSpPr>
          <p:cNvPr id="3137" name="Google Shape;3137;p1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8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1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3142" name="Google Shape;3142;p1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3143" name="Google Shape;3143;p1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3144" name="Google Shape;3144;p1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5" name="Google Shape;3145;p1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146" name="Google Shape;314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48" name="Google Shape;314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9" name="Google Shape;314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0" name="Google Shape;315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1" name="Google Shape;315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2" name="Google Shape;315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3" name="Google Shape;315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154" name="Google Shape;3154;p1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55" name="Google Shape;315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7" name="Google Shape;315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8" name="Google Shape;315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9" name="Google Shape;315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0" name="Google Shape;316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1" name="Google Shape;316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2" name="Google Shape;316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63" name="Google Shape;3163;p1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3165" name="Google Shape;3165;p1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3167" name="Google Shape;3167;p1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168" name="Google Shape;3168;p1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1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0" name="Google Shape;3170;p1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1" name="Google Shape;3171;p1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2" name="Google Shape;3172;p1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3" name="Google Shape;3173;p1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4" name="Google Shape;3174;p1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5" name="Google Shape;3175;p1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6" name="Google Shape;3176;p1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7" name="Google Shape;3177;p1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8" name="Google Shape;3178;p1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9" name="Google Shape;3179;p1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0" name="Google Shape;3180;p18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1" name="Google Shape;3181;p18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2" name="Google Shape;3182;p18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3" name="Google Shape;3183;p18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4" name="Google Shape;3184;p18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5" name="Google Shape;3185;p18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6" name="Google Shape;3186;p18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7" name="Google Shape;3187;p18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8" name="Google Shape;3188;p18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8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0" name="Google Shape;3190;p18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1" name="Google Shape;3191;p1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3192" name="Google Shape;319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4" name="Google Shape;319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5" name="Google Shape;319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9" name="Google Shape;3199;p1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3200" name="Google Shape;320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02" name="Google Shape;320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3" name="Google Shape;320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7" name="Google Shape;3207;p1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3208" name="Google Shape;320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0" name="Google Shape;321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1" name="Google Shape;321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5" name="Google Shape;3215;p1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3216" name="Google Shape;321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8" name="Google Shape;321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9" name="Google Shape;321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3" name="Google Shape;3223;p1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3224" name="Google Shape;322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6" name="Google Shape;322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7" name="Google Shape;322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1" name="Google Shape;3231;p1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3232" name="Google Shape;323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4" name="Google Shape;323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5" name="Google Shape;323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9" name="Google Shape;3239;p1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240" name="Google Shape;324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42" name="Google Shape;324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43" name="Google Shape;324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47" name="Google Shape;3247;p1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3248" name="Google Shape;324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0" name="Google Shape;325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1" name="Google Shape;325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55" name="Google Shape;3255;p1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256" name="Google Shape;32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8" name="Google Shape;32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9" name="Google Shape;32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3263" name="Google Shape;32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64" name="Google Shape;32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5" name="Google Shape;3265;p18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66" name="Google Shape;32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18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8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18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8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8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8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3" name="Google Shape;3273;p18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3274" name="Google Shape;3274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0" name="Google Shape;3280;p18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8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8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8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18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18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3286" name="Google Shape;32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3287" name="Google Shape;32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88" name="Google Shape;32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89" name="Google Shape;3289;p18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90" name="Google Shape;32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291" name="Google Shape;3291;p18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8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8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8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8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8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7" name="Google Shape;3297;p18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3298" name="Google Shape;3298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4" name="Google Shape;3304;p18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8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8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8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8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8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3310" name="Google Shape;33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8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3312" name="Google Shape;331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3" name="Google Shape;3313;p18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314" name="Google Shape;3314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9" name="Google Shape;3319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320" name="Google Shape;3320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2" name="Google Shape;3322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3" name="Google Shape;3323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324" name="Google Shape;3324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6" name="Google Shape;3326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8" name="Google Shape;3328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329" name="Google Shape;3329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1" name="Google Shape;3331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2" name="Google Shape;3332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333" name="Google Shape;3333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5" name="Google Shape;3335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6" name="Google Shape;3346;p1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347" name="Google Shape;3347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8" name="Google Shape;3348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49" name="Google Shape;334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50" name="Google Shape;3350;p18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51" name="Google Shape;335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8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8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8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8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8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8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8" name="Google Shape;3358;p18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3359" name="Google Shape;3359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5" name="Google Shape;3365;p18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8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18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8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8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18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1" name="Google Shape;3371;p1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372" name="Google Shape;3372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3" name="Google Shape;3373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4" name="Google Shape;3374;p1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375" name="Google Shape;3375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6" name="Google Shape;3376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77" name="Google Shape;337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8" name="Google Shape;3378;p18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79" name="Google Shape;337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18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8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8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18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18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18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6" name="Google Shape;3386;p18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3387" name="Google Shape;3387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3" name="Google Shape;3393;p18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18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18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8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8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8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9" name="Google Shape;3399;p18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400" name="Google Shape;340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5" name="Google Shape;340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406" name="Google Shape;340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7" name="Google Shape;340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8" name="Google Shape;340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9" name="Google Shape;340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410" name="Google Shape;341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1" name="Google Shape;341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2" name="Google Shape;341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4" name="Google Shape;341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415" name="Google Shape;341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6" name="Google Shape;341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7" name="Google Shape;341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8" name="Google Shape;341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419" name="Google Shape;341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0" name="Google Shape;342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1" name="Google Shape;342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2" name="Google Shape;3432;p1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433" name="Google Shape;3433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4" name="Google Shape;343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5" name="Google Shape;3435;p18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6" name="Google Shape;3436;p18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3437" name="Google Shape;3437;p18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3438" name="Google Shape;3438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39" name="Google Shape;3439;p18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40" name="Google Shape;3440;p18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3441" name="Google Shape;3441;p1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2" name="Google Shape;3442;p1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3" name="Google Shape;3443;p1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4" name="Google Shape;3444;p1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1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6" name="Google Shape;3446;p1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7" name="Google Shape;3447;p1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8" name="Google Shape;3448;p1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9" name="Google Shape;3449;p1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0" name="Google Shape;3450;p1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1" name="Google Shape;3451;p1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2" name="Google Shape;3452;p1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3" name="Google Shape;3453;p1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4" name="Google Shape;3454;p1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1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56" name="Google Shape;3456;p18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457" name="Google Shape;3457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58" name="Google Shape;3458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59" name="Google Shape;3459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0" name="Google Shape;3460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1" name="Google Shape;3461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2" name="Google Shape;3462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464" name="Google Shape;3464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5" name="Google Shape;3465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6" name="Google Shape;3466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7" name="Google Shape;3467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8" name="Google Shape;3468;p18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469" name="Google Shape;3469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70" name="Google Shape;3470;p18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471" name="Google Shape;3471;p18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72" name="Google Shape;3472;p18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473" name="Google Shape;3473;p18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474" name="Google Shape;3474;p18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475" name="Google Shape;3475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476" name="Google Shape;3476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477" name="Google Shape;3477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478" name="Google Shape;3478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9" name="Google Shape;3479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0" name="Google Shape;3480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1" name="Google Shape;3481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482" name="Google Shape;3482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483" name="Google Shape;3483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484" name="Google Shape;3484;p18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485" name="Google Shape;3485;p18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486" name="Google Shape;3486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87" name="Google Shape;3487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88" name="Google Shape;3488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89" name="Google Shape;3489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0" name="Google Shape;3490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1" name="Google Shape;3491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93" name="Google Shape;3493;p18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494" name="Google Shape;3494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95" name="Google Shape;3495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96" name="Google Shape;3496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7" name="Google Shape;3497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8" name="Google Shape;3498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499" name="Google Shape;3499;p18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500" name="Google Shape;3500;p18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1" name="Google Shape;3501;p18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2" name="Google Shape;3502;p18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03" name="Google Shape;3503;p18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504" name="Google Shape;3504;p18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8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8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8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8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8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8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8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8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513" name="Google Shape;3513;p1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514" name="Google Shape;3514;p1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515" name="Google Shape;3515;p18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16" name="Google Shape;3516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17" name="Google Shape;3517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18" name="Google Shape;3518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19" name="Google Shape;3519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0" name="Google Shape;3520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1" name="Google Shape;3521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2" name="Google Shape;3522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23" name="Google Shape;3523;p18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24" name="Google Shape;3524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5" name="Google Shape;3525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26" name="Google Shape;3526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27" name="Google Shape;3527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8" name="Google Shape;3528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9" name="Google Shape;3529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0" name="Google Shape;3530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1" name="Google Shape;3531;p18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32" name="Google Shape;3532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33" name="Google Shape;3533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34" name="Google Shape;3534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35" name="Google Shape;3535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6" name="Google Shape;3536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7" name="Google Shape;3537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8" name="Google Shape;3538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9" name="Google Shape;3539;p18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40" name="Google Shape;3540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1" name="Google Shape;3541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42" name="Google Shape;3542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43" name="Google Shape;3543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4" name="Google Shape;3544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5" name="Google Shape;3545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6" name="Google Shape;3546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47" name="Google Shape;3547;p18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48" name="Google Shape;3548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49" name="Google Shape;3549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50" name="Google Shape;3550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51" name="Google Shape;3551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3" name="Google Shape;3553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4" name="Google Shape;3554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555" name="Google Shape;3555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556" name="Google Shape;3556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557" name="Google Shape;3557;p18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558" name="Google Shape;3558;p18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559" name="Google Shape;3559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560" name="Google Shape;3560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561" name="Google Shape;3561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2" name="Google Shape;3562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3" name="Google Shape;3563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564" name="Google Shape;3564;p18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565" name="Google Shape;3565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66" name="Google Shape;3566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67" name="Google Shape;3567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68" name="Google Shape;3568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9" name="Google Shape;3569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0" name="Google Shape;3570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1" name="Google Shape;3571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572" name="Google Shape;3572;p18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3573" name="Google Shape;3573;p18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18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8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18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8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18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18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18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18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18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18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18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8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18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8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8" name="Google Shape;3588;p18"/>
          <p:cNvSpPr txBox="1"/>
          <p:nvPr>
            <p:ph idx="1" type="body"/>
          </p:nvPr>
        </p:nvSpPr>
        <p:spPr>
          <a:xfrm>
            <a:off x="839285" y="1424002"/>
            <a:ext cx="5823897" cy="2635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Q: How to connect end systems to edge router?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residential access nets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institutional access networks (school, company)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mobile access networks (WiFi, 4G/5G)</a:t>
            </a:r>
            <a:endParaRPr sz="2400">
              <a:solidFill>
                <a:srgbClr val="FF0000"/>
              </a:solidFill>
            </a:endParaRPr>
          </a:p>
          <a:p>
            <a:pPr indent="0" lvl="0" marL="174625" rtl="0" algn="l">
              <a:lnSpc>
                <a:spcPct val="90000"/>
              </a:lnSpc>
              <a:spcBef>
                <a:spcPts val="172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89" name="Google Shape;3589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1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596" name="Google Shape;3596;p19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7" name="Google Shape;3597;p19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8" name="Google Shape;3598;p19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599" name="Google Shape;3599;p19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600" name="Google Shape;3600;p19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601" name="Google Shape;3601;p19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19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19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19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19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19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7" name="Google Shape;3607;p19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9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9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0" name="Google Shape;3610;p19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611" name="Google Shape;36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2" name="Google Shape;3612;p19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613" name="Google Shape;3613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4" name="Google Shape;3614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15" name="Google Shape;3615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6" name="Google Shape;3616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17" name="Google Shape;3617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18" name="Google Shape;3618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9" name="Google Shape;3619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0" name="Google Shape;3620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1" name="Google Shape;3621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2" name="Google Shape;3622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3" name="Google Shape;3623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24" name="Google Shape;362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25" name="Google Shape;3625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27" name="Google Shape;3627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28" name="Google Shape;362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29" name="Google Shape;3629;p19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630" name="Google Shape;3630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1" name="Google Shape;3631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32" name="Google Shape;3632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33" name="Google Shape;3633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34" name="Google Shape;3634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35" name="Google Shape;3635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6" name="Google Shape;3636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7" name="Google Shape;3637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8" name="Google Shape;3638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9" name="Google Shape;3639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0" name="Google Shape;3640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41" name="Google Shape;3641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2" name="Google Shape;3642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4" name="Google Shape;3644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45" name="Google Shape;3645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6" name="Google Shape;3646;p19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647" name="Google Shape;3647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8" name="Google Shape;3648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49" name="Google Shape;3649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50" name="Google Shape;3650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51" name="Google Shape;3651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52" name="Google Shape;3652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4" name="Google Shape;3654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5" name="Google Shape;3655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6" name="Google Shape;3656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7" name="Google Shape;3657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58" name="Google Shape;365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9" name="Google Shape;3659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0" name="Google Shape;3660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1" name="Google Shape;3661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62" name="Google Shape;3662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63" name="Google Shape;3663;p19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664" name="Google Shape;3664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65" name="Google Shape;3665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66" name="Google Shape;3666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67" name="Google Shape;3667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68" name="Google Shape;3668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69" name="Google Shape;3669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1" name="Google Shape;3671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2" name="Google Shape;3672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4" name="Google Shape;3674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75" name="Google Shape;3675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6" name="Google Shape;3676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7" name="Google Shape;3677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8" name="Google Shape;3678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79" name="Google Shape;367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680" name="Google Shape;3680;p19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1" name="Google Shape;3681;p19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682" name="Google Shape;3682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3" name="Google Shape;3683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84" name="Google Shape;3684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85" name="Google Shape;3685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86" name="Google Shape;3686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87" name="Google Shape;3687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9" name="Google Shape;3689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0" name="Google Shape;3690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1" name="Google Shape;3691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93" name="Google Shape;369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4" name="Google Shape;3694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5" name="Google Shape;3695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6" name="Google Shape;3696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97" name="Google Shape;369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98" name="Google Shape;3698;p19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699" name="Google Shape;3699;p19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19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19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2" name="Google Shape;3702;p19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9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9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5" name="Google Shape;3705;p19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706" name="Google Shape;3706;p19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19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8" name="Google Shape;3708;p19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19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0" name="Google Shape;3710;p19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19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19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3" name="Google Shape;3713;p19"/>
          <p:cNvGrpSpPr/>
          <p:nvPr/>
        </p:nvGrpSpPr>
        <p:grpSpPr>
          <a:xfrm>
            <a:off x="4857805" y="3221611"/>
            <a:ext cx="2043112" cy="958850"/>
            <a:chOff x="2505" y="826"/>
            <a:chExt cx="1287" cy="604"/>
          </a:xfrm>
        </p:grpSpPr>
        <p:cxnSp>
          <p:nvCxnSpPr>
            <p:cNvPr id="3714" name="Google Shape;3714;p19"/>
            <p:cNvCxnSpPr/>
            <p:nvPr/>
          </p:nvCxnSpPr>
          <p:spPr>
            <a:xfrm flipH="1">
              <a:off x="2505" y="1115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15" name="Google Shape;3715;p19"/>
            <p:cNvSpPr/>
            <p:nvPr/>
          </p:nvSpPr>
          <p:spPr>
            <a:xfrm>
              <a:off x="2548" y="826"/>
              <a:ext cx="562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19"/>
            <p:cNvSpPr/>
            <p:nvPr/>
          </p:nvSpPr>
          <p:spPr>
            <a:xfrm>
              <a:off x="3523" y="830"/>
              <a:ext cx="269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7" name="Google Shape;3717;p19"/>
            <p:cNvCxnSpPr/>
            <p:nvPr/>
          </p:nvCxnSpPr>
          <p:spPr>
            <a:xfrm flipH="1">
              <a:off x="3433" y="1137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18" name="Google Shape;3718;p19"/>
          <p:cNvGrpSpPr/>
          <p:nvPr/>
        </p:nvGrpSpPr>
        <p:grpSpPr>
          <a:xfrm>
            <a:off x="4148192" y="3378773"/>
            <a:ext cx="3021013" cy="2114550"/>
            <a:chOff x="2606" y="951"/>
            <a:chExt cx="1903" cy="1332"/>
          </a:xfrm>
        </p:grpSpPr>
        <p:sp>
          <p:nvSpPr>
            <p:cNvPr id="3719" name="Google Shape;3719;p19"/>
            <p:cNvSpPr txBox="1"/>
            <p:nvPr/>
          </p:nvSpPr>
          <p:spPr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  <p:cxnSp>
          <p:nvCxnSpPr>
            <p:cNvPr id="3720" name="Google Shape;3720;p19"/>
            <p:cNvCxnSpPr/>
            <p:nvPr/>
          </p:nvCxnSpPr>
          <p:spPr>
            <a:xfrm>
              <a:off x="2994" y="951"/>
              <a:ext cx="0" cy="9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1" name="Google Shape;3721;p19"/>
            <p:cNvCxnSpPr/>
            <p:nvPr/>
          </p:nvCxnSpPr>
          <p:spPr>
            <a:xfrm>
              <a:off x="2988" y="1935"/>
              <a:ext cx="146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2" name="Google Shape;3722;p19"/>
            <p:cNvSpPr txBox="1"/>
            <p:nvPr/>
          </p:nvSpPr>
          <p:spPr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cxnSp>
          <p:nvCxnSpPr>
            <p:cNvPr id="3723" name="Google Shape;3723;p19"/>
            <p:cNvCxnSpPr/>
            <p:nvPr/>
          </p:nvCxnSpPr>
          <p:spPr>
            <a:xfrm>
              <a:off x="3150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4" name="Google Shape;3724;p19"/>
            <p:cNvSpPr txBox="1"/>
            <p:nvPr/>
          </p:nvSpPr>
          <p:spPr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5" name="Google Shape;3725;p19"/>
            <p:cNvSpPr txBox="1"/>
            <p:nvPr/>
          </p:nvSpPr>
          <p:spPr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6" name="Google Shape;3726;p19"/>
            <p:cNvSpPr txBox="1"/>
            <p:nvPr/>
          </p:nvSpPr>
          <p:spPr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7" name="Google Shape;3727;p19"/>
            <p:cNvSpPr txBox="1"/>
            <p:nvPr/>
          </p:nvSpPr>
          <p:spPr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8" name="Google Shape;3728;p19"/>
            <p:cNvSpPr txBox="1"/>
            <p:nvPr/>
          </p:nvSpPr>
          <p:spPr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9" name="Google Shape;3729;p19"/>
            <p:cNvSpPr txBox="1"/>
            <p:nvPr/>
          </p:nvSpPr>
          <p:spPr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0" name="Google Shape;3730;p19"/>
            <p:cNvSpPr txBox="1"/>
            <p:nvPr/>
          </p:nvSpPr>
          <p:spPr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1" name="Google Shape;3731;p19"/>
            <p:cNvSpPr txBox="1"/>
            <p:nvPr/>
          </p:nvSpPr>
          <p:spPr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3732" name="Google Shape;3732;p19"/>
            <p:cNvCxnSpPr/>
            <p:nvPr/>
          </p:nvCxnSpPr>
          <p:spPr>
            <a:xfrm>
              <a:off x="333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3" name="Google Shape;3733;p19"/>
            <p:cNvCxnSpPr/>
            <p:nvPr/>
          </p:nvCxnSpPr>
          <p:spPr>
            <a:xfrm>
              <a:off x="351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4" name="Google Shape;3734;p19"/>
            <p:cNvCxnSpPr/>
            <p:nvPr/>
          </p:nvCxnSpPr>
          <p:spPr>
            <a:xfrm>
              <a:off x="3698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5" name="Google Shape;3735;p19"/>
            <p:cNvCxnSpPr/>
            <p:nvPr/>
          </p:nvCxnSpPr>
          <p:spPr>
            <a:xfrm>
              <a:off x="3886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6" name="Google Shape;3736;p19"/>
            <p:cNvCxnSpPr/>
            <p:nvPr/>
          </p:nvCxnSpPr>
          <p:spPr>
            <a:xfrm>
              <a:off x="4062" y="1871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7" name="Google Shape;3737;p19"/>
            <p:cNvCxnSpPr/>
            <p:nvPr/>
          </p:nvCxnSpPr>
          <p:spPr>
            <a:xfrm>
              <a:off x="4218" y="186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8" name="Google Shape;3738;p19"/>
            <p:cNvCxnSpPr/>
            <p:nvPr/>
          </p:nvCxnSpPr>
          <p:spPr>
            <a:xfrm>
              <a:off x="4362" y="185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9" name="Google Shape;3739;p19"/>
            <p:cNvSpPr txBox="1"/>
            <p:nvPr/>
          </p:nvSpPr>
          <p:spPr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740" name="Google Shape;3740;p19"/>
            <p:cNvSpPr txBox="1"/>
            <p:nvPr/>
          </p:nvSpPr>
          <p:spPr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741" name="Google Shape;3741;p19"/>
            <p:cNvSpPr txBox="1"/>
            <p:nvPr/>
          </p:nvSpPr>
          <p:spPr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742" name="Google Shape;3742;p19"/>
            <p:cNvSpPr txBox="1"/>
            <p:nvPr/>
          </p:nvSpPr>
          <p:spPr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743" name="Google Shape;3743;p19"/>
            <p:cNvSpPr txBox="1"/>
            <p:nvPr/>
          </p:nvSpPr>
          <p:spPr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44" name="Google Shape;3744;p19"/>
            <p:cNvSpPr txBox="1"/>
            <p:nvPr/>
          </p:nvSpPr>
          <p:spPr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3745" name="Google Shape;3745;p19"/>
            <p:cNvSpPr txBox="1"/>
            <p:nvPr/>
          </p:nvSpPr>
          <p:spPr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3746" name="Google Shape;3746;p19"/>
            <p:cNvSpPr txBox="1"/>
            <p:nvPr/>
          </p:nvSpPr>
          <p:spPr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3747" name="Google Shape;3747;p19"/>
            <p:cNvSpPr txBox="1"/>
            <p:nvPr/>
          </p:nvSpPr>
          <p:spPr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3748" name="Google Shape;3748;p19"/>
            <p:cNvSpPr/>
            <p:nvPr/>
          </p:nvSpPr>
          <p:spPr>
            <a:xfrm>
              <a:off x="2606" y="969"/>
              <a:ext cx="375" cy="969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A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9" name="Google Shape;3749;p19"/>
          <p:cNvGrpSpPr/>
          <p:nvPr/>
        </p:nvGrpSpPr>
        <p:grpSpPr>
          <a:xfrm flipH="1" rot="10800000">
            <a:off x="2457505" y="2273873"/>
            <a:ext cx="1689100" cy="2092326"/>
            <a:chOff x="1497" y="1352"/>
            <a:chExt cx="1064" cy="1318"/>
          </a:xfrm>
        </p:grpSpPr>
        <p:grpSp>
          <p:nvGrpSpPr>
            <p:cNvPr id="3750" name="Google Shape;3750;p19"/>
            <p:cNvGrpSpPr/>
            <p:nvPr/>
          </p:nvGrpSpPr>
          <p:grpSpPr>
            <a:xfrm>
              <a:off x="1497" y="1352"/>
              <a:ext cx="1064" cy="217"/>
              <a:chOff x="1600" y="1475"/>
              <a:chExt cx="1064" cy="217"/>
            </a:xfrm>
          </p:grpSpPr>
          <p:sp>
            <p:nvSpPr>
              <p:cNvPr id="3751" name="Google Shape;3751;p19"/>
              <p:cNvSpPr/>
              <p:nvPr/>
            </p:nvSpPr>
            <p:spPr>
              <a:xfrm rot="10800000">
                <a:off x="2358" y="1500"/>
                <a:ext cx="168" cy="17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2" name="Google Shape;3752;p19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19"/>
              <p:cNvSpPr txBox="1"/>
              <p:nvPr/>
            </p:nvSpPr>
            <p:spPr>
              <a:xfrm rot="10800000">
                <a:off x="1600" y="1475"/>
                <a:ext cx="896" cy="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4" name="Google Shape;3754;p19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19"/>
              <p:cNvSpPr txBox="1"/>
              <p:nvPr/>
            </p:nvSpPr>
            <p:spPr>
              <a:xfrm rot="10800000">
                <a:off x="2509" y="1525"/>
                <a:ext cx="44" cy="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756" name="Google Shape;3756;p19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57" name="Google Shape;3757;p19"/>
            <p:cNvSpPr/>
            <p:nvPr/>
          </p:nvSpPr>
          <p:spPr>
            <a:xfrm>
              <a:off x="1536" y="1563"/>
              <a:ext cx="1015" cy="1107"/>
            </a:xfrm>
            <a:custGeom>
              <a:rect b="b" l="l" r="r" t="t"/>
              <a:pathLst>
                <a:path extrusionOk="0" h="1107" w="1015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9"/>
            <p:cNvSpPr txBox="1"/>
            <p:nvPr/>
          </p:nvSpPr>
          <p:spPr>
            <a:xfrm rot="10800000">
              <a:off x="1525" y="1550"/>
              <a:ext cx="1015" cy="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9" name="Google Shape;3759;p19"/>
          <p:cNvSpPr txBox="1"/>
          <p:nvPr/>
        </p:nvSpPr>
        <p:spPr>
          <a:xfrm>
            <a:off x="1551869" y="5790510"/>
            <a:ext cx="9964671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frequency division multiplexing (FDM):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channels transmitted in different frequency bands</a:t>
            </a:r>
            <a:endParaRPr/>
          </a:p>
        </p:txBody>
      </p:sp>
      <p:grpSp>
        <p:nvGrpSpPr>
          <p:cNvPr id="3760" name="Google Shape;3760;p19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761" name="Google Shape;376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2" name="Google Shape;3762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2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770" name="Google Shape;3770;p20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1" name="Google Shape;3771;p20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20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773" name="Google Shape;3773;p20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774" name="Google Shape;3774;p20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775" name="Google Shape;3775;p20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20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20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20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20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20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1" name="Google Shape;3781;p20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20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20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4" name="Google Shape;3784;p20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785" name="Google Shape;37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6" name="Google Shape;3786;p20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787" name="Google Shape;3787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8" name="Google Shape;3788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789" name="Google Shape;3789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90" name="Google Shape;3790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791" name="Google Shape;3791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792" name="Google Shape;3792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7" name="Google Shape;3797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798" name="Google Shape;379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9" name="Google Shape;3799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0" name="Google Shape;3800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01" name="Google Shape;3801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02" name="Google Shape;380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03" name="Google Shape;3803;p20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804" name="Google Shape;3804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05" name="Google Shape;3805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06" name="Google Shape;3806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07" name="Google Shape;3807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08" name="Google Shape;3808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09" name="Google Shape;3809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15" name="Google Shape;381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6" name="Google Shape;3816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7" name="Google Shape;3817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8" name="Google Shape;3818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19" name="Google Shape;3819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20" name="Google Shape;3820;p20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821" name="Google Shape;3821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2" name="Google Shape;3822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23" name="Google Shape;3823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4" name="Google Shape;3824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25" name="Google Shape;3825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26" name="Google Shape;3826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32" name="Google Shape;383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35" name="Google Shape;3835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36" name="Google Shape;383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7" name="Google Shape;3837;p20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838" name="Google Shape;3838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9" name="Google Shape;3839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40" name="Google Shape;3840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41" name="Google Shape;3841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42" name="Google Shape;3842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43" name="Google Shape;3843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49" name="Google Shape;3849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2" name="Google Shape;3852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53" name="Google Shape;3853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854" name="Google Shape;3854;p20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55" name="Google Shape;3855;p20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856" name="Google Shape;3856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7" name="Google Shape;3857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58" name="Google Shape;3858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59" name="Google Shape;3859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60" name="Google Shape;3860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61" name="Google Shape;3861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67" name="Google Shape;3867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8" name="Google Shape;3868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9" name="Google Shape;3869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0" name="Google Shape;3870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71" name="Google Shape;3871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72" name="Google Shape;3872;p20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873" name="Google Shape;3873;p20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4" name="Google Shape;3874;p20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20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20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20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20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9" name="Google Shape;3879;p20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880" name="Google Shape;3880;p20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20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2" name="Google Shape;3882;p20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20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4" name="Google Shape;3884;p20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20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20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7" name="Google Shape;3887;p20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888" name="Google Shape;388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9" name="Google Shape;3889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0" name="Google Shape;3890;p20"/>
          <p:cNvGrpSpPr/>
          <p:nvPr/>
        </p:nvGrpSpPr>
        <p:grpSpPr>
          <a:xfrm>
            <a:off x="1815284" y="2250058"/>
            <a:ext cx="3092450" cy="1417637"/>
            <a:chOff x="256" y="1443"/>
            <a:chExt cx="1948" cy="893"/>
          </a:xfrm>
        </p:grpSpPr>
        <p:sp>
          <p:nvSpPr>
            <p:cNvPr id="3891" name="Google Shape;3891;p20"/>
            <p:cNvSpPr txBox="1"/>
            <p:nvPr/>
          </p:nvSpPr>
          <p:spPr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data, TV transmitted at different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frequencies over 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shared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cable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network</a:t>
              </a:r>
              <a:endParaRPr/>
            </a:p>
          </p:txBody>
        </p:sp>
        <p:cxnSp>
          <p:nvCxnSpPr>
            <p:cNvPr id="3892" name="Google Shape;3892;p20"/>
            <p:cNvCxnSpPr/>
            <p:nvPr/>
          </p:nvCxnSpPr>
          <p:spPr>
            <a:xfrm flipH="1" rot="10800000">
              <a:off x="1452" y="1443"/>
              <a:ext cx="282" cy="47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3" name="Google Shape;3893;p20"/>
          <p:cNvSpPr/>
          <p:nvPr/>
        </p:nvSpPr>
        <p:spPr>
          <a:xfrm>
            <a:off x="952500" y="4196551"/>
            <a:ext cx="11503627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HFC: hybrid fiber coax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asymmetric: up to 40 Mbps – 1.2 Gbps downstream transmission rate, 30-100 Mbps upstream transmission rate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cable, fiber attaches homes to ISP router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share access network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cable headend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894" name="Google Shape;3894;p20"/>
          <p:cNvGrpSpPr/>
          <p:nvPr/>
        </p:nvGrpSpPr>
        <p:grpSpPr>
          <a:xfrm>
            <a:off x="6634372" y="2229423"/>
            <a:ext cx="3584575" cy="1858963"/>
            <a:chOff x="6634372" y="2229423"/>
            <a:chExt cx="3584575" cy="1858963"/>
          </a:xfrm>
        </p:grpSpPr>
        <p:grpSp>
          <p:nvGrpSpPr>
            <p:cNvPr id="3895" name="Google Shape;3895;p20"/>
            <p:cNvGrpSpPr/>
            <p:nvPr/>
          </p:nvGrpSpPr>
          <p:grpSpPr>
            <a:xfrm>
              <a:off x="7701172" y="2391348"/>
              <a:ext cx="2517775" cy="508000"/>
              <a:chOff x="3912" y="1484"/>
              <a:chExt cx="1586" cy="320"/>
            </a:xfrm>
          </p:grpSpPr>
          <p:cxnSp>
            <p:nvCxnSpPr>
              <p:cNvPr id="3896" name="Google Shape;3896;p20"/>
              <p:cNvCxnSpPr/>
              <p:nvPr/>
            </p:nvCxnSpPr>
            <p:spPr>
              <a:xfrm rot="10800000">
                <a:off x="3912" y="1497"/>
                <a:ext cx="711" cy="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97" name="Google Shape;3897;p20"/>
              <p:cNvSpPr txBox="1"/>
              <p:nvPr/>
            </p:nvSpPr>
            <p:spPr>
              <a:xfrm>
                <a:off x="4307" y="1484"/>
                <a:ext cx="1191" cy="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cable modem</a:t>
                </a:r>
                <a:endParaRPr/>
              </a:p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 system</a:t>
                </a:r>
                <a:endParaRPr/>
              </a:p>
            </p:txBody>
          </p:sp>
        </p:grpSp>
        <p:sp>
          <p:nvSpPr>
            <p:cNvPr id="3898" name="Google Shape;3898;p20"/>
            <p:cNvSpPr txBox="1"/>
            <p:nvPr/>
          </p:nvSpPr>
          <p:spPr>
            <a:xfrm>
              <a:off x="7086655" y="2478661"/>
              <a:ext cx="950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CMTS</a:t>
              </a:r>
              <a:endParaRPr/>
            </a:p>
          </p:txBody>
        </p:sp>
        <p:sp>
          <p:nvSpPr>
            <p:cNvPr id="3899" name="Google Shape;3899;p20"/>
            <p:cNvSpPr/>
            <p:nvPr/>
          </p:nvSpPr>
          <p:spPr>
            <a:xfrm>
              <a:off x="7742447" y="2229423"/>
              <a:ext cx="206375" cy="927100"/>
            </a:xfrm>
            <a:custGeom>
              <a:rect b="b" l="l" r="r" t="t"/>
              <a:pathLst>
                <a:path extrusionOk="0" h="584" w="130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00" name="Google Shape;3900;p20"/>
            <p:cNvGrpSpPr/>
            <p:nvPr/>
          </p:nvGrpSpPr>
          <p:grpSpPr>
            <a:xfrm>
              <a:off x="6634372" y="2940623"/>
              <a:ext cx="2178050" cy="1147763"/>
              <a:chOff x="6634372" y="2940623"/>
              <a:chExt cx="2178050" cy="1147763"/>
            </a:xfrm>
          </p:grpSpPr>
          <p:sp>
            <p:nvSpPr>
              <p:cNvPr id="3901" name="Google Shape;3901;p20"/>
              <p:cNvSpPr/>
              <p:nvPr/>
            </p:nvSpPr>
            <p:spPr>
              <a:xfrm>
                <a:off x="6634372" y="2940623"/>
                <a:ext cx="2178050" cy="1147763"/>
              </a:xfrm>
              <a:custGeom>
                <a:rect b="b" l="l" r="r" t="t"/>
                <a:pathLst>
                  <a:path extrusionOk="0" h="459" w="765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CCF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02" name="Google Shape;3902;p20"/>
              <p:cNvCxnSpPr/>
              <p:nvPr/>
            </p:nvCxnSpPr>
            <p:spPr>
              <a:xfrm flipH="1" rot="10800000">
                <a:off x="7464635" y="3294636"/>
                <a:ext cx="168275" cy="1206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20"/>
              <p:cNvCxnSpPr/>
              <p:nvPr/>
            </p:nvCxnSpPr>
            <p:spPr>
              <a:xfrm>
                <a:off x="7231272" y="3534348"/>
                <a:ext cx="0" cy="11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20"/>
              <p:cNvCxnSpPr/>
              <p:nvPr/>
            </p:nvCxnSpPr>
            <p:spPr>
              <a:xfrm flipH="1" rot="10800000">
                <a:off x="7464635" y="3391473"/>
                <a:ext cx="358775" cy="4000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20"/>
              <p:cNvCxnSpPr/>
              <p:nvPr/>
            </p:nvCxnSpPr>
            <p:spPr>
              <a:xfrm>
                <a:off x="7961522" y="3389886"/>
                <a:ext cx="0" cy="2714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6" name="Google Shape;3906;p20"/>
              <p:cNvCxnSpPr/>
              <p:nvPr/>
            </p:nvCxnSpPr>
            <p:spPr>
              <a:xfrm>
                <a:off x="7490035" y="3813748"/>
                <a:ext cx="25717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7" name="Google Shape;3907;p20"/>
              <p:cNvCxnSpPr/>
              <p:nvPr/>
            </p:nvCxnSpPr>
            <p:spPr>
              <a:xfrm>
                <a:off x="8245685" y="3801048"/>
                <a:ext cx="241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8" name="Google Shape;3908;p20"/>
              <p:cNvCxnSpPr/>
              <p:nvPr/>
            </p:nvCxnSpPr>
            <p:spPr>
              <a:xfrm>
                <a:off x="8510797" y="3797873"/>
                <a:ext cx="2428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9" name="Google Shape;3909;p20"/>
              <p:cNvSpPr txBox="1"/>
              <p:nvPr/>
            </p:nvSpPr>
            <p:spPr>
              <a:xfrm>
                <a:off x="8207585" y="3191448"/>
                <a:ext cx="552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ISP</a:t>
                </a:r>
                <a:endParaRPr/>
              </a:p>
            </p:txBody>
          </p:sp>
          <p:grpSp>
            <p:nvGrpSpPr>
              <p:cNvPr id="3910" name="Google Shape;3910;p20"/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1" name="Google Shape;3911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12" name="Google Shape;3912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13" name="Google Shape;3913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14" name="Google Shape;3914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5" name="Google Shape;3915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6" name="Google Shape;3916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7" name="Google Shape;3917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18" name="Google Shape;3918;p20"/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9" name="Google Shape;3919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0" name="Google Shape;3920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1" name="Google Shape;3921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22" name="Google Shape;3922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3" name="Google Shape;3923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4" name="Google Shape;3924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5" name="Google Shape;3925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26" name="Google Shape;3926;p20"/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27" name="Google Shape;3927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8" name="Google Shape;3928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9" name="Google Shape;3929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0" name="Google Shape;3930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1" name="Google Shape;3931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2" name="Google Shape;3932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3" name="Google Shape;3933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34" name="Google Shape;3934;p20"/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35" name="Google Shape;3935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36" name="Google Shape;3936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37" name="Google Shape;3937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8" name="Google Shape;3938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0" name="Google Shape;3940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1" name="Google Shape;3941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942" name="Google Shape;3942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8" name="Google Shape;3948;p21"/>
          <p:cNvGrpSpPr/>
          <p:nvPr/>
        </p:nvGrpSpPr>
        <p:grpSpPr>
          <a:xfrm>
            <a:off x="6745014" y="2947413"/>
            <a:ext cx="2178050" cy="1147763"/>
            <a:chOff x="6634372" y="2940623"/>
            <a:chExt cx="2178050" cy="1147763"/>
          </a:xfrm>
        </p:grpSpPr>
        <p:sp>
          <p:nvSpPr>
            <p:cNvPr id="3949" name="Google Shape;3949;p21"/>
            <p:cNvSpPr/>
            <p:nvPr/>
          </p:nvSpPr>
          <p:spPr>
            <a:xfrm>
              <a:off x="6634372" y="2940623"/>
              <a:ext cx="2178050" cy="1147763"/>
            </a:xfrm>
            <a:custGeom>
              <a:rect b="b" l="l" r="r" t="t"/>
              <a:pathLst>
                <a:path extrusionOk="0"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0" name="Google Shape;3950;p21"/>
            <p:cNvCxnSpPr/>
            <p:nvPr/>
          </p:nvCxnSpPr>
          <p:spPr>
            <a:xfrm flipH="1" rot="10800000">
              <a:off x="7464635" y="3294636"/>
              <a:ext cx="168275" cy="120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1" name="Google Shape;3951;p21"/>
            <p:cNvCxnSpPr/>
            <p:nvPr/>
          </p:nvCxnSpPr>
          <p:spPr>
            <a:xfrm>
              <a:off x="7231272" y="3534348"/>
              <a:ext cx="0" cy="11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2" name="Google Shape;3952;p21"/>
            <p:cNvCxnSpPr/>
            <p:nvPr/>
          </p:nvCxnSpPr>
          <p:spPr>
            <a:xfrm flipH="1" rot="10800000">
              <a:off x="7464635" y="3391473"/>
              <a:ext cx="358775" cy="400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3" name="Google Shape;3953;p21"/>
            <p:cNvCxnSpPr/>
            <p:nvPr/>
          </p:nvCxnSpPr>
          <p:spPr>
            <a:xfrm>
              <a:off x="7961522" y="3389886"/>
              <a:ext cx="0" cy="271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21"/>
            <p:cNvCxnSpPr/>
            <p:nvPr/>
          </p:nvCxnSpPr>
          <p:spPr>
            <a:xfrm>
              <a:off x="7490035" y="3813748"/>
              <a:ext cx="2571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21"/>
            <p:cNvCxnSpPr/>
            <p:nvPr/>
          </p:nvCxnSpPr>
          <p:spPr>
            <a:xfrm>
              <a:off x="8245685" y="3801048"/>
              <a:ext cx="2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6" name="Google Shape;3956;p21"/>
            <p:cNvCxnSpPr/>
            <p:nvPr/>
          </p:nvCxnSpPr>
          <p:spPr>
            <a:xfrm>
              <a:off x="8510797" y="3797873"/>
              <a:ext cx="242888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957" name="Google Shape;3957;p21"/>
            <p:cNvSpPr txBox="1"/>
            <p:nvPr/>
          </p:nvSpPr>
          <p:spPr>
            <a:xfrm>
              <a:off x="8207585" y="3191448"/>
              <a:ext cx="55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ISP</a:t>
              </a:r>
              <a:endParaRPr/>
            </a:p>
          </p:txBody>
        </p:sp>
        <p:grpSp>
          <p:nvGrpSpPr>
            <p:cNvPr id="3958" name="Google Shape;3958;p21"/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3959" name="Google Shape;3959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0" name="Google Shape;3960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1" name="Google Shape;3961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2" name="Google Shape;3962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3" name="Google Shape;3963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4" name="Google Shape;3964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6" name="Google Shape;3966;p21"/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3967" name="Google Shape;396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8" name="Google Shape;396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9" name="Google Shape;396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0" name="Google Shape;397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1" name="Google Shape;397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2" name="Google Shape;397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3" name="Google Shape;397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74" name="Google Shape;3974;p21"/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3975" name="Google Shape;397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6" name="Google Shape;397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7" name="Google Shape;397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8" name="Google Shape;397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9" name="Google Shape;397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82" name="Google Shape;3982;p21"/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3983" name="Google Shape;398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84" name="Google Shape;398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5" name="Google Shape;398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6" name="Google Shape;398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7" name="Google Shape;398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8" name="Google Shape;398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9" name="Google Shape;398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0" name="Google Shape;3990;p21"/>
          <p:cNvSpPr txBox="1"/>
          <p:nvPr>
            <p:ph type="title"/>
          </p:nvPr>
        </p:nvSpPr>
        <p:spPr>
          <a:xfrm>
            <a:off x="419100" y="273146"/>
            <a:ext cx="114300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digital subscriber line (DSL)</a:t>
            </a:r>
            <a:endParaRPr b="0" sz="4800"/>
          </a:p>
        </p:txBody>
      </p:sp>
      <p:sp>
        <p:nvSpPr>
          <p:cNvPr id="3991" name="Google Shape;3991;p21"/>
          <p:cNvSpPr/>
          <p:nvPr/>
        </p:nvSpPr>
        <p:spPr>
          <a:xfrm>
            <a:off x="5902873" y="1444625"/>
            <a:ext cx="2216150" cy="1477963"/>
          </a:xfrm>
          <a:custGeom>
            <a:rect b="b" l="l" r="r" t="t"/>
            <a:pathLst>
              <a:path extrusionOk="0" h="931" w="1396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21"/>
          <p:cNvSpPr/>
          <p:nvPr/>
        </p:nvSpPr>
        <p:spPr>
          <a:xfrm>
            <a:off x="6902998" y="2151063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3" name="Google Shape;3993;p21"/>
          <p:cNvSpPr/>
          <p:nvPr/>
        </p:nvSpPr>
        <p:spPr>
          <a:xfrm>
            <a:off x="7283998" y="1779588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4" name="Google Shape;3994;p21"/>
          <p:cNvCxnSpPr/>
          <p:nvPr/>
        </p:nvCxnSpPr>
        <p:spPr>
          <a:xfrm flipH="1" rot="10800000">
            <a:off x="6990311" y="1920875"/>
            <a:ext cx="317500" cy="336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21"/>
          <p:cNvCxnSpPr/>
          <p:nvPr/>
        </p:nvCxnSpPr>
        <p:spPr>
          <a:xfrm>
            <a:off x="7384011" y="1897063"/>
            <a:ext cx="40005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6" name="Google Shape;3996;p21"/>
          <p:cNvSpPr/>
          <p:nvPr/>
        </p:nvSpPr>
        <p:spPr>
          <a:xfrm>
            <a:off x="6182273" y="1900238"/>
            <a:ext cx="955675" cy="700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7" name="Google Shape;3997;p21"/>
          <p:cNvSpPr txBox="1"/>
          <p:nvPr/>
        </p:nvSpPr>
        <p:spPr>
          <a:xfrm>
            <a:off x="5637761" y="141922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office</a:t>
            </a:r>
            <a:endParaRPr/>
          </a:p>
        </p:txBody>
      </p:sp>
      <p:cxnSp>
        <p:nvCxnSpPr>
          <p:cNvPr id="3998" name="Google Shape;3998;p21"/>
          <p:cNvCxnSpPr/>
          <p:nvPr/>
        </p:nvCxnSpPr>
        <p:spPr>
          <a:xfrm>
            <a:off x="4288386" y="2306638"/>
            <a:ext cx="19383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9" name="Google Shape;3999;p21"/>
          <p:cNvSpPr txBox="1"/>
          <p:nvPr/>
        </p:nvSpPr>
        <p:spPr>
          <a:xfrm>
            <a:off x="7539586" y="1473200"/>
            <a:ext cx="10747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4000" name="Google Shape;4000;p21"/>
          <p:cNvGrpSpPr/>
          <p:nvPr/>
        </p:nvGrpSpPr>
        <p:grpSpPr>
          <a:xfrm>
            <a:off x="6239423" y="2017713"/>
            <a:ext cx="368300" cy="519112"/>
            <a:chOff x="1852" y="2562"/>
            <a:chExt cx="355" cy="471"/>
          </a:xfrm>
        </p:grpSpPr>
        <p:sp>
          <p:nvSpPr>
            <p:cNvPr id="4001" name="Google Shape;4001;p21"/>
            <p:cNvSpPr/>
            <p:nvPr/>
          </p:nvSpPr>
          <p:spPr>
            <a:xfrm>
              <a:off x="1852" y="2621"/>
              <a:ext cx="318" cy="412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21"/>
            <p:cNvSpPr/>
            <p:nvPr/>
          </p:nvSpPr>
          <p:spPr>
            <a:xfrm>
              <a:off x="1854" y="2562"/>
              <a:ext cx="353" cy="369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03" name="Google Shape;4003;p21"/>
            <p:cNvCxnSpPr/>
            <p:nvPr/>
          </p:nvCxnSpPr>
          <p:spPr>
            <a:xfrm flipH="1">
              <a:off x="2167" y="2674"/>
              <a:ext cx="34" cy="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4" name="Google Shape;4004;p21"/>
            <p:cNvCxnSpPr/>
            <p:nvPr/>
          </p:nvCxnSpPr>
          <p:spPr>
            <a:xfrm>
              <a:off x="1880" y="2830"/>
              <a:ext cx="2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05" name="Google Shape;4005;p21"/>
            <p:cNvSpPr/>
            <p:nvPr/>
          </p:nvSpPr>
          <p:spPr>
            <a:xfrm>
              <a:off x="1874" y="2670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21"/>
            <p:cNvSpPr/>
            <p:nvPr/>
          </p:nvSpPr>
          <p:spPr>
            <a:xfrm flipH="1" rot="10800000">
              <a:off x="1874" y="2884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7" name="Google Shape;4007;p21"/>
          <p:cNvSpPr txBox="1"/>
          <p:nvPr/>
        </p:nvSpPr>
        <p:spPr>
          <a:xfrm>
            <a:off x="5918748" y="2562225"/>
            <a:ext cx="950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DSLAM</a:t>
            </a:r>
            <a:endParaRPr/>
          </a:p>
        </p:txBody>
      </p:sp>
      <p:grpSp>
        <p:nvGrpSpPr>
          <p:cNvPr id="4008" name="Google Shape;4008;p21"/>
          <p:cNvGrpSpPr/>
          <p:nvPr/>
        </p:nvGrpSpPr>
        <p:grpSpPr>
          <a:xfrm>
            <a:off x="4980536" y="1304925"/>
            <a:ext cx="796925" cy="658813"/>
            <a:chOff x="1671" y="1861"/>
            <a:chExt cx="502" cy="415"/>
          </a:xfrm>
        </p:grpSpPr>
        <p:sp>
          <p:nvSpPr>
            <p:cNvPr id="4009" name="Google Shape;4009;p21"/>
            <p:cNvSpPr/>
            <p:nvPr/>
          </p:nvSpPr>
          <p:spPr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21"/>
            <p:cNvSpPr/>
            <p:nvPr/>
          </p:nvSpPr>
          <p:spPr>
            <a:xfrm>
              <a:off x="1671" y="1861"/>
              <a:ext cx="502" cy="129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1" name="Google Shape;4011;p21"/>
          <p:cNvSpPr/>
          <p:nvPr/>
        </p:nvSpPr>
        <p:spPr>
          <a:xfrm>
            <a:off x="5583786" y="1893888"/>
            <a:ext cx="674687" cy="239712"/>
          </a:xfrm>
          <a:custGeom>
            <a:rect b="b" l="l" r="r" t="t"/>
            <a:pathLst>
              <a:path extrusionOk="0" h="151" w="425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2" name="Google Shape;4012;p21"/>
          <p:cNvCxnSpPr/>
          <p:nvPr/>
        </p:nvCxnSpPr>
        <p:spPr>
          <a:xfrm>
            <a:off x="6612486" y="2259013"/>
            <a:ext cx="377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3" name="Google Shape;4013;p21"/>
          <p:cNvSpPr/>
          <p:nvPr/>
        </p:nvSpPr>
        <p:spPr>
          <a:xfrm>
            <a:off x="6612486" y="2327275"/>
            <a:ext cx="463550" cy="1009650"/>
          </a:xfrm>
          <a:custGeom>
            <a:rect b="b" l="l" r="r" t="t"/>
            <a:pathLst>
              <a:path extrusionOk="0" h="636" w="292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14" name="Google Shape;4014;p21"/>
          <p:cNvGrpSpPr/>
          <p:nvPr/>
        </p:nvGrpSpPr>
        <p:grpSpPr>
          <a:xfrm>
            <a:off x="2375448" y="2384425"/>
            <a:ext cx="3117850" cy="1611313"/>
            <a:chOff x="490" y="1538"/>
            <a:chExt cx="1964" cy="1015"/>
          </a:xfrm>
        </p:grpSpPr>
        <p:sp>
          <p:nvSpPr>
            <p:cNvPr id="4015" name="Google Shape;4015;p21"/>
            <p:cNvSpPr txBox="1"/>
            <p:nvPr/>
          </p:nvSpPr>
          <p:spPr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voice, data transmitted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 different frequencies over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dedicated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line to central office</a:t>
              </a:r>
              <a:endParaRPr/>
            </a:p>
          </p:txBody>
        </p:sp>
        <p:cxnSp>
          <p:nvCxnSpPr>
            <p:cNvPr id="4016" name="Google Shape;4016;p21"/>
            <p:cNvCxnSpPr/>
            <p:nvPr/>
          </p:nvCxnSpPr>
          <p:spPr>
            <a:xfrm flipH="1" rot="10800000">
              <a:off x="2093" y="1538"/>
              <a:ext cx="361" cy="58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17" name="Google Shape;4017;p21"/>
          <p:cNvSpPr/>
          <p:nvPr/>
        </p:nvSpPr>
        <p:spPr>
          <a:xfrm>
            <a:off x="1010672" y="4004660"/>
            <a:ext cx="105155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telephone line to central office DSLAM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DSL phone line goes to Internet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DSL phone line goes to telephone net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24-52 Mbps dedicated downstream transmission rate 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3.5-16 Mbps dedicated upstream transmission rate</a:t>
            </a:r>
            <a:endParaRPr/>
          </a:p>
        </p:txBody>
      </p:sp>
      <p:sp>
        <p:nvSpPr>
          <p:cNvPr id="4018" name="Google Shape;4018;p21"/>
          <p:cNvSpPr/>
          <p:nvPr/>
        </p:nvSpPr>
        <p:spPr>
          <a:xfrm>
            <a:off x="2835823" y="175736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9" name="Google Shape;4019;p21"/>
          <p:cNvCxnSpPr/>
          <p:nvPr/>
        </p:nvCxnSpPr>
        <p:spPr>
          <a:xfrm flipH="1" rot="10800000">
            <a:off x="3321598" y="2308225"/>
            <a:ext cx="36512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0" name="Google Shape;4020;p21"/>
          <p:cNvSpPr txBox="1"/>
          <p:nvPr/>
        </p:nvSpPr>
        <p:spPr>
          <a:xfrm>
            <a:off x="3583536" y="2414588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4021" name="Google Shape;4021;p21"/>
          <p:cNvSpPr txBox="1"/>
          <p:nvPr/>
        </p:nvSpPr>
        <p:spPr>
          <a:xfrm>
            <a:off x="4261398" y="2438400"/>
            <a:ext cx="706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4022" name="Google Shape;4022;p21"/>
          <p:cNvGrpSpPr/>
          <p:nvPr/>
        </p:nvGrpSpPr>
        <p:grpSpPr>
          <a:xfrm>
            <a:off x="3677198" y="2195513"/>
            <a:ext cx="614363" cy="220662"/>
            <a:chOff x="322" y="890"/>
            <a:chExt cx="872" cy="339"/>
          </a:xfrm>
        </p:grpSpPr>
        <p:sp>
          <p:nvSpPr>
            <p:cNvPr id="4023" name="Google Shape;4023;p21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21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21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21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21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21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9" name="Google Shape;4029;p21"/>
          <p:cNvSpPr/>
          <p:nvPr/>
        </p:nvSpPr>
        <p:spPr>
          <a:xfrm>
            <a:off x="2553248" y="1346200"/>
            <a:ext cx="2498725" cy="468313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21"/>
          <p:cNvSpPr/>
          <p:nvPr/>
        </p:nvSpPr>
        <p:spPr>
          <a:xfrm>
            <a:off x="4531273" y="2246313"/>
            <a:ext cx="166688" cy="144462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p21"/>
          <p:cNvSpPr/>
          <p:nvPr/>
        </p:nvSpPr>
        <p:spPr>
          <a:xfrm>
            <a:off x="4007398" y="1801813"/>
            <a:ext cx="604838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2" name="Google Shape;40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673" y="1598613"/>
            <a:ext cx="490538" cy="3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3" name="Google Shape;4033;p21"/>
          <p:cNvCxnSpPr/>
          <p:nvPr/>
        </p:nvCxnSpPr>
        <p:spPr>
          <a:xfrm rot="10800000">
            <a:off x="4294736" y="2308225"/>
            <a:ext cx="2397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4" name="Google Shape;4034;p21"/>
          <p:cNvSpPr/>
          <p:nvPr/>
        </p:nvSpPr>
        <p:spPr>
          <a:xfrm>
            <a:off x="6042573" y="1646238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5" name="Google Shape;4035;p21"/>
          <p:cNvGrpSpPr/>
          <p:nvPr/>
        </p:nvGrpSpPr>
        <p:grpSpPr>
          <a:xfrm>
            <a:off x="5275811" y="2809875"/>
            <a:ext cx="1323975" cy="1174750"/>
            <a:chOff x="2317" y="1806"/>
            <a:chExt cx="834" cy="740"/>
          </a:xfrm>
        </p:grpSpPr>
        <p:cxnSp>
          <p:nvCxnSpPr>
            <p:cNvPr id="4036" name="Google Shape;4036;p21"/>
            <p:cNvCxnSpPr/>
            <p:nvPr/>
          </p:nvCxnSpPr>
          <p:spPr>
            <a:xfrm flipH="1" rot="10800000">
              <a:off x="2671" y="1806"/>
              <a:ext cx="268" cy="43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7" name="Google Shape;4037;p21"/>
            <p:cNvSpPr txBox="1"/>
            <p:nvPr/>
          </p:nvSpPr>
          <p:spPr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DSL access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multiplexer</a:t>
              </a:r>
              <a:endParaRPr/>
            </a:p>
          </p:txBody>
        </p:sp>
      </p:grpSp>
      <p:grpSp>
        <p:nvGrpSpPr>
          <p:cNvPr id="4038" name="Google Shape;4038;p21"/>
          <p:cNvGrpSpPr/>
          <p:nvPr/>
        </p:nvGrpSpPr>
        <p:grpSpPr>
          <a:xfrm>
            <a:off x="2740573" y="1985963"/>
            <a:ext cx="642938" cy="644525"/>
            <a:chOff x="-44" y="1473"/>
            <a:chExt cx="981" cy="1105"/>
          </a:xfrm>
        </p:grpSpPr>
        <p:pic>
          <p:nvPicPr>
            <p:cNvPr descr="desktop_computer_stylized_medium" id="4039" name="Google Shape;403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0" name="Google Shape;4040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1" name="Google Shape;4041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p2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home networks</a:t>
            </a:r>
            <a:endParaRPr b="0" sz="5400"/>
          </a:p>
        </p:txBody>
      </p:sp>
      <p:sp>
        <p:nvSpPr>
          <p:cNvPr id="4048" name="Google Shape;4048;p22"/>
          <p:cNvSpPr/>
          <p:nvPr/>
        </p:nvSpPr>
        <p:spPr>
          <a:xfrm>
            <a:off x="2624905" y="1540065"/>
            <a:ext cx="5649912" cy="768350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22"/>
          <p:cNvSpPr txBox="1"/>
          <p:nvPr/>
        </p:nvSpPr>
        <p:spPr>
          <a:xfrm>
            <a:off x="8542942" y="3493569"/>
            <a:ext cx="2897188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to/from headend or central office</a:t>
            </a:r>
            <a:endParaRPr/>
          </a:p>
        </p:txBody>
      </p:sp>
      <p:sp>
        <p:nvSpPr>
          <p:cNvPr id="4050" name="Google Shape;4050;p22"/>
          <p:cNvSpPr/>
          <p:nvPr/>
        </p:nvSpPr>
        <p:spPr>
          <a:xfrm>
            <a:off x="3059880" y="229412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1" name="Google Shape;4051;p22"/>
          <p:cNvGrpSpPr/>
          <p:nvPr/>
        </p:nvGrpSpPr>
        <p:grpSpPr>
          <a:xfrm>
            <a:off x="6158680" y="3633978"/>
            <a:ext cx="3000375" cy="361950"/>
            <a:chOff x="2434" y="2109"/>
            <a:chExt cx="1890" cy="228"/>
          </a:xfrm>
        </p:grpSpPr>
        <p:grpSp>
          <p:nvGrpSpPr>
            <p:cNvPr id="4052" name="Google Shape;4052;p22"/>
            <p:cNvGrpSpPr/>
            <p:nvPr/>
          </p:nvGrpSpPr>
          <p:grpSpPr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4053" name="Google Shape;4053;p22"/>
              <p:cNvSpPr/>
              <p:nvPr/>
            </p:nvSpPr>
            <p:spPr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22"/>
              <p:cNvSpPr/>
              <p:nvPr/>
            </p:nvSpPr>
            <p:spPr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2"/>
              <p:cNvSpPr/>
              <p:nvPr/>
            </p:nvSpPr>
            <p:spPr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2"/>
              <p:cNvSpPr/>
              <p:nvPr/>
            </p:nvSpPr>
            <p:spPr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2"/>
              <p:cNvSpPr/>
              <p:nvPr/>
            </p:nvSpPr>
            <p:spPr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59" name="Google Shape;4059;p22"/>
            <p:cNvCxnSpPr/>
            <p:nvPr/>
          </p:nvCxnSpPr>
          <p:spPr>
            <a:xfrm rot="10800000">
              <a:off x="3361" y="2258"/>
              <a:ext cx="9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0" name="Google Shape;4060;p22"/>
            <p:cNvCxnSpPr/>
            <p:nvPr/>
          </p:nvCxnSpPr>
          <p:spPr>
            <a:xfrm rot="10800000">
              <a:off x="2434" y="2261"/>
              <a:ext cx="28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061" name="Google Shape;4061;p22"/>
          <p:cNvCxnSpPr/>
          <p:nvPr/>
        </p:nvCxnSpPr>
        <p:spPr>
          <a:xfrm rot="10800000">
            <a:off x="4306067" y="3845115"/>
            <a:ext cx="8223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2" name="Google Shape;4062;p22"/>
          <p:cNvGrpSpPr/>
          <p:nvPr/>
        </p:nvGrpSpPr>
        <p:grpSpPr>
          <a:xfrm>
            <a:off x="3685355" y="3265678"/>
            <a:ext cx="1068387" cy="820737"/>
            <a:chOff x="2967" y="478"/>
            <a:chExt cx="788" cy="625"/>
          </a:xfrm>
        </p:grpSpPr>
        <p:pic>
          <p:nvPicPr>
            <p:cNvPr descr="access_point_stylized_small" id="4063" name="Google Shape;406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4" name="Google Shape;406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65" name="Google Shape;4065;p22"/>
          <p:cNvCxnSpPr/>
          <p:nvPr/>
        </p:nvCxnSpPr>
        <p:spPr>
          <a:xfrm rot="10800000">
            <a:off x="5632155" y="3109101"/>
            <a:ext cx="0" cy="4683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6" name="Google Shape;4066;p22"/>
          <p:cNvGrpSpPr/>
          <p:nvPr/>
        </p:nvGrpSpPr>
        <p:grpSpPr>
          <a:xfrm>
            <a:off x="7196905" y="4084827"/>
            <a:ext cx="2527300" cy="1298574"/>
            <a:chOff x="3355" y="2333"/>
            <a:chExt cx="1592" cy="818"/>
          </a:xfrm>
        </p:grpSpPr>
        <p:sp>
          <p:nvSpPr>
            <p:cNvPr id="4067" name="Google Shape;4067;p22"/>
            <p:cNvSpPr txBox="1"/>
            <p:nvPr/>
          </p:nvSpPr>
          <p:spPr>
            <a:xfrm>
              <a:off x="3355" y="2934"/>
              <a:ext cx="1592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 or DSL modem</a:t>
              </a:r>
              <a:endParaRPr/>
            </a:p>
          </p:txBody>
        </p:sp>
        <p:cxnSp>
          <p:nvCxnSpPr>
            <p:cNvPr id="4068" name="Google Shape;4068;p22"/>
            <p:cNvCxnSpPr/>
            <p:nvPr/>
          </p:nvCxnSpPr>
          <p:spPr>
            <a:xfrm>
              <a:off x="3449" y="2333"/>
              <a:ext cx="0" cy="59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69" name="Google Shape;4069;p22"/>
          <p:cNvGrpSpPr/>
          <p:nvPr/>
        </p:nvGrpSpPr>
        <p:grpSpPr>
          <a:xfrm>
            <a:off x="5931667" y="4076891"/>
            <a:ext cx="2593975" cy="1811338"/>
            <a:chOff x="2558" y="2328"/>
            <a:chExt cx="1634" cy="1141"/>
          </a:xfrm>
        </p:grpSpPr>
        <p:sp>
          <p:nvSpPr>
            <p:cNvPr id="4070" name="Google Shape;4070;p22"/>
            <p:cNvSpPr txBox="1"/>
            <p:nvPr/>
          </p:nvSpPr>
          <p:spPr>
            <a:xfrm>
              <a:off x="2558" y="3252"/>
              <a:ext cx="1634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router, firewall, NAT</a:t>
              </a:r>
              <a:endParaRPr/>
            </a:p>
          </p:txBody>
        </p:sp>
        <p:cxnSp>
          <p:nvCxnSpPr>
            <p:cNvPr id="4071" name="Google Shape;4071;p22"/>
            <p:cNvCxnSpPr/>
            <p:nvPr/>
          </p:nvCxnSpPr>
          <p:spPr>
            <a:xfrm>
              <a:off x="2645" y="2328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2" name="Google Shape;4072;p22"/>
          <p:cNvGrpSpPr/>
          <p:nvPr/>
        </p:nvGrpSpPr>
        <p:grpSpPr>
          <a:xfrm>
            <a:off x="5476055" y="4957952"/>
            <a:ext cx="2927350" cy="1425205"/>
            <a:chOff x="2062" y="2532"/>
            <a:chExt cx="1844" cy="1239"/>
          </a:xfrm>
        </p:grpSpPr>
        <p:cxnSp>
          <p:nvCxnSpPr>
            <p:cNvPr id="4073" name="Google Shape;4073;p22"/>
            <p:cNvCxnSpPr/>
            <p:nvPr/>
          </p:nvCxnSpPr>
          <p:spPr>
            <a:xfrm>
              <a:off x="2064" y="2532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4" name="Google Shape;4074;p22"/>
            <p:cNvSpPr txBox="1"/>
            <p:nvPr/>
          </p:nvSpPr>
          <p:spPr>
            <a:xfrm>
              <a:off x="2062" y="3471"/>
              <a:ext cx="1844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wired Ethernet (1 Gbps)</a:t>
              </a:r>
              <a:endParaRPr/>
            </a:p>
          </p:txBody>
        </p:sp>
      </p:grpSp>
      <p:grpSp>
        <p:nvGrpSpPr>
          <p:cNvPr id="4075" name="Google Shape;4075;p22"/>
          <p:cNvGrpSpPr/>
          <p:nvPr/>
        </p:nvGrpSpPr>
        <p:grpSpPr>
          <a:xfrm>
            <a:off x="1907355" y="4107051"/>
            <a:ext cx="2354262" cy="2103436"/>
            <a:chOff x="23" y="2347"/>
            <a:chExt cx="1483" cy="1325"/>
          </a:xfrm>
        </p:grpSpPr>
        <p:cxnSp>
          <p:nvCxnSpPr>
            <p:cNvPr id="4076" name="Google Shape;4076;p22"/>
            <p:cNvCxnSpPr/>
            <p:nvPr/>
          </p:nvCxnSpPr>
          <p:spPr>
            <a:xfrm>
              <a:off x="1360" y="2347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7" name="Google Shape;4077;p22"/>
            <p:cNvSpPr txBox="1"/>
            <p:nvPr/>
          </p:nvSpPr>
          <p:spPr>
            <a:xfrm>
              <a:off x="23" y="3300"/>
              <a:ext cx="1483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WiFi wireless access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point (54, 450 Mbps)</a:t>
              </a:r>
              <a:endParaRPr/>
            </a:p>
          </p:txBody>
        </p:sp>
      </p:grpSp>
      <p:sp>
        <p:nvSpPr>
          <p:cNvPr id="4078" name="Google Shape;4078;p22"/>
          <p:cNvSpPr txBox="1"/>
          <p:nvPr/>
        </p:nvSpPr>
        <p:spPr>
          <a:xfrm>
            <a:off x="2285961" y="1599824"/>
            <a:ext cx="2569871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and wired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/>
          </a:p>
        </p:txBody>
      </p:sp>
      <p:grpSp>
        <p:nvGrpSpPr>
          <p:cNvPr id="4079" name="Google Shape;4079;p22"/>
          <p:cNvGrpSpPr/>
          <p:nvPr/>
        </p:nvGrpSpPr>
        <p:grpSpPr>
          <a:xfrm>
            <a:off x="3255142" y="2335403"/>
            <a:ext cx="733425" cy="758825"/>
            <a:chOff x="2751" y="1851"/>
            <a:chExt cx="462" cy="478"/>
          </a:xfrm>
        </p:grpSpPr>
        <p:pic>
          <p:nvPicPr>
            <p:cNvPr descr="iphone_stylized_small" id="4080" name="Google Shape;408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81" name="Google Shape;408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82" name="Google Shape;4082;p22"/>
          <p:cNvCxnSpPr/>
          <p:nvPr/>
        </p:nvCxnSpPr>
        <p:spPr>
          <a:xfrm>
            <a:off x="5632155" y="4054099"/>
            <a:ext cx="2" cy="225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3" name="Google Shape;4083;p22"/>
          <p:cNvSpPr/>
          <p:nvPr/>
        </p:nvSpPr>
        <p:spPr>
          <a:xfrm>
            <a:off x="3151955" y="3382613"/>
            <a:ext cx="4895850" cy="81017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4" name="Google Shape;4084;p22"/>
          <p:cNvGrpSpPr/>
          <p:nvPr/>
        </p:nvGrpSpPr>
        <p:grpSpPr>
          <a:xfrm>
            <a:off x="1907354" y="3913382"/>
            <a:ext cx="1730376" cy="774701"/>
            <a:chOff x="23" y="2225"/>
            <a:chExt cx="1090" cy="488"/>
          </a:xfrm>
        </p:grpSpPr>
        <p:sp>
          <p:nvSpPr>
            <p:cNvPr id="4085" name="Google Shape;4085;p22"/>
            <p:cNvSpPr txBox="1"/>
            <p:nvPr/>
          </p:nvSpPr>
          <p:spPr>
            <a:xfrm>
              <a:off x="23" y="2357"/>
              <a:ext cx="1090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often combined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single box</a:t>
              </a:r>
              <a:endParaRPr/>
            </a:p>
          </p:txBody>
        </p:sp>
        <p:cxnSp>
          <p:nvCxnSpPr>
            <p:cNvPr id="4086" name="Google Shape;4086;p22"/>
            <p:cNvCxnSpPr/>
            <p:nvPr/>
          </p:nvCxnSpPr>
          <p:spPr>
            <a:xfrm flipH="1" rot="10800000">
              <a:off x="590" y="2225"/>
              <a:ext cx="238" cy="1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7" name="Google Shape;4087;p22"/>
          <p:cNvGrpSpPr/>
          <p:nvPr/>
        </p:nvGrpSpPr>
        <p:grpSpPr>
          <a:xfrm>
            <a:off x="4250505" y="1948053"/>
            <a:ext cx="954087" cy="1041126"/>
            <a:chOff x="877" y="1008"/>
            <a:chExt cx="2747" cy="2626"/>
          </a:xfrm>
        </p:grpSpPr>
        <p:pic>
          <p:nvPicPr>
            <p:cNvPr descr="antenna_stylized" id="4088" name="Google Shape;408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89" name="Google Shape;4089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0" name="Google Shape;4090;p2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91" name="Google Shape;409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2" name="Google Shape;4092;p2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2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2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2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8" name="Google Shape;4098;p2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99" name="Google Shape;4099;p2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5" name="Google Shape;4105;p2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2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2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2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2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2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1" name="Google Shape;4111;p22"/>
          <p:cNvGrpSpPr/>
          <p:nvPr/>
        </p:nvGrpSpPr>
        <p:grpSpPr>
          <a:xfrm>
            <a:off x="5020442" y="2413190"/>
            <a:ext cx="1123950" cy="862013"/>
            <a:chOff x="-44" y="1473"/>
            <a:chExt cx="981" cy="1105"/>
          </a:xfrm>
        </p:grpSpPr>
        <p:pic>
          <p:nvPicPr>
            <p:cNvPr descr="desktop_computer_stylized_medium" id="4112" name="Google Shape;4112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3" name="Google Shape;4113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4" name="Google Shape;4114;p22"/>
          <p:cNvGrpSpPr/>
          <p:nvPr/>
        </p:nvGrpSpPr>
        <p:grpSpPr>
          <a:xfrm>
            <a:off x="4961705" y="4219765"/>
            <a:ext cx="849312" cy="712788"/>
            <a:chOff x="-44" y="1473"/>
            <a:chExt cx="981" cy="1105"/>
          </a:xfrm>
        </p:grpSpPr>
        <p:pic>
          <p:nvPicPr>
            <p:cNvPr descr="desktop_computer_stylized_medium" id="4115" name="Google Shape;4115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6" name="Google Shape;4116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7" name="Google Shape;4117;p22"/>
          <p:cNvGrpSpPr/>
          <p:nvPr/>
        </p:nvGrpSpPr>
        <p:grpSpPr>
          <a:xfrm>
            <a:off x="6357117" y="2089340"/>
            <a:ext cx="958850" cy="1276350"/>
            <a:chOff x="5806938" y="3011924"/>
            <a:chExt cx="347997" cy="396620"/>
          </a:xfrm>
        </p:grpSpPr>
        <p:pic>
          <p:nvPicPr>
            <p:cNvPr descr="fridge2.png" id="4118" name="Google Shape;4118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19" name="Google Shape;4119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0" name="Google Shape;4120;p22"/>
          <p:cNvGrpSpPr/>
          <p:nvPr/>
        </p:nvGrpSpPr>
        <p:grpSpPr>
          <a:xfrm>
            <a:off x="5059243" y="3529374"/>
            <a:ext cx="1192203" cy="583857"/>
            <a:chOff x="7493876" y="2774731"/>
            <a:chExt cx="1481958" cy="894622"/>
          </a:xfrm>
        </p:grpSpPr>
        <p:sp>
          <p:nvSpPr>
            <p:cNvPr id="4121" name="Google Shape;412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22" name="Google Shape;412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23" name="Google Shape;412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24" name="Google Shape;412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8" name="Google Shape;4128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23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Wireless access networks</a:t>
            </a:r>
            <a:endParaRPr b="0" sz="5400"/>
          </a:p>
        </p:txBody>
      </p:sp>
      <p:sp>
        <p:nvSpPr>
          <p:cNvPr id="4135" name="Google Shape;4135;p23"/>
          <p:cNvSpPr txBox="1"/>
          <p:nvPr/>
        </p:nvSpPr>
        <p:spPr>
          <a:xfrm>
            <a:off x="889001" y="1174398"/>
            <a:ext cx="9379606" cy="111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access network connects end system to router</a:t>
            </a:r>
            <a:endParaRPr/>
          </a:p>
          <a:p>
            <a:pPr indent="-225425" lvl="0" marL="3397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base station aka “access point”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6" name="Google Shape;4136;p23"/>
          <p:cNvGrpSpPr/>
          <p:nvPr/>
        </p:nvGrpSpPr>
        <p:grpSpPr>
          <a:xfrm>
            <a:off x="848711" y="2383154"/>
            <a:ext cx="4720964" cy="4020776"/>
            <a:chOff x="848711" y="2383154"/>
            <a:chExt cx="4720964" cy="4020776"/>
          </a:xfrm>
        </p:grpSpPr>
        <p:sp>
          <p:nvSpPr>
            <p:cNvPr id="4137" name="Google Shape;4137;p23"/>
            <p:cNvSpPr/>
            <p:nvPr/>
          </p:nvSpPr>
          <p:spPr>
            <a:xfrm>
              <a:off x="848711" y="2383154"/>
              <a:ext cx="4720964" cy="311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Wireless local area networks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(WLANs)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typically within or around building (~100 ft)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802.11b/g/n (WiFi): 11, 54, 450 Mbps transmission rate</a:t>
              </a:r>
              <a:endParaRPr/>
            </a:p>
          </p:txBody>
        </p:sp>
        <p:grpSp>
          <p:nvGrpSpPr>
            <p:cNvPr id="4138" name="Google Shape;4138;p23"/>
            <p:cNvGrpSpPr/>
            <p:nvPr/>
          </p:nvGrpSpPr>
          <p:grpSpPr>
            <a:xfrm>
              <a:off x="1457197" y="4740844"/>
              <a:ext cx="2487613" cy="1562100"/>
              <a:chOff x="2889" y="1631"/>
              <a:chExt cx="980" cy="743"/>
            </a:xfrm>
          </p:grpSpPr>
          <p:sp>
            <p:nvSpPr>
              <p:cNvPr id="4139" name="Google Shape;4139;p23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0" name="Google Shape;4140;p23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41" name="Google Shape;4141;p23"/>
            <p:cNvCxnSpPr/>
            <p:nvPr/>
          </p:nvCxnSpPr>
          <p:spPr>
            <a:xfrm>
              <a:off x="3123661" y="6082085"/>
              <a:ext cx="934073" cy="39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23"/>
            <p:cNvCxnSpPr/>
            <p:nvPr/>
          </p:nvCxnSpPr>
          <p:spPr>
            <a:xfrm flipH="1" rot="10800000">
              <a:off x="2501772" y="6010844"/>
              <a:ext cx="287338" cy="47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43" name="Google Shape;4143;p23"/>
            <p:cNvGrpSpPr/>
            <p:nvPr/>
          </p:nvGrpSpPr>
          <p:grpSpPr>
            <a:xfrm>
              <a:off x="2025522" y="5620319"/>
              <a:ext cx="863600" cy="588962"/>
              <a:chOff x="2967" y="478"/>
              <a:chExt cx="788" cy="625"/>
            </a:xfrm>
          </p:grpSpPr>
          <p:pic>
            <p:nvPicPr>
              <p:cNvPr descr="access_point_stylized_small" id="4144" name="Google Shape;414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45" name="Google Shape;414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46" name="Google Shape;4146;p23"/>
            <p:cNvGrpSpPr/>
            <p:nvPr/>
          </p:nvGrpSpPr>
          <p:grpSpPr>
            <a:xfrm>
              <a:off x="1939797" y="4851969"/>
              <a:ext cx="757238" cy="691939"/>
              <a:chOff x="877" y="1008"/>
              <a:chExt cx="2747" cy="2626"/>
            </a:xfrm>
          </p:grpSpPr>
          <p:pic>
            <p:nvPicPr>
              <p:cNvPr descr="antenna_stylized" id="4147" name="Google Shape;4147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148" name="Google Shape;4148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9" name="Google Shape;4149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150" name="Google Shape;4150;p2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1" name="Google Shape;4151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57" name="Google Shape;4157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58" name="Google Shape;4158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0" name="Google Shape;4160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1" name="Google Shape;4161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2" name="Google Shape;4162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3" name="Google Shape;4163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4" name="Google Shape;4164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0" name="Google Shape;4170;p23"/>
            <p:cNvSpPr txBox="1"/>
            <p:nvPr/>
          </p:nvSpPr>
          <p:spPr>
            <a:xfrm>
              <a:off x="3690431" y="6037217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grpSp>
          <p:nvGrpSpPr>
            <p:cNvPr id="4171" name="Google Shape;4171;p23"/>
            <p:cNvGrpSpPr/>
            <p:nvPr/>
          </p:nvGrpSpPr>
          <p:grpSpPr>
            <a:xfrm>
              <a:off x="2828797" y="4912294"/>
              <a:ext cx="636588" cy="879475"/>
              <a:chOff x="5806938" y="3011924"/>
              <a:chExt cx="347997" cy="396620"/>
            </a:xfrm>
          </p:grpSpPr>
          <p:pic>
            <p:nvPicPr>
              <p:cNvPr descr="fridge2.png" id="4172" name="Google Shape;4172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173" name="Google Shape;41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4" name="Google Shape;4174;p23"/>
            <p:cNvGrpSpPr/>
            <p:nvPr/>
          </p:nvGrpSpPr>
          <p:grpSpPr>
            <a:xfrm>
              <a:off x="2789999" y="5883655"/>
              <a:ext cx="686068" cy="362749"/>
              <a:chOff x="7493876" y="2774731"/>
              <a:chExt cx="1481958" cy="894622"/>
            </a:xfrm>
          </p:grpSpPr>
          <p:sp>
            <p:nvSpPr>
              <p:cNvPr id="4175" name="Google Shape;4175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76" name="Google Shape;4176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77" name="Google Shape;4177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8" name="Google Shape;4178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9" name="Google Shape;4179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0" name="Google Shape;4180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1" name="Google Shape;4181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82" name="Google Shape;4182;p23"/>
          <p:cNvGrpSpPr/>
          <p:nvPr/>
        </p:nvGrpSpPr>
        <p:grpSpPr>
          <a:xfrm>
            <a:off x="6622327" y="1977830"/>
            <a:ext cx="5443549" cy="4198133"/>
            <a:chOff x="6622327" y="1977830"/>
            <a:chExt cx="5443549" cy="4198133"/>
          </a:xfrm>
        </p:grpSpPr>
        <p:sp>
          <p:nvSpPr>
            <p:cNvPr id="4183" name="Google Shape;4183;p23"/>
            <p:cNvSpPr/>
            <p:nvPr/>
          </p:nvSpPr>
          <p:spPr>
            <a:xfrm>
              <a:off x="6874928" y="4765952"/>
              <a:ext cx="2365994" cy="141001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84" name="Google Shape;4184;p23"/>
            <p:cNvCxnSpPr/>
            <p:nvPr/>
          </p:nvCxnSpPr>
          <p:spPr>
            <a:xfrm>
              <a:off x="8360702" y="5771600"/>
              <a:ext cx="203294" cy="325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car_icon_small" id="4185" name="Google Shape;4185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86" name="Google Shape;4186;p23"/>
            <p:cNvGrpSpPr/>
            <p:nvPr/>
          </p:nvGrpSpPr>
          <p:grpSpPr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descr="iphone_stylized_small" id="4187" name="Google Shape;4187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88" name="Google Shape;4188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89" name="Google Shape;4189;p23"/>
            <p:cNvGrpSpPr/>
            <p:nvPr/>
          </p:nvGrpSpPr>
          <p:grpSpPr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4190" name="Google Shape;4190;p2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4191" name="Google Shape;4191;p2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2" name="Google Shape;4192;p2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3" name="Google Shape;4193;p2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4" name="Google Shape;4194;p2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5" name="Google Shape;4195;p2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6" name="Google Shape;4196;p2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7" name="Google Shape;4197;p2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8" name="Google Shape;4198;p2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9" name="Google Shape;4199;p2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0" name="Google Shape;4200;p2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1" name="Google Shape;4201;p2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2" name="Google Shape;4202;p2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3" name="Google Shape;4203;p2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4" name="Google Shape;4204;p2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5" name="Google Shape;4205;p2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4206" name="Google Shape;4206;p2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07" name="Google Shape;4207;p23"/>
              <p:cNvSpPr/>
              <p:nvPr/>
            </p:nvSpPr>
            <p:spPr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8" name="Google Shape;4208;p23"/>
            <p:cNvGrpSpPr/>
            <p:nvPr/>
          </p:nvGrpSpPr>
          <p:grpSpPr>
            <a:xfrm>
              <a:off x="7011178" y="5204622"/>
              <a:ext cx="728830" cy="544174"/>
              <a:chOff x="877" y="1008"/>
              <a:chExt cx="2747" cy="2626"/>
            </a:xfrm>
          </p:grpSpPr>
          <p:pic>
            <p:nvPicPr>
              <p:cNvPr descr="antenna_stylized" id="4209" name="Google Shape;4209;p2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210" name="Google Shape;4210;p2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1" name="Google Shape;4211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212" name="Google Shape;4212;p2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3" name="Google Shape;4213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9" name="Google Shape;4219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220" name="Google Shape;4220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1" name="Google Shape;4221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2" name="Google Shape;4222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3" name="Google Shape;4223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4" name="Google Shape;4224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5" name="Google Shape;4225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232" name="Google Shape;4232;p23"/>
            <p:cNvCxnSpPr/>
            <p:nvPr/>
          </p:nvCxnSpPr>
          <p:spPr>
            <a:xfrm>
              <a:off x="8933050" y="5885917"/>
              <a:ext cx="62934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3" name="Google Shape;4233;p23"/>
            <p:cNvSpPr txBox="1"/>
            <p:nvPr/>
          </p:nvSpPr>
          <p:spPr>
            <a:xfrm>
              <a:off x="9277842" y="5809251"/>
              <a:ext cx="12128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sp>
          <p:nvSpPr>
            <p:cNvPr id="4234" name="Google Shape;4234;p23"/>
            <p:cNvSpPr/>
            <p:nvPr/>
          </p:nvSpPr>
          <p:spPr>
            <a:xfrm>
              <a:off x="6622327" y="1977830"/>
              <a:ext cx="5443549" cy="2625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4384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Wide-area cellular access networks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provided by mobile, cellular network operator (10’s km)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10’s Mbps 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4G cellular networks (5G coming)</a:t>
              </a:r>
              <a:endParaRPr/>
            </a:p>
          </p:txBody>
        </p:sp>
        <p:grpSp>
          <p:nvGrpSpPr>
            <p:cNvPr id="4235" name="Google Shape;4235;p23"/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4236" name="Google Shape;4236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237" name="Google Shape;4237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238" name="Google Shape;4238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39" name="Google Shape;4239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0" name="Google Shape;4240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43" name="Google Shape;424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8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p24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enterprise networks</a:t>
            </a:r>
            <a:endParaRPr b="0" sz="5400"/>
          </a:p>
        </p:txBody>
      </p:sp>
      <p:sp>
        <p:nvSpPr>
          <p:cNvPr id="4250" name="Google Shape;4250;p24"/>
          <p:cNvSpPr txBox="1"/>
          <p:nvPr/>
        </p:nvSpPr>
        <p:spPr>
          <a:xfrm>
            <a:off x="1016188" y="3974373"/>
            <a:ext cx="10847590" cy="2401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/>
          </a:p>
          <a:p>
            <a:pPr indent="-287338" lvl="1" marL="2873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mix of wired, wireless link technologies, connecting a mix of switches and routers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(we’ll cover differences shortly)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Ethernet: wired access at 100Mbps, 1Gbps, 10Gbps </a:t>
            </a:r>
            <a:endParaRPr/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WiFi: wireless access points at 11, 54, 450 Mbps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1" name="Google Shape;4251;p24"/>
          <p:cNvCxnSpPr/>
          <p:nvPr/>
        </p:nvCxnSpPr>
        <p:spPr>
          <a:xfrm>
            <a:off x="4170166" y="2675819"/>
            <a:ext cx="0" cy="306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24"/>
          <p:cNvCxnSpPr/>
          <p:nvPr/>
        </p:nvCxnSpPr>
        <p:spPr>
          <a:xfrm>
            <a:off x="4478096" y="2681014"/>
            <a:ext cx="0" cy="365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24"/>
          <p:cNvCxnSpPr/>
          <p:nvPr/>
        </p:nvCxnSpPr>
        <p:spPr>
          <a:xfrm rot="10800000">
            <a:off x="3726933" y="2663348"/>
            <a:ext cx="512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24"/>
          <p:cNvCxnSpPr/>
          <p:nvPr/>
        </p:nvCxnSpPr>
        <p:spPr>
          <a:xfrm rot="10800000">
            <a:off x="3354851" y="2518893"/>
            <a:ext cx="7803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24"/>
          <p:cNvCxnSpPr/>
          <p:nvPr/>
        </p:nvCxnSpPr>
        <p:spPr>
          <a:xfrm rot="10800000">
            <a:off x="4296137" y="2114630"/>
            <a:ext cx="0" cy="351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56" name="Google Shape;4256;p24"/>
          <p:cNvGrpSpPr/>
          <p:nvPr/>
        </p:nvGrpSpPr>
        <p:grpSpPr>
          <a:xfrm>
            <a:off x="4075687" y="1818447"/>
            <a:ext cx="641521" cy="410499"/>
            <a:chOff x="2967" y="478"/>
            <a:chExt cx="788" cy="625"/>
          </a:xfrm>
        </p:grpSpPr>
        <p:pic>
          <p:nvPicPr>
            <p:cNvPr descr="access_point_stylized_small" id="4257" name="Google Shape;425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58" name="Google Shape;425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9" name="Google Shape;4259;p24"/>
          <p:cNvGrpSpPr/>
          <p:nvPr/>
        </p:nvGrpSpPr>
        <p:grpSpPr>
          <a:xfrm>
            <a:off x="4558577" y="1396516"/>
            <a:ext cx="457229" cy="468771"/>
            <a:chOff x="877" y="1008"/>
            <a:chExt cx="2747" cy="2626"/>
          </a:xfrm>
        </p:grpSpPr>
        <p:pic>
          <p:nvPicPr>
            <p:cNvPr descr="antenna_stylized" id="4260" name="Google Shape;426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61" name="Google Shape;426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3" name="Google Shape;426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4" name="Google Shape;4264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70" name="Google Shape;4270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71" name="Google Shape;4271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2" name="Google Shape;4272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77" name="Google Shape;4277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3" name="Google Shape;4283;p24"/>
          <p:cNvGrpSpPr/>
          <p:nvPr/>
        </p:nvGrpSpPr>
        <p:grpSpPr>
          <a:xfrm>
            <a:off x="3434166" y="1579422"/>
            <a:ext cx="416406" cy="415047"/>
            <a:chOff x="877" y="1008"/>
            <a:chExt cx="2747" cy="2626"/>
          </a:xfrm>
        </p:grpSpPr>
        <p:pic>
          <p:nvPicPr>
            <p:cNvPr descr="antenna_stylized" id="4284" name="Google Shape;4284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85" name="Google Shape;4285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87" name="Google Shape;4287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8" name="Google Shape;4288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4" name="Google Shape;4294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95" name="Google Shape;4295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1" name="Google Shape;4301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24"/>
          <p:cNvGrpSpPr/>
          <p:nvPr/>
        </p:nvGrpSpPr>
        <p:grpSpPr>
          <a:xfrm>
            <a:off x="3983542" y="1377810"/>
            <a:ext cx="466561" cy="408725"/>
            <a:chOff x="877" y="1008"/>
            <a:chExt cx="2747" cy="2626"/>
          </a:xfrm>
        </p:grpSpPr>
        <p:pic>
          <p:nvPicPr>
            <p:cNvPr descr="antenna_stylized" id="4308" name="Google Shape;4308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09" name="Google Shape;4309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0" name="Google Shape;4310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11" name="Google Shape;4311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2" name="Google Shape;4312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8" name="Google Shape;4318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19" name="Google Shape;4319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31" name="Google Shape;4331;p24"/>
          <p:cNvCxnSpPr/>
          <p:nvPr/>
        </p:nvCxnSpPr>
        <p:spPr>
          <a:xfrm flipH="1" rot="10800000">
            <a:off x="4581905" y="1972254"/>
            <a:ext cx="1225888" cy="5019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24"/>
          <p:cNvCxnSpPr/>
          <p:nvPr/>
        </p:nvCxnSpPr>
        <p:spPr>
          <a:xfrm>
            <a:off x="5916269" y="2557345"/>
            <a:ext cx="0" cy="42712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24"/>
          <p:cNvCxnSpPr/>
          <p:nvPr/>
        </p:nvCxnSpPr>
        <p:spPr>
          <a:xfrm>
            <a:off x="6196205" y="2552149"/>
            <a:ext cx="0" cy="4271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4" name="Google Shape;4334;p24"/>
          <p:cNvGrpSpPr/>
          <p:nvPr/>
        </p:nvGrpSpPr>
        <p:grpSpPr>
          <a:xfrm>
            <a:off x="5797296" y="2957452"/>
            <a:ext cx="268272" cy="501952"/>
            <a:chOff x="4140" y="429"/>
            <a:chExt cx="1425" cy="2396"/>
          </a:xfrm>
        </p:grpSpPr>
        <p:sp>
          <p:nvSpPr>
            <p:cNvPr id="4335" name="Google Shape;4335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0" name="Google Shape;4340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41" name="Google Shape;4341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3" name="Google Shape;4343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4" name="Google Shape;4344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45" name="Google Shape;4345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7" name="Google Shape;4347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9" name="Google Shape;4349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50" name="Google Shape;4350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2" name="Google Shape;4352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3" name="Google Shape;4353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54" name="Google Shape;4354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6" name="Google Shape;4356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7" name="Google Shape;4367;p24"/>
          <p:cNvSpPr txBox="1"/>
          <p:nvPr/>
        </p:nvSpPr>
        <p:spPr>
          <a:xfrm>
            <a:off x="4764388" y="2906529"/>
            <a:ext cx="927409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cxnSp>
        <p:nvCxnSpPr>
          <p:cNvPr id="4368" name="Google Shape;4368;p24"/>
          <p:cNvCxnSpPr/>
          <p:nvPr/>
        </p:nvCxnSpPr>
        <p:spPr>
          <a:xfrm>
            <a:off x="6439983" y="3178810"/>
            <a:ext cx="386079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9" name="Google Shape;4369;p24"/>
          <p:cNvSpPr txBox="1"/>
          <p:nvPr/>
        </p:nvSpPr>
        <p:spPr>
          <a:xfrm>
            <a:off x="6660355" y="2915882"/>
            <a:ext cx="1603958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mail,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servers</a:t>
            </a:r>
            <a:endParaRPr/>
          </a:p>
        </p:txBody>
      </p:sp>
      <p:sp>
        <p:nvSpPr>
          <p:cNvPr id="4370" name="Google Shape;4370;p24"/>
          <p:cNvSpPr txBox="1"/>
          <p:nvPr/>
        </p:nvSpPr>
        <p:spPr>
          <a:xfrm>
            <a:off x="7268479" y="2511682"/>
            <a:ext cx="1719743" cy="2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router</a:t>
            </a:r>
            <a:endParaRPr/>
          </a:p>
        </p:txBody>
      </p:sp>
      <p:cxnSp>
        <p:nvCxnSpPr>
          <p:cNvPr id="4371" name="Google Shape;4371;p24"/>
          <p:cNvCxnSpPr/>
          <p:nvPr/>
        </p:nvCxnSpPr>
        <p:spPr>
          <a:xfrm>
            <a:off x="6585783" y="2140611"/>
            <a:ext cx="739499" cy="4344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24"/>
          <p:cNvCxnSpPr/>
          <p:nvPr/>
        </p:nvCxnSpPr>
        <p:spPr>
          <a:xfrm>
            <a:off x="6639438" y="1920292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24"/>
          <p:cNvCxnSpPr/>
          <p:nvPr/>
        </p:nvCxnSpPr>
        <p:spPr>
          <a:xfrm>
            <a:off x="7396433" y="1918214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24"/>
          <p:cNvCxnSpPr/>
          <p:nvPr/>
        </p:nvCxnSpPr>
        <p:spPr>
          <a:xfrm>
            <a:off x="6948534" y="1976411"/>
            <a:ext cx="369749" cy="2172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24"/>
          <p:cNvSpPr txBox="1"/>
          <p:nvPr/>
        </p:nvSpPr>
        <p:spPr>
          <a:xfrm>
            <a:off x="7321915" y="2109434"/>
            <a:ext cx="1612869" cy="65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link to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(Internet)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6" name="Google Shape;4376;p24"/>
          <p:cNvCxnSpPr/>
          <p:nvPr/>
        </p:nvCxnSpPr>
        <p:spPr>
          <a:xfrm>
            <a:off x="6202037" y="2116709"/>
            <a:ext cx="0" cy="194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7" name="Google Shape;4377;p24"/>
          <p:cNvGrpSpPr/>
          <p:nvPr/>
        </p:nvGrpSpPr>
        <p:grpSpPr>
          <a:xfrm>
            <a:off x="6120389" y="2953295"/>
            <a:ext cx="268272" cy="501952"/>
            <a:chOff x="4140" y="429"/>
            <a:chExt cx="1425" cy="2396"/>
          </a:xfrm>
        </p:grpSpPr>
        <p:sp>
          <p:nvSpPr>
            <p:cNvPr id="4378" name="Google Shape;4378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3" name="Google Shape;4383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84" name="Google Shape;4384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6" name="Google Shape;4386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7" name="Google Shape;4387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88" name="Google Shape;4388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0" name="Google Shape;4390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92" name="Google Shape;4392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93" name="Google Shape;4393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5" name="Google Shape;4395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6" name="Google Shape;4396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97" name="Google Shape;4397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9" name="Google Shape;4399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0" name="Google Shape;4410;p24"/>
          <p:cNvGrpSpPr/>
          <p:nvPr/>
        </p:nvGrpSpPr>
        <p:grpSpPr>
          <a:xfrm>
            <a:off x="2986268" y="2270516"/>
            <a:ext cx="531879" cy="435440"/>
            <a:chOff x="-44" y="1473"/>
            <a:chExt cx="981" cy="1105"/>
          </a:xfrm>
        </p:grpSpPr>
        <p:pic>
          <p:nvPicPr>
            <p:cNvPr descr="desktop_computer_stylized_medium" id="4411" name="Google Shape;4411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2" name="Google Shape;441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3" name="Google Shape;4413;p24"/>
          <p:cNvGrpSpPr/>
          <p:nvPr/>
        </p:nvGrpSpPr>
        <p:grpSpPr>
          <a:xfrm>
            <a:off x="3275536" y="2564620"/>
            <a:ext cx="531879" cy="435441"/>
            <a:chOff x="-44" y="1473"/>
            <a:chExt cx="981" cy="1105"/>
          </a:xfrm>
        </p:grpSpPr>
        <p:pic>
          <p:nvPicPr>
            <p:cNvPr descr="desktop_computer_stylized_medium" id="4414" name="Google Shape;441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5" name="Google Shape;4415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6" name="Google Shape;4416;p24"/>
          <p:cNvGrpSpPr/>
          <p:nvPr/>
        </p:nvGrpSpPr>
        <p:grpSpPr>
          <a:xfrm>
            <a:off x="3724601" y="2941863"/>
            <a:ext cx="531879" cy="435440"/>
            <a:chOff x="-44" y="1473"/>
            <a:chExt cx="981" cy="1105"/>
          </a:xfrm>
        </p:grpSpPr>
        <p:pic>
          <p:nvPicPr>
            <p:cNvPr descr="desktop_computer_stylized_medium" id="4417" name="Google Shape;4417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8" name="Google Shape;4418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9" name="Google Shape;4419;p24"/>
          <p:cNvGrpSpPr/>
          <p:nvPr/>
        </p:nvGrpSpPr>
        <p:grpSpPr>
          <a:xfrm>
            <a:off x="4145671" y="2951216"/>
            <a:ext cx="531879" cy="435441"/>
            <a:chOff x="-44" y="1473"/>
            <a:chExt cx="981" cy="1105"/>
          </a:xfrm>
        </p:grpSpPr>
        <p:pic>
          <p:nvPicPr>
            <p:cNvPr descr="desktop_computer_stylized_medium" id="4420" name="Google Shape;4420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1" name="Google Shape;4421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2" name="Google Shape;4422;p24"/>
          <p:cNvGrpSpPr/>
          <p:nvPr/>
        </p:nvGrpSpPr>
        <p:grpSpPr>
          <a:xfrm>
            <a:off x="5763477" y="1758396"/>
            <a:ext cx="875961" cy="382215"/>
            <a:chOff x="7493876" y="2774731"/>
            <a:chExt cx="1481958" cy="894622"/>
          </a:xfrm>
        </p:grpSpPr>
        <p:sp>
          <p:nvSpPr>
            <p:cNvPr id="4423" name="Google Shape;4423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24" name="Google Shape;4424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25" name="Google Shape;4425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26" name="Google Shape;4426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30" name="Google Shape;4430;p24"/>
          <p:cNvGrpSpPr/>
          <p:nvPr/>
        </p:nvGrpSpPr>
        <p:grpSpPr>
          <a:xfrm>
            <a:off x="5810083" y="2299755"/>
            <a:ext cx="881870" cy="312528"/>
            <a:chOff x="3668110" y="2448910"/>
            <a:chExt cx="3794234" cy="2165130"/>
          </a:xfrm>
        </p:grpSpPr>
        <p:sp>
          <p:nvSpPr>
            <p:cNvPr id="4431" name="Google Shape;443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3" name="Google Shape;443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34" name="Google Shape;443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438" name="Google Shape;4438;p24"/>
          <p:cNvCxnSpPr/>
          <p:nvPr/>
        </p:nvCxnSpPr>
        <p:spPr>
          <a:xfrm>
            <a:off x="4758032" y="2690368"/>
            <a:ext cx="369749" cy="217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9" name="Google Shape;4439;p24"/>
          <p:cNvCxnSpPr/>
          <p:nvPr/>
        </p:nvCxnSpPr>
        <p:spPr>
          <a:xfrm flipH="1">
            <a:off x="5214095" y="2587483"/>
            <a:ext cx="579702" cy="329439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0" name="Google Shape;4440;p24"/>
          <p:cNvGrpSpPr/>
          <p:nvPr/>
        </p:nvGrpSpPr>
        <p:grpSpPr>
          <a:xfrm>
            <a:off x="4009167" y="2420866"/>
            <a:ext cx="881870" cy="312528"/>
            <a:chOff x="3668110" y="2448910"/>
            <a:chExt cx="3794234" cy="2165130"/>
          </a:xfrm>
        </p:grpSpPr>
        <p:sp>
          <p:nvSpPr>
            <p:cNvPr id="4441" name="Google Shape;444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3" name="Google Shape;444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4" name="Google Shape;444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8" name="Google Shape;4448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25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5400"/>
              <a:t>Access networks: data center networks</a:t>
            </a:r>
            <a:endParaRPr b="0" sz="5400"/>
          </a:p>
        </p:txBody>
      </p:sp>
      <p:sp>
        <p:nvSpPr>
          <p:cNvPr id="4455" name="Google Shape;4455;p25"/>
          <p:cNvSpPr txBox="1"/>
          <p:nvPr/>
        </p:nvSpPr>
        <p:spPr>
          <a:xfrm>
            <a:off x="698688" y="1650273"/>
            <a:ext cx="6238140" cy="129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high-bandwidth links (10s to 100s Gbps) connect hundreds to thousands of servers together, and to Internet</a:t>
            </a:r>
            <a:endParaRPr/>
          </a:p>
        </p:txBody>
      </p:sp>
      <p:sp>
        <p:nvSpPr>
          <p:cNvPr id="4456" name="Google Shape;4456;p25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2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2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25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2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2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462" name="Google Shape;4462;p25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463" name="Google Shape;4463;p2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4464" name="Google Shape;4464;p2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5" name="Google Shape;4465;p2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4466" name="Google Shape;4466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68" name="Google Shape;4468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9" name="Google Shape;4469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0" name="Google Shape;4470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1" name="Google Shape;4471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2" name="Google Shape;4472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3" name="Google Shape;4473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74" name="Google Shape;4474;p2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4475" name="Google Shape;4475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7" name="Google Shape;4477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8" name="Google Shape;4478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9" name="Google Shape;4479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0" name="Google Shape;4480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1" name="Google Shape;4481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2" name="Google Shape;4482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83" name="Google Shape;4483;p2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2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4485" name="Google Shape;4485;p2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25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4487" name="Google Shape;4487;p2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4488" name="Google Shape;4488;p25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9" name="Google Shape;4489;p2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0" name="Google Shape;4490;p2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1" name="Google Shape;4491;p2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2" name="Google Shape;4492;p2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3" name="Google Shape;4493;p2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4" name="Google Shape;4494;p2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5" name="Google Shape;4495;p2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6" name="Google Shape;4496;p2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7" name="Google Shape;4497;p2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8" name="Google Shape;4498;p2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9" name="Google Shape;4499;p2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0" name="Google Shape;4500;p25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1" name="Google Shape;4501;p25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2" name="Google Shape;4502;p25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3" name="Google Shape;4503;p25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4" name="Google Shape;4504;p25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5" name="Google Shape;4505;p25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6" name="Google Shape;4506;p25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7" name="Google Shape;4507;p25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8" name="Google Shape;4508;p25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9" name="Google Shape;4509;p25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0" name="Google Shape;4510;p25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1" name="Google Shape;4511;p2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4512" name="Google Shape;451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14" name="Google Shape;451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5" name="Google Shape;451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19" name="Google Shape;4519;p2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4520" name="Google Shape;452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22" name="Google Shape;452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3" name="Google Shape;452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27" name="Google Shape;4527;p2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4528" name="Google Shape;452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0" name="Google Shape;453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1" name="Google Shape;453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5" name="Google Shape;4535;p2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4536" name="Google Shape;453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8" name="Google Shape;453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9" name="Google Shape;453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3" name="Google Shape;4543;p2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544" name="Google Shape;4544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46" name="Google Shape;4546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47" name="Google Shape;4547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1" name="Google Shape;4551;p2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4552" name="Google Shape;455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54" name="Google Shape;455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55" name="Google Shape;455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9" name="Google Shape;4559;p2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4560" name="Google Shape;456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62" name="Google Shape;456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63" name="Google Shape;456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6" name="Google Shape;456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67" name="Google Shape;4567;p2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568" name="Google Shape;456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0" name="Google Shape;457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1" name="Google Shape;457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75" name="Google Shape;4575;p2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4576" name="Google Shape;457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8" name="Google Shape;457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9" name="Google Shape;457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4583" name="Google Shape;45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584" name="Google Shape;45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4585" name="Google Shape;4585;p25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586" name="Google Shape;45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87" name="Google Shape;4587;p25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25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25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25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1" name="Google Shape;4591;p25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25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3" name="Google Shape;4593;p25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4594" name="Google Shape;4594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0" name="Google Shape;4600;p25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1" name="Google Shape;4601;p25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2" name="Google Shape;4602;p25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3" name="Google Shape;4603;p25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4" name="Google Shape;4604;p25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25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4606" name="Google Shape;46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4607" name="Google Shape;460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608" name="Google Shape;460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09" name="Google Shape;4609;p25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10" name="Google Shape;46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4611" name="Google Shape;4611;p25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25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25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25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25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p25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17" name="Google Shape;4617;p25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4618" name="Google Shape;4618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4" name="Google Shape;4624;p25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p25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25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25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8" name="Google Shape;4628;p25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25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4630" name="Google Shape;463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4631" name="Google Shape;4631;p25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4632" name="Google Shape;463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3" name="Google Shape;4633;p25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4634" name="Google Shape;4634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9" name="Google Shape;4639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640" name="Google Shape;4640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1" name="Google Shape;4641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2" name="Google Shape;4642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3" name="Google Shape;4643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644" name="Google Shape;4644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5" name="Google Shape;4645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6" name="Google Shape;4646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649" name="Google Shape;4649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0" name="Google Shape;4650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2" name="Google Shape;4652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53" name="Google Shape;4653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4" name="Google Shape;4654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5" name="Google Shape;4655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6" name="Google Shape;4666;p2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667" name="Google Shape;466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8" name="Google Shape;4668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69" name="Google Shape;4669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70" name="Google Shape;4670;p25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71" name="Google Shape;4671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4672" name="Google Shape;4672;p25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25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4" name="Google Shape;4674;p25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25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25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25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8" name="Google Shape;4678;p25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4679" name="Google Shape;4679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5" name="Google Shape;4685;p25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6" name="Google Shape;4686;p25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25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p25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25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0" name="Google Shape;4690;p25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1" name="Google Shape;4691;p2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692" name="Google Shape;4692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4" name="Google Shape;4694;p2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695" name="Google Shape;469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6" name="Google Shape;4696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97" name="Google Shape;469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p25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99" name="Google Shape;469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4700" name="Google Shape;4700;p25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1" name="Google Shape;4701;p25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25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3" name="Google Shape;4703;p25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4" name="Google Shape;4704;p25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25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6" name="Google Shape;4706;p25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4707" name="Google Shape;4707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3" name="Google Shape;4713;p25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25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p25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25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7" name="Google Shape;4717;p25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p25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9" name="Google Shape;4719;p25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4720" name="Google Shape;4720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5" name="Google Shape;4725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726" name="Google Shape;4726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7" name="Google Shape;4727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8" name="Google Shape;4728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9" name="Google Shape;4729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30" name="Google Shape;4730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1" name="Google Shape;4731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2" name="Google Shape;4732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4" name="Google Shape;4734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735" name="Google Shape;4735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6" name="Google Shape;4736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7" name="Google Shape;4737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8" name="Google Shape;4738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739" name="Google Shape;4739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2" name="Google Shape;4752;p25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753" name="Google Shape;4753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4" name="Google Shape;4754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5" name="Google Shape;4755;p25"/>
          <p:cNvGrpSpPr/>
          <p:nvPr/>
        </p:nvGrpSpPr>
        <p:grpSpPr>
          <a:xfrm>
            <a:off x="7439074" y="1859725"/>
            <a:ext cx="1802647" cy="1120859"/>
            <a:chOff x="7439074" y="1859725"/>
            <a:chExt cx="1802647" cy="1120859"/>
          </a:xfrm>
        </p:grpSpPr>
        <p:pic>
          <p:nvPicPr>
            <p:cNvPr descr="cell_tower_radiation copy" id="4756" name="Google Shape;4756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57" name="Google Shape;4757;p25"/>
            <p:cNvCxnSpPr/>
            <p:nvPr/>
          </p:nvCxnSpPr>
          <p:spPr>
            <a:xfrm>
              <a:off x="8207860" y="2700359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58" name="Google Shape;4758;p25"/>
            <p:cNvGrpSpPr/>
            <p:nvPr/>
          </p:nvGrpSpPr>
          <p:grpSpPr>
            <a:xfrm>
              <a:off x="8050698" y="2309376"/>
              <a:ext cx="298450" cy="464008"/>
              <a:chOff x="3130" y="3288"/>
              <a:chExt cx="410" cy="742"/>
            </a:xfrm>
          </p:grpSpPr>
          <p:cxnSp>
            <p:nvCxnSpPr>
              <p:cNvPr id="4759" name="Google Shape;4759;p2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0" name="Google Shape;4760;p2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1" name="Google Shape;4761;p2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2" name="Google Shape;4762;p2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3" name="Google Shape;4763;p2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4" name="Google Shape;4764;p2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5" name="Google Shape;4765;p2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6" name="Google Shape;4766;p2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7" name="Google Shape;4767;p2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8" name="Google Shape;4768;p2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9" name="Google Shape;4769;p2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0" name="Google Shape;4770;p2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1" name="Google Shape;4771;p2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2" name="Google Shape;4772;p2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3" name="Google Shape;4773;p2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74" name="Google Shape;4774;p25"/>
            <p:cNvGrpSpPr/>
            <p:nvPr/>
          </p:nvGrpSpPr>
          <p:grpSpPr>
            <a:xfrm>
              <a:off x="8439827" y="2812309"/>
              <a:ext cx="353678" cy="168275"/>
              <a:chOff x="7493876" y="2774731"/>
              <a:chExt cx="1481958" cy="894622"/>
            </a:xfrm>
          </p:grpSpPr>
          <p:sp>
            <p:nvSpPr>
              <p:cNvPr id="4775" name="Google Shape;4775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76" name="Google Shape;4776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77" name="Google Shape;4777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78" name="Google Shape;4778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9" name="Google Shape;4779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0" name="Google Shape;4780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1" name="Google Shape;4781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ntenna_radiation_stylized" id="4782" name="Google Shape;4782;p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50224" y="1859725"/>
              <a:ext cx="415925" cy="88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3" name="Google Shape;4783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39074" y="235661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4" name="Google Shape;4784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37781" y="231972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5" name="Google Shape;4785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11019" y="205912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6" name="Google Shape;4786;p25"/>
          <p:cNvGrpSpPr/>
          <p:nvPr/>
        </p:nvGrpSpPr>
        <p:grpSpPr>
          <a:xfrm>
            <a:off x="7493518" y="3325424"/>
            <a:ext cx="911538" cy="843226"/>
            <a:chOff x="7493518" y="3325424"/>
            <a:chExt cx="911538" cy="843226"/>
          </a:xfrm>
        </p:grpSpPr>
        <p:pic>
          <p:nvPicPr>
            <p:cNvPr descr="access_point_stylized_small" id="4787" name="Google Shape;4787;p2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13882" y="3861899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88" name="Google Shape;4788;p25"/>
            <p:cNvGrpSpPr/>
            <p:nvPr/>
          </p:nvGrpSpPr>
          <p:grpSpPr>
            <a:xfrm>
              <a:off x="7493518" y="3325424"/>
              <a:ext cx="911538" cy="816238"/>
              <a:chOff x="7493518" y="3325424"/>
              <a:chExt cx="911538" cy="816238"/>
            </a:xfrm>
          </p:grpSpPr>
          <p:cxnSp>
            <p:nvCxnSpPr>
              <p:cNvPr id="4789" name="Google Shape;4789;p25"/>
              <p:cNvCxnSpPr/>
              <p:nvPr/>
            </p:nvCxnSpPr>
            <p:spPr>
              <a:xfrm>
                <a:off x="8247778" y="3829970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0" name="Google Shape;4790;p25"/>
              <p:cNvCxnSpPr/>
              <p:nvPr/>
            </p:nvCxnSpPr>
            <p:spPr>
              <a:xfrm flipH="1" rot="10800000">
                <a:off x="7857253" y="4041107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791" name="Google Shape;4791;p2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92" name="Google Shape;4792;p25"/>
              <p:cNvGrpSpPr/>
              <p:nvPr/>
            </p:nvGrpSpPr>
            <p:grpSpPr>
              <a:xfrm>
                <a:off x="8050070" y="3965994"/>
                <a:ext cx="354986" cy="175668"/>
                <a:chOff x="7493876" y="2774731"/>
                <a:chExt cx="1481958" cy="894622"/>
              </a:xfrm>
            </p:grpSpPr>
            <p:sp>
              <p:nvSpPr>
                <p:cNvPr id="4793" name="Google Shape;4793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94" name="Google Shape;4794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795" name="Google Shape;4795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96" name="Google Shape;4796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7" name="Google Shape;4797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8" name="Google Shape;4798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9" name="Google Shape;4799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00" name="Google Shape;4800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493518" y="341914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01" name="Google Shape;4801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03435" y="33254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02" name="Google Shape;4802;p25"/>
          <p:cNvGrpSpPr/>
          <p:nvPr/>
        </p:nvGrpSpPr>
        <p:grpSpPr>
          <a:xfrm>
            <a:off x="7975881" y="4741266"/>
            <a:ext cx="2318709" cy="1245936"/>
            <a:chOff x="7948367" y="4775686"/>
            <a:chExt cx="2318709" cy="1245936"/>
          </a:xfrm>
        </p:grpSpPr>
        <p:cxnSp>
          <p:nvCxnSpPr>
            <p:cNvPr id="4803" name="Google Shape;4803;p25"/>
            <p:cNvCxnSpPr/>
            <p:nvPr/>
          </p:nvCxnSpPr>
          <p:spPr>
            <a:xfrm flipH="1" rot="5400000">
              <a:off x="9789609" y="5251739"/>
              <a:ext cx="388062" cy="75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4" name="Google Shape;4804;p25"/>
            <p:cNvCxnSpPr/>
            <p:nvPr/>
          </p:nvCxnSpPr>
          <p:spPr>
            <a:xfrm>
              <a:off x="8210207" y="5117334"/>
              <a:ext cx="226800" cy="1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5" name="Google Shape;4805;p25"/>
            <p:cNvCxnSpPr/>
            <p:nvPr/>
          </p:nvCxnSpPr>
          <p:spPr>
            <a:xfrm flipH="1" rot="10800000">
              <a:off x="8459425" y="5036562"/>
              <a:ext cx="404236" cy="207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06" name="Google Shape;4806;p25"/>
            <p:cNvGrpSpPr/>
            <p:nvPr/>
          </p:nvGrpSpPr>
          <p:grpSpPr>
            <a:xfrm>
              <a:off x="7948367" y="4775686"/>
              <a:ext cx="2318709" cy="1245936"/>
              <a:chOff x="7948367" y="4775686"/>
              <a:chExt cx="2318709" cy="1245936"/>
            </a:xfrm>
          </p:grpSpPr>
          <p:cxnSp>
            <p:nvCxnSpPr>
              <p:cNvPr id="4807" name="Google Shape;4807;p25"/>
              <p:cNvCxnSpPr/>
              <p:nvPr/>
            </p:nvCxnSpPr>
            <p:spPr>
              <a:xfrm rot="10800000">
                <a:off x="10209926" y="5405286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25"/>
              <p:cNvCxnSpPr/>
              <p:nvPr/>
            </p:nvCxnSpPr>
            <p:spPr>
              <a:xfrm>
                <a:off x="9432959" y="4838517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25"/>
              <p:cNvCxnSpPr/>
              <p:nvPr/>
            </p:nvCxnSpPr>
            <p:spPr>
              <a:xfrm flipH="1" rot="10800000">
                <a:off x="8850066" y="4838517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25"/>
              <p:cNvCxnSpPr/>
              <p:nvPr/>
            </p:nvCxnSpPr>
            <p:spPr>
              <a:xfrm>
                <a:off x="8821744" y="5108876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25"/>
              <p:cNvCxnSpPr/>
              <p:nvPr/>
            </p:nvCxnSpPr>
            <p:spPr>
              <a:xfrm flipH="1" rot="10800000">
                <a:off x="7948367" y="5290470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25"/>
              <p:cNvCxnSpPr/>
              <p:nvPr/>
            </p:nvCxnSpPr>
            <p:spPr>
              <a:xfrm flipH="1">
                <a:off x="8373817" y="5282252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25"/>
              <p:cNvCxnSpPr/>
              <p:nvPr/>
            </p:nvCxnSpPr>
            <p:spPr>
              <a:xfrm rot="10800000">
                <a:off x="8488731" y="5307931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25"/>
              <p:cNvCxnSpPr/>
              <p:nvPr/>
            </p:nvCxnSpPr>
            <p:spPr>
              <a:xfrm>
                <a:off x="8488731" y="5258048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25"/>
              <p:cNvCxnSpPr/>
              <p:nvPr/>
            </p:nvCxnSpPr>
            <p:spPr>
              <a:xfrm flipH="1" rot="5400000">
                <a:off x="9885545" y="5583471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816" name="Google Shape;4816;p2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4817" name="Google Shape;481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290610" y="5524232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818" name="Google Shape;4818;p25"/>
              <p:cNvGrpSpPr/>
              <p:nvPr/>
            </p:nvGrpSpPr>
            <p:grpSpPr>
              <a:xfrm>
                <a:off x="9783558" y="4989983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19" name="Google Shape;4819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20" name="Google Shape;4820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21" name="Google Shape;4821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22" name="Google Shape;4822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3" name="Google Shape;4823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4" name="Google Shape;4824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5" name="Google Shape;4825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26" name="Google Shape;4826;p25"/>
              <p:cNvGrpSpPr/>
              <p:nvPr/>
            </p:nvGrpSpPr>
            <p:grpSpPr>
              <a:xfrm>
                <a:off x="9849365" y="5339037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27" name="Google Shape;4827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8" name="Google Shape;4828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29" name="Google Shape;4829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30" name="Google Shape;4830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1" name="Google Shape;4831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2" name="Google Shape;4832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3" name="Google Shape;4833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34" name="Google Shape;4834;p25"/>
              <p:cNvGrpSpPr/>
              <p:nvPr/>
            </p:nvGrpSpPr>
            <p:grpSpPr>
              <a:xfrm>
                <a:off x="8676619" y="4967420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35" name="Google Shape;4835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36" name="Google Shape;4836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37" name="Google Shape;4837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38" name="Google Shape;4838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9" name="Google Shape;4839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0" name="Google Shape;4840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1" name="Google Shape;4841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42" name="Google Shape;4842;p25"/>
              <p:cNvGrpSpPr/>
              <p:nvPr/>
            </p:nvGrpSpPr>
            <p:grpSpPr>
              <a:xfrm>
                <a:off x="8311520" y="5194433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43" name="Google Shape;4843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4" name="Google Shape;4844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45" name="Google Shape;4845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46" name="Google Shape;4846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7" name="Google Shape;4847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8" name="Google Shape;4848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9" name="Google Shape;4849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50" name="Google Shape;4850;p25"/>
              <p:cNvGrpSpPr/>
              <p:nvPr/>
            </p:nvGrpSpPr>
            <p:grpSpPr>
              <a:xfrm>
                <a:off x="9247893" y="4775686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51" name="Google Shape;4851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52" name="Google Shape;4852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53" name="Google Shape;4853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54" name="Google Shape;4854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5" name="Google Shape;4855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6" name="Google Shape;4856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7" name="Google Shape;4857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58" name="Google Shape;4858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201681" y="5852809"/>
                <a:ext cx="307702" cy="16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59" name="Google Shape;4859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534746" y="5795138"/>
                <a:ext cx="316707" cy="1389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860" name="Google Shape;4860;p25"/>
          <p:cNvSpPr/>
          <p:nvPr/>
        </p:nvSpPr>
        <p:spPr>
          <a:xfrm>
            <a:off x="7165428" y="1458055"/>
            <a:ext cx="4771884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61" name="Google Shape;4861;p25"/>
          <p:cNvGrpSpPr/>
          <p:nvPr/>
        </p:nvGrpSpPr>
        <p:grpSpPr>
          <a:xfrm>
            <a:off x="10812889" y="3368642"/>
            <a:ext cx="890572" cy="1290085"/>
            <a:chOff x="10812889" y="3368642"/>
            <a:chExt cx="890572" cy="1290085"/>
          </a:xfrm>
        </p:grpSpPr>
        <p:sp>
          <p:nvSpPr>
            <p:cNvPr id="4862" name="Google Shape;4862;p25"/>
            <p:cNvSpPr/>
            <p:nvPr/>
          </p:nvSpPr>
          <p:spPr>
            <a:xfrm>
              <a:off x="10812889" y="3368642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10890418" y="4148658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4" name="Google Shape;4864;p25"/>
          <p:cNvGrpSpPr/>
          <p:nvPr/>
        </p:nvGrpSpPr>
        <p:grpSpPr>
          <a:xfrm>
            <a:off x="10925982" y="4188911"/>
            <a:ext cx="657413" cy="451816"/>
            <a:chOff x="10925982" y="4188911"/>
            <a:chExt cx="657413" cy="451816"/>
          </a:xfrm>
        </p:grpSpPr>
        <p:grpSp>
          <p:nvGrpSpPr>
            <p:cNvPr id="4865" name="Google Shape;4865;p25"/>
            <p:cNvGrpSpPr/>
            <p:nvPr/>
          </p:nvGrpSpPr>
          <p:grpSpPr>
            <a:xfrm>
              <a:off x="11093556" y="4188911"/>
              <a:ext cx="489839" cy="451816"/>
              <a:chOff x="5103720" y="2693365"/>
              <a:chExt cx="611650" cy="414788"/>
            </a:xfrm>
          </p:grpSpPr>
          <p:cxnSp>
            <p:nvCxnSpPr>
              <p:cNvPr id="4866" name="Google Shape;4866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67" name="Google Shape;4867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68" name="Google Shape;4868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69" name="Google Shape;4869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70" name="Google Shape;4870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871" name="Google Shape;4871;p25"/>
            <p:cNvGrpSpPr/>
            <p:nvPr/>
          </p:nvGrpSpPr>
          <p:grpSpPr>
            <a:xfrm>
              <a:off x="10925982" y="4369125"/>
              <a:ext cx="228295" cy="120400"/>
              <a:chOff x="7493876" y="2774731"/>
              <a:chExt cx="1481958" cy="894622"/>
            </a:xfrm>
          </p:grpSpPr>
          <p:sp>
            <p:nvSpPr>
              <p:cNvPr id="4872" name="Google Shape;4872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73" name="Google Shape;4873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74" name="Google Shape;4874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75" name="Google Shape;4875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6" name="Google Shape;4876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7" name="Google Shape;4877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879" name="Google Shape;4879;p25"/>
          <p:cNvGrpSpPr/>
          <p:nvPr/>
        </p:nvGrpSpPr>
        <p:grpSpPr>
          <a:xfrm>
            <a:off x="10884085" y="3428485"/>
            <a:ext cx="604586" cy="405973"/>
            <a:chOff x="10884085" y="3428485"/>
            <a:chExt cx="604586" cy="405973"/>
          </a:xfrm>
        </p:grpSpPr>
        <p:grpSp>
          <p:nvGrpSpPr>
            <p:cNvPr id="4880" name="Google Shape;4880;p25"/>
            <p:cNvGrpSpPr/>
            <p:nvPr/>
          </p:nvGrpSpPr>
          <p:grpSpPr>
            <a:xfrm>
              <a:off x="10884085" y="3601365"/>
              <a:ext cx="170989" cy="97052"/>
              <a:chOff x="7493876" y="2774731"/>
              <a:chExt cx="1481958" cy="894622"/>
            </a:xfrm>
          </p:grpSpPr>
          <p:sp>
            <p:nvSpPr>
              <p:cNvPr id="4881" name="Google Shape;4881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82" name="Google Shape;4882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83" name="Google Shape;4883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84" name="Google Shape;4884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5" name="Google Shape;4885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6" name="Google Shape;4886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7" name="Google Shape;4887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88" name="Google Shape;4888;p25"/>
            <p:cNvGrpSpPr/>
            <p:nvPr/>
          </p:nvGrpSpPr>
          <p:grpSpPr>
            <a:xfrm>
              <a:off x="11064947" y="3428485"/>
              <a:ext cx="423724" cy="405973"/>
              <a:chOff x="5103720" y="2693365"/>
              <a:chExt cx="611650" cy="414788"/>
            </a:xfrm>
          </p:grpSpPr>
          <p:cxnSp>
            <p:nvCxnSpPr>
              <p:cNvPr id="4889" name="Google Shape;4889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90" name="Google Shape;4890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91" name="Google Shape;4891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2" name="Google Shape;4892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3" name="Google Shape;4893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descr="Big Data. Monster Storage: The Northeast Storage Exchange | MGHPCC" id="4894" name="Google Shape;4894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27848" y="3263334"/>
            <a:ext cx="4773705" cy="236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895" name="Google Shape;4895;p25"/>
          <p:cNvSpPr txBox="1"/>
          <p:nvPr/>
        </p:nvSpPr>
        <p:spPr>
          <a:xfrm flipH="1">
            <a:off x="860610" y="5688106"/>
            <a:ext cx="51098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Courtesy: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Massachusetts Green High Performance Computing Center (mghpcc.org)</a:t>
            </a:r>
            <a:endParaRPr/>
          </a:p>
        </p:txBody>
      </p:sp>
      <p:sp>
        <p:nvSpPr>
          <p:cNvPr id="4896" name="Google Shape;4896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p26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Host: sends </a:t>
            </a:r>
            <a:r>
              <a:rPr b="0" i="1" lang="en-US" sz="5400"/>
              <a:t>packets</a:t>
            </a:r>
            <a:r>
              <a:rPr b="0" lang="en-US" sz="5400"/>
              <a:t> of data</a:t>
            </a:r>
            <a:endParaRPr b="0" sz="5400"/>
          </a:p>
        </p:txBody>
      </p:sp>
      <p:sp>
        <p:nvSpPr>
          <p:cNvPr id="4903" name="Google Shape;4903;p26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/>
          </a:p>
        </p:txBody>
      </p:sp>
      <p:grpSp>
        <p:nvGrpSpPr>
          <p:cNvPr id="4904" name="Google Shape;4904;p26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4905" name="Google Shape;4905;p26"/>
            <p:cNvSpPr/>
            <p:nvPr/>
          </p:nvSpPr>
          <p:spPr>
            <a:xfrm>
              <a:off x="375561" y="297711"/>
              <a:ext cx="971072" cy="2136471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6" name="Google Shape;4906;p26"/>
            <p:cNvSpPr/>
            <p:nvPr/>
          </p:nvSpPr>
          <p:spPr>
            <a:xfrm>
              <a:off x="375561" y="309747"/>
              <a:ext cx="1247826" cy="770332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7" name="Google Shape;4907;p26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08" name="Google Shape;4908;p26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26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/>
          </a:p>
        </p:txBody>
      </p:sp>
      <p:grpSp>
        <p:nvGrpSpPr>
          <p:cNvPr id="4910" name="Google Shape;4910;p26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4911" name="Google Shape;4911;p26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2" name="Google Shape;4912;p26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3" name="Google Shape;4913;p26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4" name="Google Shape;4914;p26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/>
          </a:p>
        </p:txBody>
      </p:sp>
      <p:grpSp>
        <p:nvGrpSpPr>
          <p:cNvPr id="4915" name="Google Shape;4915;p26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4916" name="Google Shape;491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7" name="Google Shape;4917;p26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8" name="Google Shape;4918;p26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4919" name="Google Shape;491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0" name="Google Shape;4920;p26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1" name="Google Shape;4921;p26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22" name="Google Shape;4922;p26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4923" name="Google Shape;4923;p26"/>
          <p:cNvCxnSpPr/>
          <p:nvPr/>
        </p:nvCxnSpPr>
        <p:spPr>
          <a:xfrm flipH="1" rot="10800000">
            <a:off x="8241042" y="2577497"/>
            <a:ext cx="122555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4" name="Google Shape;4924;p26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/>
          </a:p>
        </p:txBody>
      </p:sp>
      <p:grpSp>
        <p:nvGrpSpPr>
          <p:cNvPr id="4925" name="Google Shape;4925;p26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4926" name="Google Shape;4926;p2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7" name="Google Shape;4927;p2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28" name="Google Shape;4928;p2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29" name="Google Shape;4929;p2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0" name="Google Shape;4930;p2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1" name="Google Shape;4931;p2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2" name="Google Shape;4932;p2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933" name="Google Shape;4933;p26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26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5" name="Google Shape;4935;p26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4936" name="Google Shape;4936;p26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sp>
          <p:nvSpPr>
            <p:cNvPr id="4937" name="Google Shape;4937;p26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/>
            </a:p>
          </p:txBody>
        </p:sp>
        <p:sp>
          <p:nvSpPr>
            <p:cNvPr id="4938" name="Google Shape;4938;p26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39" name="Google Shape;4939;p26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40" name="Google Shape;4940;p26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sp>
          <p:nvSpPr>
            <p:cNvPr id="4941" name="Google Shape;4941;p26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942" name="Google Shape;4942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7" name="Shape 4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8" name="Google Shape;4948;p27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49" name="Google Shape;4949;p27"/>
          <p:cNvSpPr txBox="1"/>
          <p:nvPr/>
        </p:nvSpPr>
        <p:spPr>
          <a:xfrm>
            <a:off x="952500" y="1671911"/>
            <a:ext cx="46390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bit: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propagates between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transmitter/receiver pairs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 link: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lies between transmitter &amp; receiver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guided media: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in solid media: copper, fiber, coax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unguided media: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freely, e.g., radio</a:t>
            </a:r>
            <a:endParaRPr/>
          </a:p>
        </p:txBody>
      </p:sp>
      <p:grpSp>
        <p:nvGrpSpPr>
          <p:cNvPr id="4950" name="Google Shape;4950;p27"/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4951" name="Google Shape;4951;p27"/>
            <p:cNvSpPr txBox="1"/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32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Twisted pair (TP</a:t>
              </a:r>
              <a:r>
                <a:rPr b="0" i="0" lang="en-US" sz="3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insulated copper wires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5: 100 Mbps, 1 Gbps Ethernet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6: 10Gbps Ethernet</a:t>
              </a:r>
              <a:endParaRPr/>
            </a:p>
          </p:txBody>
        </p:sp>
        <p:pic>
          <p:nvPicPr>
            <p:cNvPr descr="Twisted_Pair_Cables" id="4952" name="Google Shape;495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3223" y="3476662"/>
              <a:ext cx="2220035" cy="1709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twisted pair" id="4953" name="Google Shape;495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05176" y="3594371"/>
              <a:ext cx="2359134" cy="1688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4" name="Google Shape;4954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9" name="Shape 4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Google Shape;4960;p2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61" name="Google Shape;4961;p28"/>
          <p:cNvSpPr txBox="1"/>
          <p:nvPr/>
        </p:nvSpPr>
        <p:spPr>
          <a:xfrm>
            <a:off x="982262" y="1320920"/>
            <a:ext cx="4878973" cy="432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9075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Coaxial cable: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concentric copper conductors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broadband: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frequency channels on cable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100’s Mbps per channel</a:t>
            </a:r>
            <a:endParaRPr/>
          </a:p>
        </p:txBody>
      </p:sp>
      <p:pic>
        <p:nvPicPr>
          <p:cNvPr id="4962" name="Google Shape;49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3" name="Google Shape;4963;p28"/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4964" name="Google Shape;4964;p28"/>
            <p:cNvSpPr/>
            <p:nvPr/>
          </p:nvSpPr>
          <p:spPr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272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optic cable: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glass fiber carrying light pulses, each pulse a bit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operation: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point-to-point transmission (10’s-100’s Gbps)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low error rate: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repeaters spaced far apart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immune to electromagnetic noise</a:t>
              </a:r>
              <a:endParaRPr/>
            </a:p>
          </p:txBody>
        </p:sp>
        <p:pic>
          <p:nvPicPr>
            <p:cNvPr descr="Image result for optical fiber" id="4965" name="Google Shape;496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55119" y="4700678"/>
              <a:ext cx="2872373" cy="18955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66" name="Google Shape;4966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1" name="Shape 4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Google Shape;4972;p2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73" name="Google Shape;4973;p29"/>
          <p:cNvSpPr txBox="1"/>
          <p:nvPr/>
        </p:nvSpPr>
        <p:spPr>
          <a:xfrm>
            <a:off x="952499" y="1354420"/>
            <a:ext cx="495075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radio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carried in various “bands” in electromagnetic spectrum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physical “wire”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“half-duplex”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(sender to receiver)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environment effects: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reflection 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obstruction by objects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Interference/noise</a:t>
            </a:r>
            <a:endParaRPr/>
          </a:p>
        </p:txBody>
      </p:sp>
      <p:sp>
        <p:nvSpPr>
          <p:cNvPr id="4974" name="Google Shape;4974;p29"/>
          <p:cNvSpPr txBox="1"/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Radio link types: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LAN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(WiFi)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10-100’s Mbps; 10’s of meters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wide-area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4G cellular)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Mbps over ~10 Km </a:t>
            </a:r>
            <a:endParaRPr/>
          </a:p>
          <a:p>
            <a:pPr indent="-285750" lvl="0" marL="3460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Bluetooth: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replacement</a:t>
            </a:r>
            <a:endParaRPr/>
          </a:p>
          <a:p>
            <a:pPr indent="-342900" lvl="1" marL="747712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short distances, limited rates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terrestrial  microwave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point-to-point; 45 Mbps channels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45 Mbps per channel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270 msec end-end delay</a:t>
            </a:r>
            <a:endParaRPr/>
          </a:p>
        </p:txBody>
      </p:sp>
      <p:sp>
        <p:nvSpPr>
          <p:cNvPr id="4975" name="Google Shape;4975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0" name="Shape 4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1" name="Google Shape;4981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4982" name="Google Shape;4982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3" name="Google Shape;4983;p30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984" name="Google Shape;49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9" name="Shape 4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Google Shape;4990;p31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31"/>
          <p:cNvSpPr txBox="1"/>
          <p:nvPr>
            <p:ph type="title"/>
          </p:nvPr>
        </p:nvSpPr>
        <p:spPr>
          <a:xfrm>
            <a:off x="763273" y="4136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The network core</a:t>
            </a:r>
            <a:endParaRPr sz="4800"/>
          </a:p>
        </p:txBody>
      </p:sp>
      <p:sp>
        <p:nvSpPr>
          <p:cNvPr id="4992" name="Google Shape;4992;p31"/>
          <p:cNvSpPr txBox="1"/>
          <p:nvPr>
            <p:ph idx="1" type="body"/>
          </p:nvPr>
        </p:nvSpPr>
        <p:spPr>
          <a:xfrm>
            <a:off x="676092" y="1531645"/>
            <a:ext cx="6282647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412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mesh of interconnected routers</a:t>
            </a:r>
            <a:endParaRPr/>
          </a:p>
          <a:p>
            <a:pPr indent="-282575" lvl="0" marL="412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C0000"/>
                </a:solidFill>
              </a:rPr>
              <a:t>packet-switching: </a:t>
            </a:r>
            <a:r>
              <a:rPr lang="en-US"/>
              <a:t>hosts break application-layer messages into </a:t>
            </a:r>
            <a:r>
              <a:rPr i="1" lang="en-US">
                <a:solidFill>
                  <a:srgbClr val="CC0000"/>
                </a:solidFill>
              </a:rPr>
              <a:t>packets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</a:t>
            </a:r>
            <a:r>
              <a:rPr lang="en-US" sz="2800">
                <a:solidFill>
                  <a:srgbClr val="0000A3"/>
                </a:solidFill>
              </a:rPr>
              <a:t>forwards</a:t>
            </a:r>
            <a:r>
              <a:rPr lang="en-US" sz="2800"/>
              <a:t> packets</a:t>
            </a:r>
            <a:r>
              <a:rPr i="1" lang="en-US" sz="2800"/>
              <a:t> </a:t>
            </a:r>
            <a:r>
              <a:rPr lang="en-US" sz="2800"/>
              <a:t>from one router to the next, across links on path from </a:t>
            </a:r>
            <a:r>
              <a:rPr lang="en-US" sz="2800">
                <a:solidFill>
                  <a:srgbClr val="0000A3"/>
                </a:solidFill>
              </a:rPr>
              <a:t>source to destination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93" name="Google Shape;4993;p3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31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3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3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998" name="Google Shape;4998;p3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999" name="Google Shape;4999;p3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000" name="Google Shape;5000;p3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01" name="Google Shape;5001;p3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002" name="Google Shape;5002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04" name="Google Shape;5004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5" name="Google Shape;5005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6" name="Google Shape;5006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7" name="Google Shape;5007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8" name="Google Shape;5008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9" name="Google Shape;5009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10" name="Google Shape;5010;p3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011" name="Google Shape;5011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13" name="Google Shape;5013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4" name="Google Shape;5014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5" name="Google Shape;5015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6" name="Google Shape;5016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7" name="Google Shape;5017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8" name="Google Shape;5018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19" name="Google Shape;5019;p3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3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021" name="Google Shape;5021;p3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023" name="Google Shape;5023;p3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024" name="Google Shape;5024;p3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5" name="Google Shape;5025;p3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6" name="Google Shape;5026;p3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7" name="Google Shape;5027;p3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8" name="Google Shape;5028;p3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9" name="Google Shape;5029;p3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0" name="Google Shape;5030;p3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1" name="Google Shape;5031;p3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2" name="Google Shape;5032;p3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3" name="Google Shape;5033;p3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4" name="Google Shape;5034;p3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5" name="Google Shape;5035;p3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6" name="Google Shape;5036;p31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7" name="Google Shape;5037;p31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8" name="Google Shape;5038;p31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9" name="Google Shape;5039;p31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0" name="Google Shape;5040;p31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1" name="Google Shape;5041;p31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2" name="Google Shape;5042;p31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3" name="Google Shape;5043;p31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4" name="Google Shape;5044;p31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5" name="Google Shape;5045;p31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6" name="Google Shape;5046;p31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7" name="Google Shape;5047;p3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048" name="Google Shape;504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49" name="Google Shape;504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0" name="Google Shape;505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1" name="Google Shape;505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2" name="Google Shape;505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3" name="Google Shape;505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4" name="Google Shape;505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5" name="Google Shape;5055;p3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056" name="Google Shape;505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7" name="Google Shape;505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8" name="Google Shape;505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9" name="Google Shape;505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3" name="Google Shape;5063;p3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064" name="Google Shape;506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65" name="Google Shape;506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6" name="Google Shape;506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67" name="Google Shape;506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8" name="Google Shape;506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9" name="Google Shape;506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0" name="Google Shape;507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1" name="Google Shape;5071;p3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072" name="Google Shape;507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3" name="Google Shape;507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74" name="Google Shape;507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75" name="Google Shape;507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6" name="Google Shape;507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7" name="Google Shape;507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8" name="Google Shape;507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9" name="Google Shape;5079;p3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080" name="Google Shape;5080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1" name="Google Shape;5081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2" name="Google Shape;5082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83" name="Google Shape;5083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4" name="Google Shape;5084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5" name="Google Shape;5085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6" name="Google Shape;5086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7" name="Google Shape;5087;p3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088" name="Google Shape;508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9" name="Google Shape;508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0" name="Google Shape;509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1" name="Google Shape;509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2" name="Google Shape;509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3" name="Google Shape;509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4" name="Google Shape;509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95" name="Google Shape;5095;p3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096" name="Google Shape;509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97" name="Google Shape;509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8" name="Google Shape;509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9" name="Google Shape;509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0" name="Google Shape;510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1" name="Google Shape;510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2" name="Google Shape;510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3" name="Google Shape;5103;p3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104" name="Google Shape;510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05" name="Google Shape;510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06" name="Google Shape;510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07" name="Google Shape;510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8" name="Google Shape;510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9" name="Google Shape;510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0" name="Google Shape;511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1" name="Google Shape;5111;p3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112" name="Google Shape;511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13" name="Google Shape;511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14" name="Google Shape;511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15" name="Google Shape;511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6" name="Google Shape;511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7" name="Google Shape;511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8" name="Google Shape;511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5119" name="Google Shape;5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20" name="Google Shape;51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5121" name="Google Shape;5121;p31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22" name="Google Shape;51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Google Shape;5123;p31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31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5" name="Google Shape;5125;p31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31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7" name="Google Shape;5127;p31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8" name="Google Shape;5128;p31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9" name="Google Shape;5129;p31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5130" name="Google Shape;5130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6" name="Google Shape;5136;p31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7" name="Google Shape;5137;p31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8" name="Google Shape;5138;p31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31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31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1" name="Google Shape;5141;p31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5142" name="Google Shape;51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5143" name="Google Shape;514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44" name="Google Shape;514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5" name="Google Shape;5145;p31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46" name="Google Shape;514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5147" name="Google Shape;5147;p31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1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31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31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1" name="Google Shape;5151;p31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2" name="Google Shape;5152;p31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3" name="Google Shape;5153;p31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5154" name="Google Shape;5154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0" name="Google Shape;5160;p31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31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1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3" name="Google Shape;5163;p31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31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5" name="Google Shape;5165;p31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166" name="Google Shape;5166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167" name="Google Shape;5167;p31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5168" name="Google Shape;5168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9" name="Google Shape;5169;p3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170" name="Google Shape;5170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5" name="Google Shape;5175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176" name="Google Shape;5176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7" name="Google Shape;5177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78" name="Google Shape;5178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9" name="Google Shape;5179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180" name="Google Shape;5180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1" name="Google Shape;5181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2" name="Google Shape;5182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84" name="Google Shape;5184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185" name="Google Shape;5185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6" name="Google Shape;5186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7" name="Google Shape;5187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88" name="Google Shape;5188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89" name="Google Shape;5189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0" name="Google Shape;5190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1" name="Google Shape;5191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4" name="Google Shape;5194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2" name="Google Shape;5202;p3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203" name="Google Shape;5203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4" name="Google Shape;5204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05" name="Google Shape;5205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6" name="Google Shape;5206;p31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07" name="Google Shape;5207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08" name="Google Shape;5208;p31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9" name="Google Shape;5209;p31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0" name="Google Shape;5210;p31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1" name="Google Shape;5211;p31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2" name="Google Shape;5212;p31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3" name="Google Shape;5213;p31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4" name="Google Shape;5214;p31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5215" name="Google Shape;5215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7" name="Google Shape;5217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8" name="Google Shape;5218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1" name="Google Shape;5221;p31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2" name="Google Shape;5222;p31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3" name="Google Shape;5223;p31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31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5" name="Google Shape;5225;p31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1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7" name="Google Shape;5227;p3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228" name="Google Shape;5228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9" name="Google Shape;5229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0" name="Google Shape;5230;p3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231" name="Google Shape;5231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2" name="Google Shape;5232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33" name="Google Shape;523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5234" name="Google Shape;5234;p31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35" name="Google Shape;5235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236" name="Google Shape;5236;p31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31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31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9" name="Google Shape;5239;p31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1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1" name="Google Shape;5241;p31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2" name="Google Shape;5242;p31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5243" name="Google Shape;5243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9" name="Google Shape;5249;p31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31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1" name="Google Shape;5251;p31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31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3" name="Google Shape;5253;p31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31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5" name="Google Shape;5255;p31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5256" name="Google Shape;5256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7" name="Google Shape;5257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1" name="Google Shape;5261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262" name="Google Shape;5262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3" name="Google Shape;5263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4" name="Google Shape;5264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5" name="Google Shape;5265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266" name="Google Shape;5266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7" name="Google Shape;5267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8" name="Google Shape;5268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0" name="Google Shape;5270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271" name="Google Shape;5271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2" name="Google Shape;5272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3" name="Google Shape;5273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74" name="Google Shape;5274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275" name="Google Shape;5275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6" name="Google Shape;5276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7" name="Google Shape;5277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8" name="Google Shape;5288;p31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289" name="Google Shape;5289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0" name="Google Shape;5290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1" name="Google Shape;5291;p31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5292" name="Google Shape;5292;p31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5293" name="Google Shape;5293;p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94" name="Google Shape;5294;p31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295" name="Google Shape;5295;p31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5296" name="Google Shape;5296;p3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7" name="Google Shape;5297;p3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8" name="Google Shape;5298;p3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9" name="Google Shape;5299;p3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0" name="Google Shape;5300;p3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1" name="Google Shape;5301;p3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2" name="Google Shape;5302;p3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3" name="Google Shape;5303;p3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4" name="Google Shape;5304;p3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5" name="Google Shape;5305;p3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6" name="Google Shape;5306;p3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7" name="Google Shape;5307;p3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8" name="Google Shape;5308;p3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9" name="Google Shape;5309;p3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10" name="Google Shape;5310;p3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11" name="Google Shape;5311;p31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5312" name="Google Shape;5312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13" name="Google Shape;5313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14" name="Google Shape;5314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15" name="Google Shape;5315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6" name="Google Shape;5316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7" name="Google Shape;5317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8" name="Google Shape;5318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5319" name="Google Shape;5319;p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0" name="Google Shape;5320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1" name="Google Shape;5321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2" name="Google Shape;5322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23" name="Google Shape;5323;p31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5324" name="Google Shape;5324;p3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25" name="Google Shape;5325;p31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5326" name="Google Shape;5326;p31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27" name="Google Shape;5327;p31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28" name="Google Shape;5328;p31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29" name="Google Shape;5329;p31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5330" name="Google Shape;5330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31" name="Google Shape;5331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32" name="Google Shape;5332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33" name="Google Shape;5333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4" name="Google Shape;5334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5" name="Google Shape;5335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6" name="Google Shape;5336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337" name="Google Shape;5337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338" name="Google Shape;5338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39" name="Google Shape;5339;p31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5340" name="Google Shape;5340;p31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5341" name="Google Shape;5341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42" name="Google Shape;5342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43" name="Google Shape;5343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44" name="Google Shape;5344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5" name="Google Shape;5345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6" name="Google Shape;5346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7" name="Google Shape;5347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48" name="Google Shape;5348;p31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5349" name="Google Shape;5349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350" name="Google Shape;5350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351" name="Google Shape;5351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2" name="Google Shape;5352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3" name="Google Shape;5353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5354" name="Google Shape;5354;p31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5355" name="Google Shape;5355;p31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31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31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358" name="Google Shape;5358;p31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5359" name="Google Shape;5359;p31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0" name="Google Shape;5360;p31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1" name="Google Shape;5361;p31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2" name="Google Shape;5362;p31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3" name="Google Shape;5363;p31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4" name="Google Shape;5364;p31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5" name="Google Shape;5365;p31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6" name="Google Shape;5366;p31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7" name="Google Shape;5367;p31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68" name="Google Shape;5368;p31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5369" name="Google Shape;5369;p3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70" name="Google Shape;5370;p31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71" name="Google Shape;5371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72" name="Google Shape;5372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73" name="Google Shape;5373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74" name="Google Shape;5374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5" name="Google Shape;5375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6" name="Google Shape;5376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7" name="Google Shape;5377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78" name="Google Shape;5378;p31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79" name="Google Shape;5379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0" name="Google Shape;5380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81" name="Google Shape;5381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82" name="Google Shape;5382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3" name="Google Shape;5383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4" name="Google Shape;5384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5" name="Google Shape;5385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86" name="Google Shape;5386;p31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87" name="Google Shape;5387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88" name="Google Shape;5388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89" name="Google Shape;5389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90" name="Google Shape;5390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1" name="Google Shape;5391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2" name="Google Shape;5392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3" name="Google Shape;5393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94" name="Google Shape;5394;p31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95" name="Google Shape;5395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6" name="Google Shape;5396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97" name="Google Shape;5397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98" name="Google Shape;5398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9" name="Google Shape;5399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0" name="Google Shape;5400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1" name="Google Shape;5401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402" name="Google Shape;5402;p31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403" name="Google Shape;5403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404" name="Google Shape;5404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405" name="Google Shape;5405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406" name="Google Shape;5406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7" name="Google Shape;5407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8" name="Google Shape;5408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9" name="Google Shape;5409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410" name="Google Shape;5410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411" name="Google Shape;5411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412" name="Google Shape;5412;p31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5413" name="Google Shape;5413;p31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5414" name="Google Shape;5414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415" name="Google Shape;5415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416" name="Google Shape;5416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7" name="Google Shape;5417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8" name="Google Shape;5418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5419" name="Google Shape;5419;p31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5420" name="Google Shape;5420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421" name="Google Shape;5421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422" name="Google Shape;5422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423" name="Google Shape;5423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4" name="Google Shape;5424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5" name="Google Shape;5425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6" name="Google Shape;5426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427" name="Google Shape;5427;p31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5428" name="Google Shape;5428;p31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9" name="Google Shape;5429;p31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0" name="Google Shape;5430;p31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604013" y="3143444"/>
                  <a:pt x="3109710" y="2969623"/>
                </a:cubicBezTo>
                <a:cubicBezTo>
                  <a:pt x="3247046" y="2914919"/>
                  <a:pt x="3336483" y="2864569"/>
                  <a:pt x="3447693" y="2801156"/>
                </a:cubicBez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p3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Two key network-core functions</a:t>
            </a:r>
            <a:endParaRPr/>
          </a:p>
        </p:txBody>
      </p:sp>
      <p:sp>
        <p:nvSpPr>
          <p:cNvPr id="5438" name="Google Shape;5438;p32"/>
          <p:cNvSpPr/>
          <p:nvPr/>
        </p:nvSpPr>
        <p:spPr>
          <a:xfrm>
            <a:off x="5006052" y="4251228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9" name="Google Shape;5439;p32"/>
          <p:cNvSpPr/>
          <p:nvPr/>
        </p:nvSpPr>
        <p:spPr>
          <a:xfrm>
            <a:off x="5644427" y="4554393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0" name="Google Shape;5440;p32"/>
          <p:cNvSpPr/>
          <p:nvPr/>
        </p:nvSpPr>
        <p:spPr>
          <a:xfrm>
            <a:off x="6686155" y="4548044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1" name="Google Shape;5441;p32"/>
          <p:cNvSpPr/>
          <p:nvPr/>
        </p:nvSpPr>
        <p:spPr>
          <a:xfrm>
            <a:off x="5620607" y="4940095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p32"/>
          <p:cNvSpPr/>
          <p:nvPr/>
        </p:nvSpPr>
        <p:spPr>
          <a:xfrm>
            <a:off x="6568643" y="4916286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3" name="Google Shape;5443;p32"/>
          <p:cNvSpPr/>
          <p:nvPr/>
        </p:nvSpPr>
        <p:spPr>
          <a:xfrm>
            <a:off x="7235603" y="4970253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4" name="Google Shape;5444;p32"/>
          <p:cNvSpPr/>
          <p:nvPr/>
        </p:nvSpPr>
        <p:spPr>
          <a:xfrm>
            <a:off x="6000139" y="5503569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5" name="Google Shape;5445;p32"/>
          <p:cNvSpPr/>
          <p:nvPr/>
        </p:nvSpPr>
        <p:spPr>
          <a:xfrm>
            <a:off x="5463395" y="4963904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6" name="Google Shape;5446;p32"/>
          <p:cNvGrpSpPr/>
          <p:nvPr/>
        </p:nvGrpSpPr>
        <p:grpSpPr>
          <a:xfrm>
            <a:off x="5240209" y="4473413"/>
            <a:ext cx="623918" cy="823754"/>
            <a:chOff x="5240209" y="4473413"/>
            <a:chExt cx="623918" cy="823754"/>
          </a:xfrm>
        </p:grpSpPr>
        <p:sp>
          <p:nvSpPr>
            <p:cNvPr id="5447" name="Google Shape;5447;p32"/>
            <p:cNvSpPr txBox="1"/>
            <p:nvPr/>
          </p:nvSpPr>
          <p:spPr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448" name="Google Shape;5448;p32"/>
            <p:cNvSpPr txBox="1"/>
            <p:nvPr/>
          </p:nvSpPr>
          <p:spPr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449" name="Google Shape;5449;p32"/>
            <p:cNvSpPr txBox="1"/>
            <p:nvPr/>
          </p:nvSpPr>
          <p:spPr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450" name="Google Shape;5450;p32"/>
          <p:cNvCxnSpPr/>
          <p:nvPr/>
        </p:nvCxnSpPr>
        <p:spPr>
          <a:xfrm flipH="1">
            <a:off x="3738363" y="4863862"/>
            <a:ext cx="1408179" cy="91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51" name="Google Shape;5451;p32"/>
          <p:cNvGrpSpPr/>
          <p:nvPr/>
        </p:nvGrpSpPr>
        <p:grpSpPr>
          <a:xfrm>
            <a:off x="2749550" y="4990185"/>
            <a:ext cx="2699778" cy="1631390"/>
            <a:chOff x="2749550" y="4990185"/>
            <a:chExt cx="2699778" cy="1631390"/>
          </a:xfrm>
        </p:grpSpPr>
        <p:grpSp>
          <p:nvGrpSpPr>
            <p:cNvPr id="5452" name="Google Shape;5452;p32"/>
            <p:cNvGrpSpPr/>
            <p:nvPr/>
          </p:nvGrpSpPr>
          <p:grpSpPr>
            <a:xfrm rot="-2012368">
              <a:off x="3755686" y="5363530"/>
              <a:ext cx="1447107" cy="317452"/>
              <a:chOff x="2437928" y="4562790"/>
              <a:chExt cx="1446652" cy="317502"/>
            </a:xfrm>
          </p:grpSpPr>
          <p:sp>
            <p:nvSpPr>
              <p:cNvPr id="5453" name="Google Shape;5453;p32"/>
              <p:cNvSpPr/>
              <p:nvPr/>
            </p:nvSpPr>
            <p:spPr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54" name="Google Shape;5454;p32"/>
              <p:cNvCxnSpPr/>
              <p:nvPr/>
            </p:nvCxnSpPr>
            <p:spPr>
              <a:xfrm>
                <a:off x="3462418" y="4739659"/>
                <a:ext cx="42216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455" name="Google Shape;5455;p32"/>
              <p:cNvSpPr/>
              <p:nvPr/>
            </p:nvSpPr>
            <p:spPr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6" name="Google Shape;5456;p32"/>
              <p:cNvSpPr txBox="1"/>
              <p:nvPr/>
            </p:nvSpPr>
            <p:spPr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</p:grpSp>
        <p:sp>
          <p:nvSpPr>
            <p:cNvPr id="5457" name="Google Shape;5457;p32"/>
            <p:cNvSpPr txBox="1"/>
            <p:nvPr/>
          </p:nvSpPr>
          <p:spPr>
            <a:xfrm>
              <a:off x="2749550" y="6036800"/>
              <a:ext cx="26997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address in arriving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packet’s header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58" name="Google Shape;5458;p32"/>
            <p:cNvCxnSpPr/>
            <p:nvPr/>
          </p:nvCxnSpPr>
          <p:spPr>
            <a:xfrm rot="10800000">
              <a:off x="4633924" y="5622613"/>
              <a:ext cx="0" cy="50157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59" name="Google Shape;5459;p32"/>
          <p:cNvGrpSpPr/>
          <p:nvPr/>
        </p:nvGrpSpPr>
        <p:grpSpPr>
          <a:xfrm>
            <a:off x="6355851" y="3632200"/>
            <a:ext cx="578032" cy="815847"/>
            <a:chOff x="6355851" y="3632200"/>
            <a:chExt cx="578032" cy="815847"/>
          </a:xfrm>
        </p:grpSpPr>
        <p:sp>
          <p:nvSpPr>
            <p:cNvPr id="5460" name="Google Shape;5460;p32"/>
            <p:cNvSpPr/>
            <p:nvPr/>
          </p:nvSpPr>
          <p:spPr>
            <a:xfrm flipH="1">
              <a:off x="6355851" y="4076630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1" name="Google Shape;5461;p32"/>
            <p:cNvGrpSpPr/>
            <p:nvPr/>
          </p:nvGrpSpPr>
          <p:grpSpPr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5462" name="Google Shape;546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3" name="Google Shape;546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4" name="Google Shape;546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65" name="Google Shape;546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6" name="Google Shape;546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7" name="Google Shape;546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68" name="Google Shape;546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69" name="Google Shape;5469;p32"/>
          <p:cNvGrpSpPr/>
          <p:nvPr/>
        </p:nvGrpSpPr>
        <p:grpSpPr>
          <a:xfrm>
            <a:off x="7355160" y="3958273"/>
            <a:ext cx="578032" cy="822878"/>
            <a:chOff x="7355160" y="3958273"/>
            <a:chExt cx="578032" cy="822878"/>
          </a:xfrm>
        </p:grpSpPr>
        <p:sp>
          <p:nvSpPr>
            <p:cNvPr id="5470" name="Google Shape;5470;p32"/>
            <p:cNvSpPr/>
            <p:nvPr/>
          </p:nvSpPr>
          <p:spPr>
            <a:xfrm flipH="1">
              <a:off x="7355160" y="4409734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71" name="Google Shape;5471;p32"/>
            <p:cNvGrpSpPr/>
            <p:nvPr/>
          </p:nvGrpSpPr>
          <p:grpSpPr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5472" name="Google Shape;547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3" name="Google Shape;547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4" name="Google Shape;547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75" name="Google Shape;547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6" name="Google Shape;547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7" name="Google Shape;547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8" name="Google Shape;547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79" name="Google Shape;5479;p32"/>
          <p:cNvGrpSpPr/>
          <p:nvPr/>
        </p:nvGrpSpPr>
        <p:grpSpPr>
          <a:xfrm>
            <a:off x="7006931" y="5622613"/>
            <a:ext cx="560563" cy="811086"/>
            <a:chOff x="7006931" y="5622613"/>
            <a:chExt cx="560563" cy="811086"/>
          </a:xfrm>
        </p:grpSpPr>
        <p:sp>
          <p:nvSpPr>
            <p:cNvPr id="5480" name="Google Shape;5480;p32"/>
            <p:cNvSpPr/>
            <p:nvPr/>
          </p:nvSpPr>
          <p:spPr>
            <a:xfrm rot="10800000">
              <a:off x="7024398" y="5622613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7006931" y="5981332"/>
              <a:ext cx="551036" cy="452367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4" name="Google Shape;5484;p32"/>
            <p:cNvCxnSpPr/>
            <p:nvPr/>
          </p:nvCxnSpPr>
          <p:spPr>
            <a:xfrm>
              <a:off x="7318179" y="6208309"/>
              <a:ext cx="1588" cy="2063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5" name="Google Shape;5485;p32"/>
            <p:cNvCxnSpPr/>
            <p:nvPr/>
          </p:nvCxnSpPr>
          <p:spPr>
            <a:xfrm>
              <a:off x="7049807" y="6257514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6" name="Google Shape;5486;p32"/>
            <p:cNvCxnSpPr/>
            <p:nvPr/>
          </p:nvCxnSpPr>
          <p:spPr>
            <a:xfrm>
              <a:off x="7048219" y="6209896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7" name="Google Shape;5487;p32"/>
            <p:cNvSpPr/>
            <p:nvPr/>
          </p:nvSpPr>
          <p:spPr>
            <a:xfrm rot="5400000">
              <a:off x="7268962" y="6103535"/>
              <a:ext cx="46030" cy="65108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8" name="Google Shape;5488;p32"/>
          <p:cNvGrpSpPr/>
          <p:nvPr/>
        </p:nvGrpSpPr>
        <p:grpSpPr>
          <a:xfrm>
            <a:off x="6311387" y="5299841"/>
            <a:ext cx="553609" cy="931601"/>
            <a:chOff x="6311387" y="5299841"/>
            <a:chExt cx="553609" cy="931601"/>
          </a:xfrm>
        </p:grpSpPr>
        <p:sp>
          <p:nvSpPr>
            <p:cNvPr id="5489" name="Google Shape;5489;p32"/>
            <p:cNvSpPr/>
            <p:nvPr/>
          </p:nvSpPr>
          <p:spPr>
            <a:xfrm rot="10800000">
              <a:off x="6312396" y="5299841"/>
              <a:ext cx="552600" cy="477654"/>
            </a:xfrm>
            <a:custGeom>
              <a:rect b="b" l="l" r="r" t="t"/>
              <a:pathLst>
                <a:path extrusionOk="0" h="10559" w="10175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0" name="Google Shape;5490;p32"/>
            <p:cNvGrpSpPr/>
            <p:nvPr/>
          </p:nvGrpSpPr>
          <p:grpSpPr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491" name="Google Shape;549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2" name="Google Shape;549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3" name="Google Shape;549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94" name="Google Shape;549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5" name="Google Shape;549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6" name="Google Shape;549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97" name="Google Shape;549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98" name="Google Shape;5498;p32"/>
          <p:cNvGrpSpPr/>
          <p:nvPr/>
        </p:nvGrpSpPr>
        <p:grpSpPr>
          <a:xfrm>
            <a:off x="5655543" y="5606741"/>
            <a:ext cx="562152" cy="799974"/>
            <a:chOff x="5655543" y="5606741"/>
            <a:chExt cx="562152" cy="799974"/>
          </a:xfrm>
        </p:grpSpPr>
        <p:sp>
          <p:nvSpPr>
            <p:cNvPr id="5499" name="Google Shape;5499;p32"/>
            <p:cNvSpPr/>
            <p:nvPr/>
          </p:nvSpPr>
          <p:spPr>
            <a:xfrm rot="10800000">
              <a:off x="5674599" y="5606741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00" name="Google Shape;5500;p32"/>
            <p:cNvGrpSpPr/>
            <p:nvPr/>
          </p:nvGrpSpPr>
          <p:grpSpPr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501" name="Google Shape;550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2" name="Google Shape;550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3" name="Google Shape;550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4" name="Google Shape;550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5" name="Google Shape;550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6" name="Google Shape;550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7" name="Google Shape;550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08" name="Google Shape;5508;p32"/>
          <p:cNvGrpSpPr/>
          <p:nvPr/>
        </p:nvGrpSpPr>
        <p:grpSpPr>
          <a:xfrm>
            <a:off x="7049868" y="4738514"/>
            <a:ext cx="578032" cy="285706"/>
            <a:chOff x="7493876" y="2774731"/>
            <a:chExt cx="1481958" cy="894622"/>
          </a:xfrm>
        </p:grpSpPr>
        <p:sp>
          <p:nvSpPr>
            <p:cNvPr id="5509" name="Google Shape;550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0" name="Google Shape;551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1" name="Google Shape;551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2" name="Google Shape;551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6" name="Google Shape;5516;p32"/>
          <p:cNvGrpSpPr/>
          <p:nvPr/>
        </p:nvGrpSpPr>
        <p:grpSpPr>
          <a:xfrm>
            <a:off x="6681740" y="5392274"/>
            <a:ext cx="578032" cy="285706"/>
            <a:chOff x="7493876" y="2774731"/>
            <a:chExt cx="1481958" cy="894622"/>
          </a:xfrm>
        </p:grpSpPr>
        <p:sp>
          <p:nvSpPr>
            <p:cNvPr id="5517" name="Google Shape;5517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8" name="Google Shape;5518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9" name="Google Shape;5519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0" name="Google Shape;5520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4" name="Google Shape;5524;p32"/>
          <p:cNvGrpSpPr/>
          <p:nvPr/>
        </p:nvGrpSpPr>
        <p:grpSpPr>
          <a:xfrm>
            <a:off x="5525266" y="5343605"/>
            <a:ext cx="578032" cy="285706"/>
            <a:chOff x="7493876" y="2774731"/>
            <a:chExt cx="1481958" cy="894622"/>
          </a:xfrm>
        </p:grpSpPr>
        <p:sp>
          <p:nvSpPr>
            <p:cNvPr id="5525" name="Google Shape;5525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6" name="Google Shape;5526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7" name="Google Shape;5527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8" name="Google Shape;5528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0" name="Google Shape;5530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2" name="Google Shape;5532;p32"/>
          <p:cNvGrpSpPr/>
          <p:nvPr/>
        </p:nvGrpSpPr>
        <p:grpSpPr>
          <a:xfrm>
            <a:off x="6130766" y="4428206"/>
            <a:ext cx="578032" cy="285706"/>
            <a:chOff x="7493876" y="2774731"/>
            <a:chExt cx="1481958" cy="894622"/>
          </a:xfrm>
        </p:grpSpPr>
        <p:sp>
          <p:nvSpPr>
            <p:cNvPr id="5533" name="Google Shape;5533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4" name="Google Shape;5534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5" name="Google Shape;5535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6" name="Google Shape;5536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0" name="Google Shape;5540;p32"/>
          <p:cNvGrpSpPr/>
          <p:nvPr/>
        </p:nvGrpSpPr>
        <p:grpSpPr>
          <a:xfrm>
            <a:off x="6041427" y="5026045"/>
            <a:ext cx="578032" cy="285706"/>
            <a:chOff x="7493876" y="2774731"/>
            <a:chExt cx="1481958" cy="894622"/>
          </a:xfrm>
        </p:grpSpPr>
        <p:sp>
          <p:nvSpPr>
            <p:cNvPr id="5541" name="Google Shape;5541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42" name="Google Shape;5542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3" name="Google Shape;5543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4" name="Google Shape;5544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8" name="Google Shape;5548;p32"/>
          <p:cNvGrpSpPr/>
          <p:nvPr/>
        </p:nvGrpSpPr>
        <p:grpSpPr>
          <a:xfrm>
            <a:off x="5094748" y="4736342"/>
            <a:ext cx="578032" cy="285706"/>
            <a:chOff x="7493876" y="2774731"/>
            <a:chExt cx="1481958" cy="894622"/>
          </a:xfrm>
        </p:grpSpPr>
        <p:sp>
          <p:nvSpPr>
            <p:cNvPr id="5549" name="Google Shape;554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50" name="Google Shape;555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51" name="Google Shape;555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52" name="Google Shape;555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56" name="Google Shape;5556;p32"/>
          <p:cNvGrpSpPr/>
          <p:nvPr/>
        </p:nvGrpSpPr>
        <p:grpSpPr>
          <a:xfrm>
            <a:off x="3563785" y="1706808"/>
            <a:ext cx="2317750" cy="3038266"/>
            <a:chOff x="3563785" y="1706808"/>
            <a:chExt cx="2317750" cy="3038266"/>
          </a:xfrm>
        </p:grpSpPr>
        <p:sp>
          <p:nvSpPr>
            <p:cNvPr id="5557" name="Google Shape;5557;p32"/>
            <p:cNvSpPr/>
            <p:nvPr/>
          </p:nvSpPr>
          <p:spPr>
            <a:xfrm rot="-5400000">
              <a:off x="4355018" y="3236963"/>
              <a:ext cx="721461" cy="2294761"/>
            </a:xfrm>
            <a:custGeom>
              <a:rect b="b" l="l" r="r" t="t"/>
              <a:pathLst>
                <a:path extrusionOk="0" h="10126" w="9799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75000">
                  <a:srgbClr val="D8D8D8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32"/>
            <p:cNvSpPr/>
            <p:nvPr/>
          </p:nvSpPr>
          <p:spPr>
            <a:xfrm>
              <a:off x="3563785" y="1706808"/>
              <a:ext cx="2317750" cy="2333625"/>
            </a:xfrm>
            <a:prstGeom prst="rect">
              <a:avLst/>
            </a:prstGeom>
            <a:solidFill>
              <a:srgbClr val="D8D8D8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32"/>
            <p:cNvSpPr/>
            <p:nvPr/>
          </p:nvSpPr>
          <p:spPr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32"/>
            <p:cNvSpPr txBox="1"/>
            <p:nvPr/>
          </p:nvSpPr>
          <p:spPr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  <p:sp>
          <p:nvSpPr>
            <p:cNvPr id="5561" name="Google Shape;5561;p32"/>
            <p:cNvSpPr/>
            <p:nvPr/>
          </p:nvSpPr>
          <p:spPr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32"/>
            <p:cNvSpPr txBox="1"/>
            <p:nvPr/>
          </p:nvSpPr>
          <p:spPr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value</a:t>
              </a:r>
              <a:endParaRPr/>
            </a:p>
          </p:txBody>
        </p:sp>
        <p:sp>
          <p:nvSpPr>
            <p:cNvPr id="5563" name="Google Shape;5563;p32"/>
            <p:cNvSpPr txBox="1"/>
            <p:nvPr/>
          </p:nvSpPr>
          <p:spPr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link</a:t>
              </a:r>
              <a:endParaRPr/>
            </a:p>
          </p:txBody>
        </p:sp>
        <p:cxnSp>
          <p:nvCxnSpPr>
            <p:cNvPr id="5564" name="Google Shape;5564;p32"/>
            <p:cNvCxnSpPr/>
            <p:nvPr/>
          </p:nvCxnSpPr>
          <p:spPr>
            <a:xfrm>
              <a:off x="4871885" y="2876796"/>
              <a:ext cx="7937" cy="10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5" name="Google Shape;5565;p32"/>
            <p:cNvSpPr txBox="1"/>
            <p:nvPr/>
          </p:nvSpPr>
          <p:spPr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1001</a:t>
              </a:r>
              <a:endParaRPr/>
            </a:p>
          </p:txBody>
        </p:sp>
        <p:sp>
          <p:nvSpPr>
            <p:cNvPr id="5566" name="Google Shape;5566;p32"/>
            <p:cNvSpPr txBox="1"/>
            <p:nvPr/>
          </p:nvSpPr>
          <p:spPr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567" name="Google Shape;5567;p32"/>
            <p:cNvCxnSpPr/>
            <p:nvPr/>
          </p:nvCxnSpPr>
          <p:spPr>
            <a:xfrm>
              <a:off x="3743172" y="313397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8" name="Google Shape;5568;p32"/>
            <p:cNvCxnSpPr/>
            <p:nvPr/>
          </p:nvCxnSpPr>
          <p:spPr>
            <a:xfrm>
              <a:off x="3735235" y="288632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9" name="Google Shape;5569;p32"/>
            <p:cNvSpPr txBox="1"/>
            <p:nvPr/>
          </p:nvSpPr>
          <p:spPr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  <p:sp>
          <p:nvSpPr>
            <p:cNvPr id="5570" name="Google Shape;5570;p32"/>
            <p:cNvSpPr/>
            <p:nvPr/>
          </p:nvSpPr>
          <p:spPr>
            <a:xfrm rot="5400000">
              <a:off x="4641697" y="2356096"/>
              <a:ext cx="241300" cy="273050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1" name="Google Shape;5571;p32"/>
          <p:cNvSpPr txBox="1"/>
          <p:nvPr>
            <p:ph idx="1" type="body"/>
          </p:nvPr>
        </p:nvSpPr>
        <p:spPr>
          <a:xfrm>
            <a:off x="332534" y="2514905"/>
            <a:ext cx="2930611" cy="30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en-US" sz="3000">
                <a:solidFill>
                  <a:srgbClr val="C00000"/>
                </a:solidFill>
              </a:rPr>
              <a:t>Forwarding</a:t>
            </a:r>
            <a:r>
              <a:rPr i="1" lang="en-US">
                <a:solidFill>
                  <a:srgbClr val="C00000"/>
                </a:solidFill>
              </a:rPr>
              <a:t>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aka “switching”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i="1" lang="en-US">
                <a:solidFill>
                  <a:srgbClr val="C00000"/>
                </a:solidFill>
              </a:rPr>
              <a:t>local</a:t>
            </a:r>
            <a:r>
              <a:rPr i="1" lang="en-US"/>
              <a:t> </a:t>
            </a:r>
            <a:r>
              <a:rPr lang="en-US"/>
              <a:t>action: move arriving packets from router’s input link to appropriate router output link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5572" name="Google Shape;5572;p32"/>
          <p:cNvCxnSpPr/>
          <p:nvPr/>
        </p:nvCxnSpPr>
        <p:spPr>
          <a:xfrm>
            <a:off x="2389758" y="2757407"/>
            <a:ext cx="1281663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3" name="Google Shape;5573;p32"/>
          <p:cNvGrpSpPr/>
          <p:nvPr/>
        </p:nvGrpSpPr>
        <p:grpSpPr>
          <a:xfrm>
            <a:off x="3744796" y="2580320"/>
            <a:ext cx="2017520" cy="338554"/>
            <a:chOff x="6181202" y="4326532"/>
            <a:chExt cx="2017520" cy="338554"/>
          </a:xfrm>
        </p:grpSpPr>
        <p:sp>
          <p:nvSpPr>
            <p:cNvPr id="5574" name="Google Shape;5574;p32"/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5" name="Google Shape;5575;p32"/>
            <p:cNvSpPr txBox="1"/>
            <p:nvPr/>
          </p:nvSpPr>
          <p:spPr>
            <a:xfrm>
              <a:off x="6181202" y="4326532"/>
              <a:ext cx="20056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</p:grpSp>
      <p:grpSp>
        <p:nvGrpSpPr>
          <p:cNvPr id="5576" name="Google Shape;5576;p32"/>
          <p:cNvGrpSpPr/>
          <p:nvPr/>
        </p:nvGrpSpPr>
        <p:grpSpPr>
          <a:xfrm>
            <a:off x="5698975" y="3819688"/>
            <a:ext cx="2183401" cy="2394971"/>
            <a:chOff x="5698975" y="3819688"/>
            <a:chExt cx="2183401" cy="2394971"/>
          </a:xfrm>
        </p:grpSpPr>
        <p:sp>
          <p:nvSpPr>
            <p:cNvPr id="5577" name="Google Shape;5577;p32"/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32"/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32"/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32"/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32"/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2" name="Google Shape;5582;p32"/>
          <p:cNvSpPr txBox="1"/>
          <p:nvPr/>
        </p:nvSpPr>
        <p:spPr>
          <a:xfrm>
            <a:off x="8430283" y="1824271"/>
            <a:ext cx="3555414" cy="30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Routing: 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action: determine source-destination paths taken by packets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3" name="Google Shape;5583;p32"/>
          <p:cNvSpPr/>
          <p:nvPr/>
        </p:nvSpPr>
        <p:spPr>
          <a:xfrm>
            <a:off x="4869344" y="4824326"/>
            <a:ext cx="1041867" cy="336451"/>
          </a:xfrm>
          <a:custGeom>
            <a:rect b="b" l="l" r="r" t="t"/>
            <a:pathLst>
              <a:path extrusionOk="0" h="14797" w="10844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4" name="Google Shape;5584;p32"/>
          <p:cNvGrpSpPr/>
          <p:nvPr/>
        </p:nvGrpSpPr>
        <p:grpSpPr>
          <a:xfrm>
            <a:off x="3689197" y="1759195"/>
            <a:ext cx="2095500" cy="604837"/>
            <a:chOff x="3839579" y="1912090"/>
            <a:chExt cx="2095500" cy="604837"/>
          </a:xfrm>
        </p:grpSpPr>
        <p:sp>
          <p:nvSpPr>
            <p:cNvPr id="5585" name="Google Shape;5585;p32"/>
            <p:cNvSpPr/>
            <p:nvPr/>
          </p:nvSpPr>
          <p:spPr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32"/>
            <p:cNvSpPr txBox="1"/>
            <p:nvPr/>
          </p:nvSpPr>
          <p:spPr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</p:grpSp>
      <p:sp>
        <p:nvSpPr>
          <p:cNvPr id="5587" name="Google Shape;5587;p32"/>
          <p:cNvSpPr/>
          <p:nvPr/>
        </p:nvSpPr>
        <p:spPr>
          <a:xfrm>
            <a:off x="5748185" y="4775202"/>
            <a:ext cx="2423480" cy="399173"/>
          </a:xfrm>
          <a:custGeom>
            <a:rect b="b" l="l" r="r" t="t"/>
            <a:pathLst>
              <a:path extrusionOk="0" h="399173" w="2423480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8" name="Google Shape;5588;p32"/>
          <p:cNvGrpSpPr/>
          <p:nvPr/>
        </p:nvGrpSpPr>
        <p:grpSpPr>
          <a:xfrm>
            <a:off x="5600948" y="2059246"/>
            <a:ext cx="2852523" cy="3990269"/>
            <a:chOff x="5600948" y="2059246"/>
            <a:chExt cx="2852523" cy="3990269"/>
          </a:xfrm>
        </p:grpSpPr>
        <p:cxnSp>
          <p:nvCxnSpPr>
            <p:cNvPr id="5589" name="Google Shape;5589;p32"/>
            <p:cNvCxnSpPr/>
            <p:nvPr/>
          </p:nvCxnSpPr>
          <p:spPr>
            <a:xfrm rot="10800000">
              <a:off x="5600948" y="2062812"/>
              <a:ext cx="2852523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0" name="Google Shape;5590;p32"/>
            <p:cNvCxnSpPr/>
            <p:nvPr/>
          </p:nvCxnSpPr>
          <p:spPr>
            <a:xfrm flipH="1">
              <a:off x="6643279" y="2072337"/>
              <a:ext cx="1781930" cy="156938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1" name="Google Shape;5591;p32"/>
            <p:cNvCxnSpPr/>
            <p:nvPr/>
          </p:nvCxnSpPr>
          <p:spPr>
            <a:xfrm flipH="1">
              <a:off x="7640094" y="2059246"/>
              <a:ext cx="802722" cy="1908551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92" name="Google Shape;5592;p32"/>
            <p:cNvGrpSpPr/>
            <p:nvPr/>
          </p:nvGrpSpPr>
          <p:grpSpPr>
            <a:xfrm>
              <a:off x="6178887" y="2060294"/>
              <a:ext cx="2270632" cy="3989221"/>
              <a:chOff x="6178887" y="2060294"/>
              <a:chExt cx="2270632" cy="3989221"/>
            </a:xfrm>
          </p:grpSpPr>
          <p:sp>
            <p:nvSpPr>
              <p:cNvPr id="5593" name="Google Shape;5593;p32"/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rect b="b" l="l" r="r" t="t"/>
                <a:pathLst>
                  <a:path extrusionOk="0" h="3796496" w="159730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94" name="Google Shape;5594;p32"/>
              <p:cNvCxnSpPr>
                <a:stCxn id="5593" idx="1"/>
              </p:cNvCxnSpPr>
              <p:nvPr/>
            </p:nvCxnSpPr>
            <p:spPr>
              <a:xfrm flipH="1">
                <a:off x="7535787" y="5845215"/>
                <a:ext cx="242400" cy="20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5" name="Google Shape;5595;p32"/>
              <p:cNvCxnSpPr>
                <a:stCxn id="5593" idx="1"/>
              </p:cNvCxnSpPr>
              <p:nvPr/>
            </p:nvCxnSpPr>
            <p:spPr>
              <a:xfrm flipH="1">
                <a:off x="6178887" y="5845215"/>
                <a:ext cx="1599300" cy="18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596" name="Google Shape;5596;p32"/>
          <p:cNvGrpSpPr/>
          <p:nvPr/>
        </p:nvGrpSpPr>
        <p:grpSpPr>
          <a:xfrm>
            <a:off x="5679271" y="3642935"/>
            <a:ext cx="2210121" cy="2467075"/>
            <a:chOff x="5679271" y="3642935"/>
            <a:chExt cx="2210121" cy="2467075"/>
          </a:xfrm>
        </p:grpSpPr>
        <p:sp>
          <p:nvSpPr>
            <p:cNvPr id="5597" name="Google Shape;5597;p32"/>
            <p:cNvSpPr/>
            <p:nvPr/>
          </p:nvSpPr>
          <p:spPr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32"/>
            <p:cNvSpPr/>
            <p:nvPr/>
          </p:nvSpPr>
          <p:spPr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32"/>
            <p:cNvSpPr/>
            <p:nvPr/>
          </p:nvSpPr>
          <p:spPr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32"/>
            <p:cNvSpPr/>
            <p:nvPr/>
          </p:nvSpPr>
          <p:spPr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32"/>
            <p:cNvSpPr/>
            <p:nvPr/>
          </p:nvSpPr>
          <p:spPr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2" name="Google Shape;5602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7" name="Shape 5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8" name="Google Shape;56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09" name="Google Shape;5609;p33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0" name="Google Shape;5610;p33"/>
          <p:cNvSpPr txBox="1"/>
          <p:nvPr/>
        </p:nvSpPr>
        <p:spPr>
          <a:xfrm>
            <a:off x="4994031" y="2985477"/>
            <a:ext cx="20005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/>
          </a:p>
        </p:txBody>
      </p:sp>
      <p:sp>
        <p:nvSpPr>
          <p:cNvPr id="5611" name="Google Shape;561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6" name="Shape 5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7" name="Google Shape;56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18" name="Google Shape;5618;p34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9" name="Google Shape;5619;p34"/>
          <p:cNvGrpSpPr/>
          <p:nvPr/>
        </p:nvGrpSpPr>
        <p:grpSpPr>
          <a:xfrm>
            <a:off x="1527142" y="1131216"/>
            <a:ext cx="2243580" cy="2158739"/>
            <a:chOff x="1527142" y="1131216"/>
            <a:chExt cx="2243580" cy="2158739"/>
          </a:xfrm>
        </p:grpSpPr>
        <p:pic>
          <p:nvPicPr>
            <p:cNvPr descr="A close up of a map&#10;&#10;Description automatically generated" id="5620" name="Google Shape;562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8543" y="1163561"/>
              <a:ext cx="2078994" cy="17870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1" name="Google Shape;5621;p34"/>
            <p:cNvSpPr/>
            <p:nvPr/>
          </p:nvSpPr>
          <p:spPr>
            <a:xfrm>
              <a:off x="1527142" y="1131216"/>
              <a:ext cx="2243580" cy="2158739"/>
            </a:xfrm>
            <a:custGeom>
              <a:rect b="b" l="l" r="r" t="t"/>
              <a:pathLst>
                <a:path extrusionOk="0" h="2158739" w="2243580">
                  <a:moveTo>
                    <a:pt x="0" y="2158739"/>
                  </a:moveTo>
                  <a:cubicBezTo>
                    <a:pt x="84842" y="1552281"/>
                    <a:pt x="94268" y="719580"/>
                    <a:pt x="141402" y="0"/>
                  </a:cubicBezTo>
                  <a:lnTo>
                    <a:pt x="160256" y="1800520"/>
                  </a:lnTo>
                  <a:lnTo>
                    <a:pt x="2243580" y="1781666"/>
                  </a:lnTo>
                  <a:cubicBezTo>
                    <a:pt x="656735" y="1973345"/>
                    <a:pt x="568751" y="1995341"/>
                    <a:pt x="0" y="215873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2" name="Google Shape;5622;p34"/>
          <p:cNvSpPr txBox="1"/>
          <p:nvPr/>
        </p:nvSpPr>
        <p:spPr>
          <a:xfrm>
            <a:off x="1649047" y="2813539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grpSp>
        <p:nvGrpSpPr>
          <p:cNvPr id="5623" name="Google Shape;5623;p34"/>
          <p:cNvGrpSpPr/>
          <p:nvPr/>
        </p:nvGrpSpPr>
        <p:grpSpPr>
          <a:xfrm>
            <a:off x="8758797" y="2608289"/>
            <a:ext cx="2771818" cy="2930576"/>
            <a:chOff x="8758797" y="2608289"/>
            <a:chExt cx="2771818" cy="2930576"/>
          </a:xfrm>
        </p:grpSpPr>
        <p:pic>
          <p:nvPicPr>
            <p:cNvPr id="5624" name="Google Shape;562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58797" y="2998032"/>
              <a:ext cx="2771818" cy="2540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5" name="Google Shape;5625;p34"/>
            <p:cNvSpPr/>
            <p:nvPr/>
          </p:nvSpPr>
          <p:spPr>
            <a:xfrm>
              <a:off x="8769246" y="2608289"/>
              <a:ext cx="2683239" cy="404734"/>
            </a:xfrm>
            <a:custGeom>
              <a:rect b="b" l="l" r="r" t="t"/>
              <a:pathLst>
                <a:path extrusionOk="0" h="404734" w="2683239">
                  <a:moveTo>
                    <a:pt x="239843" y="0"/>
                  </a:moveTo>
                  <a:cubicBezTo>
                    <a:pt x="234846" y="164891"/>
                    <a:pt x="259830" y="209862"/>
                    <a:pt x="0" y="404734"/>
                  </a:cubicBezTo>
                  <a:lnTo>
                    <a:pt x="2683239" y="389744"/>
                  </a:lnTo>
                  <a:cubicBezTo>
                    <a:pt x="969364" y="244839"/>
                    <a:pt x="1054308" y="189876"/>
                    <a:pt x="239843" y="0"/>
                  </a:cubicBez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A5A5A5"/>
                </a:gs>
              </a:gsLst>
              <a:lin ang="5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6" name="Google Shape;5626;p34"/>
          <p:cNvSpPr txBox="1"/>
          <p:nvPr/>
        </p:nvSpPr>
        <p:spPr>
          <a:xfrm>
            <a:off x="9032426" y="2448581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sp>
        <p:nvSpPr>
          <p:cNvPr id="5627" name="Google Shape;5627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2" name="Shape 5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Google Shape;5633;p3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/>
          </a:p>
        </p:txBody>
      </p:sp>
      <p:sp>
        <p:nvSpPr>
          <p:cNvPr id="5634" name="Google Shape;5634;p35"/>
          <p:cNvSpPr txBox="1"/>
          <p:nvPr>
            <p:ph idx="1" type="body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i="1" lang="en-US" sz="2600"/>
              <a:t>L</a:t>
            </a:r>
            <a:r>
              <a:rPr lang="en-US" sz="2600"/>
              <a:t>/</a:t>
            </a:r>
            <a:r>
              <a:rPr i="1" lang="en-US" sz="2600"/>
              <a:t>R</a:t>
            </a:r>
            <a:r>
              <a:rPr lang="en-US" sz="2600"/>
              <a:t> seconds to transmit (push out) </a:t>
            </a:r>
            <a:r>
              <a:rPr i="1" lang="en-US" sz="2600"/>
              <a:t>L</a:t>
            </a:r>
            <a:r>
              <a:rPr lang="en-US" sz="2600"/>
              <a:t>-bit packet into link at </a:t>
            </a:r>
            <a:r>
              <a:rPr i="1" lang="en-US" sz="2600"/>
              <a:t>R</a:t>
            </a:r>
            <a:r>
              <a:rPr lang="en-US" sz="2600"/>
              <a:t> bps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i="1" lang="en-US" sz="2600">
                <a:solidFill>
                  <a:srgbClr val="CC0000"/>
                </a:solidFill>
              </a:rPr>
              <a:t>store and forward:</a:t>
            </a:r>
            <a:r>
              <a:rPr i="1" lang="en-US" sz="2600">
                <a:solidFill>
                  <a:srgbClr val="FF0000"/>
                </a:solidFill>
              </a:rPr>
              <a:t> </a:t>
            </a:r>
            <a:r>
              <a:rPr i="1" lang="en-US" sz="2600"/>
              <a:t>entire</a:t>
            </a:r>
            <a:r>
              <a:rPr lang="en-US" sz="2600"/>
              <a:t> packet must  arrive at router before it can be transmitted on next link</a:t>
            </a:r>
            <a:endParaRPr/>
          </a:p>
          <a:p>
            <a:pPr indent="-109538" lvl="0" marL="287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35" name="Google Shape;5635;p35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grpSp>
        <p:nvGrpSpPr>
          <p:cNvPr id="5636" name="Google Shape;5636;p35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5637" name="Google Shape;563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8" name="Google Shape;5638;p35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39" name="Google Shape;5639;p35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40" name="Google Shape;5640;p35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5641" name="Google Shape;5641;p35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42" name="Google Shape;564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3" name="Google Shape;5643;p35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5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5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6" name="Google Shape;5646;p35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7" name="Google Shape;5647;p35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8" name="Google Shape;5648;p35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5649" name="Google Shape;5649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0" name="Google Shape;5650;p35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35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2" name="Google Shape;5652;p35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5653" name="Google Shape;56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4" name="Google Shape;5654;p35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5" name="Google Shape;5655;p35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cxnSp>
        <p:nvCxnSpPr>
          <p:cNvPr id="5656" name="Google Shape;5656;p35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57" name="Google Shape;5657;p35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descr="desktop_computer_stylized_medium" id="5658" name="Google Shape;5658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9" name="Google Shape;5659;p35"/>
            <p:cNvSpPr/>
            <p:nvPr/>
          </p:nvSpPr>
          <p:spPr>
            <a:xfrm flipH="1">
              <a:off x="374" y="1580"/>
              <a:ext cx="474" cy="50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0" name="Google Shape;5660;p35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1" name="Google Shape;5661;p35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662" name="Google Shape;5662;p35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63" name="Google Shape;5663;p35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5664" name="Google Shape;5664;p35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5665" name="Google Shape;5665;p35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5666" name="Google Shape;5666;p35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7" name="Google Shape;5667;p35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8" name="Google Shape;5668;p35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9" name="Google Shape;5669;p35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0" name="Google Shape;5670;p35"/>
              <p:cNvCxnSpPr>
                <a:stCxn id="5669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1" name="Google Shape;5671;p35"/>
              <p:cNvCxnSpPr>
                <a:endCxn id="5669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2" name="Google Shape;5672;p35"/>
              <p:cNvCxnSpPr>
                <a:endCxn id="5669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3" name="Google Shape;5673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74" name="Google Shape;5674;p35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5675" name="Google Shape;5675;p35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6" name="Google Shape;5676;p35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7" name="Google Shape;5677;p35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8" name="Google Shape;5678;p35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9" name="Google Shape;5679;p35"/>
              <p:cNvCxnSpPr>
                <a:stCxn id="5678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0" name="Google Shape;5680;p35"/>
              <p:cNvCxnSpPr>
                <a:endCxn id="5678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1" name="Google Shape;5681;p35"/>
              <p:cNvCxnSpPr>
                <a:endCxn id="5678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2" name="Google Shape;5682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83" name="Google Shape;5683;p35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5684" name="Google Shape;5684;p35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5" name="Google Shape;5685;p35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87" name="Google Shape;5687;p35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35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fmla="val 13889" name="adj1"/>
                <a:gd fmla="val 53703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9" name="Google Shape;5689;p35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5690" name="Google Shape;5690;p35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93" name="Google Shape;5693;p35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fmla="val 13889" name="adj1"/>
                <a:gd fmla="val 53702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4" name="Google Shape;5694;p35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/>
          </a:p>
        </p:txBody>
      </p:sp>
      <p:sp>
        <p:nvSpPr>
          <p:cNvPr id="5695" name="Google Shape;5695;p35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grpSp>
        <p:nvGrpSpPr>
          <p:cNvPr id="5696" name="Google Shape;5696;p35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5697" name="Google Shape;5697;p35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8" name="Google Shape;5698;p35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1313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1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/>
            </a:p>
          </p:txBody>
        </p:sp>
      </p:grpSp>
      <p:sp>
        <p:nvSpPr>
          <p:cNvPr id="5699" name="Google Shape;569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4" name="Shape 5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5" name="Google Shape;5705;p3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06" name="Google Shape;5706;p36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07" name="Google Shape;570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8" name="Google Shape;570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09" name="Google Shape;5709;p36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36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36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36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3" name="Google Shape;5713;p36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4" name="Google Shape;5714;p36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5" name="Google Shape;5715;p36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36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7" name="Google Shape;5717;p36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36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36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0" name="Google Shape;5720;p36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6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2" name="Google Shape;5722;p36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3" name="Google Shape;5723;p36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36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36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36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727" name="Google Shape;5727;p36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8" name="Google Shape;5728;p36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9" name="Google Shape;5729;p36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0" name="Google Shape;5730;p36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1" name="Google Shape;5731;p36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2" name="Google Shape;5732;p36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36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734" name="Google Shape;57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5" name="Google Shape;5735;p36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6" name="Google Shape;5736;p36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737" name="Google Shape;573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8" name="Google Shape;573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9" name="Google Shape;5739;p36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740" name="Google Shape;574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1" name="Google Shape;5741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2" name="Google Shape;5742;p36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743" name="Google Shape;5743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4" name="Google Shape;5744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5" name="Google Shape;5745;p36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746" name="Google Shape;5746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47" name="Google Shape;5747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48" name="Google Shape;5748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49" name="Google Shape;5749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3" name="Google Shape;5753;p36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754" name="Google Shape;5754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55" name="Google Shape;5755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56" name="Google Shape;5756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57" name="Google Shape;5757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1" name="Google Shape;5761;p36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762" name="Google Shape;5762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63" name="Google Shape;5763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64" name="Google Shape;5764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65" name="Google Shape;5765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769" name="Google Shape;5769;p36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770" name="Google Shape;5770;p36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771" name="Google Shape;5771;p36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2" name="Google Shape;5772;p36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3" name="Google Shape;5773;p36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4" name="Google Shape;5774;p36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5" name="Google Shape;5775;p36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6" name="Google Shape;5776;p36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7" name="Google Shape;5777;p36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8" name="Google Shape;5778;p36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36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36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81" name="Google Shape;5781;p36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5782" name="Google Shape;578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3" name="Google Shape;5783;p36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/>
            </a:p>
          </p:txBody>
        </p:sp>
        <p:pic>
          <p:nvPicPr>
            <p:cNvPr id="5784" name="Google Shape;5784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5" name="Google Shape;578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86" name="Google Shape;578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p3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93" name="Google Shape;5793;p37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94" name="Google Shape;579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5" name="Google Shape;579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96" name="Google Shape;5796;p37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7" name="Google Shape;5797;p37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8" name="Google Shape;5798;p37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9" name="Google Shape;5799;p37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0" name="Google Shape;5800;p37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1" name="Google Shape;5801;p37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37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37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4" name="Google Shape;5804;p37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5" name="Google Shape;5805;p37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6" name="Google Shape;5806;p37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7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8" name="Google Shape;5808;p37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9" name="Google Shape;5809;p37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0" name="Google Shape;5810;p37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1" name="Google Shape;5811;p37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2" name="Google Shape;5812;p37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3" name="Google Shape;5813;p37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814" name="Google Shape;5814;p37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5" name="Google Shape;5815;p37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6" name="Google Shape;5816;p37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37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8" name="Google Shape;5818;p37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37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0" name="Google Shape;5820;p37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821" name="Google Shape;58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2" name="Google Shape;5822;p37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3" name="Google Shape;5823;p37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824" name="Google Shape;582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5" name="Google Shape;582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6" name="Google Shape;5826;p37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827" name="Google Shape;582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8" name="Google Shape;5828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9" name="Google Shape;5829;p37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830" name="Google Shape;583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1" name="Google Shape;5831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2" name="Google Shape;5832;p37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833" name="Google Shape;5833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34" name="Google Shape;5834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35" name="Google Shape;5835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36" name="Google Shape;5836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0" name="Google Shape;5840;p37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841" name="Google Shape;5841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42" name="Google Shape;5842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43" name="Google Shape;5843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44" name="Google Shape;5844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8" name="Google Shape;5848;p37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849" name="Google Shape;5849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50" name="Google Shape;5850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51" name="Google Shape;5851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2" name="Google Shape;5852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3" name="Google Shape;5853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856" name="Google Shape;5856;p37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857" name="Google Shape;5857;p37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858" name="Google Shape;5858;p37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9" name="Google Shape;5859;p37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0" name="Google Shape;5860;p37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1" name="Google Shape;5861;p37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2" name="Google Shape;5862;p37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3" name="Google Shape;5863;p37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4" name="Google Shape;5864;p37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5" name="Google Shape;5865;p37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6" name="Google Shape;5866;p37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7" name="Google Shape;5867;p37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8" name="Google Shape;5868;p37"/>
          <p:cNvSpPr txBox="1"/>
          <p:nvPr>
            <p:ph idx="1" type="body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will queue, waiting to be transmitted on output link 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can be dropped (lost) if memory (buffer) in router fills up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69" name="Google Shape;58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p3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/>
          </a:p>
        </p:txBody>
      </p:sp>
      <p:sp>
        <p:nvSpPr>
          <p:cNvPr id="5876" name="Google Shape;5876;p38"/>
          <p:cNvSpPr txBox="1"/>
          <p:nvPr>
            <p:ph idx="1" type="body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diagram, each link has four circuits. 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call gets 2</a:t>
            </a:r>
            <a:r>
              <a:rPr baseline="30000" lang="en-US"/>
              <a:t>nd</a:t>
            </a:r>
            <a:r>
              <a:rPr lang="en-US"/>
              <a:t> circuit in top link and 1</a:t>
            </a:r>
            <a:r>
              <a:rPr baseline="30000" lang="en-US"/>
              <a:t>st</a:t>
            </a:r>
            <a:r>
              <a:rPr lang="en-US"/>
              <a:t> circuit in right link.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dedicated resources: no sharing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circuit-like (guaranteed) performance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77" name="Google Shape;5877;p38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8" name="Google Shape;5878;p38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9" name="Google Shape;5879;p38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0" name="Google Shape;5880;p38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1" name="Google Shape;5881;p38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5882" name="Google Shape;5882;p38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3" name="Google Shape;5883;p38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4" name="Google Shape;5884;p38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5" name="Google Shape;5885;p38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6" name="Google Shape;5886;p38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5887" name="Google Shape;5887;p38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8" name="Google Shape;5888;p38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9" name="Google Shape;5889;p38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0" name="Google Shape;5890;p38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1" name="Google Shape;5891;p38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38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38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38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5" name="Google Shape;5895;p38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descr="desktop_computer_stylized_medium" id="5896" name="Google Shape;58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7" name="Google Shape;5897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8" name="Google Shape;5898;p38"/>
          <p:cNvSpPr/>
          <p:nvPr/>
        </p:nvSpPr>
        <p:spPr>
          <a:xfrm flipH="1" rot="-8334563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9" name="Google Shape;5899;p38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0" name="Google Shape;5900;p38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1" name="Google Shape;5901;p38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2" name="Google Shape;5902;p38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3" name="Google Shape;5903;p38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4" name="Google Shape;5904;p38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5" name="Google Shape;5905;p38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6" name="Google Shape;5906;p38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7" name="Google Shape;5907;p38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descr="desktop_computer_stylized_medium" id="5908" name="Google Shape;59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9" name="Google Shape;5909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0" name="Google Shape;5910;p38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descr="desktop_computer_stylized_medium" id="5911" name="Google Shape;59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2" name="Google Shape;5912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3" name="Google Shape;5913;p38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5914" name="Google Shape;5914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15" name="Google Shape;5915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16" name="Google Shape;5916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17" name="Google Shape;5917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1" name="Google Shape;5921;p38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5922" name="Google Shape;5922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23" name="Google Shape;5923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24" name="Google Shape;5924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25" name="Google Shape;5925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9" name="Google Shape;5929;p38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5930" name="Google Shape;5930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1" name="Google Shape;5931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32" name="Google Shape;5932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3" name="Google Shape;5933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37" name="Google Shape;5937;p38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5938" name="Google Shape;5938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9" name="Google Shape;5939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40" name="Google Shape;5940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41" name="Google Shape;5941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5" name="Google Shape;5945;p38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6" name="Google Shape;5946;p38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8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38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sp>
        <p:nvSpPr>
          <p:cNvPr id="5949" name="Google Shape;5949;p38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/>
          </a:p>
          <a:p>
            <a:pPr indent="0" lvl="0" marL="1746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0" name="Google Shape;5950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5" name="Shape 5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6" name="Google Shape;5956;p3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/>
          </a:p>
        </p:txBody>
      </p:sp>
      <p:grpSp>
        <p:nvGrpSpPr>
          <p:cNvPr id="5957" name="Google Shape;5957;p39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5958" name="Google Shape;5958;p39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9" name="Google Shape;5959;p39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60" name="Google Shape;5960;p39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1" name="Google Shape;5961;p39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2" name="Google Shape;5962;p39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3" name="Google Shape;5963;p39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4" name="Google Shape;5964;p39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5" name="Google Shape;5965;p39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6" name="Google Shape;5966;p39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7" name="Google Shape;5967;p39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5968" name="Google Shape;5968;p39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9" name="Google Shape;5969;p39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70" name="Google Shape;5970;p39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71" name="Google Shape;5971;p39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2" name="Google Shape;5972;p39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3" name="Google Shape;5973;p39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5974" name="Google Shape;5974;p39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5" name="Google Shape;5975;p39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6" name="Google Shape;5976;p39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7" name="Google Shape;5977;p39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8" name="Google Shape;5978;p39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9" name="Google Shape;5979;p39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5980" name="Google Shape;5980;p39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1" name="Google Shape;5981;p39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2" name="Google Shape;5982;p39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3" name="Google Shape;5983;p39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4" name="Google Shape;5984;p39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5" name="Google Shape;5985;p39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5986" name="Google Shape;5986;p39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7" name="Google Shape;5987;p39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8" name="Google Shape;5988;p39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9" name="Google Shape;5989;p39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0" name="Google Shape;5990;p39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1" name="Google Shape;5991;p39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5992" name="Google Shape;5992;p39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3" name="Google Shape;5993;p39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39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5" name="Google Shape;5995;p39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6" name="Google Shape;5996;p39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7" name="Google Shape;5997;p39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5998" name="Google Shape;5998;p39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9" name="Google Shape;5999;p39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0" name="Google Shape;6000;p39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01" name="Google Shape;6001;p39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6002" name="Google Shape;6002;p39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3" name="Google Shape;6003;p39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4" name="Google Shape;6004;p39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5" name="Google Shape;6005;p39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6" name="Google Shape;6006;p39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7" name="Google Shape;6007;p39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8" name="Google Shape;6008;p39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9" name="Google Shape;6009;p39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0" name="Google Shape;6010;p39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1" name="Google Shape;6011;p39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2" name="Google Shape;6012;p39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3" name="Google Shape;6013;p39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4" name="Google Shape;6014;p39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5" name="Google Shape;6015;p39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6" name="Google Shape;6016;p39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39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8" name="Google Shape;6018;p39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9" name="Google Shape;6019;p39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0" name="Google Shape;6020;p39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1" name="Google Shape;6021;p39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6022" name="Google Shape;6022;p39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3" name="Google Shape;6023;p39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4" name="Google Shape;6024;p39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5" name="Google Shape;6025;p39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6" name="Google Shape;6026;p39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6027" name="Google Shape;6027;p39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8" name="Google Shape;6028;p39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9" name="Google Shape;6029;p39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0" name="Google Shape;6030;p39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1" name="Google Shape;6031;p39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2" name="Google Shape;6032;p39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3" name="Google Shape;6033;p39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4" name="Google Shape;6034;p39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5" name="Google Shape;6035;p39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6" name="Google Shape;6036;p39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7" name="Google Shape;6037;p39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8" name="Google Shape;6038;p39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9" name="Google Shape;6039;p39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0" name="Google Shape;6040;p39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1" name="Google Shape;6041;p39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2" name="Google Shape;6042;p39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3" name="Google Shape;6043;p39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4" name="Google Shape;6044;p39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5" name="Google Shape;6045;p39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6" name="Google Shape;6046;p39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7" name="Google Shape;6047;p39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6048" name="Google Shape;6048;p39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9" name="Google Shape;6049;p39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0" name="Google Shape;6050;p39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1" name="Google Shape;6051;p39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2" name="Google Shape;6052;p39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3" name="Google Shape;6053;p39"/>
          <p:cNvSpPr txBox="1"/>
          <p:nvPr>
            <p:ph idx="1" type="body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optical, electromagnetic frequencies divided into (narrow) frequency bands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54" name="Google Shape;6054;p39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/>
          </a:p>
        </p:txBody>
      </p:sp>
      <p:sp>
        <p:nvSpPr>
          <p:cNvPr id="6055" name="Google Shape;6055;p39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6" name="Google Shape;6056;p39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 (only)  during its time slot(s)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7" name="Google Shape;605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2" name="Shape 6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3" name="Google Shape;6063;p40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064" name="Google Shape;6064;p40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/>
          </a:p>
          <a:p>
            <a:pPr indent="-92075" lvl="1" marL="5667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5" name="Google Shape;6065;p40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 under circuit-switching and packet switching?</a:t>
            </a:r>
            <a:endParaRPr/>
          </a:p>
        </p:txBody>
      </p:sp>
      <p:sp>
        <p:nvSpPr>
          <p:cNvPr id="6066" name="Google Shape;6066;p40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grpSp>
        <p:nvGrpSpPr>
          <p:cNvPr id="6067" name="Google Shape;6067;p40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6068" name="Google Shape;6068;p40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9" name="Google Shape;6069;p40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0" name="Google Shape;6070;p40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1" name="Google Shape;6071;p40"/>
            <p:cNvCxnSpPr/>
            <p:nvPr/>
          </p:nvCxnSpPr>
          <p:spPr>
            <a:xfrm flipH="1" rot="10800000">
              <a:off x="7273464" y="3317507"/>
              <a:ext cx="761999" cy="609599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2" name="Google Shape;6072;p40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/>
            </a:p>
          </p:txBody>
        </p:sp>
        <p:sp>
          <p:nvSpPr>
            <p:cNvPr id="6073" name="Google Shape;6073;p40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/>
            </a:p>
          </p:txBody>
        </p:sp>
        <p:cxnSp>
          <p:nvCxnSpPr>
            <p:cNvPr id="6074" name="Google Shape;6074;p40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5" name="Google Shape;6075;p40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…..</a:t>
              </a:r>
              <a:endParaRPr/>
            </a:p>
          </p:txBody>
        </p:sp>
        <p:grpSp>
          <p:nvGrpSpPr>
            <p:cNvPr id="6076" name="Google Shape;6076;p40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descr="desktop_computer_stylized_medium" id="6077" name="Google Shape;6077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8" name="Google Shape;6078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9" name="Google Shape;6079;p40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descr="desktop_computer_stylized_medium" id="6080" name="Google Shape;6080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1" name="Google Shape;6081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82" name="Google Shape;6082;p40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6083" name="Google Shape;6083;p4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84" name="Google Shape;6084;p4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85" name="Google Shape;6085;p4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86" name="Google Shape;6086;p4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4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4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4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090" name="Google Shape;6090;p40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2075" lvl="1" marL="5667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/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1" name="Google Shape;6091;p40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6092" name="Google Shape;6092;p40"/>
            <p:cNvGrpSpPr/>
            <p:nvPr/>
          </p:nvGrpSpPr>
          <p:grpSpPr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6093" name="Google Shape;6093;p40"/>
              <p:cNvSpPr txBox="1"/>
              <p:nvPr/>
            </p:nvSpPr>
            <p:spPr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/>
              </a:p>
            </p:txBody>
          </p:sp>
          <p:sp>
            <p:nvSpPr>
              <p:cNvPr id="6094" name="Google Shape;6094;p40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5" name="Google Shape;6095;p40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92075" lvl="1" marL="5667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/>
            </a:p>
            <a:p>
              <a:pPr indent="-793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6" name="Google Shape;609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1" name="Shape 6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2" name="Google Shape;6102;p41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103" name="Google Shape;6103;p41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 packet-switching?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/>
          </a:p>
        </p:txBody>
      </p:sp>
      <p:sp>
        <p:nvSpPr>
          <p:cNvPr id="6104" name="Google Shape;6104;p41"/>
          <p:cNvSpPr txBox="1"/>
          <p:nvPr/>
        </p:nvSpPr>
        <p:spPr>
          <a:xfrm>
            <a:off x="726050" y="12060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5" name="Google Shape;6105;p41"/>
          <p:cNvSpPr txBox="1"/>
          <p:nvPr/>
        </p:nvSpPr>
        <p:spPr>
          <a:xfrm>
            <a:off x="989983" y="53817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/>
          </a:p>
        </p:txBody>
      </p:sp>
      <p:sp>
        <p:nvSpPr>
          <p:cNvPr id="6106" name="Google Shape;6106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4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113" name="Google Shape;6113;p42"/>
          <p:cNvSpPr txBox="1"/>
          <p:nvPr>
            <p:ph idx="1" type="body"/>
          </p:nvPr>
        </p:nvSpPr>
        <p:spPr>
          <a:xfrm>
            <a:off x="676092" y="1485150"/>
            <a:ext cx="6220653" cy="4776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hosts connect to Internet via </a:t>
            </a:r>
            <a:r>
              <a:rPr lang="en-US" sz="3000">
                <a:solidFill>
                  <a:srgbClr val="C00000"/>
                </a:solidFill>
              </a:rPr>
              <a:t>access </a:t>
            </a:r>
            <a:r>
              <a:rPr lang="en-US" sz="3000"/>
              <a:t>Internet Service Providers (ISPs)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access ISPs in turn must be interconnected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so that </a:t>
            </a:r>
            <a:r>
              <a:rPr i="1" lang="en-US" sz="2800"/>
              <a:t>any</a:t>
            </a:r>
            <a:r>
              <a:rPr lang="en-US" sz="2800"/>
              <a:t> two hosts </a:t>
            </a:r>
            <a:r>
              <a:rPr i="1" lang="en-US" sz="2800"/>
              <a:t>(anywhere!) </a:t>
            </a:r>
            <a:r>
              <a:rPr lang="en-US" sz="2800"/>
              <a:t>can send packets to each other</a:t>
            </a:r>
            <a:endParaRPr/>
          </a:p>
          <a:p>
            <a:pPr indent="-336550" lvl="0" marL="4667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resulting network of networks is very complex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evolution driven by </a:t>
            </a:r>
            <a:r>
              <a:rPr lang="en-US" sz="2800">
                <a:solidFill>
                  <a:srgbClr val="C00000"/>
                </a:solidFill>
              </a:rPr>
              <a:t>economics,</a:t>
            </a:r>
            <a:r>
              <a:rPr lang="en-US" sz="2800"/>
              <a:t> </a:t>
            </a:r>
            <a:r>
              <a:rPr lang="en-US" sz="2800">
                <a:solidFill>
                  <a:srgbClr val="C00000"/>
                </a:solidFill>
              </a:rPr>
              <a:t>national policies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14" name="Google Shape;6114;p42"/>
          <p:cNvSpPr txBox="1"/>
          <p:nvPr/>
        </p:nvSpPr>
        <p:spPr>
          <a:xfrm>
            <a:off x="645762" y="6138841"/>
            <a:ext cx="11732217" cy="54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Let’s take a stepwise approach to describe current Internet structure</a:t>
            </a:r>
            <a:endParaRPr b="0" i="1" sz="3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5" name="Google Shape;6115;p42"/>
          <p:cNvGrpSpPr/>
          <p:nvPr/>
        </p:nvGrpSpPr>
        <p:grpSpPr>
          <a:xfrm>
            <a:off x="6864725" y="1395473"/>
            <a:ext cx="4866085" cy="4498682"/>
            <a:chOff x="6864725" y="1395473"/>
            <a:chExt cx="4866085" cy="4498682"/>
          </a:xfrm>
        </p:grpSpPr>
        <p:sp>
          <p:nvSpPr>
            <p:cNvPr id="6116" name="Google Shape;6116;p42"/>
            <p:cNvSpPr/>
            <p:nvPr/>
          </p:nvSpPr>
          <p:spPr>
            <a:xfrm>
              <a:off x="7439074" y="3460091"/>
              <a:ext cx="986999" cy="669622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42"/>
            <p:cNvSpPr/>
            <p:nvPr/>
          </p:nvSpPr>
          <p:spPr>
            <a:xfrm>
              <a:off x="8985188" y="2972790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8" name="Google Shape;6118;p42"/>
            <p:cNvSpPr/>
            <p:nvPr/>
          </p:nvSpPr>
          <p:spPr>
            <a:xfrm>
              <a:off x="7274076" y="1733047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9" name="Google Shape;6119;p42"/>
            <p:cNvSpPr/>
            <p:nvPr/>
          </p:nvSpPr>
          <p:spPr>
            <a:xfrm>
              <a:off x="7205350" y="3196263"/>
              <a:ext cx="1458912" cy="31785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42"/>
            <p:cNvSpPr/>
            <p:nvPr/>
          </p:nvSpPr>
          <p:spPr>
            <a:xfrm>
              <a:off x="7712401" y="4590146"/>
              <a:ext cx="3079750" cy="1304009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1" name="Google Shape;6121;p42"/>
            <p:cNvSpPr txBox="1"/>
            <p:nvPr/>
          </p:nvSpPr>
          <p:spPr>
            <a:xfrm>
              <a:off x="7679274" y="1395473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122" name="Google Shape;6122;p42"/>
            <p:cNvSpPr txBox="1"/>
            <p:nvPr/>
          </p:nvSpPr>
          <p:spPr>
            <a:xfrm>
              <a:off x="7330835" y="4098934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123" name="Google Shape;6123;p42"/>
            <p:cNvSpPr txBox="1"/>
            <p:nvPr/>
          </p:nvSpPr>
          <p:spPr>
            <a:xfrm>
              <a:off x="6864725" y="5209416"/>
              <a:ext cx="1657490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124" name="Google Shape;6124;p42"/>
            <p:cNvSpPr/>
            <p:nvPr/>
          </p:nvSpPr>
          <p:spPr>
            <a:xfrm>
              <a:off x="10222146" y="3086552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5" name="Google Shape;6125;p42"/>
            <p:cNvGrpSpPr/>
            <p:nvPr/>
          </p:nvGrpSpPr>
          <p:grpSpPr>
            <a:xfrm>
              <a:off x="10837700" y="3835062"/>
              <a:ext cx="687393" cy="721548"/>
              <a:chOff x="5203089" y="1751190"/>
              <a:chExt cx="858331" cy="662414"/>
            </a:xfrm>
          </p:grpSpPr>
          <p:sp>
            <p:nvSpPr>
              <p:cNvPr id="6126" name="Google Shape;6126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28" name="Google Shape;6128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9" name="Google Shape;6129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0" name="Google Shape;6130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1" name="Google Shape;6131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2" name="Google Shape;6132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3" name="Google Shape;6133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134" name="Google Shape;6134;p42"/>
            <p:cNvGrpSpPr/>
            <p:nvPr/>
          </p:nvGrpSpPr>
          <p:grpSpPr>
            <a:xfrm>
              <a:off x="10771171" y="3101183"/>
              <a:ext cx="594613" cy="648336"/>
              <a:chOff x="5203089" y="1751190"/>
              <a:chExt cx="858331" cy="662414"/>
            </a:xfrm>
          </p:grpSpPr>
          <p:sp>
            <p:nvSpPr>
              <p:cNvPr id="6135" name="Google Shape;6135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37" name="Google Shape;6137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8" name="Google Shape;6138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9" name="Google Shape;6139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0" name="Google Shape;6140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1" name="Google Shape;6141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2" name="Google Shape;6142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143" name="Google Shape;6143;p42"/>
            <p:cNvSpPr/>
            <p:nvPr/>
          </p:nvSpPr>
          <p:spPr>
            <a:xfrm>
              <a:off x="9540813" y="1689054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4" name="Google Shape;6144;p42"/>
            <p:cNvSpPr txBox="1"/>
            <p:nvPr/>
          </p:nvSpPr>
          <p:spPr>
            <a:xfrm>
              <a:off x="9427201" y="1758207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6145" name="Google Shape;6145;p42"/>
            <p:cNvSpPr/>
            <p:nvPr/>
          </p:nvSpPr>
          <p:spPr>
            <a:xfrm>
              <a:off x="9279068" y="3584920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6" name="Google Shape;6146;p42"/>
            <p:cNvSpPr txBox="1"/>
            <p:nvPr/>
          </p:nvSpPr>
          <p:spPr>
            <a:xfrm>
              <a:off x="8766162" y="3354931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6147" name="Google Shape;6147;p42"/>
            <p:cNvSpPr txBox="1"/>
            <p:nvPr/>
          </p:nvSpPr>
          <p:spPr>
            <a:xfrm>
              <a:off x="10917767" y="4584949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6148" name="Google Shape;6148;p42"/>
            <p:cNvSpPr txBox="1"/>
            <p:nvPr/>
          </p:nvSpPr>
          <p:spPr>
            <a:xfrm>
              <a:off x="10063018" y="4135260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49" name="Google Shape;6149;p42"/>
            <p:cNvCxnSpPr/>
            <p:nvPr/>
          </p:nvCxnSpPr>
          <p:spPr>
            <a:xfrm rot="10800000">
              <a:off x="10559920" y="3487137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0" name="Google Shape;6150;p42"/>
            <p:cNvCxnSpPr/>
            <p:nvPr/>
          </p:nvCxnSpPr>
          <p:spPr>
            <a:xfrm rot="10800000">
              <a:off x="10660835" y="3547696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1" name="Google Shape;6151;p42"/>
            <p:cNvCxnSpPr/>
            <p:nvPr/>
          </p:nvCxnSpPr>
          <p:spPr>
            <a:xfrm flipH="1" rot="10800000">
              <a:off x="10636897" y="3540433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2" name="Google Shape;6152;p42"/>
            <p:cNvCxnSpPr/>
            <p:nvPr/>
          </p:nvCxnSpPr>
          <p:spPr>
            <a:xfrm rot="10800000">
              <a:off x="10570774" y="3501908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3" name="Google Shape;6153;p42"/>
            <p:cNvCxnSpPr/>
            <p:nvPr/>
          </p:nvCxnSpPr>
          <p:spPr>
            <a:xfrm rot="10800000">
              <a:off x="10550620" y="3978654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4" name="Google Shape;6154;p42"/>
            <p:cNvCxnSpPr/>
            <p:nvPr/>
          </p:nvCxnSpPr>
          <p:spPr>
            <a:xfrm rot="10800000">
              <a:off x="9895195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5" name="Google Shape;6155;p42"/>
            <p:cNvCxnSpPr/>
            <p:nvPr/>
          </p:nvCxnSpPr>
          <p:spPr>
            <a:xfrm rot="10800000">
              <a:off x="9219616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6" name="Google Shape;6156;p42"/>
            <p:cNvCxnSpPr/>
            <p:nvPr/>
          </p:nvCxnSpPr>
          <p:spPr>
            <a:xfrm flipH="1">
              <a:off x="9276868" y="3414684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7" name="Google Shape;6157;p42"/>
            <p:cNvCxnSpPr/>
            <p:nvPr/>
          </p:nvCxnSpPr>
          <p:spPr>
            <a:xfrm>
              <a:off x="9733069" y="3414684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8" name="Google Shape;6158;p42"/>
            <p:cNvCxnSpPr/>
            <p:nvPr/>
          </p:nvCxnSpPr>
          <p:spPr>
            <a:xfrm>
              <a:off x="10137668" y="2661704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9" name="Google Shape;6159;p42"/>
            <p:cNvCxnSpPr/>
            <p:nvPr/>
          </p:nvCxnSpPr>
          <p:spPr>
            <a:xfrm flipH="1">
              <a:off x="9798719" y="2602025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0" name="Google Shape;6160;p42"/>
            <p:cNvCxnSpPr/>
            <p:nvPr/>
          </p:nvCxnSpPr>
          <p:spPr>
            <a:xfrm flipH="1">
              <a:off x="10100635" y="2076444"/>
              <a:ext cx="761467" cy="5773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1" name="Google Shape;6161;p42"/>
            <p:cNvCxnSpPr/>
            <p:nvPr/>
          </p:nvCxnSpPr>
          <p:spPr>
            <a:xfrm flipH="1">
              <a:off x="10100635" y="2175325"/>
              <a:ext cx="397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2" name="Google Shape;6162;p42"/>
            <p:cNvCxnSpPr/>
            <p:nvPr/>
          </p:nvCxnSpPr>
          <p:spPr>
            <a:xfrm flipH="1">
              <a:off x="10672135" y="2107518"/>
              <a:ext cx="14936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3" name="Google Shape;6163;p42"/>
            <p:cNvCxnSpPr/>
            <p:nvPr/>
          </p:nvCxnSpPr>
          <p:spPr>
            <a:xfrm flipH="1">
              <a:off x="10142166" y="2625979"/>
              <a:ext cx="574283" cy="278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4" name="Google Shape;6164;p42"/>
            <p:cNvCxnSpPr/>
            <p:nvPr/>
          </p:nvCxnSpPr>
          <p:spPr>
            <a:xfrm flipH="1">
              <a:off x="10069542" y="2076444"/>
              <a:ext cx="788589" cy="988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5" name="Google Shape;6165;p42"/>
            <p:cNvCxnSpPr/>
            <p:nvPr/>
          </p:nvCxnSpPr>
          <p:spPr>
            <a:xfrm flipH="1">
              <a:off x="10862103" y="2034337"/>
              <a:ext cx="279002" cy="421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6" name="Google Shape;6166;p42"/>
            <p:cNvCxnSpPr/>
            <p:nvPr/>
          </p:nvCxnSpPr>
          <p:spPr>
            <a:xfrm rot="10800000">
              <a:off x="10681994" y="2625979"/>
              <a:ext cx="353541" cy="67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7" name="Google Shape;6167;p42"/>
            <p:cNvCxnSpPr/>
            <p:nvPr/>
          </p:nvCxnSpPr>
          <p:spPr>
            <a:xfrm flipH="1">
              <a:off x="8769223" y="2175325"/>
              <a:ext cx="1300319" cy="6066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8" name="Google Shape;6168;p42"/>
            <p:cNvCxnSpPr/>
            <p:nvPr/>
          </p:nvCxnSpPr>
          <p:spPr>
            <a:xfrm flipH="1" rot="10800000">
              <a:off x="9378705" y="4020391"/>
              <a:ext cx="429324" cy="7056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9" name="Google Shape;6169;p42"/>
            <p:cNvCxnSpPr/>
            <p:nvPr/>
          </p:nvCxnSpPr>
          <p:spPr>
            <a:xfrm flipH="1" rot="10800000">
              <a:off x="8244554" y="3954468"/>
              <a:ext cx="969051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0" name="Google Shape;6170;p42"/>
            <p:cNvSpPr/>
            <p:nvPr/>
          </p:nvSpPr>
          <p:spPr>
            <a:xfrm>
              <a:off x="8174541" y="2200007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71" name="Google Shape;6171;p42"/>
            <p:cNvGrpSpPr/>
            <p:nvPr/>
          </p:nvGrpSpPr>
          <p:grpSpPr>
            <a:xfrm>
              <a:off x="10410609" y="3403150"/>
              <a:ext cx="353678" cy="198344"/>
              <a:chOff x="7493876" y="2774731"/>
              <a:chExt cx="1481958" cy="894622"/>
            </a:xfrm>
          </p:grpSpPr>
          <p:sp>
            <p:nvSpPr>
              <p:cNvPr id="6172" name="Google Shape;617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3" name="Google Shape;617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74" name="Google Shape;617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75" name="Google Shape;617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6" name="Google Shape;617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7" name="Google Shape;617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8" name="Google Shape;617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79" name="Google Shape;6179;p42"/>
            <p:cNvGrpSpPr/>
            <p:nvPr/>
          </p:nvGrpSpPr>
          <p:grpSpPr>
            <a:xfrm>
              <a:off x="9948724" y="2109304"/>
              <a:ext cx="353678" cy="198344"/>
              <a:chOff x="7493876" y="2774731"/>
              <a:chExt cx="1481958" cy="894622"/>
            </a:xfrm>
          </p:grpSpPr>
          <p:sp>
            <p:nvSpPr>
              <p:cNvPr id="6180" name="Google Shape;618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2" name="Google Shape;618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83" name="Google Shape;618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4" name="Google Shape;618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5" name="Google Shape;618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6" name="Google Shape;618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7" name="Google Shape;6187;p42"/>
            <p:cNvGrpSpPr/>
            <p:nvPr/>
          </p:nvGrpSpPr>
          <p:grpSpPr>
            <a:xfrm>
              <a:off x="10527214" y="2520379"/>
              <a:ext cx="353678" cy="198344"/>
              <a:chOff x="7493876" y="2774731"/>
              <a:chExt cx="1481958" cy="894622"/>
            </a:xfrm>
          </p:grpSpPr>
          <p:sp>
            <p:nvSpPr>
              <p:cNvPr id="6188" name="Google Shape;618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0" name="Google Shape;619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1" name="Google Shape;619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2" name="Google Shape;619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3" name="Google Shape;619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4" name="Google Shape;619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95" name="Google Shape;6195;p42"/>
            <p:cNvGrpSpPr/>
            <p:nvPr/>
          </p:nvGrpSpPr>
          <p:grpSpPr>
            <a:xfrm>
              <a:off x="10643825" y="2014975"/>
              <a:ext cx="353678" cy="198344"/>
              <a:chOff x="7493876" y="2774731"/>
              <a:chExt cx="1481958" cy="894622"/>
            </a:xfrm>
          </p:grpSpPr>
          <p:sp>
            <p:nvSpPr>
              <p:cNvPr id="6196" name="Google Shape;619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97" name="Google Shape;619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8" name="Google Shape;619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9" name="Google Shape;619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0" name="Google Shape;620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1" name="Google Shape;620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2" name="Google Shape;620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03" name="Google Shape;6203;p42"/>
            <p:cNvGrpSpPr/>
            <p:nvPr/>
          </p:nvGrpSpPr>
          <p:grpSpPr>
            <a:xfrm>
              <a:off x="9098788" y="3863636"/>
              <a:ext cx="367224" cy="240304"/>
              <a:chOff x="7493876" y="2774731"/>
              <a:chExt cx="1481958" cy="894622"/>
            </a:xfrm>
          </p:grpSpPr>
          <p:sp>
            <p:nvSpPr>
              <p:cNvPr id="6204" name="Google Shape;6204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05" name="Google Shape;6205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06" name="Google Shape;6206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07" name="Google Shape;6207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8" name="Google Shape;6208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9" name="Google Shape;6209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0" name="Google Shape;6210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1" name="Google Shape;6211;p42"/>
            <p:cNvGrpSpPr/>
            <p:nvPr/>
          </p:nvGrpSpPr>
          <p:grpSpPr>
            <a:xfrm>
              <a:off x="9980126" y="2568577"/>
              <a:ext cx="353678" cy="198344"/>
              <a:chOff x="7493876" y="2774731"/>
              <a:chExt cx="1481958" cy="894622"/>
            </a:xfrm>
          </p:grpSpPr>
          <p:sp>
            <p:nvSpPr>
              <p:cNvPr id="6212" name="Google Shape;621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13" name="Google Shape;621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14" name="Google Shape;621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15" name="Google Shape;621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6" name="Google Shape;621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7" name="Google Shape;621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8" name="Google Shape;621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9" name="Google Shape;6219;p42"/>
            <p:cNvGrpSpPr/>
            <p:nvPr/>
          </p:nvGrpSpPr>
          <p:grpSpPr>
            <a:xfrm>
              <a:off x="9497138" y="3301044"/>
              <a:ext cx="367224" cy="240304"/>
              <a:chOff x="7493876" y="2774731"/>
              <a:chExt cx="1481958" cy="894622"/>
            </a:xfrm>
          </p:grpSpPr>
          <p:sp>
            <p:nvSpPr>
              <p:cNvPr id="6220" name="Google Shape;622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1" name="Google Shape;622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22" name="Google Shape;622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23" name="Google Shape;622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4" name="Google Shape;622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5" name="Google Shape;622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6" name="Google Shape;622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27" name="Google Shape;6227;p42"/>
            <p:cNvGrpSpPr/>
            <p:nvPr/>
          </p:nvGrpSpPr>
          <p:grpSpPr>
            <a:xfrm>
              <a:off x="9601554" y="3906775"/>
              <a:ext cx="367224" cy="240304"/>
              <a:chOff x="7493876" y="2774731"/>
              <a:chExt cx="1481958" cy="894622"/>
            </a:xfrm>
          </p:grpSpPr>
          <p:sp>
            <p:nvSpPr>
              <p:cNvPr id="6228" name="Google Shape;622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9" name="Google Shape;622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0" name="Google Shape;623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1" name="Google Shape;623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3" name="Google Shape;623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4" name="Google Shape;623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5" name="Google Shape;6235;p42"/>
            <p:cNvGrpSpPr/>
            <p:nvPr/>
          </p:nvGrpSpPr>
          <p:grpSpPr>
            <a:xfrm>
              <a:off x="10375259" y="3899337"/>
              <a:ext cx="353678" cy="198344"/>
              <a:chOff x="7493876" y="2774731"/>
              <a:chExt cx="1481958" cy="894622"/>
            </a:xfrm>
          </p:grpSpPr>
          <p:sp>
            <p:nvSpPr>
              <p:cNvPr id="6236" name="Google Shape;623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37" name="Google Shape;623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8" name="Google Shape;623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9" name="Google Shape;623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0" name="Google Shape;624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1" name="Google Shape;624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2" name="Google Shape;624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iphone_stylized_small" id="6243" name="Google Shape;624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09572" y="1824037"/>
              <a:ext cx="136841" cy="328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44" name="Google Shape;6244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64781" y="2512102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5" name="Google Shape;6245;p42"/>
            <p:cNvSpPr/>
            <p:nvPr/>
          </p:nvSpPr>
          <p:spPr>
            <a:xfrm>
              <a:off x="7609678" y="2357316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46" name="Google Shape;6246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7011" y="2362670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7" name="Google Shape;6247;p42"/>
            <p:cNvSpPr/>
            <p:nvPr/>
          </p:nvSpPr>
          <p:spPr>
            <a:xfrm>
              <a:off x="7673752" y="2351175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8" name="Google Shape;6248;p42"/>
            <p:cNvSpPr/>
            <p:nvPr/>
          </p:nvSpPr>
          <p:spPr>
            <a:xfrm>
              <a:off x="7606562" y="2350860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9" name="Google Shape;6249;p42"/>
            <p:cNvSpPr/>
            <p:nvPr/>
          </p:nvSpPr>
          <p:spPr>
            <a:xfrm>
              <a:off x="7880579" y="2379676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0" name="Google Shape;6250;p42"/>
            <p:cNvSpPr/>
            <p:nvPr/>
          </p:nvSpPr>
          <p:spPr>
            <a:xfrm>
              <a:off x="7605588" y="2503914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1" name="Google Shape;6251;p42"/>
            <p:cNvSpPr/>
            <p:nvPr/>
          </p:nvSpPr>
          <p:spPr>
            <a:xfrm>
              <a:off x="7890512" y="2381250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2" name="Google Shape;6252;p42"/>
            <p:cNvSpPr/>
            <p:nvPr/>
          </p:nvSpPr>
          <p:spPr>
            <a:xfrm>
              <a:off x="7605977" y="2512260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53" name="Google Shape;6253;p42"/>
            <p:cNvGrpSpPr/>
            <p:nvPr/>
          </p:nvGrpSpPr>
          <p:grpSpPr>
            <a:xfrm>
              <a:off x="7601109" y="2578552"/>
              <a:ext cx="98740" cy="36846"/>
              <a:chOff x="1740" y="2642"/>
              <a:chExt cx="752" cy="327"/>
            </a:xfrm>
          </p:grpSpPr>
          <p:sp>
            <p:nvSpPr>
              <p:cNvPr id="6254" name="Google Shape;6254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9" name="Google Shape;6259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0" name="Google Shape;6260;p42"/>
            <p:cNvSpPr/>
            <p:nvPr/>
          </p:nvSpPr>
          <p:spPr>
            <a:xfrm>
              <a:off x="7770154" y="2584063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1" name="Google Shape;6261;p42"/>
            <p:cNvSpPr/>
            <p:nvPr/>
          </p:nvSpPr>
          <p:spPr>
            <a:xfrm>
              <a:off x="7464976" y="2590519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2" name="Google Shape;6262;p42"/>
            <p:cNvSpPr/>
            <p:nvPr/>
          </p:nvSpPr>
          <p:spPr>
            <a:xfrm>
              <a:off x="7465171" y="2576977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3" name="Google Shape;6263;p42"/>
            <p:cNvSpPr/>
            <p:nvPr/>
          </p:nvSpPr>
          <p:spPr>
            <a:xfrm>
              <a:off x="7465366" y="2516039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4" name="Google Shape;6264;p42"/>
            <p:cNvSpPr/>
            <p:nvPr/>
          </p:nvSpPr>
          <p:spPr>
            <a:xfrm>
              <a:off x="7474909" y="2580127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5" name="Google Shape;6265;p42"/>
            <p:cNvSpPr/>
            <p:nvPr/>
          </p:nvSpPr>
          <p:spPr>
            <a:xfrm flipH="1" rot="10800000">
              <a:off x="7764701" y="2575088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ight2.png" id="6266" name="Google Shape;6266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8831667" y="2299301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r_icon_small" id="6267" name="Google Shape;6267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9539" y="2023970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68" name="Google Shape;6268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510375" y="3512221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9" name="Google Shape;6269;p42"/>
            <p:cNvSpPr/>
            <p:nvPr/>
          </p:nvSpPr>
          <p:spPr>
            <a:xfrm>
              <a:off x="7605388" y="3396311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70" name="Google Shape;6270;p4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6754" y="3400320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1" name="Google Shape;6271;p42"/>
            <p:cNvSpPr/>
            <p:nvPr/>
          </p:nvSpPr>
          <p:spPr>
            <a:xfrm>
              <a:off x="7647403" y="3391713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2" name="Google Shape;6272;p42"/>
            <p:cNvSpPr/>
            <p:nvPr/>
          </p:nvSpPr>
          <p:spPr>
            <a:xfrm>
              <a:off x="7603345" y="3391477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3" name="Google Shape;6273;p42"/>
            <p:cNvSpPr/>
            <p:nvPr/>
          </p:nvSpPr>
          <p:spPr>
            <a:xfrm>
              <a:off x="7783026" y="3413055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4" name="Google Shape;6274;p42"/>
            <p:cNvSpPr/>
            <p:nvPr/>
          </p:nvSpPr>
          <p:spPr>
            <a:xfrm>
              <a:off x="7602706" y="3506090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5" name="Google Shape;6275;p42"/>
            <p:cNvSpPr/>
            <p:nvPr/>
          </p:nvSpPr>
          <p:spPr>
            <a:xfrm>
              <a:off x="7789539" y="3414234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6" name="Google Shape;6276;p42"/>
            <p:cNvSpPr/>
            <p:nvPr/>
          </p:nvSpPr>
          <p:spPr>
            <a:xfrm>
              <a:off x="7602962" y="3512339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77" name="Google Shape;6277;p42"/>
            <p:cNvGrpSpPr/>
            <p:nvPr/>
          </p:nvGrpSpPr>
          <p:grpSpPr>
            <a:xfrm>
              <a:off x="7599769" y="3561981"/>
              <a:ext cx="64747" cy="27592"/>
              <a:chOff x="1740" y="2642"/>
              <a:chExt cx="752" cy="327"/>
            </a:xfrm>
          </p:grpSpPr>
          <p:sp>
            <p:nvSpPr>
              <p:cNvPr id="6278" name="Google Shape;6278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84" name="Google Shape;6284;p42"/>
            <p:cNvSpPr/>
            <p:nvPr/>
          </p:nvSpPr>
          <p:spPr>
            <a:xfrm>
              <a:off x="7710617" y="3566108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5" name="Google Shape;6285;p42"/>
            <p:cNvSpPr/>
            <p:nvPr/>
          </p:nvSpPr>
          <p:spPr>
            <a:xfrm>
              <a:off x="7510503" y="3570943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6" name="Google Shape;6286;p42"/>
            <p:cNvSpPr/>
            <p:nvPr/>
          </p:nvSpPr>
          <p:spPr>
            <a:xfrm>
              <a:off x="7510631" y="3560802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7" name="Google Shape;6287;p42"/>
            <p:cNvSpPr/>
            <p:nvPr/>
          </p:nvSpPr>
          <p:spPr>
            <a:xfrm>
              <a:off x="7510758" y="3515169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8" name="Google Shape;6288;p42"/>
            <p:cNvSpPr/>
            <p:nvPr/>
          </p:nvSpPr>
          <p:spPr>
            <a:xfrm>
              <a:off x="7517016" y="3563161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9" name="Google Shape;6289;p42"/>
            <p:cNvSpPr/>
            <p:nvPr/>
          </p:nvSpPr>
          <p:spPr>
            <a:xfrm flipH="1" rot="10800000">
              <a:off x="7707042" y="3559387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esktop_computer_stylized_medium" id="6290" name="Google Shape;6290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7991996" y="3474155"/>
              <a:ext cx="359261" cy="342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1" name="Google Shape;6291;p42"/>
            <p:cNvSpPr/>
            <p:nvPr/>
          </p:nvSpPr>
          <p:spPr>
            <a:xfrm flipH="1">
              <a:off x="8145217" y="3506954"/>
              <a:ext cx="169400" cy="156753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fridge2.png" id="6292" name="Google Shape;6292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03199" y="3292029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93" name="Google Shape;6293;p42"/>
            <p:cNvGrpSpPr/>
            <p:nvPr/>
          </p:nvGrpSpPr>
          <p:grpSpPr>
            <a:xfrm>
              <a:off x="10241851" y="5180963"/>
              <a:ext cx="177192" cy="330833"/>
              <a:chOff x="4140" y="429"/>
              <a:chExt cx="1425" cy="2396"/>
            </a:xfrm>
          </p:grpSpPr>
          <p:sp>
            <p:nvSpPr>
              <p:cNvPr id="6294" name="Google Shape;62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6" name="Google Shape;62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99" name="Google Shape;62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300" name="Google Shape;63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1" name="Google Shape;63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2" name="Google Shape;63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3" name="Google Shape;63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304" name="Google Shape;63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5" name="Google Shape;63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6" name="Google Shape;63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7" name="Google Shape;63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8" name="Google Shape;63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309" name="Google Shape;63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0" name="Google Shape;63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1" name="Google Shape;63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12" name="Google Shape;63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313" name="Google Shape;63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4" name="Google Shape;63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5" name="Google Shape;63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6" name="Google Shape;63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9" name="Google Shape;63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1" name="Google Shape;63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2" name="Google Shape;63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3" name="Google Shape;63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4" name="Google Shape;63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5" name="Google Shape;63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26" name="Google Shape;6326;p42"/>
            <p:cNvGrpSpPr/>
            <p:nvPr/>
          </p:nvGrpSpPr>
          <p:grpSpPr>
            <a:xfrm flipH="1">
              <a:off x="7980855" y="4807173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27" name="Google Shape;6327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8" name="Google Shape;6328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9" name="Google Shape;6329;p42"/>
            <p:cNvGrpSpPr/>
            <p:nvPr/>
          </p:nvGrpSpPr>
          <p:grpSpPr>
            <a:xfrm flipH="1">
              <a:off x="8552134" y="5433142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30" name="Google Shape;6330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1" name="Google Shape;6331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laptop_keyboard" id="6332" name="Google Shape;6332;p4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 flipH="1" rot="109064">
              <a:off x="9550087" y="5762330"/>
              <a:ext cx="260920" cy="9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3" name="Google Shape;6333;p42"/>
            <p:cNvSpPr/>
            <p:nvPr/>
          </p:nvSpPr>
          <p:spPr>
            <a:xfrm>
              <a:off x="9636557" y="5666200"/>
              <a:ext cx="210015" cy="12928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334" name="Google Shape;6334;p4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6901" y="5669525"/>
              <a:ext cx="190838" cy="117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5" name="Google Shape;6335;p42"/>
            <p:cNvSpPr/>
            <p:nvPr/>
          </p:nvSpPr>
          <p:spPr>
            <a:xfrm>
              <a:off x="9674794" y="5662386"/>
              <a:ext cx="177937" cy="2405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6" name="Google Shape;6336;p42"/>
            <p:cNvSpPr/>
            <p:nvPr/>
          </p:nvSpPr>
          <p:spPr>
            <a:xfrm>
              <a:off x="9634698" y="5662191"/>
              <a:ext cx="49395" cy="100139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7" name="Google Shape;6337;p42"/>
            <p:cNvSpPr/>
            <p:nvPr/>
          </p:nvSpPr>
          <p:spPr>
            <a:xfrm>
              <a:off x="9798223" y="5680087"/>
              <a:ext cx="53230" cy="11559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8" name="Google Shape;6338;p42"/>
            <p:cNvSpPr/>
            <p:nvPr/>
          </p:nvSpPr>
          <p:spPr>
            <a:xfrm>
              <a:off x="9634116" y="5757245"/>
              <a:ext cx="195254" cy="3901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9" name="Google Shape;6339;p42"/>
            <p:cNvSpPr/>
            <p:nvPr/>
          </p:nvSpPr>
          <p:spPr>
            <a:xfrm>
              <a:off x="9804150" y="5681065"/>
              <a:ext cx="49860" cy="11607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0" name="Google Shape;6340;p42"/>
            <p:cNvSpPr/>
            <p:nvPr/>
          </p:nvSpPr>
          <p:spPr>
            <a:xfrm>
              <a:off x="9634349" y="5762428"/>
              <a:ext cx="173637" cy="38530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1" name="Google Shape;6341;p42"/>
            <p:cNvGrpSpPr/>
            <p:nvPr/>
          </p:nvGrpSpPr>
          <p:grpSpPr>
            <a:xfrm>
              <a:off x="9631443" y="5803598"/>
              <a:ext cx="58925" cy="22883"/>
              <a:chOff x="1740" y="2642"/>
              <a:chExt cx="752" cy="327"/>
            </a:xfrm>
          </p:grpSpPr>
          <p:sp>
            <p:nvSpPr>
              <p:cNvPr id="6342" name="Google Shape;6342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48" name="Google Shape;6348;p42"/>
            <p:cNvSpPr/>
            <p:nvPr/>
          </p:nvSpPr>
          <p:spPr>
            <a:xfrm>
              <a:off x="9732325" y="5807021"/>
              <a:ext cx="71361" cy="5026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9" name="Google Shape;6349;p42"/>
            <p:cNvSpPr/>
            <p:nvPr/>
          </p:nvSpPr>
          <p:spPr>
            <a:xfrm>
              <a:off x="9550204" y="5811030"/>
              <a:ext cx="182586" cy="4586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0" name="Google Shape;6350;p42"/>
            <p:cNvSpPr/>
            <p:nvPr/>
          </p:nvSpPr>
          <p:spPr>
            <a:xfrm>
              <a:off x="9556131" y="5804576"/>
              <a:ext cx="173172" cy="4410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1" name="Google Shape;6351;p42"/>
            <p:cNvSpPr/>
            <p:nvPr/>
          </p:nvSpPr>
          <p:spPr>
            <a:xfrm flipH="1" rot="10800000">
              <a:off x="9729071" y="5801447"/>
              <a:ext cx="70663" cy="456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2" name="Google Shape;6352;p42"/>
            <p:cNvGrpSpPr/>
            <p:nvPr/>
          </p:nvGrpSpPr>
          <p:grpSpPr>
            <a:xfrm>
              <a:off x="7439074" y="1766737"/>
              <a:ext cx="4144321" cy="4013060"/>
              <a:chOff x="7439074" y="1859725"/>
              <a:chExt cx="4144321" cy="4013060"/>
            </a:xfrm>
          </p:grpSpPr>
          <p:grpSp>
            <p:nvGrpSpPr>
              <p:cNvPr id="6353" name="Google Shape;6353;p42"/>
              <p:cNvGrpSpPr/>
              <p:nvPr/>
            </p:nvGrpSpPr>
            <p:grpSpPr>
              <a:xfrm>
                <a:off x="7439074" y="1859725"/>
                <a:ext cx="1802647" cy="1120859"/>
                <a:chOff x="7439074" y="1859725"/>
                <a:chExt cx="1802647" cy="1120859"/>
              </a:xfrm>
            </p:grpSpPr>
            <p:pic>
              <p:nvPicPr>
                <p:cNvPr descr="cell_tower_radiation copy" id="6354" name="Google Shape;6354;p4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7980866" y="2158167"/>
                  <a:ext cx="457200" cy="3327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355" name="Google Shape;6355;p42"/>
                <p:cNvCxnSpPr/>
                <p:nvPr/>
              </p:nvCxnSpPr>
              <p:spPr>
                <a:xfrm>
                  <a:off x="8207860" y="2700359"/>
                  <a:ext cx="227964" cy="1743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356" name="Google Shape;6356;p42"/>
                <p:cNvGrpSpPr/>
                <p:nvPr/>
              </p:nvGrpSpPr>
              <p:grpSpPr>
                <a:xfrm>
                  <a:off x="8050698" y="2309376"/>
                  <a:ext cx="298450" cy="464008"/>
                  <a:chOff x="3130" y="3288"/>
                  <a:chExt cx="410" cy="742"/>
                </a:xfrm>
              </p:grpSpPr>
              <p:cxnSp>
                <p:nvCxnSpPr>
                  <p:cNvPr id="6357" name="Google Shape;6357;p42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8" name="Google Shape;6358;p42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9" name="Google Shape;6359;p42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0" name="Google Shape;6360;p42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1" name="Google Shape;6361;p42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2" name="Google Shape;6362;p42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3" name="Google Shape;6363;p42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4" name="Google Shape;6364;p42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5" name="Google Shape;6365;p42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6" name="Google Shape;6366;p42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7" name="Google Shape;6367;p42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8" name="Google Shape;6368;p42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9" name="Google Shape;6369;p42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0" name="Google Shape;6370;p42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1" name="Google Shape;6371;p42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372" name="Google Shape;6372;p42"/>
                <p:cNvGrpSpPr/>
                <p:nvPr/>
              </p:nvGrpSpPr>
              <p:grpSpPr>
                <a:xfrm>
                  <a:off x="8439827" y="2812309"/>
                  <a:ext cx="353678" cy="168275"/>
                  <a:chOff x="7493876" y="2774731"/>
                  <a:chExt cx="1481958" cy="894622"/>
                </a:xfrm>
              </p:grpSpPr>
              <p:sp>
                <p:nvSpPr>
                  <p:cNvPr id="6373" name="Google Shape;6373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374" name="Google Shape;6374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375" name="Google Shape;6375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376" name="Google Shape;6376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7" name="Google Shape;6377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8" name="Google Shape;6378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9" name="Google Shape;6379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radiation_stylized" id="6380" name="Google Shape;6380;p42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750224" y="1859725"/>
                  <a:ext cx="415925" cy="887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1" name="Google Shape;6381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9074" y="235661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2" name="Google Shape;6382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7781" y="231972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3" name="Google Shape;6383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11019" y="205912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384" name="Google Shape;6384;p42"/>
              <p:cNvGrpSpPr/>
              <p:nvPr/>
            </p:nvGrpSpPr>
            <p:grpSpPr>
              <a:xfrm>
                <a:off x="7493518" y="3325424"/>
                <a:ext cx="911538" cy="843226"/>
                <a:chOff x="7493518" y="3325424"/>
                <a:chExt cx="911538" cy="843226"/>
              </a:xfrm>
            </p:grpSpPr>
            <p:pic>
              <p:nvPicPr>
                <p:cNvPr descr="access_point_stylized_small" id="6385" name="Google Shape;6385;p4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613882" y="3861899"/>
                  <a:ext cx="370169" cy="306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386" name="Google Shape;6386;p42"/>
                <p:cNvGrpSpPr/>
                <p:nvPr/>
              </p:nvGrpSpPr>
              <p:grpSpPr>
                <a:xfrm>
                  <a:off x="7493518" y="3325424"/>
                  <a:ext cx="911538" cy="816238"/>
                  <a:chOff x="7493518" y="3325424"/>
                  <a:chExt cx="911538" cy="816238"/>
                </a:xfrm>
              </p:grpSpPr>
              <p:cxnSp>
                <p:nvCxnSpPr>
                  <p:cNvPr id="6387" name="Google Shape;6387;p42"/>
                  <p:cNvCxnSpPr/>
                  <p:nvPr/>
                </p:nvCxnSpPr>
                <p:spPr>
                  <a:xfrm>
                    <a:off x="8247778" y="3829970"/>
                    <a:ext cx="0" cy="13176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88" name="Google Shape;6388;p42"/>
                  <p:cNvCxnSpPr/>
                  <p:nvPr/>
                </p:nvCxnSpPr>
                <p:spPr>
                  <a:xfrm flipH="1" rot="10800000">
                    <a:off x="7857253" y="4041107"/>
                    <a:ext cx="168275" cy="31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389" name="Google Shape;6389;p42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7562238" y="3813930"/>
                    <a:ext cx="506412" cy="1060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390" name="Google Shape;6390;p42"/>
                  <p:cNvGrpSpPr/>
                  <p:nvPr/>
                </p:nvGrpSpPr>
                <p:grpSpPr>
                  <a:xfrm>
                    <a:off x="8050070" y="3965994"/>
                    <a:ext cx="354986" cy="175668"/>
                    <a:chOff x="7493876" y="2774731"/>
                    <a:chExt cx="1481958" cy="894622"/>
                  </a:xfrm>
                </p:grpSpPr>
                <p:sp>
                  <p:nvSpPr>
                    <p:cNvPr id="6391" name="Google Shape;6391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392" name="Google Shape;6392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393" name="Google Shape;6393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394" name="Google Shape;6394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5" name="Google Shape;6395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6" name="Google Shape;6396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7" name="Google Shape;6397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398" name="Google Shape;6398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493518" y="3419140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stylized" id="6399" name="Google Shape;6399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803435" y="3325424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00" name="Google Shape;6400;p42"/>
              <p:cNvGrpSpPr/>
              <p:nvPr/>
            </p:nvGrpSpPr>
            <p:grpSpPr>
              <a:xfrm>
                <a:off x="10884085" y="3428485"/>
                <a:ext cx="604586" cy="405973"/>
                <a:chOff x="10884085" y="3428485"/>
                <a:chExt cx="604586" cy="405973"/>
              </a:xfrm>
            </p:grpSpPr>
            <p:grpSp>
              <p:nvGrpSpPr>
                <p:cNvPr id="6401" name="Google Shape;6401;p42"/>
                <p:cNvGrpSpPr/>
                <p:nvPr/>
              </p:nvGrpSpPr>
              <p:grpSpPr>
                <a:xfrm>
                  <a:off x="10884085" y="3601365"/>
                  <a:ext cx="170989" cy="97052"/>
                  <a:chOff x="7493876" y="2774731"/>
                  <a:chExt cx="1481958" cy="894622"/>
                </a:xfrm>
              </p:grpSpPr>
              <p:sp>
                <p:nvSpPr>
                  <p:cNvPr id="6402" name="Google Shape;6402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03" name="Google Shape;6403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04" name="Google Shape;6404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05" name="Google Shape;6405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6" name="Google Shape;6406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7" name="Google Shape;6407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8" name="Google Shape;6408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6409" name="Google Shape;6409;p42"/>
                <p:cNvGrpSpPr/>
                <p:nvPr/>
              </p:nvGrpSpPr>
              <p:grpSpPr>
                <a:xfrm>
                  <a:off x="11064947" y="3428485"/>
                  <a:ext cx="423724" cy="405973"/>
                  <a:chOff x="5103720" y="2693365"/>
                  <a:chExt cx="611650" cy="414788"/>
                </a:xfrm>
              </p:grpSpPr>
              <p:cxnSp>
                <p:nvCxnSpPr>
                  <p:cNvPr id="6410" name="Google Shape;6410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1" name="Google Shape;6411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12" name="Google Shape;6412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3" name="Google Shape;6413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4" name="Google Shape;6414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6415" name="Google Shape;6415;p42"/>
              <p:cNvGrpSpPr/>
              <p:nvPr/>
            </p:nvGrpSpPr>
            <p:grpSpPr>
              <a:xfrm>
                <a:off x="7975881" y="4741266"/>
                <a:ext cx="2318709" cy="1131519"/>
                <a:chOff x="7948367" y="4775686"/>
                <a:chExt cx="2318709" cy="1131519"/>
              </a:xfrm>
            </p:grpSpPr>
            <p:cxnSp>
              <p:nvCxnSpPr>
                <p:cNvPr id="6416" name="Google Shape;6416;p42"/>
                <p:cNvCxnSpPr/>
                <p:nvPr/>
              </p:nvCxnSpPr>
              <p:spPr>
                <a:xfrm flipH="1" rot="5400000">
                  <a:off x="9789609" y="5251739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7" name="Google Shape;6417;p42"/>
                <p:cNvCxnSpPr/>
                <p:nvPr/>
              </p:nvCxnSpPr>
              <p:spPr>
                <a:xfrm>
                  <a:off x="8210207" y="5117334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8" name="Google Shape;6418;p42"/>
                <p:cNvCxnSpPr/>
                <p:nvPr/>
              </p:nvCxnSpPr>
              <p:spPr>
                <a:xfrm flipH="1" rot="10800000">
                  <a:off x="8459425" y="5036562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419" name="Google Shape;6419;p42"/>
                <p:cNvGrpSpPr/>
                <p:nvPr/>
              </p:nvGrpSpPr>
              <p:grpSpPr>
                <a:xfrm>
                  <a:off x="7948367" y="4775686"/>
                  <a:ext cx="2318709" cy="1131519"/>
                  <a:chOff x="7948367" y="4775686"/>
                  <a:chExt cx="2318709" cy="1131519"/>
                </a:xfrm>
              </p:grpSpPr>
              <p:cxnSp>
                <p:nvCxnSpPr>
                  <p:cNvPr id="6420" name="Google Shape;6420;p42"/>
                  <p:cNvCxnSpPr/>
                  <p:nvPr/>
                </p:nvCxnSpPr>
                <p:spPr>
                  <a:xfrm rot="10800000">
                    <a:off x="10209926" y="5405286"/>
                    <a:ext cx="0" cy="1143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1" name="Google Shape;6421;p42"/>
                  <p:cNvCxnSpPr/>
                  <p:nvPr/>
                </p:nvCxnSpPr>
                <p:spPr>
                  <a:xfrm>
                    <a:off x="9432959" y="4838517"/>
                    <a:ext cx="524483" cy="26153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2" name="Google Shape;6422;p42"/>
                  <p:cNvCxnSpPr/>
                  <p:nvPr/>
                </p:nvCxnSpPr>
                <p:spPr>
                  <a:xfrm flipH="1" rot="10800000">
                    <a:off x="8850066" y="4838517"/>
                    <a:ext cx="569255" cy="24626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3" name="Google Shape;6423;p42"/>
                  <p:cNvCxnSpPr/>
                  <p:nvPr/>
                </p:nvCxnSpPr>
                <p:spPr>
                  <a:xfrm>
                    <a:off x="8821744" y="5108876"/>
                    <a:ext cx="10305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4" name="Google Shape;6424;p42"/>
                  <p:cNvCxnSpPr/>
                  <p:nvPr/>
                </p:nvCxnSpPr>
                <p:spPr>
                  <a:xfrm flipH="1" rot="10800000">
                    <a:off x="7948367" y="5290470"/>
                    <a:ext cx="412750" cy="127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5" name="Google Shape;6425;p42"/>
                  <p:cNvCxnSpPr/>
                  <p:nvPr/>
                </p:nvCxnSpPr>
                <p:spPr>
                  <a:xfrm flipH="1">
                    <a:off x="8373817" y="5282252"/>
                    <a:ext cx="68080" cy="2939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6" name="Google Shape;6426;p42"/>
                  <p:cNvCxnSpPr/>
                  <p:nvPr/>
                </p:nvCxnSpPr>
                <p:spPr>
                  <a:xfrm rot="10800000">
                    <a:off x="8488731" y="5307931"/>
                    <a:ext cx="280374" cy="26987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7" name="Google Shape;6427;p42"/>
                  <p:cNvCxnSpPr/>
                  <p:nvPr/>
                </p:nvCxnSpPr>
                <p:spPr>
                  <a:xfrm>
                    <a:off x="8488731" y="5258048"/>
                    <a:ext cx="914184" cy="46862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8" name="Google Shape;6428;p42"/>
                  <p:cNvCxnSpPr/>
                  <p:nvPr/>
                </p:nvCxnSpPr>
                <p:spPr>
                  <a:xfrm flipH="1" rot="5400000">
                    <a:off x="9885545" y="5583471"/>
                    <a:ext cx="366793" cy="14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429" name="Google Shape;6429;p42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>
                    <a:off x="9242073" y="5480938"/>
                    <a:ext cx="452014" cy="951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ccess_point_stylized_small" id="6430" name="Google Shape;6430;p42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9290610" y="5473433"/>
                    <a:ext cx="380935" cy="3174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431" name="Google Shape;6431;p42"/>
                  <p:cNvGrpSpPr/>
                  <p:nvPr/>
                </p:nvGrpSpPr>
                <p:grpSpPr>
                  <a:xfrm>
                    <a:off x="9783558" y="4989983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32" name="Google Shape;6432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33" name="Google Shape;6433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34" name="Google Shape;6434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35" name="Google Shape;6435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6" name="Google Shape;6436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7" name="Google Shape;6437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8" name="Google Shape;6438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39" name="Google Shape;6439;p42"/>
                  <p:cNvGrpSpPr/>
                  <p:nvPr/>
                </p:nvGrpSpPr>
                <p:grpSpPr>
                  <a:xfrm>
                    <a:off x="9849365" y="5339037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40" name="Google Shape;6440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41" name="Google Shape;6441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42" name="Google Shape;6442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43" name="Google Shape;6443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4" name="Google Shape;6444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5" name="Google Shape;6445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6" name="Google Shape;6446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47" name="Google Shape;6447;p42"/>
                  <p:cNvGrpSpPr/>
                  <p:nvPr/>
                </p:nvGrpSpPr>
                <p:grpSpPr>
                  <a:xfrm>
                    <a:off x="8676619" y="4967420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48" name="Google Shape;6448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49" name="Google Shape;6449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50" name="Google Shape;6450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51" name="Google Shape;6451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2" name="Google Shape;6452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3" name="Google Shape;6453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4" name="Google Shape;6454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55" name="Google Shape;6455;p42"/>
                  <p:cNvGrpSpPr/>
                  <p:nvPr/>
                </p:nvGrpSpPr>
                <p:grpSpPr>
                  <a:xfrm>
                    <a:off x="8311520" y="5194433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56" name="Google Shape;6456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57" name="Google Shape;6457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58" name="Google Shape;6458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59" name="Google Shape;6459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0" name="Google Shape;6460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1" name="Google Shape;6461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2" name="Google Shape;6462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63" name="Google Shape;6463;p42"/>
                  <p:cNvGrpSpPr/>
                  <p:nvPr/>
                </p:nvGrpSpPr>
                <p:grpSpPr>
                  <a:xfrm>
                    <a:off x="9247893" y="4775686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64" name="Google Shape;6464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65" name="Google Shape;6465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66" name="Google Shape;6466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67" name="Google Shape;6467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8" name="Google Shape;6468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9" name="Google Shape;6469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70" name="Google Shape;6470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471" name="Google Shape;6471;p42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9570652" y="5742696"/>
                    <a:ext cx="374931" cy="164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72" name="Google Shape;6472;p42"/>
              <p:cNvGrpSpPr/>
              <p:nvPr/>
            </p:nvGrpSpPr>
            <p:grpSpPr>
              <a:xfrm>
                <a:off x="10925982" y="4188911"/>
                <a:ext cx="657413" cy="451816"/>
                <a:chOff x="10925982" y="4188911"/>
                <a:chExt cx="657413" cy="451816"/>
              </a:xfrm>
            </p:grpSpPr>
            <p:grpSp>
              <p:nvGrpSpPr>
                <p:cNvPr id="6473" name="Google Shape;6473;p42"/>
                <p:cNvGrpSpPr/>
                <p:nvPr/>
              </p:nvGrpSpPr>
              <p:grpSpPr>
                <a:xfrm>
                  <a:off x="11093556" y="4188911"/>
                  <a:ext cx="489839" cy="451816"/>
                  <a:chOff x="5103720" y="2693365"/>
                  <a:chExt cx="611650" cy="414788"/>
                </a:xfrm>
              </p:grpSpPr>
              <p:cxnSp>
                <p:nvCxnSpPr>
                  <p:cNvPr id="6474" name="Google Shape;6474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5" name="Google Shape;6475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76" name="Google Shape;6476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7" name="Google Shape;6477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8" name="Google Shape;6478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grpSp>
              <p:nvGrpSpPr>
                <p:cNvPr id="6479" name="Google Shape;6479;p42"/>
                <p:cNvGrpSpPr/>
                <p:nvPr/>
              </p:nvGrpSpPr>
              <p:grpSpPr>
                <a:xfrm>
                  <a:off x="10925982" y="4369125"/>
                  <a:ext cx="228295" cy="120400"/>
                  <a:chOff x="7493876" y="2774731"/>
                  <a:chExt cx="1481958" cy="894622"/>
                </a:xfrm>
              </p:grpSpPr>
              <p:sp>
                <p:nvSpPr>
                  <p:cNvPr id="6480" name="Google Shape;6480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81" name="Google Shape;6481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82" name="Google Shape;6482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83" name="Google Shape;6483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4" name="Google Shape;6484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5" name="Google Shape;6485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6" name="Google Shape;6486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6487" name="Google Shape;6487;p42"/>
            <p:cNvGrpSpPr/>
            <p:nvPr/>
          </p:nvGrpSpPr>
          <p:grpSpPr>
            <a:xfrm flipH="1">
              <a:off x="8241315" y="5290645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88" name="Google Shape;6488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89" name="Google Shape;6489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0" name="Google Shape;6490;p42"/>
            <p:cNvGrpSpPr/>
            <p:nvPr/>
          </p:nvGrpSpPr>
          <p:grpSpPr>
            <a:xfrm flipH="1">
              <a:off x="7807599" y="5100666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91" name="Google Shape;6491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2" name="Google Shape;6492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3" name="Google Shape;6493;p42"/>
            <p:cNvGrpSpPr/>
            <p:nvPr/>
          </p:nvGrpSpPr>
          <p:grpSpPr>
            <a:xfrm>
              <a:off x="10024601" y="5489612"/>
              <a:ext cx="141376" cy="246700"/>
              <a:chOff x="4140" y="429"/>
              <a:chExt cx="1425" cy="2396"/>
            </a:xfrm>
          </p:grpSpPr>
          <p:sp>
            <p:nvSpPr>
              <p:cNvPr id="6494" name="Google Shape;64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6" name="Google Shape;64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99" name="Google Shape;64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500" name="Google Shape;65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1" name="Google Shape;65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2" name="Google Shape;65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3" name="Google Shape;65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504" name="Google Shape;65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5" name="Google Shape;65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6" name="Google Shape;65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7" name="Google Shape;65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8" name="Google Shape;65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509" name="Google Shape;65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0" name="Google Shape;65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1" name="Google Shape;65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12" name="Google Shape;65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513" name="Google Shape;65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4" name="Google Shape;65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5" name="Google Shape;65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6" name="Google Shape;65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9" name="Google Shape;65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0" name="Google Shape;65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1" name="Google Shape;65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2" name="Google Shape;65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3" name="Google Shape;65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4" name="Google Shape;65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5" name="Google Shape;65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0" name="Shape 6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Google Shape;6531;p4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532" name="Google Shape;6532;p43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533" name="Google Shape;6533;p43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534" name="Google Shape;6534;p43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535" name="Google Shape;653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37" name="Google Shape;6537;p43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538" name="Google Shape;653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0" name="Google Shape;6540;p43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541" name="Google Shape;654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3" name="Google Shape;6543;p43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544" name="Google Shape;654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6" name="Google Shape;6546;p43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547" name="Google Shape;654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9" name="Google Shape;6549;p43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550" name="Google Shape;655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2" name="Google Shape;6552;p43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553" name="Google Shape;6553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5" name="Google Shape;6555;p43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556" name="Google Shape;6556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8" name="Google Shape;6558;p43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559" name="Google Shape;6559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1" name="Google Shape;6561;p43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562" name="Google Shape;6562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4" name="Google Shape;6564;p43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565" name="Google Shape;656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6" name="Google Shape;656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7" name="Google Shape;6567;p43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568" name="Google Shape;656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0" name="Google Shape;6570;p43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571" name="Google Shape;657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3" name="Google Shape;6573;p43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574" name="Google Shape;657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6" name="Google Shape;6576;p43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577" name="Google Shape;657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9" name="Google Shape;6579;p43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580" name="Google Shape;658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582" name="Google Shape;6582;p43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3" name="Google Shape;6583;p43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4" name="Google Shape;6584;p43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5" name="Google Shape;6585;p43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6" name="Google Shape;6586;p43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7" name="Google Shape;6587;p43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588" name="Google Shape;658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44"/>
          <p:cNvGrpSpPr/>
          <p:nvPr/>
        </p:nvGrpSpPr>
        <p:grpSpPr>
          <a:xfrm>
            <a:off x="2167030" y="2360613"/>
            <a:ext cx="7377058" cy="3824137"/>
            <a:chOff x="872304" y="2295063"/>
            <a:chExt cx="7377592" cy="3825115"/>
          </a:xfrm>
        </p:grpSpPr>
        <p:cxnSp>
          <p:nvCxnSpPr>
            <p:cNvPr id="6595" name="Google Shape;6595;p44"/>
            <p:cNvCxnSpPr/>
            <p:nvPr/>
          </p:nvCxnSpPr>
          <p:spPr>
            <a:xfrm flipH="1" rot="10800000">
              <a:off x="1661409" y="2570969"/>
              <a:ext cx="577293" cy="28026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6" name="Google Shape;6596;p44"/>
            <p:cNvCxnSpPr/>
            <p:nvPr/>
          </p:nvCxnSpPr>
          <p:spPr>
            <a:xfrm rot="10800000">
              <a:off x="1509155" y="3032403"/>
              <a:ext cx="171469" cy="2327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7" name="Google Shape;6597;p44"/>
            <p:cNvCxnSpPr/>
            <p:nvPr/>
          </p:nvCxnSpPr>
          <p:spPr>
            <a:xfrm rot="10800000">
              <a:off x="1185287" y="3451504"/>
              <a:ext cx="495337" cy="19080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8" name="Google Shape;6598;p44"/>
            <p:cNvCxnSpPr/>
            <p:nvPr/>
          </p:nvCxnSpPr>
          <p:spPr>
            <a:xfrm rot="10800000">
              <a:off x="1181567" y="4298698"/>
              <a:ext cx="499057" cy="10608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9" name="Google Shape;6599;p44"/>
            <p:cNvCxnSpPr/>
            <p:nvPr/>
          </p:nvCxnSpPr>
          <p:spPr>
            <a:xfrm rot="10800000">
              <a:off x="1386886" y="4980292"/>
              <a:ext cx="293738" cy="3792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0" name="Google Shape;6600;p44"/>
            <p:cNvCxnSpPr/>
            <p:nvPr/>
          </p:nvCxnSpPr>
          <p:spPr>
            <a:xfrm rot="10800000">
              <a:off x="1661409" y="5373637"/>
              <a:ext cx="1526432" cy="593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1" name="Google Shape;6601;p44"/>
            <p:cNvCxnSpPr/>
            <p:nvPr/>
          </p:nvCxnSpPr>
          <p:spPr>
            <a:xfrm rot="10800000">
              <a:off x="1680624" y="5359527"/>
              <a:ext cx="2723702" cy="70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2" name="Google Shape;6602;p44"/>
            <p:cNvCxnSpPr/>
            <p:nvPr/>
          </p:nvCxnSpPr>
          <p:spPr>
            <a:xfrm rot="10800000">
              <a:off x="1680624" y="5359527"/>
              <a:ext cx="3605885" cy="619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3" name="Google Shape;6603;p44"/>
            <p:cNvCxnSpPr/>
            <p:nvPr/>
          </p:nvCxnSpPr>
          <p:spPr>
            <a:xfrm flipH="1">
              <a:off x="1680624" y="5184745"/>
              <a:ext cx="6569272" cy="174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4" name="Google Shape;6604;p44"/>
            <p:cNvCxnSpPr/>
            <p:nvPr/>
          </p:nvCxnSpPr>
          <p:spPr>
            <a:xfrm rot="10800000">
              <a:off x="1680624" y="5359527"/>
              <a:ext cx="5742435" cy="486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5" name="Google Shape;6605;p44"/>
            <p:cNvCxnSpPr/>
            <p:nvPr/>
          </p:nvCxnSpPr>
          <p:spPr>
            <a:xfrm flipH="1">
              <a:off x="1680624" y="4311835"/>
              <a:ext cx="6338019" cy="10476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6" name="Google Shape;6606;p44"/>
            <p:cNvCxnSpPr/>
            <p:nvPr/>
          </p:nvCxnSpPr>
          <p:spPr>
            <a:xfrm flipH="1">
              <a:off x="1680624" y="3273553"/>
              <a:ext cx="5749312" cy="2085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7" name="Google Shape;6607;p44"/>
            <p:cNvCxnSpPr/>
            <p:nvPr/>
          </p:nvCxnSpPr>
          <p:spPr>
            <a:xfrm flipH="1">
              <a:off x="1680624" y="2784308"/>
              <a:ext cx="4942318" cy="25752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8" name="Google Shape;6608;p44"/>
            <p:cNvCxnSpPr/>
            <p:nvPr/>
          </p:nvCxnSpPr>
          <p:spPr>
            <a:xfrm flipH="1">
              <a:off x="1680624" y="2295063"/>
              <a:ext cx="2971398" cy="3064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9" name="Google Shape;6609;p44"/>
            <p:cNvCxnSpPr/>
            <p:nvPr/>
          </p:nvCxnSpPr>
          <p:spPr>
            <a:xfrm flipH="1">
              <a:off x="1680624" y="2295321"/>
              <a:ext cx="2025496" cy="30642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10" name="Google Shape;6610;p44"/>
            <p:cNvSpPr txBox="1"/>
            <p:nvPr/>
          </p:nvSpPr>
          <p:spPr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1" name="Google Shape;6611;p44"/>
            <p:cNvSpPr txBox="1"/>
            <p:nvPr/>
          </p:nvSpPr>
          <p:spPr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2" name="Google Shape;6612;p44"/>
            <p:cNvSpPr txBox="1"/>
            <p:nvPr/>
          </p:nvSpPr>
          <p:spPr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3" name="Google Shape;6613;p44"/>
            <p:cNvSpPr txBox="1"/>
            <p:nvPr/>
          </p:nvSpPr>
          <p:spPr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4" name="Google Shape;6614;p44"/>
            <p:cNvSpPr txBox="1"/>
            <p:nvPr/>
          </p:nvSpPr>
          <p:spPr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6615" name="Google Shape;6615;p44"/>
          <p:cNvGrpSpPr/>
          <p:nvPr/>
        </p:nvGrpSpPr>
        <p:grpSpPr>
          <a:xfrm>
            <a:off x="2375578" y="2337843"/>
            <a:ext cx="7094538" cy="3695700"/>
            <a:chOff x="862570" y="2361120"/>
            <a:chExt cx="7094553" cy="3695520"/>
          </a:xfrm>
        </p:grpSpPr>
        <p:cxnSp>
          <p:nvCxnSpPr>
            <p:cNvPr id="6616" name="Google Shape;6616;p44"/>
            <p:cNvCxnSpPr/>
            <p:nvPr/>
          </p:nvCxnSpPr>
          <p:spPr>
            <a:xfrm flipH="1">
              <a:off x="1446332" y="2897188"/>
              <a:ext cx="4736982" cy="25351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7" name="Google Shape;6617;p44"/>
            <p:cNvCxnSpPr/>
            <p:nvPr/>
          </p:nvCxnSpPr>
          <p:spPr>
            <a:xfrm flipH="1">
              <a:off x="2972043" y="2885760"/>
              <a:ext cx="3213953" cy="3041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8" name="Google Shape;6618;p44"/>
            <p:cNvCxnSpPr/>
            <p:nvPr/>
          </p:nvCxnSpPr>
          <p:spPr>
            <a:xfrm flipH="1">
              <a:off x="4328465" y="2877120"/>
              <a:ext cx="1866171" cy="31795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9" name="Google Shape;6619;p44"/>
            <p:cNvCxnSpPr/>
            <p:nvPr/>
          </p:nvCxnSpPr>
          <p:spPr>
            <a:xfrm flipH="1">
              <a:off x="5270184" y="2877120"/>
              <a:ext cx="915812" cy="3058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0" name="Google Shape;6620;p44"/>
            <p:cNvCxnSpPr/>
            <p:nvPr/>
          </p:nvCxnSpPr>
          <p:spPr>
            <a:xfrm>
              <a:off x="6167438" y="2901156"/>
              <a:ext cx="1141702" cy="28012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1" name="Google Shape;6621;p44"/>
            <p:cNvCxnSpPr/>
            <p:nvPr/>
          </p:nvCxnSpPr>
          <p:spPr>
            <a:xfrm>
              <a:off x="6171406" y="2889250"/>
              <a:ext cx="1785717" cy="2355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2" name="Google Shape;6622;p44"/>
            <p:cNvCxnSpPr/>
            <p:nvPr/>
          </p:nvCxnSpPr>
          <p:spPr>
            <a:xfrm>
              <a:off x="6179344" y="2881313"/>
              <a:ext cx="1587707" cy="1386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3" name="Google Shape;6623;p44"/>
            <p:cNvCxnSpPr/>
            <p:nvPr/>
          </p:nvCxnSpPr>
          <p:spPr>
            <a:xfrm>
              <a:off x="6179344" y="2897188"/>
              <a:ext cx="602786" cy="2909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4" name="Google Shape;6624;p44"/>
            <p:cNvCxnSpPr/>
            <p:nvPr/>
          </p:nvCxnSpPr>
          <p:spPr>
            <a:xfrm>
              <a:off x="4584546" y="2364240"/>
              <a:ext cx="1558252" cy="5128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5" name="Google Shape;6625;p44"/>
            <p:cNvCxnSpPr/>
            <p:nvPr/>
          </p:nvCxnSpPr>
          <p:spPr>
            <a:xfrm>
              <a:off x="3691549" y="2361120"/>
              <a:ext cx="2485808" cy="533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6" name="Google Shape;6626;p44"/>
            <p:cNvCxnSpPr/>
            <p:nvPr/>
          </p:nvCxnSpPr>
          <p:spPr>
            <a:xfrm>
              <a:off x="2081460" y="2548080"/>
              <a:ext cx="4078617" cy="3376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7" name="Google Shape;6627;p44"/>
            <p:cNvCxnSpPr/>
            <p:nvPr/>
          </p:nvCxnSpPr>
          <p:spPr>
            <a:xfrm flipH="1" rot="10800000">
              <a:off x="1309418" y="2903040"/>
              <a:ext cx="4842020" cy="30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8" name="Google Shape;6628;p44"/>
            <p:cNvCxnSpPr/>
            <p:nvPr/>
          </p:nvCxnSpPr>
          <p:spPr>
            <a:xfrm flipH="1" rot="10800000">
              <a:off x="934801" y="2894400"/>
              <a:ext cx="5242556" cy="3770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9" name="Google Shape;6629;p44"/>
            <p:cNvCxnSpPr/>
            <p:nvPr/>
          </p:nvCxnSpPr>
          <p:spPr>
            <a:xfrm flipH="1" rot="10800000">
              <a:off x="862570" y="2901156"/>
              <a:ext cx="5296930" cy="1386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0" name="Google Shape;6630;p44"/>
            <p:cNvCxnSpPr/>
            <p:nvPr/>
          </p:nvCxnSpPr>
          <p:spPr>
            <a:xfrm flipH="1" rot="10800000">
              <a:off x="1101367" y="2901156"/>
              <a:ext cx="5077977" cy="20260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31" name="Google Shape;6631;p44"/>
          <p:cNvGrpSpPr/>
          <p:nvPr/>
        </p:nvGrpSpPr>
        <p:grpSpPr>
          <a:xfrm>
            <a:off x="2308603" y="2230021"/>
            <a:ext cx="7158038" cy="3798887"/>
            <a:chOff x="799176" y="2251902"/>
            <a:chExt cx="7158126" cy="3799069"/>
          </a:xfrm>
        </p:grpSpPr>
        <p:cxnSp>
          <p:nvCxnSpPr>
            <p:cNvPr id="6632" name="Google Shape;6632;p44"/>
            <p:cNvCxnSpPr/>
            <p:nvPr/>
          </p:nvCxnSpPr>
          <p:spPr>
            <a:xfrm>
              <a:off x="2012365" y="2732956"/>
              <a:ext cx="3121627" cy="3204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3" name="Google Shape;6633;p44"/>
            <p:cNvCxnSpPr/>
            <p:nvPr/>
          </p:nvCxnSpPr>
          <p:spPr>
            <a:xfrm>
              <a:off x="2009682" y="2721528"/>
              <a:ext cx="2384511" cy="33294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4" name="Google Shape;6634;p44"/>
            <p:cNvCxnSpPr/>
            <p:nvPr/>
          </p:nvCxnSpPr>
          <p:spPr>
            <a:xfrm>
              <a:off x="2001042" y="2712888"/>
              <a:ext cx="1091382" cy="3197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5" name="Google Shape;6635;p44"/>
            <p:cNvCxnSpPr/>
            <p:nvPr/>
          </p:nvCxnSpPr>
          <p:spPr>
            <a:xfrm flipH="1">
              <a:off x="1471306" y="2712888"/>
              <a:ext cx="538376" cy="269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6" name="Google Shape;6636;p44"/>
            <p:cNvCxnSpPr/>
            <p:nvPr/>
          </p:nvCxnSpPr>
          <p:spPr>
            <a:xfrm flipH="1">
              <a:off x="1007181" y="2736924"/>
              <a:ext cx="1021059" cy="20695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7" name="Google Shape;6637;p44"/>
            <p:cNvCxnSpPr/>
            <p:nvPr/>
          </p:nvCxnSpPr>
          <p:spPr>
            <a:xfrm flipH="1">
              <a:off x="799176" y="2725018"/>
              <a:ext cx="1225097" cy="14135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8" name="Google Shape;6638;p44"/>
            <p:cNvCxnSpPr/>
            <p:nvPr/>
          </p:nvCxnSpPr>
          <p:spPr>
            <a:xfrm flipH="1">
              <a:off x="932218" y="2704755"/>
              <a:ext cx="1107153" cy="5889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9" name="Google Shape;6639;p44"/>
            <p:cNvCxnSpPr/>
            <p:nvPr/>
          </p:nvCxnSpPr>
          <p:spPr>
            <a:xfrm flipH="1">
              <a:off x="1293642" y="2704755"/>
              <a:ext cx="745729" cy="2167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0" name="Google Shape;6640;p44"/>
            <p:cNvCxnSpPr/>
            <p:nvPr/>
          </p:nvCxnSpPr>
          <p:spPr>
            <a:xfrm flipH="1">
              <a:off x="2052880" y="2251902"/>
              <a:ext cx="1141349" cy="4609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1" name="Google Shape;6641;p44"/>
            <p:cNvCxnSpPr/>
            <p:nvPr/>
          </p:nvCxnSpPr>
          <p:spPr>
            <a:xfrm flipH="1">
              <a:off x="2018321" y="2332076"/>
              <a:ext cx="2284094" cy="3980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2" name="Google Shape;6642;p44"/>
            <p:cNvCxnSpPr/>
            <p:nvPr/>
          </p:nvCxnSpPr>
          <p:spPr>
            <a:xfrm rot="10800000">
              <a:off x="2035602" y="2721528"/>
              <a:ext cx="4016700" cy="14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3" name="Google Shape;6643;p44"/>
            <p:cNvCxnSpPr/>
            <p:nvPr/>
          </p:nvCxnSpPr>
          <p:spPr>
            <a:xfrm rot="10800000">
              <a:off x="2044240" y="2738808"/>
              <a:ext cx="4755057" cy="5290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4" name="Google Shape;6644;p44"/>
            <p:cNvCxnSpPr/>
            <p:nvPr/>
          </p:nvCxnSpPr>
          <p:spPr>
            <a:xfrm rot="10800000">
              <a:off x="2018321" y="2730168"/>
              <a:ext cx="5710381" cy="15549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5" name="Google Shape;6645;p44"/>
            <p:cNvCxnSpPr/>
            <p:nvPr/>
          </p:nvCxnSpPr>
          <p:spPr>
            <a:xfrm rot="10800000">
              <a:off x="2036178" y="2736924"/>
              <a:ext cx="5921124" cy="24625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6" name="Google Shape;6646;p44"/>
            <p:cNvCxnSpPr/>
            <p:nvPr/>
          </p:nvCxnSpPr>
          <p:spPr>
            <a:xfrm rot="10800000">
              <a:off x="2016335" y="2736924"/>
              <a:ext cx="5165304" cy="30002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47" name="Google Shape;6647;p4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648" name="Google Shape;6648;p44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649" name="Google Shape;6649;p44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650" name="Google Shape;6650;p44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651" name="Google Shape;665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2" name="Google Shape;665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3" name="Google Shape;6653;p44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654" name="Google Shape;665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6" name="Google Shape;6656;p44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657" name="Google Shape;665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9" name="Google Shape;6659;p44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660" name="Google Shape;666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2" name="Google Shape;6662;p44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663" name="Google Shape;666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5" name="Google Shape;6665;p44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666" name="Google Shape;666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8" name="Google Shape;6668;p44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669" name="Google Shape;6669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1" name="Google Shape;6671;p44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672" name="Google Shape;6672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4" name="Google Shape;6674;p44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675" name="Google Shape;6675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7" name="Google Shape;6677;p44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678" name="Google Shape;6678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0" name="Google Shape;6680;p44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681" name="Google Shape;668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3" name="Google Shape;6683;p44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684" name="Google Shape;668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6" name="Google Shape;6686;p44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687" name="Google Shape;668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9" name="Google Shape;6689;p44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690" name="Google Shape;669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1" name="Google Shape;669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2" name="Google Shape;6692;p44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693" name="Google Shape;669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4" name="Google Shape;669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5" name="Google Shape;6695;p44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696" name="Google Shape;669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7" name="Google Shape;669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698" name="Google Shape;6698;p44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99" name="Google Shape;6699;p44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0" name="Google Shape;6700;p44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1" name="Google Shape;6701;p44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2" name="Google Shape;6702;p44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3" name="Google Shape;6703;p44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704" name="Google Shape;6704;p44"/>
          <p:cNvSpPr txBox="1"/>
          <p:nvPr/>
        </p:nvSpPr>
        <p:spPr>
          <a:xfrm>
            <a:off x="3524875" y="3367370"/>
            <a:ext cx="42687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each access ISP to each other directly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doesn’t scale: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connections.</a:t>
            </a:r>
            <a:endParaRPr/>
          </a:p>
        </p:txBody>
      </p:sp>
      <p:sp>
        <p:nvSpPr>
          <p:cNvPr id="6705" name="Google Shape;67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0" name="Shape 6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1" name="Google Shape;6711;p4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712" name="Google Shape;6712;p45"/>
          <p:cNvSpPr txBox="1"/>
          <p:nvPr/>
        </p:nvSpPr>
        <p:spPr>
          <a:xfrm>
            <a:off x="2256991" y="1131358"/>
            <a:ext cx="82042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each access ISP to one global transit ISP?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 have economic agreement.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3" name="Google Shape;6713;p45"/>
          <p:cNvGrpSpPr/>
          <p:nvPr/>
        </p:nvGrpSpPr>
        <p:grpSpPr>
          <a:xfrm>
            <a:off x="2298266" y="2316723"/>
            <a:ext cx="7177087" cy="3750366"/>
            <a:chOff x="2298266" y="2316723"/>
            <a:chExt cx="7177087" cy="3750366"/>
          </a:xfrm>
        </p:grpSpPr>
        <p:sp>
          <p:nvSpPr>
            <p:cNvPr id="6714" name="Google Shape;6714;p45"/>
            <p:cNvSpPr/>
            <p:nvPr/>
          </p:nvSpPr>
          <p:spPr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5" name="Google Shape;6715;p45"/>
            <p:cNvCxnSpPr/>
            <p:nvPr/>
          </p:nvCxnSpPr>
          <p:spPr>
            <a:xfrm>
              <a:off x="5154178" y="3581064"/>
              <a:ext cx="1224000" cy="96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6" name="Google Shape;6716;p45"/>
            <p:cNvCxnSpPr/>
            <p:nvPr/>
          </p:nvCxnSpPr>
          <p:spPr>
            <a:xfrm>
              <a:off x="5787591" y="3984289"/>
              <a:ext cx="139700" cy="1127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7" name="Google Shape;6717;p45"/>
            <p:cNvCxnSpPr/>
            <p:nvPr/>
          </p:nvCxnSpPr>
          <p:spPr>
            <a:xfrm flipH="1" rot="10800000">
              <a:off x="5557403" y="4260514"/>
              <a:ext cx="280988" cy="61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8" name="Google Shape;6718;p45"/>
            <p:cNvCxnSpPr/>
            <p:nvPr/>
          </p:nvCxnSpPr>
          <p:spPr>
            <a:xfrm flipH="1" rot="10800000">
              <a:off x="5214503" y="4022389"/>
              <a:ext cx="223838" cy="14922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9" name="Google Shape;6719;p45"/>
            <p:cNvCxnSpPr/>
            <p:nvPr/>
          </p:nvCxnSpPr>
          <p:spPr>
            <a:xfrm flipH="1" rot="10800000">
              <a:off x="4854141" y="4427052"/>
              <a:ext cx="238200" cy="1335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0" name="Google Shape;6720;p45"/>
            <p:cNvCxnSpPr/>
            <p:nvPr/>
          </p:nvCxnSpPr>
          <p:spPr>
            <a:xfrm flipH="1" rot="10800000">
              <a:off x="5806641" y="4327189"/>
              <a:ext cx="292100" cy="342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1" name="Google Shape;6721;p45"/>
            <p:cNvCxnSpPr/>
            <p:nvPr/>
          </p:nvCxnSpPr>
          <p:spPr>
            <a:xfrm rot="10800000">
              <a:off x="6374966" y="4308139"/>
              <a:ext cx="412750" cy="16827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2" name="Google Shape;6722;p45"/>
            <p:cNvCxnSpPr/>
            <p:nvPr/>
          </p:nvCxnSpPr>
          <p:spPr>
            <a:xfrm flipH="1" rot="10800000">
              <a:off x="6359091" y="3836652"/>
              <a:ext cx="328612" cy="2667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3" name="Google Shape;6723;p45"/>
            <p:cNvCxnSpPr/>
            <p:nvPr/>
          </p:nvCxnSpPr>
          <p:spPr>
            <a:xfrm rot="10800000">
              <a:off x="5155803" y="3660402"/>
              <a:ext cx="261900" cy="1191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24" name="Google Shape;6724;p45"/>
            <p:cNvSpPr txBox="1"/>
            <p:nvPr/>
          </p:nvSpPr>
          <p:spPr>
            <a:xfrm>
              <a:off x="4019116" y="3644564"/>
              <a:ext cx="9605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b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cxnSp>
          <p:nvCxnSpPr>
            <p:cNvPr id="6725" name="Google Shape;6725;p45"/>
            <p:cNvCxnSpPr/>
            <p:nvPr/>
          </p:nvCxnSpPr>
          <p:spPr>
            <a:xfrm>
              <a:off x="2298266" y="4320839"/>
              <a:ext cx="1971675" cy="211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6" name="Google Shape;6726;p45"/>
            <p:cNvCxnSpPr/>
            <p:nvPr/>
          </p:nvCxnSpPr>
          <p:spPr>
            <a:xfrm flipH="1" rot="10800000">
              <a:off x="2525278" y="4633577"/>
              <a:ext cx="1744663" cy="411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7" name="Google Shape;6727;p45"/>
            <p:cNvCxnSpPr/>
            <p:nvPr/>
          </p:nvCxnSpPr>
          <p:spPr>
            <a:xfrm flipH="1" rot="10800000">
              <a:off x="2928503" y="4682789"/>
              <a:ext cx="1431925" cy="755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8" name="Google Shape;6728;p45"/>
            <p:cNvCxnSpPr/>
            <p:nvPr/>
          </p:nvCxnSpPr>
          <p:spPr>
            <a:xfrm flipH="1" rot="10800000">
              <a:off x="4520766" y="4703427"/>
              <a:ext cx="57150" cy="12112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9" name="Google Shape;6729;p45"/>
            <p:cNvCxnSpPr/>
            <p:nvPr/>
          </p:nvCxnSpPr>
          <p:spPr>
            <a:xfrm flipH="1" rot="10800000">
              <a:off x="5747903" y="4932027"/>
              <a:ext cx="6350" cy="1135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0" name="Google Shape;6730;p45"/>
            <p:cNvCxnSpPr/>
            <p:nvPr/>
          </p:nvCxnSpPr>
          <p:spPr>
            <a:xfrm rot="10800000">
              <a:off x="6055878" y="4881227"/>
              <a:ext cx="506413" cy="1058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1" name="Google Shape;6731;p45"/>
            <p:cNvCxnSpPr/>
            <p:nvPr/>
          </p:nvCxnSpPr>
          <p:spPr>
            <a:xfrm rot="10800000">
              <a:off x="7173466" y="4646252"/>
              <a:ext cx="1512900" cy="108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2" name="Google Shape;6732;p45"/>
            <p:cNvCxnSpPr/>
            <p:nvPr/>
          </p:nvCxnSpPr>
          <p:spPr>
            <a:xfrm rot="10800000">
              <a:off x="7230628" y="4524039"/>
              <a:ext cx="2244725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3" name="Google Shape;6733;p45"/>
            <p:cNvCxnSpPr/>
            <p:nvPr/>
          </p:nvCxnSpPr>
          <p:spPr>
            <a:xfrm flipH="1">
              <a:off x="7172041" y="4219239"/>
              <a:ext cx="2076300" cy="19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4" name="Google Shape;6734;p45"/>
            <p:cNvCxnSpPr/>
            <p:nvPr/>
          </p:nvCxnSpPr>
          <p:spPr>
            <a:xfrm flipH="1">
              <a:off x="6992503" y="3287377"/>
              <a:ext cx="1422400" cy="45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5" name="Google Shape;6735;p45"/>
            <p:cNvCxnSpPr/>
            <p:nvPr/>
          </p:nvCxnSpPr>
          <p:spPr>
            <a:xfrm flipH="1">
              <a:off x="6816291" y="2863514"/>
              <a:ext cx="898525" cy="7286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6" name="Google Shape;6736;p45"/>
            <p:cNvCxnSpPr/>
            <p:nvPr/>
          </p:nvCxnSpPr>
          <p:spPr>
            <a:xfrm>
              <a:off x="5981266" y="2441239"/>
              <a:ext cx="555625" cy="11255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7" name="Google Shape;6737;p45"/>
            <p:cNvCxnSpPr/>
            <p:nvPr/>
          </p:nvCxnSpPr>
          <p:spPr>
            <a:xfrm>
              <a:off x="3493653" y="2638089"/>
              <a:ext cx="1230313" cy="796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8" name="Google Shape;6738;p45"/>
            <p:cNvCxnSpPr/>
            <p:nvPr/>
          </p:nvCxnSpPr>
          <p:spPr>
            <a:xfrm>
              <a:off x="2749116" y="2969877"/>
              <a:ext cx="1885950" cy="5191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9" name="Google Shape;6739;p45"/>
            <p:cNvCxnSpPr/>
            <p:nvPr/>
          </p:nvCxnSpPr>
          <p:spPr>
            <a:xfrm>
              <a:off x="2361766" y="3338177"/>
              <a:ext cx="2273300" cy="260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40" name="Google Shape;6740;p45"/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6741" name="Google Shape;674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42" name="Google Shape;674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43" name="Google Shape;674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44" name="Google Shape;674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5" name="Google Shape;674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6" name="Google Shape;674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7" name="Google Shape;674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48" name="Google Shape;6748;p45"/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6749" name="Google Shape;674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0" name="Google Shape;675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1" name="Google Shape;675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52" name="Google Shape;675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3" name="Google Shape;675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4" name="Google Shape;675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5" name="Google Shape;675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56" name="Google Shape;6756;p45"/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6757" name="Google Shape;6757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8" name="Google Shape;675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9" name="Google Shape;6759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0" name="Google Shape;6760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1" name="Google Shape;6761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2" name="Google Shape;6762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3" name="Google Shape;6763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64" name="Google Shape;6764;p45"/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6765" name="Google Shape;6765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66" name="Google Shape;6766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67" name="Google Shape;6767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8" name="Google Shape;6768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9" name="Google Shape;6769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0" name="Google Shape;6770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1" name="Google Shape;6771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72" name="Google Shape;6772;p45"/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6773" name="Google Shape;677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74" name="Google Shape;677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75" name="Google Shape;6775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76" name="Google Shape;6776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7" name="Google Shape;6777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8" name="Google Shape;6778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9" name="Google Shape;6779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0" name="Google Shape;6780;p45"/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6781" name="Google Shape;678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82" name="Google Shape;678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83" name="Google Shape;678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84" name="Google Shape;678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5" name="Google Shape;678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6" name="Google Shape;678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7" name="Google Shape;678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8" name="Google Shape;6788;p45"/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6789" name="Google Shape;678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90" name="Google Shape;679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91" name="Google Shape;679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2" name="Google Shape;679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3" name="Google Shape;679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4" name="Google Shape;679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5" name="Google Shape;679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6796" name="Google Shape;6796;p45"/>
            <p:cNvCxnSpPr>
              <a:endCxn id="6797" idx="9"/>
            </p:cNvCxnSpPr>
            <p:nvPr/>
          </p:nvCxnSpPr>
          <p:spPr>
            <a:xfrm flipH="1">
              <a:off x="4883202" y="2316723"/>
              <a:ext cx="10590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98" name="Google Shape;6798;p45"/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6799" name="Google Shape;679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00" name="Google Shape;680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01" name="Google Shape;680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7" name="Google Shape;6797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2" name="Google Shape;6802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3" name="Google Shape;680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4" name="Google Shape;6804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805" name="Google Shape;6805;p45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806" name="Google Shape;6806;p45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807" name="Google Shape;680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8" name="Google Shape;680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09" name="Google Shape;6809;p45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810" name="Google Shape;681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1" name="Google Shape;681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2" name="Google Shape;6812;p45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813" name="Google Shape;681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4" name="Google Shape;681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5" name="Google Shape;6815;p45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816" name="Google Shape;681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7" name="Google Shape;681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8" name="Google Shape;6818;p45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819" name="Google Shape;681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0" name="Google Shape;682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1" name="Google Shape;6821;p45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822" name="Google Shape;682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3" name="Google Shape;682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4" name="Google Shape;6824;p45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825" name="Google Shape;6825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7" name="Google Shape;6827;p45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828" name="Google Shape;6828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9" name="Google Shape;6829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0" name="Google Shape;6830;p45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831" name="Google Shape;6831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2" name="Google Shape;6832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3" name="Google Shape;6833;p45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834" name="Google Shape;6834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5" name="Google Shape;6835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6" name="Google Shape;6836;p45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837" name="Google Shape;683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8" name="Google Shape;683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9" name="Google Shape;6839;p45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840" name="Google Shape;684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2" name="Google Shape;6842;p45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843" name="Google Shape;684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4" name="Google Shape;684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5" name="Google Shape;6845;p45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846" name="Google Shape;684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7" name="Google Shape;684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8" name="Google Shape;6848;p45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849" name="Google Shape;684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0" name="Google Shape;685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51" name="Google Shape;6851;p45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852" name="Google Shape;685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854" name="Google Shape;6854;p45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5" name="Google Shape;6855;p45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6" name="Google Shape;6856;p45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7" name="Google Shape;6857;p45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8" name="Google Shape;6858;p45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9" name="Google Shape;6859;p45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860" name="Google Shape;6860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46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7" name="Google Shape;6867;p46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8" name="Google Shape;6868;p46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9" name="Google Shape;6869;p46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0" name="Google Shape;6870;p46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1" name="Google Shape;6871;p46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2" name="Google Shape;6872;p46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3" name="Google Shape;6873;p46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4" name="Google Shape;6874;p46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5" name="Google Shape;6875;p46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6" name="Google Shape;6876;p46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6877" name="Google Shape;6877;p46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6878" name="Google Shape;687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79" name="Google Shape;687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0" name="Google Shape;688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1" name="Google Shape;688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2" name="Google Shape;688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3" name="Google Shape;688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4" name="Google Shape;688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85" name="Google Shape;6885;p46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6886" name="Google Shape;688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87" name="Google Shape;688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8" name="Google Shape;688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9" name="Google Shape;688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0" name="Google Shape;689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1" name="Google Shape;689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2" name="Google Shape;689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93" name="Google Shape;6893;p46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6894" name="Google Shape;689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95" name="Google Shape;689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96" name="Google Shape;689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97" name="Google Shape;689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8" name="Google Shape;689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9" name="Google Shape;689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0" name="Google Shape;690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1" name="Google Shape;6901;p46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6902" name="Google Shape;690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03" name="Google Shape;690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04" name="Google Shape;690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5" name="Google Shape;690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7" name="Google Shape;690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8" name="Google Shape;690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9" name="Google Shape;6909;p46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6910" name="Google Shape;691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1" name="Google Shape;691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12" name="Google Shape;691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13" name="Google Shape;691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4" name="Google Shape;691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5" name="Google Shape;691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6" name="Google Shape;691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17" name="Google Shape;6917;p46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6918" name="Google Shape;691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9" name="Google Shape;691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20" name="Google Shape;692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21" name="Google Shape;692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2" name="Google Shape;692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4" name="Google Shape;692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25" name="Google Shape;6925;p46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6" name="Google Shape;6926;p46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7" name="Google Shape;6927;p46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8" name="Google Shape;6928;p46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9" name="Google Shape;6929;p46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0" name="Google Shape;6930;p46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1" name="Google Shape;6931;p46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2" name="Google Shape;6932;p46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3" name="Google Shape;6933;p46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4" name="Google Shape;6934;p46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5" name="Google Shape;6935;p46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6936" name="Google Shape;6936;p46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7" name="Google Shape;6937;p46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8" name="Google Shape;6938;p46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9" name="Google Shape;6939;p46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0" name="Google Shape;6940;p46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1" name="Google Shape;6941;p46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2" name="Google Shape;6942;p46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3" name="Google Shape;6943;p46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4" name="Google Shape;6944;p46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5" name="Google Shape;6945;p46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6" name="Google Shape;6946;p46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6947" name="Google Shape;6947;p46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8" name="Google Shape;6948;p46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9" name="Google Shape;6949;p46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0" name="Google Shape;6950;p46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1" name="Google Shape;6951;p46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2" name="Google Shape;6952;p46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3" name="Google Shape;6953;p46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4" name="Google Shape;6954;p46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5" name="Google Shape;6955;p46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6" name="Google Shape;6956;p46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7" name="Google Shape;6957;p46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8" name="Google Shape;6958;p46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9" name="Google Shape;6959;p46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0" name="Google Shape;6960;p46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1" name="Google Shape;6961;p46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2" name="Google Shape;6962;p46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63" name="Google Shape;6963;p46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6964" name="Google Shape;696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65" name="Google Shape;696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66" name="Google Shape;696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67" name="Google Shape;696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8" name="Google Shape;696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9" name="Google Shape;696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0" name="Google Shape;697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1" name="Google Shape;6971;p46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6972" name="Google Shape;697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73" name="Google Shape;697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74" name="Google Shape;697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75" name="Google Shape;697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6" name="Google Shape;697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7" name="Google Shape;697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8" name="Google Shape;697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9" name="Google Shape;6979;p46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6980" name="Google Shape;698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1" name="Google Shape;698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82" name="Google Shape;698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83" name="Google Shape;698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4" name="Google Shape;698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5" name="Google Shape;698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6" name="Google Shape;698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7" name="Google Shape;6987;p46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6988" name="Google Shape;698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9" name="Google Shape;698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0" name="Google Shape;699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1" name="Google Shape;699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2" name="Google Shape;699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4" name="Google Shape;699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5" name="Google Shape;6995;p46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6996" name="Google Shape;699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97" name="Google Shape;699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8" name="Google Shape;699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9" name="Google Shape;699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0" name="Google Shape;700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1" name="Google Shape;700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2" name="Google Shape;700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3" name="Google Shape;7003;p46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004" name="Google Shape;700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5" name="Google Shape;700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06" name="Google Shape;700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07" name="Google Shape;700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8" name="Google Shape;700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9" name="Google Shape;700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0" name="Google Shape;701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1" name="Google Shape;7011;p46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012" name="Google Shape;701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13" name="Google Shape;701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4" name="Google Shape;701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15" name="Google Shape;701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6" name="Google Shape;701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7" name="Google Shape;701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8" name="Google Shape;701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9" name="Google Shape;7019;p46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020" name="Google Shape;702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1" name="Google Shape;702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22" name="Google Shape;702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3" name="Google Shape;702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4" name="Google Shape;702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6" name="Google Shape;702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7" name="Google Shape;7027;p46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028" name="Google Shape;702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9" name="Google Shape;702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0" name="Google Shape;703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1" name="Google Shape;703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2" name="Google Shape;703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3" name="Google Shape;703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4" name="Google Shape;703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5" name="Google Shape;7035;p46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036" name="Google Shape;703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37" name="Google Shape;703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8" name="Google Shape;703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9" name="Google Shape;703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0" name="Google Shape;704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1" name="Google Shape;704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2" name="Google Shape;704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3" name="Google Shape;7043;p46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044" name="Google Shape;704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45" name="Google Shape;704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46" name="Google Shape;704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47" name="Google Shape;704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8" name="Google Shape;704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9" name="Google Shape;704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0" name="Google Shape;705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1" name="Google Shape;7051;p46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052" name="Google Shape;705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53" name="Google Shape;705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54" name="Google Shape;705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55" name="Google Shape;705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6" name="Google Shape;705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7" name="Google Shape;705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8" name="Google Shape;705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9" name="Google Shape;7059;p46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060" name="Google Shape;706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1" name="Google Shape;706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62" name="Google Shape;706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63" name="Google Shape;706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4" name="Google Shape;706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5" name="Google Shape;706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6" name="Google Shape;706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7" name="Google Shape;7067;p46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068" name="Google Shape;706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9" name="Google Shape;706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0" name="Google Shape;707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1" name="Google Shape;707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2" name="Google Shape;707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3" name="Google Shape;707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4" name="Google Shape;707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5" name="Google Shape;7075;p46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076" name="Google Shape;707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77" name="Google Shape;707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8" name="Google Shape;707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9" name="Google Shape;707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0" name="Google Shape;708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1" name="Google Shape;708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2" name="Google Shape;708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3" name="Google Shape;7083;p46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084" name="Google Shape;708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85" name="Google Shape;708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86" name="Google Shape;708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87" name="Google Shape;708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8" name="Google Shape;708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9" name="Google Shape;708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0" name="Google Shape;709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1" name="Google Shape;7091;p46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092" name="Google Shape;709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93" name="Google Shape;709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94" name="Google Shape;709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95" name="Google Shape;709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6" name="Google Shape;709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7" name="Google Shape;709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8" name="Google Shape;709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99" name="Google Shape;7099;p4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100" name="Google Shape;7100;p46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101" name="Google Shape;7101;p46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102" name="Google Shape;710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3" name="Google Shape;710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4" name="Google Shape;7104;p46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105" name="Google Shape;710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6" name="Google Shape;710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7" name="Google Shape;7107;p46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108" name="Google Shape;710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0" name="Google Shape;7110;p46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111" name="Google Shape;711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2" name="Google Shape;711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3" name="Google Shape;7113;p46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114" name="Google Shape;711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6" name="Google Shape;7116;p46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117" name="Google Shape;711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8" name="Google Shape;711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9" name="Google Shape;7119;p46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120" name="Google Shape;7120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1" name="Google Shape;7121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2" name="Google Shape;7122;p46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123" name="Google Shape;7123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4" name="Google Shape;7124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5" name="Google Shape;7125;p46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126" name="Google Shape;7126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7" name="Google Shape;7127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8" name="Google Shape;7128;p46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129" name="Google Shape;7129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0" name="Google Shape;7130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1" name="Google Shape;7131;p46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132" name="Google Shape;713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3" name="Google Shape;713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4" name="Google Shape;7134;p46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135" name="Google Shape;713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6" name="Google Shape;713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7" name="Google Shape;7137;p46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138" name="Google Shape;713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9" name="Google Shape;713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0" name="Google Shape;7140;p46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141" name="Google Shape;714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2" name="Google Shape;714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3" name="Google Shape;7143;p46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144" name="Google Shape;714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5" name="Google Shape;714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6" name="Google Shape;7146;p46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147" name="Google Shape;714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8" name="Google Shape;714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149" name="Google Shape;7149;p46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0" name="Google Shape;7150;p46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1" name="Google Shape;7151;p46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2" name="Google Shape;7152;p46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3" name="Google Shape;7153;p46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4" name="Google Shape;7154;p46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155" name="Google Shape;7155;p46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</a:t>
            </a:r>
            <a:endParaRPr/>
          </a:p>
        </p:txBody>
      </p:sp>
      <p:grpSp>
        <p:nvGrpSpPr>
          <p:cNvPr id="7156" name="Google Shape;7156;p46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157" name="Google Shape;7157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58" name="Google Shape;7158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59" name="Google Shape;7159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60" name="Google Shape;7160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1" name="Google Shape;7161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2" name="Google Shape;7162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3" name="Google Shape;716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64" name="Google Shape;7164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9" name="Shape 7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170;p47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1" name="Google Shape;7171;p47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2" name="Google Shape;7172;p47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3" name="Google Shape;7173;p47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4" name="Google Shape;7174;p47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5" name="Google Shape;7175;p47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6" name="Google Shape;7176;p47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7" name="Google Shape;7177;p47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8" name="Google Shape;7178;p47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9" name="Google Shape;7179;p47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0" name="Google Shape;7180;p47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181" name="Google Shape;7181;p47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182" name="Google Shape;718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83" name="Google Shape;718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84" name="Google Shape;718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5" name="Google Shape;718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6" name="Google Shape;718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7" name="Google Shape;718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8" name="Google Shape;718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89" name="Google Shape;7189;p47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190" name="Google Shape;719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1" name="Google Shape;719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92" name="Google Shape;719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93" name="Google Shape;719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4" name="Google Shape;719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5" name="Google Shape;719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6" name="Google Shape;719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97" name="Google Shape;7197;p47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198" name="Google Shape;719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9" name="Google Shape;719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00" name="Google Shape;720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01" name="Google Shape;720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2" name="Google Shape;720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3" name="Google Shape;720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4" name="Google Shape;720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05" name="Google Shape;7205;p47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6" name="Google Shape;7206;p47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7" name="Google Shape;7207;p47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8" name="Google Shape;7208;p47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9" name="Google Shape;7209;p47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0" name="Google Shape;7210;p47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1" name="Google Shape;7211;p47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2" name="Google Shape;7212;p47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3" name="Google Shape;7213;p47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4" name="Google Shape;7214;p47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5" name="Google Shape;7215;p47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216" name="Google Shape;7216;p47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7" name="Google Shape;7217;p47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8" name="Google Shape;7218;p47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9" name="Google Shape;7219;p47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0" name="Google Shape;7220;p47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1" name="Google Shape;7221;p47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2" name="Google Shape;7222;p47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3" name="Google Shape;7223;p47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4" name="Google Shape;7224;p47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5" name="Google Shape;7225;p47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6" name="Google Shape;7226;p47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227" name="Google Shape;7227;p47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8" name="Google Shape;7228;p47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9" name="Google Shape;7229;p47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0" name="Google Shape;7230;p47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1" name="Google Shape;7231;p47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2" name="Google Shape;7232;p47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3" name="Google Shape;7233;p47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4" name="Google Shape;7234;p47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5" name="Google Shape;7235;p47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6" name="Google Shape;7236;p47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7" name="Google Shape;7237;p47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8" name="Google Shape;7238;p47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9" name="Google Shape;7239;p47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0" name="Google Shape;7240;p47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1" name="Google Shape;7241;p47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2" name="Google Shape;7242;p47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43" name="Google Shape;7243;p47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244" name="Google Shape;724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5" name="Google Shape;724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46" name="Google Shape;724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47" name="Google Shape;724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8" name="Google Shape;724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9" name="Google Shape;724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0" name="Google Shape;725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1" name="Google Shape;7251;p47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252" name="Google Shape;725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53" name="Google Shape;725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4" name="Google Shape;725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55" name="Google Shape;725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6" name="Google Shape;725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7" name="Google Shape;725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8" name="Google Shape;725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9" name="Google Shape;7259;p47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260" name="Google Shape;726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1" name="Google Shape;726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62" name="Google Shape;726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3" name="Google Shape;726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4" name="Google Shape;726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5" name="Google Shape;726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6" name="Google Shape;726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67" name="Google Shape;7267;p47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268" name="Google Shape;726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9" name="Google Shape;726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0" name="Google Shape;727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1" name="Google Shape;727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2" name="Google Shape;727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3" name="Google Shape;727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4" name="Google Shape;727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5" name="Google Shape;7275;p47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276" name="Google Shape;727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77" name="Google Shape;727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8" name="Google Shape;727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9" name="Google Shape;727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0" name="Google Shape;728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1" name="Google Shape;728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2" name="Google Shape;728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83" name="Google Shape;7283;p47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284" name="Google Shape;728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85" name="Google Shape;728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86" name="Google Shape;728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87" name="Google Shape;728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8" name="Google Shape;728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9" name="Google Shape;72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0" name="Google Shape;72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1" name="Google Shape;7291;p47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292" name="Google Shape;729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93" name="Google Shape;729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94" name="Google Shape;729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95" name="Google Shape;729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6" name="Google Shape;729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7" name="Google Shape;729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8" name="Google Shape;729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9" name="Google Shape;7299;p47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300" name="Google Shape;730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1" name="Google Shape;730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02" name="Google Shape;730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03" name="Google Shape;730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4" name="Google Shape;730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5" name="Google Shape;730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6" name="Google Shape;730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7" name="Google Shape;7307;p47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308" name="Google Shape;73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9" name="Google Shape;730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0" name="Google Shape;731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1" name="Google Shape;731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2" name="Google Shape;731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3" name="Google Shape;731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4" name="Google Shape;731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15" name="Google Shape;7315;p47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316" name="Google Shape;731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17" name="Google Shape;731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8" name="Google Shape;731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9" name="Google Shape;731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0" name="Google Shape;732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1" name="Google Shape;732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2" name="Google Shape;732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23" name="Google Shape;7323;p47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324" name="Google Shape;732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5" name="Google Shape;732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26" name="Google Shape;73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27" name="Google Shape;73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8" name="Google Shape;73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9" name="Google Shape;73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0" name="Google Shape;73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1" name="Google Shape;7331;p47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332" name="Google Shape;73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33" name="Google Shape;733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4" name="Google Shape;733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35" name="Google Shape;733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6" name="Google Shape;733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7" name="Google Shape;733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8" name="Google Shape;733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39" name="Google Shape;7339;p4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340" name="Google Shape;7340;p47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341" name="Google Shape;7341;p47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342" name="Google Shape;734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3" name="Google Shape;734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4" name="Google Shape;7344;p47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345" name="Google Shape;734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6" name="Google Shape;734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7" name="Google Shape;7347;p47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348" name="Google Shape;734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9" name="Google Shape;734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0" name="Google Shape;7350;p47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351" name="Google Shape;735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2" name="Google Shape;735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3" name="Google Shape;7353;p47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354" name="Google Shape;735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5" name="Google Shape;735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6" name="Google Shape;7356;p47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357" name="Google Shape;735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8" name="Google Shape;735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9" name="Google Shape;7359;p47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360" name="Google Shape;7360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1" name="Google Shape;7361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2" name="Google Shape;7362;p47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363" name="Google Shape;7363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4" name="Google Shape;7364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5" name="Google Shape;7365;p47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366" name="Google Shape;7366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7" name="Google Shape;7367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8" name="Google Shape;7368;p47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369" name="Google Shape;7369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0" name="Google Shape;7370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1" name="Google Shape;7371;p47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372" name="Google Shape;737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3" name="Google Shape;737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4" name="Google Shape;7374;p47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375" name="Google Shape;737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6" name="Google Shape;737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7" name="Google Shape;7377;p47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378" name="Google Shape;737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9" name="Google Shape;737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0" name="Google Shape;7380;p47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381" name="Google Shape;738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2" name="Google Shape;738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3" name="Google Shape;7383;p47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384" name="Google Shape;738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5" name="Google Shape;738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6" name="Google Shape;7386;p47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387" name="Google Shape;738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8" name="Google Shape;738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389" name="Google Shape;7389;p47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0" name="Google Shape;7390;p47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1" name="Google Shape;7391;p47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2" name="Google Shape;7392;p47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3" name="Google Shape;7393;p47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4" name="Google Shape;7394;p47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395" name="Google Shape;7395;p47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 who will want to be connected</a:t>
            </a:r>
            <a:endParaRPr/>
          </a:p>
        </p:txBody>
      </p:sp>
      <p:grpSp>
        <p:nvGrpSpPr>
          <p:cNvPr id="7396" name="Google Shape;7396;p47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397" name="Google Shape;7397;p47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398" name="Google Shape;7398;p47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9" name="Google Shape;7399;p47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400" name="Google Shape;7400;p47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1" name="Google Shape;7401;p47"/>
            <p:cNvCxnSpPr>
              <a:endCxn id="7402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3" name="Google Shape;7403;p47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404" name="Google Shape;7404;p47"/>
            <p:cNvCxnSpPr>
              <a:stCxn id="7405" idx="5"/>
              <a:endCxn id="7406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7" name="Google Shape;7407;p47"/>
            <p:cNvCxnSpPr>
              <a:stCxn id="7408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9" name="Google Shape;7409;p47"/>
            <p:cNvCxnSpPr>
              <a:endCxn id="7410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1" name="Google Shape;7411;p47"/>
          <p:cNvGrpSpPr/>
          <p:nvPr/>
        </p:nvGrpSpPr>
        <p:grpSpPr>
          <a:xfrm>
            <a:off x="5775500" y="5015078"/>
            <a:ext cx="1792625" cy="741248"/>
            <a:chOff x="4686300" y="4864100"/>
            <a:chExt cx="1792244" cy="740764"/>
          </a:xfrm>
        </p:grpSpPr>
        <p:sp>
          <p:nvSpPr>
            <p:cNvPr id="7412" name="Google Shape;7412;p47"/>
            <p:cNvSpPr txBox="1"/>
            <p:nvPr/>
          </p:nvSpPr>
          <p:spPr>
            <a:xfrm>
              <a:off x="4838700" y="5143500"/>
              <a:ext cx="1639844" cy="4613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peering link</a:t>
              </a:r>
              <a:endParaRPr/>
            </a:p>
          </p:txBody>
        </p:sp>
        <p:cxnSp>
          <p:nvCxnSpPr>
            <p:cNvPr id="7413" name="Google Shape;7413;p47"/>
            <p:cNvCxnSpPr/>
            <p:nvPr/>
          </p:nvCxnSpPr>
          <p:spPr>
            <a:xfrm>
              <a:off x="4686300" y="4864100"/>
              <a:ext cx="266700" cy="41910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4" name="Google Shape;7414;p47"/>
          <p:cNvGrpSpPr/>
          <p:nvPr/>
        </p:nvGrpSpPr>
        <p:grpSpPr>
          <a:xfrm>
            <a:off x="6287088" y="1707261"/>
            <a:ext cx="3207609" cy="1166368"/>
            <a:chOff x="5270500" y="1701800"/>
            <a:chExt cx="3206604" cy="1165614"/>
          </a:xfrm>
        </p:grpSpPr>
        <p:sp>
          <p:nvSpPr>
            <p:cNvPr id="7415" name="Google Shape;7415;p47"/>
            <p:cNvSpPr txBox="1"/>
            <p:nvPr/>
          </p:nvSpPr>
          <p:spPr>
            <a:xfrm>
              <a:off x="5270500" y="1701800"/>
              <a:ext cx="3206604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exchange point </a:t>
              </a:r>
              <a:endParaRPr/>
            </a:p>
          </p:txBody>
        </p:sp>
        <p:cxnSp>
          <p:nvCxnSpPr>
            <p:cNvPr id="7416" name="Google Shape;7416;p47"/>
            <p:cNvCxnSpPr/>
            <p:nvPr/>
          </p:nvCxnSpPr>
          <p:spPr>
            <a:xfrm flipH="1">
              <a:off x="6141884" y="2155382"/>
              <a:ext cx="219911" cy="7120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7" name="Google Shape;7417;p47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418" name="Google Shape;741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2" name="Google Shape;7402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9" name="Google Shape;741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0" name="Google Shape;742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1" name="Google Shape;742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2" name="Google Shape;742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3" name="Google Shape;742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24" name="Google Shape;7424;p47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425" name="Google Shape;742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6" name="Google Shape;740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6" name="Google Shape;74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7" name="Google Shape;74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8" name="Google Shape;74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9" name="Google Shape;74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0" name="Google Shape;74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1" name="Google Shape;7431;p47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432" name="Google Shape;74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5" name="Google Shape;740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33" name="Google Shape;7433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4" name="Google Shape;7434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5" name="Google Shape;7435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6" name="Google Shape;7436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7" name="Google Shape;7437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8" name="Google Shape;7438;p47"/>
          <p:cNvGrpSpPr/>
          <p:nvPr/>
        </p:nvGrpSpPr>
        <p:grpSpPr>
          <a:xfrm>
            <a:off x="4815073" y="3924252"/>
            <a:ext cx="1634942" cy="693432"/>
            <a:chOff x="4815073" y="3924252"/>
            <a:chExt cx="1634942" cy="693432"/>
          </a:xfrm>
        </p:grpSpPr>
        <p:cxnSp>
          <p:nvCxnSpPr>
            <p:cNvPr id="7439" name="Google Shape;7439;p47"/>
            <p:cNvCxnSpPr>
              <a:stCxn id="7440" idx="2"/>
            </p:cNvCxnSpPr>
            <p:nvPr/>
          </p:nvCxnSpPr>
          <p:spPr>
            <a:xfrm flipH="1" rot="10800000">
              <a:off x="4982880" y="4309884"/>
              <a:ext cx="309000" cy="307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1" name="Google Shape;7441;p47"/>
            <p:cNvCxnSpPr/>
            <p:nvPr/>
          </p:nvCxnSpPr>
          <p:spPr>
            <a:xfrm flipH="1" rot="10800000">
              <a:off x="5520180" y="3924252"/>
              <a:ext cx="929835" cy="36708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2" name="Google Shape;7442;p47"/>
            <p:cNvCxnSpPr>
              <a:stCxn id="7443" idx="2"/>
            </p:cNvCxnSpPr>
            <p:nvPr/>
          </p:nvCxnSpPr>
          <p:spPr>
            <a:xfrm>
              <a:off x="4815073" y="3947043"/>
              <a:ext cx="477000" cy="2775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444" name="Google Shape;7444;p47"/>
            <p:cNvGrpSpPr/>
            <p:nvPr/>
          </p:nvGrpSpPr>
          <p:grpSpPr>
            <a:xfrm>
              <a:off x="5119678" y="4119105"/>
              <a:ext cx="528442" cy="338554"/>
              <a:chOff x="5634518" y="2652249"/>
              <a:chExt cx="528092" cy="338174"/>
            </a:xfrm>
          </p:grpSpPr>
          <p:sp>
            <p:nvSpPr>
              <p:cNvPr id="7445" name="Google Shape;7445;p47"/>
              <p:cNvSpPr/>
              <p:nvPr/>
            </p:nvSpPr>
            <p:spPr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47"/>
              <p:cNvSpPr txBox="1"/>
              <p:nvPr/>
            </p:nvSpPr>
            <p:spPr>
              <a:xfrm>
                <a:off x="5685246" y="2652249"/>
                <a:ext cx="447262" cy="338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/>
              </a:p>
            </p:txBody>
          </p:sp>
        </p:grpSp>
      </p:grpSp>
      <p:grpSp>
        <p:nvGrpSpPr>
          <p:cNvPr id="7447" name="Google Shape;7447;p47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448" name="Google Shape;744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0" name="Google Shape;7410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49" name="Google Shape;744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0" name="Google Shape;745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1" name="Google Shape;745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2" name="Google Shape;745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3" name="Google Shape;745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54" name="Google Shape;7454;p47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455" name="Google Shape;745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56" name="Google Shape;745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57" name="Google Shape;745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8" name="Google Shape;745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9" name="Google Shape;7459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0" name="Google Shape;7460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1" name="Google Shape;7461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2" name="Google Shape;7462;p47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408" name="Google Shape;74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63" name="Google Shape;746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64" name="Google Shape;746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65" name="Google Shape;746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6" name="Google Shape;746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7" name="Google Shape;746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8" name="Google Shape;746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9" name="Google Shape;7469;p47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470" name="Google Shape;747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1" name="Google Shape;747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72" name="Google Shape;747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3" name="Google Shape;747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4" name="Google Shape;747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5" name="Google Shape;747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6" name="Google Shape;747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77" name="Google Shape;7477;p47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478" name="Google Shape;747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9" name="Google Shape;747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0" name="Google Shape;748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1" name="Google Shape;748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3" name="Google Shape;7443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2" name="Google Shape;748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3" name="Google Shape;748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84" name="Google Shape;7484;p47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485" name="Google Shape;748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6" name="Google Shape;748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7" name="Google Shape;748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8" name="Google Shape;748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0" name="Google Shape;744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9" name="Google Shape;74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0" name="Google Shape;74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91" name="Google Shape;7491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6" name="Shape 7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7" name="Google Shape;7497;p48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8" name="Google Shape;7498;p48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9" name="Google Shape;7499;p48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0" name="Google Shape;7500;p48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1" name="Google Shape;7501;p48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2" name="Google Shape;7502;p48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3" name="Google Shape;7503;p48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4" name="Google Shape;7504;p48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5" name="Google Shape;7505;p48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6" name="Google Shape;7506;p48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7" name="Google Shape;7507;p48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508" name="Google Shape;7508;p48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509" name="Google Shape;750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0" name="Google Shape;75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1" name="Google Shape;751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12" name="Google Shape;751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3" name="Google Shape;751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4" name="Google Shape;751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5" name="Google Shape;751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16" name="Google Shape;7516;p48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517" name="Google Shape;751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8" name="Google Shape;751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9" name="Google Shape;751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0" name="Google Shape;752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1" name="Google Shape;752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2" name="Google Shape;752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3" name="Google Shape;752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24" name="Google Shape;7524;p48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525" name="Google Shape;752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26" name="Google Shape;752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27" name="Google Shape;752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8" name="Google Shape;752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9" name="Google Shape;752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0" name="Google Shape;753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1" name="Google Shape;753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32" name="Google Shape;7532;p48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3" name="Google Shape;7533;p48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4" name="Google Shape;7534;p48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5" name="Google Shape;7535;p48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6" name="Google Shape;7536;p48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7" name="Google Shape;7537;p48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8" name="Google Shape;7538;p48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9" name="Google Shape;7539;p48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0" name="Google Shape;7540;p48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1" name="Google Shape;7541;p48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2" name="Google Shape;7542;p48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543" name="Google Shape;7543;p48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4" name="Google Shape;7544;p48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5" name="Google Shape;7545;p48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6" name="Google Shape;7546;p48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7" name="Google Shape;7547;p48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8" name="Google Shape;7548;p48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9" name="Google Shape;7549;p48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0" name="Google Shape;7550;p48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1" name="Google Shape;7551;p48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2" name="Google Shape;7552;p48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3" name="Google Shape;7553;p48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554" name="Google Shape;7554;p48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5" name="Google Shape;7555;p48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6" name="Google Shape;7556;p48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7" name="Google Shape;7557;p48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8" name="Google Shape;7558;p48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9" name="Google Shape;7559;p48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0" name="Google Shape;7560;p48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1" name="Google Shape;7561;p48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2" name="Google Shape;7562;p48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3" name="Google Shape;7563;p48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64" name="Google Shape;7564;p48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565" name="Google Shape;756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6" name="Google Shape;756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67" name="Google Shape;756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68" name="Google Shape;756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9" name="Google Shape;756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0" name="Google Shape;757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1" name="Google Shape;757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72" name="Google Shape;7572;p48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573" name="Google Shape;757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74" name="Google Shape;757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5" name="Google Shape;757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76" name="Google Shape;757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7" name="Google Shape;757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8" name="Google Shape;757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9" name="Google Shape;757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0" name="Google Shape;7580;p48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581" name="Google Shape;758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82" name="Google Shape;758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83" name="Google Shape;758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4" name="Google Shape;758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5" name="Google Shape;758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6" name="Google Shape;758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7" name="Google Shape;758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8" name="Google Shape;7588;p48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589" name="Google Shape;758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0" name="Google Shape;759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1" name="Google Shape;759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92" name="Google Shape;759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3" name="Google Shape;759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4" name="Google Shape;759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5" name="Google Shape;759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96" name="Google Shape;7596;p48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597" name="Google Shape;759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8" name="Google Shape;759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9" name="Google Shape;759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0" name="Google Shape;760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1" name="Google Shape;760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2" name="Google Shape;760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3" name="Google Shape;760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04" name="Google Shape;7604;p48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605" name="Google Shape;760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06" name="Google Shape;760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07" name="Google Shape;760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8" name="Google Shape;760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9" name="Google Shape;760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0" name="Google Shape;761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1" name="Google Shape;761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12" name="Google Shape;7612;p48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613" name="Google Shape;76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14" name="Google Shape;761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15" name="Google Shape;761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16" name="Google Shape;761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7" name="Google Shape;76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8" name="Google Shape;761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9" name="Google Shape;761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0" name="Google Shape;7620;p48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621" name="Google Shape;762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22" name="Google Shape;762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23" name="Google Shape;76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24" name="Google Shape;76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5" name="Google Shape;76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6" name="Google Shape;76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7" name="Google Shape;76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8" name="Google Shape;7628;p48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629" name="Google Shape;76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0" name="Google Shape;76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1" name="Google Shape;76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32" name="Google Shape;76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3" name="Google Shape;763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4" name="Google Shape;763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5" name="Google Shape;763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6" name="Google Shape;7636;p48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637" name="Google Shape;763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8" name="Google Shape;763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9" name="Google Shape;763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0" name="Google Shape;764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1" name="Google Shape;764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2" name="Google Shape;764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3" name="Google Shape;764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44" name="Google Shape;7644;p48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645" name="Google Shape;764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6" name="Google Shape;764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47" name="Google Shape;764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8" name="Google Shape;764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9" name="Google Shape;764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0" name="Google Shape;765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1" name="Google Shape;765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52" name="Google Shape;7652;p48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653" name="Google Shape;765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54" name="Google Shape;765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5" name="Google Shape;765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56" name="Google Shape;765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7" name="Google Shape;765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8" name="Google Shape;765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9" name="Google Shape;765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0" name="Google Shape;7660;p4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661" name="Google Shape;7661;p48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662" name="Google Shape;766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3" name="Google Shape;766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4" name="Google Shape;7664;p48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665" name="Google Shape;766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6" name="Google Shape;766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7" name="Google Shape;7667;p48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668" name="Google Shape;766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9" name="Google Shape;766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0" name="Google Shape;7670;p48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671" name="Google Shape;767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2" name="Google Shape;767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3" name="Google Shape;7673;p48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674" name="Google Shape;7674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5" name="Google Shape;7675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6" name="Google Shape;7676;p48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677" name="Google Shape;7677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8" name="Google Shape;7678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9" name="Google Shape;7679;p48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680" name="Google Shape;7680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1" name="Google Shape;7681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2" name="Google Shape;7682;p48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683" name="Google Shape;7683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4" name="Google Shape;7684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5" name="Google Shape;7685;p48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686" name="Google Shape;7686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7" name="Google Shape;7687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8" name="Google Shape;7688;p48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689" name="Google Shape;768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0" name="Google Shape;769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91" name="Google Shape;7691;p48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7692" name="Google Shape;769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3" name="Google Shape;769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7694" name="Google Shape;7694;p48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5" name="Google Shape;7695;p48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6" name="Google Shape;7696;p48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7" name="Google Shape;7697;p48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8" name="Google Shape;7698;p48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9" name="Google Shape;7699;p48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700" name="Google Shape;7700;p48"/>
          <p:cNvSpPr txBox="1"/>
          <p:nvPr/>
        </p:nvSpPr>
        <p:spPr>
          <a:xfrm>
            <a:off x="1499042" y="1197749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regional networks may arise to connect access nets to ISPs </a:t>
            </a:r>
            <a:endParaRPr/>
          </a:p>
        </p:txBody>
      </p:sp>
      <p:grpSp>
        <p:nvGrpSpPr>
          <p:cNvPr id="7701" name="Google Shape;7701;p48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702" name="Google Shape;7702;p48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703" name="Google Shape;7703;p48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4" name="Google Shape;7704;p48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705" name="Google Shape;7705;p48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6" name="Google Shape;7706;p48"/>
            <p:cNvCxnSpPr>
              <a:endCxn id="770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08" name="Google Shape;7708;p48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709" name="Google Shape;7709;p48"/>
            <p:cNvCxnSpPr>
              <a:stCxn id="7710" idx="5"/>
              <a:endCxn id="771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2" name="Google Shape;7712;p48"/>
            <p:cNvCxnSpPr>
              <a:stCxn id="771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4" name="Google Shape;7714;p48"/>
            <p:cNvCxnSpPr>
              <a:endCxn id="771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716" name="Google Shape;7716;p48"/>
          <p:cNvCxnSpPr>
            <a:stCxn id="771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8" name="Google Shape;7718;p48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9" name="Google Shape;7719;p48"/>
          <p:cNvCxnSpPr>
            <a:stCxn id="772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21" name="Google Shape;7721;p48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722" name="Google Shape;772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07" name="Google Shape;770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23" name="Google Shape;77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4" name="Google Shape;77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5" name="Google Shape;77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6" name="Google Shape;77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7" name="Google Shape;77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28" name="Google Shape;7728;p48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729" name="Google Shape;77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0" name="Google Shape;77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1" name="Google Shape;77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2" name="Google Shape;77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0" name="Google Shape;772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3" name="Google Shape;773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4" name="Google Shape;773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35" name="Google Shape;7735;p48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736" name="Google Shape;7736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7" name="Google Shape;773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8" name="Google Shape;773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9" name="Google Shape;773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7" name="Google Shape;77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1" name="Google Shape;774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2" name="Google Shape;7742;p48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743" name="Google Shape;774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1" name="Google Shape;7711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44" name="Google Shape;774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5" name="Google Shape;774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6" name="Google Shape;774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7" name="Google Shape;774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8" name="Google Shape;774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9" name="Google Shape;7749;p48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750" name="Google Shape;775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0" name="Google Shape;77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51" name="Google Shape;775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52" name="Google Shape;775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56" name="Google Shape;7756;p48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7757" name="Google Shape;7757;p48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48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7759" name="Google Shape;7759;p48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760" name="Google Shape;776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5" name="Google Shape;771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1" name="Google Shape;776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2" name="Google Shape;776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6" name="Google Shape;7766;p48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713" name="Google Shape;77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67" name="Google Shape;776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8" name="Google Shape;776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9" name="Google Shape;776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73" name="Google Shape;7773;p48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4" name="Google Shape;7774;p48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5" name="Google Shape;7775;p48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6" name="Google Shape;7776;p48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77" name="Google Shape;7777;p48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7778" name="Google Shape;777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9" name="Google Shape;777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780" name="Google Shape;7780;p48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7781" name="Google Shape;778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2" name="Google Shape;778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7783" name="Google Shape;7783;p48"/>
          <p:cNvCxnSpPr/>
          <p:nvPr/>
        </p:nvCxnSpPr>
        <p:spPr>
          <a:xfrm>
            <a:off x="2801850" y="4156772"/>
            <a:ext cx="560912" cy="2987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4" name="Google Shape;7784;p48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785" name="Google Shape;778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86" name="Google Shape;778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87" name="Google Shape;778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88" name="Google Shape;778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92" name="Google Shape;7792;p48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3" name="Google Shape;7793;p48"/>
          <p:cNvGrpSpPr/>
          <p:nvPr/>
        </p:nvGrpSpPr>
        <p:grpSpPr>
          <a:xfrm>
            <a:off x="4461581" y="5447247"/>
            <a:ext cx="2216150" cy="533562"/>
            <a:chOff x="4461581" y="5447247"/>
            <a:chExt cx="2216150" cy="533562"/>
          </a:xfrm>
        </p:grpSpPr>
        <p:cxnSp>
          <p:nvCxnSpPr>
            <p:cNvPr id="7794" name="Google Shape;7794;p48"/>
            <p:cNvCxnSpPr/>
            <p:nvPr/>
          </p:nvCxnSpPr>
          <p:spPr>
            <a:xfrm rot="10800000">
              <a:off x="6157031" y="5810947"/>
              <a:ext cx="520700" cy="169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5" name="Google Shape;7795;p48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6" name="Google Shape;7796;p48"/>
            <p:cNvCxnSpPr/>
            <p:nvPr/>
          </p:nvCxnSpPr>
          <p:spPr>
            <a:xfrm flipH="1" rot="10800000">
              <a:off x="4461581" y="5815709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7" name="Google Shape;7797;p48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7798" name="Google Shape;7798;p48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7799" name="Google Shape;779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0" name="Google Shape;780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1" name="Google Shape;7801;p48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7802" name="Google Shape;780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3" name="Google Shape;780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4" name="Google Shape;7804;p48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7805" name="Google Shape;780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6" name="Google Shape;780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7" name="Google Shape;7807;p48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808" name="Google Shape;7808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9" name="Google Shape;7809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0" name="Google Shape;7810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11" name="Google Shape;7811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15" name="Google Shape;7815;p48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6" name="Google Shape;7816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49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3" name="Google Shape;7823;p49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4" name="Google Shape;7824;p49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5" name="Google Shape;7825;p49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6" name="Google Shape;7826;p49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7" name="Google Shape;7827;p49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8" name="Google Shape;7828;p49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9" name="Google Shape;7829;p49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0" name="Google Shape;7830;p49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1" name="Google Shape;7831;p49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2" name="Google Shape;7832;p49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3" name="Google Shape;7833;p49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834" name="Google Shape;7834;p49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835" name="Google Shape;783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36" name="Google Shape;783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37" name="Google Shape;783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38" name="Google Shape;783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42" name="Google Shape;7842;p49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843" name="Google Shape;784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44" name="Google Shape;784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45" name="Google Shape;784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46" name="Google Shape;784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50" name="Google Shape;7850;p49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851" name="Google Shape;785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52" name="Google Shape;785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53" name="Google Shape;785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54" name="Google Shape;785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58" name="Google Shape;7858;p49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9" name="Google Shape;7859;p49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0" name="Google Shape;7860;p49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1" name="Google Shape;7861;p49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2" name="Google Shape;7862;p49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3" name="Google Shape;7863;p49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4" name="Google Shape;7864;p49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5" name="Google Shape;7865;p49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6" name="Google Shape;7866;p49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7" name="Google Shape;7867;p49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8" name="Google Shape;7868;p49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869" name="Google Shape;7869;p49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0" name="Google Shape;7870;p49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1" name="Google Shape;7871;p49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2" name="Google Shape;7872;p49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3" name="Google Shape;7873;p49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4" name="Google Shape;7874;p49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5" name="Google Shape;7875;p49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6" name="Google Shape;7876;p49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7" name="Google Shape;7877;p49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8" name="Google Shape;7878;p49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9" name="Google Shape;7879;p49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880" name="Google Shape;7880;p49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1" name="Google Shape;7881;p49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2" name="Google Shape;7882;p49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3" name="Google Shape;7883;p49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4" name="Google Shape;7884;p49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5" name="Google Shape;7885;p49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6" name="Google Shape;7886;p49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7" name="Google Shape;7887;p49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8" name="Google Shape;7888;p49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9" name="Google Shape;7889;p49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90" name="Google Shape;7890;p49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891" name="Google Shape;789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92" name="Google Shape;789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3" name="Google Shape;789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94" name="Google Shape;789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98" name="Google Shape;7898;p49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899" name="Google Shape;789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0" name="Google Shape;790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1" name="Google Shape;790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2" name="Google Shape;790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06" name="Google Shape;7906;p49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907" name="Google Shape;790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8" name="Google Shape;790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9" name="Google Shape;790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0" name="Google Shape;791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4" name="Google Shape;7914;p49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915" name="Google Shape;79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16" name="Google Shape;79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17" name="Google Shape;79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8" name="Google Shape;79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2" name="Google Shape;7922;p49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923" name="Google Shape;79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24" name="Google Shape;792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25" name="Google Shape;792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26" name="Google Shape;792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0" name="Google Shape;7930;p49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931" name="Google Shape;793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32" name="Google Shape;793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33" name="Google Shape;79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34" name="Google Shape;79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8" name="Google Shape;7938;p49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939" name="Google Shape;79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0" name="Google Shape;79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1" name="Google Shape;79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42" name="Google Shape;79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6" name="Google Shape;7946;p49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947" name="Google Shape;794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8" name="Google Shape;794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9" name="Google Shape;794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0" name="Google Shape;795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4" name="Google Shape;7954;p49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955" name="Google Shape;795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56" name="Google Shape;795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57" name="Google Shape;795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8" name="Google Shape;795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2" name="Google Shape;7962;p49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963" name="Google Shape;796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4" name="Google Shape;796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65" name="Google Shape;796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6" name="Google Shape;796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8" name="Google Shape;796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9" name="Google Shape;796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70" name="Google Shape;7970;p4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971" name="Google Shape;7971;p49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972" name="Google Shape;797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3" name="Google Shape;797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4" name="Google Shape;7974;p49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975" name="Google Shape;7975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6" name="Google Shape;7976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7" name="Google Shape;7977;p49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978" name="Google Shape;797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9" name="Google Shape;797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0" name="Google Shape;7980;p49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981" name="Google Shape;798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2" name="Google Shape;798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3" name="Google Shape;7983;p49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984" name="Google Shape;7984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5" name="Google Shape;7985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6" name="Google Shape;7986;p49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987" name="Google Shape;7987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8" name="Google Shape;7988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9" name="Google Shape;7989;p49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990" name="Google Shape;7990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1" name="Google Shape;7991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2" name="Google Shape;7992;p49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993" name="Google Shape;7993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4" name="Google Shape;7994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5" name="Google Shape;7995;p49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996" name="Google Shape;799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7" name="Google Shape;799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8" name="Google Shape;7998;p49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999" name="Google Shape;799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0" name="Google Shape;800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01" name="Google Shape;8001;p49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8002" name="Google Shape;800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3" name="Google Shape;800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8004" name="Google Shape;8004;p49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5" name="Google Shape;8005;p49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6" name="Google Shape;8006;p49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7" name="Google Shape;8007;p49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8" name="Google Shape;8008;p49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9" name="Google Shape;8009;p49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10" name="Google Shape;8010;p49"/>
          <p:cNvSpPr txBox="1"/>
          <p:nvPr/>
        </p:nvSpPr>
        <p:spPr>
          <a:xfrm>
            <a:off x="851133" y="1142095"/>
            <a:ext cx="10824866" cy="83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content provider networks  (e.g., Google, Microsoft,  Akamai) may run their own network, to bring services, content close to end users</a:t>
            </a:r>
            <a:endParaRPr/>
          </a:p>
        </p:txBody>
      </p:sp>
      <p:grpSp>
        <p:nvGrpSpPr>
          <p:cNvPr id="8011" name="Google Shape;8011;p49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8012" name="Google Shape;8012;p49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13" name="Google Shape;8013;p49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4" name="Google Shape;8014;p49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8015" name="Google Shape;8015;p49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49"/>
            <p:cNvCxnSpPr>
              <a:endCxn id="801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18" name="Google Shape;8018;p49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8019" name="Google Shape;8019;p49"/>
            <p:cNvCxnSpPr>
              <a:stCxn id="8020" idx="5"/>
              <a:endCxn id="802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49"/>
            <p:cNvCxnSpPr>
              <a:stCxn id="802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49"/>
            <p:cNvCxnSpPr>
              <a:endCxn id="802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26" name="Google Shape;8026;p49"/>
          <p:cNvCxnSpPr>
            <a:stCxn id="802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8" name="Google Shape;8028;p49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9" name="Google Shape;8029;p49"/>
          <p:cNvCxnSpPr>
            <a:stCxn id="803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31" name="Google Shape;8031;p49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8032" name="Google Shape;8032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17" name="Google Shape;801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33" name="Google Shape;80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34" name="Google Shape;80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38" name="Google Shape;8038;p49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8039" name="Google Shape;80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0" name="Google Shape;80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1" name="Google Shape;80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2" name="Google Shape;80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45" name="Google Shape;8045;p49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8046" name="Google Shape;804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7" name="Google Shape;804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8" name="Google Shape;804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9" name="Google Shape;804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2" name="Google Shape;8052;p49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8053" name="Google Shape;805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1" name="Google Shape;8021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4" name="Google Shape;8054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55" name="Google Shape;8055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9" name="Google Shape;8059;p49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8060" name="Google Shape;806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0" name="Google Shape;802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61" name="Google Shape;806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2" name="Google Shape;806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6" name="Google Shape;8066;p49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8067" name="Google Shape;8067;p49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49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8069" name="Google Shape;8069;p49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8070" name="Google Shape;807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5" name="Google Shape;8025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1" name="Google Shape;807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2" name="Google Shape;807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6" name="Google Shape;8076;p49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8023" name="Google Shape;80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7" name="Google Shape;807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8" name="Google Shape;807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9" name="Google Shape;807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083" name="Google Shape;8083;p49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4" name="Google Shape;8084;p49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5" name="Google Shape;8085;p49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6" name="Google Shape;8086;p49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87" name="Google Shape;8087;p49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8088" name="Google Shape;808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9" name="Google Shape;808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90" name="Google Shape;8090;p49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8091" name="Google Shape;809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2" name="Google Shape;809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8093" name="Google Shape;8093;p49"/>
          <p:cNvCxnSpPr/>
          <p:nvPr/>
        </p:nvCxnSpPr>
        <p:spPr>
          <a:xfrm>
            <a:off x="2828782" y="4163916"/>
            <a:ext cx="533980" cy="2915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4" name="Google Shape;8094;p49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8095" name="Google Shape;809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96" name="Google Shape;809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97" name="Google Shape;809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8" name="Google Shape;809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102" name="Google Shape;8102;p49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3" name="Google Shape;8103;p49"/>
          <p:cNvCxnSpPr/>
          <p:nvPr/>
        </p:nvCxnSpPr>
        <p:spPr>
          <a:xfrm rot="10800000">
            <a:off x="6157031" y="5810947"/>
            <a:ext cx="520700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4" name="Google Shape;8104;p49"/>
          <p:cNvCxnSpPr/>
          <p:nvPr/>
        </p:nvCxnSpPr>
        <p:spPr>
          <a:xfrm flipH="1" rot="10800000">
            <a:off x="4461581" y="5815709"/>
            <a:ext cx="306387" cy="1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05" name="Google Shape;8105;p49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8106" name="Google Shape;810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7" name="Google Shape;810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08" name="Google Shape;8108;p49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8109" name="Google Shape;810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0" name="Google Shape;811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1" name="Google Shape;8111;p49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8112" name="Google Shape;811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3" name="Google Shape;811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4" name="Google Shape;8114;p49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8115" name="Google Shape;81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16" name="Google Shape;81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17" name="Google Shape;81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18" name="Google Shape;81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22" name="Google Shape;8122;p49"/>
          <p:cNvGrpSpPr/>
          <p:nvPr/>
        </p:nvGrpSpPr>
        <p:grpSpPr>
          <a:xfrm>
            <a:off x="2344724" y="2457440"/>
            <a:ext cx="6847328" cy="3478542"/>
            <a:chOff x="2344724" y="2457440"/>
            <a:chExt cx="6847328" cy="3478542"/>
          </a:xfrm>
        </p:grpSpPr>
        <p:grpSp>
          <p:nvGrpSpPr>
            <p:cNvPr id="8123" name="Google Shape;8123;p49"/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8124" name="Google Shape;8124;p49"/>
              <p:cNvSpPr/>
              <p:nvPr/>
            </p:nvSpPr>
            <p:spPr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/>
              </a:p>
            </p:txBody>
          </p:sp>
          <p:sp>
            <p:nvSpPr>
              <p:cNvPr id="8125" name="Google Shape;8125;p49"/>
              <p:cNvSpPr txBox="1"/>
              <p:nvPr/>
            </p:nvSpPr>
            <p:spPr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Content provider network</a:t>
                </a:r>
                <a:endParaRPr/>
              </a:p>
            </p:txBody>
          </p:sp>
          <p:grpSp>
            <p:nvGrpSpPr>
              <p:cNvPr id="8126" name="Google Shape;8126;p49"/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27" name="Google Shape;8127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28" name="Google Shape;8128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9" name="Google Shape;8129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30" name="Google Shape;8130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36" name="Google Shape;8136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37" name="Google Shape;8137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38" name="Google Shape;8138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39" name="Google Shape;8139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0" name="Google Shape;8140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1" name="Google Shape;8141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2" name="Google Shape;8142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3" name="Google Shape;8143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4" name="Google Shape;8144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5" name="Google Shape;8145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46" name="Google Shape;8146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47" name="Google Shape;8147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8" name="Google Shape;8148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9" name="Google Shape;8149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8150" name="Google Shape;8150;p49"/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51" name="Google Shape;8151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52" name="Google Shape;8152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3" name="Google Shape;8153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54" name="Google Shape;8154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5" name="Google Shape;8155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6" name="Google Shape;8156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7" name="Google Shape;8157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8" name="Google Shape;8158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9" name="Google Shape;8159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60" name="Google Shape;8160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61" name="Google Shape;8161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62" name="Google Shape;8162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63" name="Google Shape;8163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64" name="Google Shape;8164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5" name="Google Shape;8165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6" name="Google Shape;8166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7" name="Google Shape;8167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8" name="Google Shape;8168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9" name="Google Shape;8169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70" name="Google Shape;8170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71" name="Google Shape;8171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2" name="Google Shape;8172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3" name="Google Shape;8173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</p:grpSp>
        <p:cxnSp>
          <p:nvCxnSpPr>
            <p:cNvPr id="8174" name="Google Shape;8174;p49"/>
            <p:cNvCxnSpPr/>
            <p:nvPr/>
          </p:nvCxnSpPr>
          <p:spPr>
            <a:xfrm flipH="1" rot="10800000">
              <a:off x="8373177" y="3325716"/>
              <a:ext cx="210562" cy="60617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5" name="Google Shape;8175;p49"/>
            <p:cNvCxnSpPr>
              <a:stCxn id="8124" idx="6"/>
            </p:cNvCxnSpPr>
            <p:nvPr/>
          </p:nvCxnSpPr>
          <p:spPr>
            <a:xfrm>
              <a:off x="8653552" y="4059389"/>
              <a:ext cx="538500" cy="237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6" name="Google Shape;8176;p49"/>
            <p:cNvCxnSpPr/>
            <p:nvPr/>
          </p:nvCxnSpPr>
          <p:spPr>
            <a:xfrm rot="10800000">
              <a:off x="7981407" y="2971505"/>
              <a:ext cx="180081" cy="92888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7" name="Google Shape;8177;p49"/>
            <p:cNvCxnSpPr/>
            <p:nvPr/>
          </p:nvCxnSpPr>
          <p:spPr>
            <a:xfrm flipH="1" rot="10800000">
              <a:off x="6000693" y="2457440"/>
              <a:ext cx="3285" cy="125629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8" name="Google Shape;8178;p49"/>
            <p:cNvCxnSpPr/>
            <p:nvPr/>
          </p:nvCxnSpPr>
          <p:spPr>
            <a:xfrm rot="10800000">
              <a:off x="3490770" y="2709766"/>
              <a:ext cx="350837" cy="105614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9" name="Google Shape;8179;p49"/>
            <p:cNvCxnSpPr/>
            <p:nvPr/>
          </p:nvCxnSpPr>
          <p:spPr>
            <a:xfrm rot="10800000">
              <a:off x="2733590" y="3084939"/>
              <a:ext cx="184530" cy="786742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0" name="Google Shape;8180;p49"/>
            <p:cNvCxnSpPr/>
            <p:nvPr/>
          </p:nvCxnSpPr>
          <p:spPr>
            <a:xfrm flipH="1" rot="10800000">
              <a:off x="2537108" y="4260753"/>
              <a:ext cx="477027" cy="550561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1" name="Google Shape;8181;p49"/>
            <p:cNvCxnSpPr/>
            <p:nvPr/>
          </p:nvCxnSpPr>
          <p:spPr>
            <a:xfrm flipH="1" rot="10800000">
              <a:off x="5720123" y="4417447"/>
              <a:ext cx="5022" cy="1030757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2" name="Google Shape;8182;p49"/>
            <p:cNvCxnSpPr>
              <a:stCxn id="8113" idx="0"/>
            </p:cNvCxnSpPr>
            <p:nvPr/>
          </p:nvCxnSpPr>
          <p:spPr>
            <a:xfrm rot="10800000">
              <a:off x="5828009" y="4390682"/>
              <a:ext cx="863700" cy="15453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3" name="Google Shape;8183;p49"/>
            <p:cNvCxnSpPr/>
            <p:nvPr/>
          </p:nvCxnSpPr>
          <p:spPr>
            <a:xfrm rot="10800000">
              <a:off x="8042725" y="4273180"/>
              <a:ext cx="719289" cy="145759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4" name="Google Shape;8184;p49"/>
            <p:cNvCxnSpPr/>
            <p:nvPr/>
          </p:nvCxnSpPr>
          <p:spPr>
            <a:xfrm rot="10800000">
              <a:off x="2386276" y="3473353"/>
              <a:ext cx="261637" cy="50482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5" name="Google Shape;8185;p49"/>
            <p:cNvCxnSpPr/>
            <p:nvPr/>
          </p:nvCxnSpPr>
          <p:spPr>
            <a:xfrm flipH="1" rot="10800000">
              <a:off x="2344724" y="4114193"/>
              <a:ext cx="251695" cy="109254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6" name="Google Shape;8186;p49"/>
            <p:cNvCxnSpPr>
              <a:stCxn id="8020" idx="2"/>
              <a:endCxn id="7891" idx="2"/>
            </p:cNvCxnSpPr>
            <p:nvPr/>
          </p:nvCxnSpPr>
          <p:spPr>
            <a:xfrm flipH="1" rot="10800000">
              <a:off x="5458049" y="3230942"/>
              <a:ext cx="7500" cy="48090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7" name="Google Shape;8187;p49"/>
            <p:cNvCxnSpPr/>
            <p:nvPr/>
          </p:nvCxnSpPr>
          <p:spPr>
            <a:xfrm flipH="1" rot="10800000">
              <a:off x="4457330" y="4394908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8" name="Google Shape;8188;p49"/>
            <p:cNvCxnSpPr/>
            <p:nvPr/>
          </p:nvCxnSpPr>
          <p:spPr>
            <a:xfrm flipH="1" rot="10800000">
              <a:off x="7407243" y="4368703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89" name="Google Shape;8189;p49"/>
          <p:cNvGrpSpPr/>
          <p:nvPr/>
        </p:nvGrpSpPr>
        <p:grpSpPr>
          <a:xfrm>
            <a:off x="4545099" y="5447247"/>
            <a:ext cx="1807203" cy="495366"/>
            <a:chOff x="4545099" y="5447247"/>
            <a:chExt cx="1807203" cy="495366"/>
          </a:xfrm>
        </p:grpSpPr>
        <p:sp>
          <p:nvSpPr>
            <p:cNvPr id="8190" name="Google Shape;8190;p49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49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8192" name="Google Shape;8192;p49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8193" name="Google Shape;819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94" name="Google Shape;819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95" name="Google Shape;819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96" name="Google Shape;819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8" name="Google Shape;819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9" name="Google Shape;819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00" name="Google Shape;8200;p49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8201" name="Google Shape;820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2" name="Google Shape;820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03" name="Google Shape;820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04" name="Google Shape;820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08" name="Google Shape;8208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3" name="Shape 8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Google Shape;8214;p50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cxnSp>
        <p:nvCxnSpPr>
          <p:cNvPr id="8215" name="Google Shape;8215;p50"/>
          <p:cNvCxnSpPr>
            <a:stCxn id="8216" idx="2"/>
            <a:endCxn id="8217" idx="6"/>
          </p:cNvCxnSpPr>
          <p:nvPr/>
        </p:nvCxnSpPr>
        <p:spPr>
          <a:xfrm rot="10800000">
            <a:off x="5710150" y="3536903"/>
            <a:ext cx="53190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8218" name="Google Shape;8218;p50"/>
          <p:cNvCxnSpPr/>
          <p:nvPr/>
        </p:nvCxnSpPr>
        <p:spPr>
          <a:xfrm flipH="1" rot="-5400000">
            <a:off x="6584535" y="3012633"/>
            <a:ext cx="286582" cy="161925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8219" name="Google Shape;8219;p50"/>
          <p:cNvGrpSpPr/>
          <p:nvPr/>
        </p:nvGrpSpPr>
        <p:grpSpPr>
          <a:xfrm>
            <a:off x="2266950" y="1992980"/>
            <a:ext cx="7658100" cy="2814961"/>
            <a:chOff x="2266950" y="1992980"/>
            <a:chExt cx="7658100" cy="2814961"/>
          </a:xfrm>
        </p:grpSpPr>
        <p:cxnSp>
          <p:nvCxnSpPr>
            <p:cNvPr id="8220" name="Google Shape;8220;p50"/>
            <p:cNvCxnSpPr>
              <a:endCxn id="8221" idx="0"/>
            </p:cNvCxnSpPr>
            <p:nvPr/>
          </p:nvCxnSpPr>
          <p:spPr>
            <a:xfrm flipH="1">
              <a:off x="2689225" y="1992980"/>
              <a:ext cx="308100" cy="2220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2" name="Google Shape;8222;p50"/>
            <p:cNvCxnSpPr>
              <a:stCxn id="8217" idx="4"/>
            </p:cNvCxnSpPr>
            <p:nvPr/>
          </p:nvCxnSpPr>
          <p:spPr>
            <a:xfrm flipH="1">
              <a:off x="4620444" y="3908564"/>
              <a:ext cx="98400" cy="474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3" name="Google Shape;8223;p50"/>
            <p:cNvCxnSpPr>
              <a:stCxn id="8217" idx="3"/>
            </p:cNvCxnSpPr>
            <p:nvPr/>
          </p:nvCxnSpPr>
          <p:spPr>
            <a:xfrm flipH="1">
              <a:off x="3727423" y="3799707"/>
              <a:ext cx="290400" cy="58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4" name="Google Shape;8224;p50"/>
            <p:cNvCxnSpPr/>
            <p:nvPr/>
          </p:nvCxnSpPr>
          <p:spPr>
            <a:xfrm flipH="1" rot="-5400000">
              <a:off x="2142972" y="3178358"/>
              <a:ext cx="2292656" cy="2603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5" name="Google Shape;8225;p50"/>
            <p:cNvCxnSpPr/>
            <p:nvPr/>
          </p:nvCxnSpPr>
          <p:spPr>
            <a:xfrm flipH="1">
              <a:off x="2955927" y="3021951"/>
              <a:ext cx="771524" cy="14329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6" name="Google Shape;8226;p50"/>
            <p:cNvCxnSpPr>
              <a:endCxn id="8227" idx="0"/>
            </p:cNvCxnSpPr>
            <p:nvPr/>
          </p:nvCxnSpPr>
          <p:spPr>
            <a:xfrm>
              <a:off x="5187032" y="3712280"/>
              <a:ext cx="422400" cy="5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8" name="Google Shape;8228;p50"/>
            <p:cNvCxnSpPr/>
            <p:nvPr/>
          </p:nvCxnSpPr>
          <p:spPr>
            <a:xfrm rot="5400000">
              <a:off x="6419350" y="3956601"/>
              <a:ext cx="583613" cy="2905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9" name="Google Shape;8229;p50"/>
            <p:cNvCxnSpPr/>
            <p:nvPr/>
          </p:nvCxnSpPr>
          <p:spPr>
            <a:xfrm flipH="1" rot="-5400000">
              <a:off x="7161610" y="4097200"/>
              <a:ext cx="511967" cy="80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0" name="Google Shape;8230;p50"/>
            <p:cNvCxnSpPr>
              <a:stCxn id="8216" idx="5"/>
            </p:cNvCxnSpPr>
            <p:nvPr/>
          </p:nvCxnSpPr>
          <p:spPr>
            <a:xfrm>
              <a:off x="7934465" y="3799707"/>
              <a:ext cx="412800" cy="671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1" name="Google Shape;8231;p50"/>
            <p:cNvCxnSpPr>
              <a:stCxn id="8232" idx="4"/>
              <a:endCxn id="8233" idx="0"/>
            </p:cNvCxnSpPr>
            <p:nvPr/>
          </p:nvCxnSpPr>
          <p:spPr>
            <a:xfrm>
              <a:off x="8131307" y="2237400"/>
              <a:ext cx="398400" cy="1976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4" name="Google Shape;8234;p50"/>
            <p:cNvCxnSpPr/>
            <p:nvPr/>
          </p:nvCxnSpPr>
          <p:spPr>
            <a:xfrm flipH="1" rot="-5400000">
              <a:off x="8678012" y="3586364"/>
              <a:ext cx="1371713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5" name="Google Shape;8235;p50"/>
            <p:cNvCxnSpPr/>
            <p:nvPr/>
          </p:nvCxnSpPr>
          <p:spPr>
            <a:xfrm rot="5400000">
              <a:off x="7669052" y="3134824"/>
              <a:ext cx="1443359" cy="12176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36" name="Google Shape;8236;p50"/>
            <p:cNvSpPr/>
            <p:nvPr/>
          </p:nvSpPr>
          <p:spPr>
            <a:xfrm>
              <a:off x="3240088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1" name="Google Shape;8221;p50"/>
            <p:cNvSpPr/>
            <p:nvPr/>
          </p:nvSpPr>
          <p:spPr>
            <a:xfrm>
              <a:off x="226695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7" name="Google Shape;8237;p50"/>
            <p:cNvSpPr/>
            <p:nvPr/>
          </p:nvSpPr>
          <p:spPr>
            <a:xfrm>
              <a:off x="7134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8" name="Google Shape;8238;p50"/>
            <p:cNvSpPr/>
            <p:nvPr/>
          </p:nvSpPr>
          <p:spPr>
            <a:xfrm>
              <a:off x="6159500" y="4213880"/>
              <a:ext cx="846138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7" name="Google Shape;8227;p50"/>
            <p:cNvSpPr/>
            <p:nvPr/>
          </p:nvSpPr>
          <p:spPr>
            <a:xfrm>
              <a:off x="5186363" y="4213880"/>
              <a:ext cx="846137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9" name="Google Shape;8239;p50"/>
            <p:cNvSpPr/>
            <p:nvPr/>
          </p:nvSpPr>
          <p:spPr>
            <a:xfrm>
              <a:off x="4213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3" name="Google Shape;8233;p50"/>
            <p:cNvSpPr/>
            <p:nvPr/>
          </p:nvSpPr>
          <p:spPr>
            <a:xfrm>
              <a:off x="8107363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40" name="Google Shape;8240;p50"/>
            <p:cNvSpPr/>
            <p:nvPr/>
          </p:nvSpPr>
          <p:spPr>
            <a:xfrm>
              <a:off x="908050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</p:grpSp>
      <p:sp>
        <p:nvSpPr>
          <p:cNvPr id="8241" name="Google Shape;8241;p50"/>
          <p:cNvSpPr txBox="1"/>
          <p:nvPr/>
        </p:nvSpPr>
        <p:spPr>
          <a:xfrm>
            <a:off x="532110" y="5020506"/>
            <a:ext cx="11283366" cy="182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“center”: small # of well-connected large networks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“tier-1” commercial ISPs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Level 3, Sprint, AT&amp;T, NTT),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&amp; international coverage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content provider networks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Google, Facebook):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network that connects its data centers to Internet, often bypassing tier-1, regional ISPs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2" name="Google Shape;8242;p50"/>
          <p:cNvGrpSpPr/>
          <p:nvPr/>
        </p:nvGrpSpPr>
        <p:grpSpPr>
          <a:xfrm>
            <a:off x="3727450" y="2136660"/>
            <a:ext cx="5191125" cy="1771904"/>
            <a:chOff x="3727450" y="2136660"/>
            <a:chExt cx="5191125" cy="1771904"/>
          </a:xfrm>
        </p:grpSpPr>
        <p:cxnSp>
          <p:nvCxnSpPr>
            <p:cNvPr id="8243" name="Google Shape;8243;p50"/>
            <p:cNvCxnSpPr>
              <a:stCxn id="8244" idx="5"/>
            </p:cNvCxnSpPr>
            <p:nvPr/>
          </p:nvCxnSpPr>
          <p:spPr>
            <a:xfrm>
              <a:off x="4222067" y="2951831"/>
              <a:ext cx="72000" cy="356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5" name="Google Shape;8245;p50"/>
            <p:cNvCxnSpPr/>
            <p:nvPr/>
          </p:nvCxnSpPr>
          <p:spPr>
            <a:xfrm rot="5400000">
              <a:off x="4730778" y="2617790"/>
              <a:ext cx="1074683" cy="1635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6" name="Google Shape;8246;p50"/>
            <p:cNvCxnSpPr/>
            <p:nvPr/>
          </p:nvCxnSpPr>
          <p:spPr>
            <a:xfrm flipH="1">
              <a:off x="5430838" y="2878660"/>
              <a:ext cx="811212" cy="51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7" name="Google Shape;8247;p50"/>
            <p:cNvCxnSpPr>
              <a:stCxn id="8248" idx="5"/>
            </p:cNvCxnSpPr>
            <p:nvPr/>
          </p:nvCxnSpPr>
          <p:spPr>
            <a:xfrm>
              <a:off x="4041683" y="2136660"/>
              <a:ext cx="2281200" cy="1382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9" name="Google Shape;8249;p50"/>
            <p:cNvCxnSpPr/>
            <p:nvPr/>
          </p:nvCxnSpPr>
          <p:spPr>
            <a:xfrm flipH="1">
              <a:off x="7620000" y="2807014"/>
              <a:ext cx="1298575" cy="44032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17" name="Google Shape;8217;p50"/>
            <p:cNvSpPr/>
            <p:nvPr/>
          </p:nvSpPr>
          <p:spPr>
            <a:xfrm>
              <a:off x="37274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sp>
          <p:nvSpPr>
            <p:cNvPr id="8216" name="Google Shape;8216;p50"/>
            <p:cNvSpPr/>
            <p:nvPr/>
          </p:nvSpPr>
          <p:spPr>
            <a:xfrm>
              <a:off x="62420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cxnSp>
          <p:nvCxnSpPr>
            <p:cNvPr id="8250" name="Google Shape;8250;p50"/>
            <p:cNvCxnSpPr>
              <a:endCxn id="8216" idx="0"/>
            </p:cNvCxnSpPr>
            <p:nvPr/>
          </p:nvCxnSpPr>
          <p:spPr>
            <a:xfrm>
              <a:off x="6941844" y="2964242"/>
              <a:ext cx="291600" cy="20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51" name="Google Shape;8251;p50"/>
          <p:cNvGrpSpPr/>
          <p:nvPr/>
        </p:nvGrpSpPr>
        <p:grpSpPr>
          <a:xfrm>
            <a:off x="2347913" y="1287258"/>
            <a:ext cx="7329086" cy="1769461"/>
            <a:chOff x="2347913" y="1287258"/>
            <a:chExt cx="7329086" cy="1769461"/>
          </a:xfrm>
        </p:grpSpPr>
        <p:grpSp>
          <p:nvGrpSpPr>
            <p:cNvPr id="8252" name="Google Shape;8252;p50"/>
            <p:cNvGrpSpPr/>
            <p:nvPr/>
          </p:nvGrpSpPr>
          <p:grpSpPr>
            <a:xfrm>
              <a:off x="2347913" y="1287258"/>
              <a:ext cx="7329086" cy="1769461"/>
              <a:chOff x="2347913" y="1287258"/>
              <a:chExt cx="7329086" cy="1769461"/>
            </a:xfrm>
          </p:grpSpPr>
          <p:cxnSp>
            <p:nvCxnSpPr>
              <p:cNvPr id="8253" name="Google Shape;8253;p50"/>
              <p:cNvCxnSpPr/>
              <p:nvPr/>
            </p:nvCxnSpPr>
            <p:spPr>
              <a:xfrm flipH="1">
                <a:off x="4051300" y="2018914"/>
                <a:ext cx="3163888" cy="72690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4" name="Google Shape;8254;p50"/>
              <p:cNvCxnSpPr/>
              <p:nvPr/>
            </p:nvCxnSpPr>
            <p:spPr>
              <a:xfrm>
                <a:off x="8816343" y="2125983"/>
                <a:ext cx="183196" cy="4660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5" name="Google Shape;8255;p50"/>
              <p:cNvCxnSpPr/>
              <p:nvPr/>
            </p:nvCxnSpPr>
            <p:spPr>
              <a:xfrm flipH="1">
                <a:off x="6889752" y="2118360"/>
                <a:ext cx="486408" cy="6170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6" name="Google Shape;8256;p50"/>
              <p:cNvCxnSpPr/>
              <p:nvPr/>
            </p:nvCxnSpPr>
            <p:spPr>
              <a:xfrm rot="10800000">
                <a:off x="4294188" y="1860422"/>
                <a:ext cx="53181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7" name="Google Shape;8257;p50"/>
              <p:cNvCxnSpPr>
                <a:stCxn id="8232" idx="2"/>
                <a:endCxn id="8258" idx="6"/>
              </p:cNvCxnSpPr>
              <p:nvPr/>
            </p:nvCxnSpPr>
            <p:spPr>
              <a:xfrm flipH="1">
                <a:off x="6683228" y="1872695"/>
                <a:ext cx="440700" cy="1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59" name="Google Shape;8259;p50"/>
              <p:cNvSpPr/>
              <p:nvPr/>
            </p:nvSpPr>
            <p:spPr>
              <a:xfrm>
                <a:off x="3402013" y="1287258"/>
                <a:ext cx="4460875" cy="429873"/>
              </a:xfrm>
              <a:prstGeom prst="arc">
                <a:avLst>
                  <a:gd fmla="val 10681875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260" name="Google Shape;8260;p50"/>
              <p:cNvCxnSpPr/>
              <p:nvPr/>
            </p:nvCxnSpPr>
            <p:spPr>
              <a:xfrm flipH="1" rot="-5400000">
                <a:off x="3390276" y="2254903"/>
                <a:ext cx="429873" cy="2444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1" name="Google Shape;8261;p50"/>
              <p:cNvCxnSpPr/>
              <p:nvPr/>
            </p:nvCxnSpPr>
            <p:spPr>
              <a:xfrm flipH="1" rot="-5400000">
                <a:off x="6125374" y="2196331"/>
                <a:ext cx="474651" cy="406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2" name="Google Shape;8262;p50"/>
              <p:cNvCxnSpPr/>
              <p:nvPr/>
            </p:nvCxnSpPr>
            <p:spPr>
              <a:xfrm>
                <a:off x="6510338" y="2026377"/>
                <a:ext cx="2433637" cy="644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48" name="Google Shape;8248;p50"/>
              <p:cNvSpPr/>
              <p:nvPr/>
            </p:nvSpPr>
            <p:spPr>
              <a:xfrm>
                <a:off x="2347913" y="1502195"/>
                <a:ext cx="1984375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8" name="Google Shape;8258;p50"/>
              <p:cNvSpPr/>
              <p:nvPr/>
            </p:nvSpPr>
            <p:spPr>
              <a:xfrm>
                <a:off x="4700588" y="1502195"/>
                <a:ext cx="1982787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63" name="Google Shape;8263;p50"/>
              <p:cNvGrpSpPr/>
              <p:nvPr/>
            </p:nvGrpSpPr>
            <p:grpSpPr>
              <a:xfrm>
                <a:off x="3480201" y="2504276"/>
                <a:ext cx="869150" cy="519599"/>
                <a:chOff x="553316" y="2968407"/>
                <a:chExt cx="869150" cy="552631"/>
              </a:xfrm>
            </p:grpSpPr>
            <p:sp>
              <p:nvSpPr>
                <p:cNvPr id="8244" name="Google Shape;8244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4" name="Google Shape;8264;p50"/>
                <p:cNvSpPr txBox="1"/>
                <p:nvPr/>
              </p:nvSpPr>
              <p:spPr>
                <a:xfrm>
                  <a:off x="706987" y="2968407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5" name="Google Shape;8265;p50"/>
              <p:cNvGrpSpPr/>
              <p:nvPr/>
            </p:nvGrpSpPr>
            <p:grpSpPr>
              <a:xfrm>
                <a:off x="7123928" y="1507990"/>
                <a:ext cx="2014757" cy="729410"/>
                <a:chOff x="7123928" y="1507990"/>
                <a:chExt cx="2014757" cy="729410"/>
              </a:xfrm>
            </p:grpSpPr>
            <p:sp>
              <p:nvSpPr>
                <p:cNvPr id="8232" name="Google Shape;8232;p50"/>
                <p:cNvSpPr/>
                <p:nvPr/>
              </p:nvSpPr>
              <p:spPr>
                <a:xfrm>
                  <a:off x="7123928" y="1507990"/>
                  <a:ext cx="2014757" cy="729410"/>
                </a:xfrm>
                <a:prstGeom prst="ellipse">
                  <a:avLst/>
                </a:prstGeom>
                <a:solidFill>
                  <a:srgbClr val="FF660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</a:t>
                  </a:r>
                  <a:endParaRPr/>
                </a:p>
              </p:txBody>
            </p:sp>
            <p:sp>
              <p:nvSpPr>
                <p:cNvPr id="8266" name="Google Shape;8266;p50"/>
                <p:cNvSpPr txBox="1"/>
                <p:nvPr/>
              </p:nvSpPr>
              <p:spPr>
                <a:xfrm>
                  <a:off x="7387834" y="1535785"/>
                  <a:ext cx="151676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600"/>
                    <a:buFont typeface="Calibri"/>
                    <a:buNone/>
                  </a:pPr>
                  <a:r>
                    <a:rPr b="0" i="0" lang="en-US" sz="36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Google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7" name="Google Shape;8267;p50"/>
              <p:cNvGrpSpPr/>
              <p:nvPr/>
            </p:nvGrpSpPr>
            <p:grpSpPr>
              <a:xfrm>
                <a:off x="8807849" y="2554323"/>
                <a:ext cx="869150" cy="502396"/>
                <a:chOff x="553316" y="2997818"/>
                <a:chExt cx="869150" cy="534333"/>
              </a:xfrm>
            </p:grpSpPr>
            <p:sp>
              <p:nvSpPr>
                <p:cNvPr id="8268" name="Google Shape;8268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9" name="Google Shape;8269;p50"/>
                <p:cNvSpPr txBox="1"/>
                <p:nvPr/>
              </p:nvSpPr>
              <p:spPr>
                <a:xfrm>
                  <a:off x="684127" y="3008931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0" name="Google Shape;8270;p50"/>
            <p:cNvGrpSpPr/>
            <p:nvPr/>
          </p:nvGrpSpPr>
          <p:grpSpPr>
            <a:xfrm>
              <a:off x="6173793" y="2537627"/>
              <a:ext cx="869150" cy="502396"/>
              <a:chOff x="553316" y="2997818"/>
              <a:chExt cx="869150" cy="534333"/>
            </a:xfrm>
          </p:grpSpPr>
          <p:sp>
            <p:nvSpPr>
              <p:cNvPr id="8271" name="Google Shape;8271;p50"/>
              <p:cNvSpPr/>
              <p:nvPr/>
            </p:nvSpPr>
            <p:spPr>
              <a:xfrm>
                <a:off x="553316" y="2997818"/>
                <a:ext cx="869150" cy="52322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2" name="Google Shape;8272;p50"/>
              <p:cNvSpPr txBox="1"/>
              <p:nvPr/>
            </p:nvSpPr>
            <p:spPr>
              <a:xfrm>
                <a:off x="684127" y="3008931"/>
                <a:ext cx="64633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73" name="Google Shape;8273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8" name="Shape 8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9" name="Google Shape;8279;p5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8280" name="Google Shape;8280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1" name="Google Shape;8281;p5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8282" name="Google Shape;82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7" name="Shape 8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88" name="Google Shape;8288;p52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89" name="Google Shape;8289;p52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8290" name="Google Shape;8290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1" name="Google Shape;8291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2" name="Google Shape;8292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93" name="Google Shape;8293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4" name="Google Shape;8294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5" name="Google Shape;8295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6" name="Google Shape;8296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97" name="Google Shape;8297;p5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8298" name="Google Shape;8298;p52"/>
          <p:cNvSpPr txBox="1"/>
          <p:nvPr>
            <p:ph idx="1" type="body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</a:t>
            </a:r>
            <a:r>
              <a:rPr i="1" lang="en-US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i="1" lang="en-US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/>
          </a:p>
        </p:txBody>
      </p:sp>
      <p:cxnSp>
        <p:nvCxnSpPr>
          <p:cNvPr id="8299" name="Google Shape;8299;p52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0" name="Google Shape;8300;p52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1" name="Google Shape;8301;p52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2" name="Google Shape;8302;p52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3" name="Google Shape;8303;p52"/>
          <p:cNvCxnSpPr/>
          <p:nvPr/>
        </p:nvCxnSpPr>
        <p:spPr>
          <a:xfrm flipH="1" rot="10800000">
            <a:off x="3853733" y="4717367"/>
            <a:ext cx="735013" cy="550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4" name="Google Shape;8304;p52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5" name="Google Shape;8305;p52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6" name="Google Shape;8306;p52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07" name="Google Shape;8307;p52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08" name="Google Shape;8308;p52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descr="desktop_computer_stylized_medium" id="8309" name="Google Shape;830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0" name="Google Shape;831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esktop_computer_stylized_medium" id="8311" name="Google Shape;83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2" name="Google Shape;8312;p52"/>
          <p:cNvSpPr/>
          <p:nvPr/>
        </p:nvSpPr>
        <p:spPr>
          <a:xfrm flipH="1">
            <a:off x="3555416" y="4933357"/>
            <a:ext cx="379004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3" name="Google Shape;8313;p52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4" name="Google Shape;8314;p52"/>
          <p:cNvCxnSpPr/>
          <p:nvPr/>
        </p:nvCxnSpPr>
        <p:spPr>
          <a:xfrm flipH="1" rot="10800000">
            <a:off x="4131546" y="4993592"/>
            <a:ext cx="220662" cy="161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15" name="Google Shape;8315;p52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6" name="Google Shape;8316;p52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7" name="Google Shape;8317;p52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18" name="Google Shape;8318;p52"/>
          <p:cNvGrpSpPr/>
          <p:nvPr/>
        </p:nvGrpSpPr>
        <p:grpSpPr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8319" name="Google Shape;8319;p52"/>
            <p:cNvSpPr txBox="1"/>
            <p:nvPr/>
          </p:nvSpPr>
          <p:spPr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/>
            </a:p>
          </p:txBody>
        </p:sp>
        <p:cxnSp>
          <p:nvCxnSpPr>
            <p:cNvPr id="8320" name="Google Shape;8320;p52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1" name="Google Shape;8321;p52"/>
          <p:cNvGrpSpPr/>
          <p:nvPr/>
        </p:nvGrpSpPr>
        <p:grpSpPr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8322" name="Google Shape;8322;p52"/>
            <p:cNvSpPr txBox="1"/>
            <p:nvPr/>
          </p:nvSpPr>
          <p:spPr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/>
            </a:p>
          </p:txBody>
        </p:sp>
        <p:cxnSp>
          <p:nvCxnSpPr>
            <p:cNvPr id="8323" name="Google Shape;8323;p52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4" name="Google Shape;8324;p52"/>
          <p:cNvGrpSpPr/>
          <p:nvPr/>
        </p:nvGrpSpPr>
        <p:grpSpPr>
          <a:xfrm>
            <a:off x="4468095" y="4704672"/>
            <a:ext cx="5173663" cy="1757364"/>
            <a:chOff x="1421" y="3190"/>
            <a:chExt cx="3259" cy="1107"/>
          </a:xfrm>
        </p:grpSpPr>
        <p:cxnSp>
          <p:nvCxnSpPr>
            <p:cNvPr id="8325" name="Google Shape;8325;p52"/>
            <p:cNvCxnSpPr/>
            <p:nvPr/>
          </p:nvCxnSpPr>
          <p:spPr>
            <a:xfrm flipH="1" rot="10800000">
              <a:off x="1793" y="3190"/>
              <a:ext cx="110" cy="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6" name="Google Shape;8326;p52"/>
            <p:cNvSpPr txBox="1"/>
            <p:nvPr/>
          </p:nvSpPr>
          <p:spPr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/>
            </a:p>
          </p:txBody>
        </p:sp>
      </p:grpSp>
      <p:grpSp>
        <p:nvGrpSpPr>
          <p:cNvPr id="8327" name="Google Shape;8327;p52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8328" name="Google Shape;8328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29" name="Google Shape;8329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30" name="Google Shape;8330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1" name="Google Shape;8331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2" name="Google Shape;8332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3" name="Google Shape;8333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4" name="Google Shape;8334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35" name="Google Shape;8335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0" name="Shape 8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1" name="Google Shape;8341;p53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42" name="Google Shape;8342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43" name="Google Shape;8343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44" name="Google Shape;8344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45" name="Google Shape;8345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6" name="Google Shape;8346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7" name="Google Shape;8347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8" name="Google Shape;8348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49" name="Google Shape;8349;p5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8350" name="Google Shape;8350;p53"/>
          <p:cNvSpPr txBox="1"/>
          <p:nvPr/>
        </p:nvSpPr>
        <p:spPr>
          <a:xfrm>
            <a:off x="1621934" y="4604492"/>
            <a:ext cx="38100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/>
          </a:p>
        </p:txBody>
      </p:sp>
      <p:sp>
        <p:nvSpPr>
          <p:cNvPr id="8351" name="Google Shape;8351;p53"/>
          <p:cNvSpPr/>
          <p:nvPr/>
        </p:nvSpPr>
        <p:spPr>
          <a:xfrm>
            <a:off x="6212541" y="4536106"/>
            <a:ext cx="5054724" cy="13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8" lvl="0" marL="344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/>
          </a:p>
        </p:txBody>
      </p:sp>
      <p:cxnSp>
        <p:nvCxnSpPr>
          <p:cNvPr id="8352" name="Google Shape;8352;p53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3" name="Google Shape;8353;p53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4" name="Google Shape;8354;p53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5" name="Google Shape;8355;p53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6" name="Google Shape;8356;p53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7" name="Google Shape;8357;p53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8" name="Google Shape;8358;p53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9" name="Google Shape;8359;p53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0" name="Google Shape;8360;p53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361" name="Google Shape;8361;p53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62" name="Google Shape;8362;p53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3" name="Google Shape;8363;p53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4" name="Google Shape;8364;p53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5" name="Google Shape;8365;p53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6" name="Google Shape;8366;p53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7" name="Google Shape;8367;p53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8" name="Google Shape;8368;p53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9" name="Google Shape;8369;p53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70" name="Google Shape;8370;p53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71" name="Google Shape;8371;p53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372" name="Google Shape;837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3" name="Google Shape;837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4" name="Google Shape;8374;p53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375" name="Google Shape;8375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6" name="Google Shape;8376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77" name="Google Shape;8377;p53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378" name="Google Shape;8378;p53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9" name="Google Shape;8379;p53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0" name="Google Shape;8380;p53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1" name="Google Shape;8381;p53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82" name="Google Shape;8382;p53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383" name="Google Shape;8383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84" name="Google Shape;8384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85" name="Google Shape;8385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86" name="Google Shape;8386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7" name="Google Shape;8387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8" name="Google Shape;8388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9" name="Google Shape;8389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90" name="Google Shape;8390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5" name="Shape 8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" name="Google Shape;8396;p54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97" name="Google Shape;8397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8" name="Google Shape;8398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99" name="Google Shape;8399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00" name="Google Shape;8400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1" name="Google Shape;8401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2" name="Google Shape;8402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04" name="Google Shape;8404;p5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8405" name="Google Shape;8405;p54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6" name="Google Shape;8406;p54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7" name="Google Shape;8407;p54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8" name="Google Shape;8408;p54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9" name="Google Shape;8409;p54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0" name="Google Shape;8410;p54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1" name="Google Shape;8411;p54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2" name="Google Shape;8412;p54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3" name="Google Shape;8413;p54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414" name="Google Shape;8414;p54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15" name="Google Shape;8415;p54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16" name="Google Shape;8416;p54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7" name="Google Shape;8417;p54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8" name="Google Shape;8418;p54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9" name="Google Shape;8419;p54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0" name="Google Shape;8420;p54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1" name="Google Shape;8421;p54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2" name="Google Shape;8422;p54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423" name="Google Shape;8423;p54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424" name="Google Shape;8424;p54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425" name="Google Shape;8425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6" name="Google Shape;8426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7" name="Google Shape;8427;p54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428" name="Google Shape;8428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9" name="Google Shape;8429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30" name="Google Shape;8430;p54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431" name="Google Shape;8431;p54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2" name="Google Shape;8432;p54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3" name="Google Shape;8433;p54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4" name="Google Shape;8434;p54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35" name="Google Shape;8435;p54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436" name="Google Shape;8436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7" name="Google Shape;8437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8" name="Google Shape;8438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9" name="Google Shape;8439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0" name="Google Shape;8440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1" name="Google Shape;8441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2" name="Google Shape;8442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3" name="Google Shape;8443;p54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/>
          </a:p>
        </p:txBody>
      </p:sp>
      <p:sp>
        <p:nvSpPr>
          <p:cNvPr id="8444" name="Google Shape;8444;p54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grpSp>
        <p:nvGrpSpPr>
          <p:cNvPr id="8445" name="Google Shape;8445;p54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8446" name="Google Shape;8446;p54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/>
            </a:p>
          </p:txBody>
        </p:sp>
        <p:sp>
          <p:nvSpPr>
            <p:cNvPr id="8447" name="Google Shape;8447;p54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8" name="Google Shape;8448;p54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49" name="Google Shape;8449;p54"/>
            <p:cNvCxnSpPr>
              <a:stCxn id="8448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0" name="Google Shape;8450;p54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51" name="Google Shape;8451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6" name="Shape 8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7" name="Google Shape;8457;p5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sp>
        <p:nvSpPr>
          <p:cNvPr id="8458" name="Google Shape;8458;p55"/>
          <p:cNvSpPr txBox="1"/>
          <p:nvPr/>
        </p:nvSpPr>
        <p:spPr>
          <a:xfrm>
            <a:off x="929148" y="2992271"/>
            <a:ext cx="537717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 ~ bit; caravan ~ packet; toll service ~ link transmission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 takes 12 sec to service car (bit transmission time)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“propagate” at  100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long until caravan is lined up before 2nd toll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9" name="Google Shape;8459;p55"/>
          <p:cNvSpPr txBox="1"/>
          <p:nvPr/>
        </p:nvSpPr>
        <p:spPr>
          <a:xfrm>
            <a:off x="6776218" y="3006559"/>
            <a:ext cx="4875008" cy="3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“push” entire caravan through toll booth onto highway = 12*10 = 120 sec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for last car to propagate from 1st to 2nd toll both: 100km/(100km/hr) = 1 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62 minutes</a:t>
            </a:r>
            <a:endParaRPr/>
          </a:p>
        </p:txBody>
      </p:sp>
      <p:sp>
        <p:nvSpPr>
          <p:cNvPr id="8460" name="Google Shape;8460;p55"/>
          <p:cNvSpPr txBox="1"/>
          <p:nvPr/>
        </p:nvSpPr>
        <p:spPr>
          <a:xfrm>
            <a:off x="6396831" y="2031427"/>
            <a:ext cx="2127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</a:t>
            </a:r>
            <a:endParaRPr/>
          </a:p>
        </p:txBody>
      </p:sp>
      <p:sp>
        <p:nvSpPr>
          <p:cNvPr id="8461" name="Google Shape;8461;p55"/>
          <p:cNvSpPr txBox="1"/>
          <p:nvPr/>
        </p:nvSpPr>
        <p:spPr>
          <a:xfrm>
            <a:off x="3405981" y="2031428"/>
            <a:ext cx="2343150" cy="7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 booth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link)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2" name="Google Shape;8462;p55"/>
          <p:cNvSpPr txBox="1"/>
          <p:nvPr/>
        </p:nvSpPr>
        <p:spPr>
          <a:xfrm>
            <a:off x="1647031" y="20282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463" name="Google Shape;8463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4" name="Google Shape;8464;p55"/>
          <p:cNvSpPr txBox="1"/>
          <p:nvPr/>
        </p:nvSpPr>
        <p:spPr>
          <a:xfrm>
            <a:off x="5042693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5" name="Google Shape;8465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6" name="Google Shape;8466;p55"/>
          <p:cNvSpPr txBox="1"/>
          <p:nvPr/>
        </p:nvSpPr>
        <p:spPr>
          <a:xfrm>
            <a:off x="7998618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7" name="Google Shape;8467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8" name="Google Shape;8468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69" name="Google Shape;8469;p55"/>
          <p:cNvGrpSpPr/>
          <p:nvPr/>
        </p:nvGrpSpPr>
        <p:grpSpPr>
          <a:xfrm>
            <a:off x="6396831" y="1369439"/>
            <a:ext cx="2127250" cy="1031875"/>
            <a:chOff x="1190" y="938"/>
            <a:chExt cx="1340" cy="650"/>
          </a:xfrm>
        </p:grpSpPr>
        <p:sp>
          <p:nvSpPr>
            <p:cNvPr id="8470" name="Google Shape;8470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1" name="Google Shape;8471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72" name="Google Shape;8472;p55"/>
          <p:cNvGrpSpPr/>
          <p:nvPr/>
        </p:nvGrpSpPr>
        <p:grpSpPr>
          <a:xfrm>
            <a:off x="3405981" y="1369440"/>
            <a:ext cx="2343150" cy="1370014"/>
            <a:chOff x="1103" y="938"/>
            <a:chExt cx="1476" cy="863"/>
          </a:xfrm>
        </p:grpSpPr>
        <p:sp>
          <p:nvSpPr>
            <p:cNvPr id="8473" name="Google Shape;847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4" name="Google Shape;8474;p55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link)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75" name="Google Shape;8475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6" name="Google Shape;8476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7" name="Google Shape;8477;p55"/>
          <p:cNvSpPr/>
          <p:nvPr/>
        </p:nvSpPr>
        <p:spPr>
          <a:xfrm>
            <a:off x="21280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8" name="Google Shape;8478;p55"/>
          <p:cNvSpPr/>
          <p:nvPr/>
        </p:nvSpPr>
        <p:spPr>
          <a:xfrm>
            <a:off x="22804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9" name="Google Shape;8479;p55"/>
          <p:cNvSpPr/>
          <p:nvPr/>
        </p:nvSpPr>
        <p:spPr>
          <a:xfrm>
            <a:off x="2504281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0" name="Google Shape;8480;p55"/>
          <p:cNvGrpSpPr/>
          <p:nvPr/>
        </p:nvGrpSpPr>
        <p:grpSpPr>
          <a:xfrm>
            <a:off x="3931443" y="1280539"/>
            <a:ext cx="458788" cy="777875"/>
            <a:chOff x="2365" y="1352"/>
            <a:chExt cx="1022" cy="1616"/>
          </a:xfrm>
        </p:grpSpPr>
        <p:pic>
          <p:nvPicPr>
            <p:cNvPr id="8481" name="Google Shape;8481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2" name="Google Shape;8482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3" name="Google Shape;8483;p55"/>
          <p:cNvGrpSpPr/>
          <p:nvPr/>
        </p:nvGrpSpPr>
        <p:grpSpPr>
          <a:xfrm>
            <a:off x="6854031" y="1309114"/>
            <a:ext cx="458788" cy="777875"/>
            <a:chOff x="2365" y="1352"/>
            <a:chExt cx="1022" cy="1616"/>
          </a:xfrm>
        </p:grpSpPr>
        <p:pic>
          <p:nvPicPr>
            <p:cNvPr id="8484" name="Google Shape;848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5" name="Google Shape;8485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86" name="Google Shape;8486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7" name="Google Shape;8487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 Car Symbol - Free image on Pixabay" id="8488" name="Google Shape;848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543" y="1391341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89" name="Google Shape;848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1164" y="1388802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90" name="Google Shape;8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6100" y="1389538"/>
            <a:ext cx="875228" cy="592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1" name="Google Shape;8491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492" name="Google Shape;8492;p55"/>
          <p:cNvGrpSpPr/>
          <p:nvPr/>
        </p:nvGrpSpPr>
        <p:grpSpPr>
          <a:xfrm>
            <a:off x="9203531" y="1356739"/>
            <a:ext cx="2127250" cy="1031875"/>
            <a:chOff x="1190" y="938"/>
            <a:chExt cx="1340" cy="650"/>
          </a:xfrm>
        </p:grpSpPr>
        <p:sp>
          <p:nvSpPr>
            <p:cNvPr id="8493" name="Google Shape;849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4" name="Google Shape;8494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95" name="Google Shape;8495;p55"/>
          <p:cNvGrpSpPr/>
          <p:nvPr/>
        </p:nvGrpSpPr>
        <p:grpSpPr>
          <a:xfrm>
            <a:off x="9660731" y="1296414"/>
            <a:ext cx="458788" cy="777875"/>
            <a:chOff x="2365" y="1352"/>
            <a:chExt cx="1022" cy="1616"/>
          </a:xfrm>
        </p:grpSpPr>
        <p:pic>
          <p:nvPicPr>
            <p:cNvPr id="8496" name="Google Shape;849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7" name="Google Shape;8497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98" name="Google Shape;8498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9" name="Google Shape;849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4" name="Shape 8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5" name="Google Shape;8505;p5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grpSp>
        <p:nvGrpSpPr>
          <p:cNvPr id="8506" name="Google Shape;8506;p56"/>
          <p:cNvGrpSpPr/>
          <p:nvPr/>
        </p:nvGrpSpPr>
        <p:grpSpPr>
          <a:xfrm>
            <a:off x="7158831" y="1420239"/>
            <a:ext cx="2127250" cy="1031875"/>
            <a:chOff x="1190" y="938"/>
            <a:chExt cx="1340" cy="650"/>
          </a:xfrm>
        </p:grpSpPr>
        <p:sp>
          <p:nvSpPr>
            <p:cNvPr id="8507" name="Google Shape;8507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8" name="Google Shape;8508;p56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509" name="Google Shape;8509;p56"/>
          <p:cNvGrpSpPr/>
          <p:nvPr/>
        </p:nvGrpSpPr>
        <p:grpSpPr>
          <a:xfrm>
            <a:off x="4167981" y="1420240"/>
            <a:ext cx="2343150" cy="1370014"/>
            <a:chOff x="1103" y="938"/>
            <a:chExt cx="1476" cy="863"/>
          </a:xfrm>
        </p:grpSpPr>
        <p:sp>
          <p:nvSpPr>
            <p:cNvPr id="8510" name="Google Shape;8510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1" name="Google Shape;8511;p56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router)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12" name="Google Shape;8512;p56"/>
          <p:cNvSpPr txBox="1"/>
          <p:nvPr/>
        </p:nvSpPr>
        <p:spPr>
          <a:xfrm>
            <a:off x="2409031" y="20790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513" name="Google Shape;8513;p56"/>
          <p:cNvCxnSpPr/>
          <p:nvPr/>
        </p:nvCxnSpPr>
        <p:spPr>
          <a:xfrm rot="10800000">
            <a:off x="5145881" y="17298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4" name="Google Shape;8514;p56"/>
          <p:cNvSpPr txBox="1"/>
          <p:nvPr/>
        </p:nvSpPr>
        <p:spPr>
          <a:xfrm>
            <a:off x="5804693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5" name="Google Shape;8515;p56"/>
          <p:cNvCxnSpPr/>
          <p:nvPr/>
        </p:nvCxnSpPr>
        <p:spPr>
          <a:xfrm rot="10800000">
            <a:off x="8138318" y="17282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6" name="Google Shape;8516;p56"/>
          <p:cNvSpPr txBox="1"/>
          <p:nvPr/>
        </p:nvSpPr>
        <p:spPr>
          <a:xfrm>
            <a:off x="8760618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7" name="Google Shape;8517;p56"/>
          <p:cNvCxnSpPr/>
          <p:nvPr/>
        </p:nvCxnSpPr>
        <p:spPr>
          <a:xfrm>
            <a:off x="9670045" y="1728214"/>
            <a:ext cx="4695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8" name="Google Shape;8518;p56"/>
          <p:cNvSpPr/>
          <p:nvPr/>
        </p:nvSpPr>
        <p:spPr>
          <a:xfrm>
            <a:off x="28900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9" name="Google Shape;8519;p56"/>
          <p:cNvSpPr/>
          <p:nvPr/>
        </p:nvSpPr>
        <p:spPr>
          <a:xfrm>
            <a:off x="30424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0" name="Google Shape;8520;p56"/>
          <p:cNvSpPr/>
          <p:nvPr/>
        </p:nvSpPr>
        <p:spPr>
          <a:xfrm>
            <a:off x="3266281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985170000[1]" id="8521" name="Google Shape;8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74231" y="1640902"/>
            <a:ext cx="749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985170000[1]" id="8522" name="Google Shape;85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07406" y="16361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3" name="Google Shape;8523;p56"/>
          <p:cNvGrpSpPr/>
          <p:nvPr/>
        </p:nvGrpSpPr>
        <p:grpSpPr>
          <a:xfrm>
            <a:off x="4693443" y="1331339"/>
            <a:ext cx="458788" cy="777875"/>
            <a:chOff x="2365" y="1352"/>
            <a:chExt cx="1022" cy="1616"/>
          </a:xfrm>
        </p:grpSpPr>
        <p:pic>
          <p:nvPicPr>
            <p:cNvPr id="8524" name="Google Shape;852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5" name="Google Shape;8525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MCj03985170000[1]" id="8526" name="Google Shape;85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137818" y="16615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7" name="Google Shape;8527;p56"/>
          <p:cNvGrpSpPr/>
          <p:nvPr/>
        </p:nvGrpSpPr>
        <p:grpSpPr>
          <a:xfrm>
            <a:off x="7616031" y="1359914"/>
            <a:ext cx="458788" cy="777875"/>
            <a:chOff x="2365" y="1352"/>
            <a:chExt cx="1022" cy="1616"/>
          </a:xfrm>
        </p:grpSpPr>
        <p:pic>
          <p:nvPicPr>
            <p:cNvPr id="8528" name="Google Shape;852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9" name="Google Shape;8529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30" name="Google Shape;8530;p56"/>
          <p:cNvCxnSpPr/>
          <p:nvPr/>
        </p:nvCxnSpPr>
        <p:spPr>
          <a:xfrm>
            <a:off x="6884193" y="17282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1" name="Google Shape;8531;p56"/>
          <p:cNvSpPr/>
          <p:nvPr/>
        </p:nvSpPr>
        <p:spPr>
          <a:xfrm rot="5400000">
            <a:off x="3376644" y="8145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2" name="Google Shape;8532;p56"/>
          <p:cNvSpPr txBox="1"/>
          <p:nvPr/>
        </p:nvSpPr>
        <p:spPr>
          <a:xfrm>
            <a:off x="825267" y="3347774"/>
            <a:ext cx="10515600" cy="16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cars now “propagate” at 1000 km/hr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suppose toll booth now takes one min to service a car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Will cars arrive to 2nd booth before all cars serviced at first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3" name="Google Shape;8533;p56"/>
          <p:cNvSpPr txBox="1"/>
          <p:nvPr/>
        </p:nvSpPr>
        <p:spPr>
          <a:xfrm>
            <a:off x="1127510" y="4881442"/>
            <a:ext cx="10649258" cy="146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Yes!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after 7 min, first car arrives at second booth; three cars still at first booth</a:t>
            </a:r>
            <a:endParaRPr/>
          </a:p>
        </p:txBody>
      </p:sp>
      <p:sp>
        <p:nvSpPr>
          <p:cNvPr id="8534" name="Google Shape;8534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9" name="Shape 8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" name="Google Shape;8540;p5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8541" name="Google Shape;8541;p57"/>
          <p:cNvSpPr txBox="1"/>
          <p:nvPr/>
        </p:nvSpPr>
        <p:spPr>
          <a:xfrm>
            <a:off x="919843" y="1385661"/>
            <a:ext cx="5655128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0188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/>
          </a:p>
          <a:p>
            <a:pPr indent="-230188" lvl="0" marL="2301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/>
          </a:p>
        </p:txBody>
      </p:sp>
      <p:sp>
        <p:nvSpPr>
          <p:cNvPr id="8542" name="Google Shape;8542;p57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/>
          </a:p>
          <a:p>
            <a:pPr indent="-231775" lvl="0" marL="23177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/>
          </a:p>
        </p:txBody>
      </p:sp>
      <p:grpSp>
        <p:nvGrpSpPr>
          <p:cNvPr id="8543" name="Google Shape;8543;p57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8544" name="Google Shape;8544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5" name="Google Shape;8545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6" name="Google Shape;8546;p57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/>
            </a:p>
          </p:txBody>
        </p:sp>
        <p:sp>
          <p:nvSpPr>
            <p:cNvPr id="8547" name="Google Shape;8547;p57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/>
            </a:p>
          </p:txBody>
        </p:sp>
      </p:grpSp>
      <p:grpSp>
        <p:nvGrpSpPr>
          <p:cNvPr id="8548" name="Google Shape;8548;p57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8549" name="Google Shape;8549;p57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/>
            </a:p>
          </p:txBody>
        </p:sp>
        <p:sp>
          <p:nvSpPr>
            <p:cNvPr id="8550" name="Google Shape;8550;p57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/>
            </a:p>
          </p:txBody>
        </p:sp>
        <p:cxnSp>
          <p:nvCxnSpPr>
            <p:cNvPr id="8551" name="Google Shape;8551;p57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52" name="Google Shape;8552;p57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53" name="Google Shape;8553;p57"/>
            <p:cNvSpPr/>
            <p:nvPr/>
          </p:nvSpPr>
          <p:spPr>
            <a:xfrm>
              <a:off x="7616120" y="708301"/>
              <a:ext cx="2743200" cy="2816942"/>
            </a:xfrm>
            <a:custGeom>
              <a:rect b="b" l="l" r="r" t="t"/>
              <a:pathLst>
                <a:path extrusionOk="0" h="2816942" w="274320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54" name="Google Shape;8554;p57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555" name="Google Shape;8555;p57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1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6" name="Google Shape;8556;p57"/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8557" name="Google Shape;8557;p57"/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/>
            </a:p>
          </p:txBody>
        </p:sp>
        <p:sp>
          <p:nvSpPr>
            <p:cNvPr id="8558" name="Google Shape;8558;p57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559" name="Google Shape;8559;p57"/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8560" name="Google Shape;8560;p57"/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/>
            </a:p>
          </p:txBody>
        </p:sp>
        <p:grpSp>
          <p:nvGrpSpPr>
            <p:cNvPr id="8561" name="Google Shape;8561;p57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8562" name="Google Shape;8562;p57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8563" name="Google Shape;8563;p57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64" name="Google Shape;8564;p57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1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</p:grpSp>
      </p:grpSp>
      <p:grpSp>
        <p:nvGrpSpPr>
          <p:cNvPr id="8565" name="Google Shape;8565;p57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8566" name="Google Shape;8566;p57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7" name="Google Shape;8567;p57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8" name="Google Shape;8568;p57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</p:txBody>
        </p:sp>
      </p:grpSp>
      <p:sp>
        <p:nvSpPr>
          <p:cNvPr id="8569" name="Google Shape;8569;p57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/>
          </a:p>
        </p:txBody>
      </p:sp>
      <p:sp>
        <p:nvSpPr>
          <p:cNvPr id="8570" name="Google Shape;8570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5" name="Shape 8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6" name="Google Shape;8576;p58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7" name="Google Shape;8577;p58"/>
          <p:cNvCxnSpPr/>
          <p:nvPr/>
        </p:nvCxnSpPr>
        <p:spPr>
          <a:xfrm flipH="1" rot="10800000">
            <a:off x="3691311" y="5467468"/>
            <a:ext cx="639909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78" name="Google Shape;8578;p58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8579" name="Google Shape;8579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80" name="Google Shape;8580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81" name="Google Shape;8581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82" name="Google Shape;8582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3" name="Google Shape;8583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4" name="Google Shape;8584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5" name="Google Shape;8585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86" name="Google Shape;8586;p58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7" name="Google Shape;8587;p58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8" name="Google Shape;8588;p58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89" name="Google Shape;8589;p58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8590" name="Google Shape;859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91" name="Google Shape;859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92" name="Google Shape;859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93" name="Google Shape;859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4" name="Google Shape;859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5" name="Google Shape;859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6" name="Google Shape;859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97" name="Google Shape;8597;p58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8" name="Google Shape;8598;p58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9" name="Google Shape;8599;p58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8600" name="Google Shape;860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01" name="Google Shape;860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02" name="Google Shape;860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03" name="Google Shape;860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4" name="Google Shape;860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6" name="Google Shape;860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07" name="Google Shape;8607;p5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8608" name="Google Shape;8608;p58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/>
          </a:p>
        </p:txBody>
      </p:sp>
      <p:cxnSp>
        <p:nvCxnSpPr>
          <p:cNvPr id="8609" name="Google Shape;8609;p58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0" name="Google Shape;8610;p58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1" name="Google Shape;8611;p58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2" name="Google Shape;8612;p58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3" name="Google Shape;8613;p58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4" name="Google Shape;8614;p58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5" name="Google Shape;8615;p58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grpSp>
        <p:nvGrpSpPr>
          <p:cNvPr id="8616" name="Google Shape;8616;p58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descr="desktop_computer_stylized_medium" id="8617" name="Google Shape;861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8" name="Google Shape;8618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9" name="Google Shape;8619;p58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descr="desktop_computer_stylized_medium" id="8620" name="Google Shape;8620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1" name="Google Shape;8621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22" name="Google Shape;8622;p58"/>
          <p:cNvSpPr/>
          <p:nvPr/>
        </p:nvSpPr>
        <p:spPr>
          <a:xfrm>
            <a:off x="2868986" y="5356343"/>
            <a:ext cx="3135331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3" name="Google Shape;8623;p58"/>
          <p:cNvSpPr/>
          <p:nvPr/>
        </p:nvSpPr>
        <p:spPr>
          <a:xfrm>
            <a:off x="2900736" y="5392855"/>
            <a:ext cx="584553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4" name="Google Shape;8624;p58"/>
          <p:cNvSpPr/>
          <p:nvPr/>
        </p:nvSpPr>
        <p:spPr>
          <a:xfrm>
            <a:off x="2894387" y="5307130"/>
            <a:ext cx="1877656" cy="474663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25" name="Google Shape;8625;p58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8626" name="Google Shape;8626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27" name="Google Shape;8627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28" name="Google Shape;8628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29" name="Google Shape;8629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0" name="Google Shape;8630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1" name="Google Shape;8631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2" name="Google Shape;8632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33" name="Google Shape;8633;p58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5425" lvl="1" marL="682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4" name="Google Shape;863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9" name="Shape 8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0" name="Google Shape;8640;p5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8641" name="Google Shape;8641;p59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cs-gw (128.119.240.254)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border1-rt-fa5-1-0.gw.umass.edu (128.119.3.145)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cht-vbns.gw.umass.edu (128.119.3.130)  6 ms 5 ms 5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jn1-at1-0-0-19.wor.vbns.net (204.147.132.129)  16 ms 11 ms 13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jn1-so7-0-0-0.wae.vbns.net (204.147.136.136)  21 ms 18 ms 18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 abilene-vbns.abilene.ucaid.edu (198.32.11.9)  22 ms  18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nycm-wash.abilene.ucaid.edu (198.32.8.46)  22 ms  22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 62.40.103.253 (62.40.103.253)  104 ms 109 ms 106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 de2-1.de1.de.geant.net (62.40.96.129)  109 ms 102 ms 104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de.fr1.fr.geant.net (62.40.96.50)  113 ms 121 ms 114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 renater-gw.fr1.fr.geant.net (62.40.103.54)  112 ms  114 ms  112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nio-n2.cssi.renater.fr (193.51.206.13)  111 ms  114 ms  116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 nice.cssi.renater.fr (195.220.98.102)  123 ms  125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 r3t2-nice.cssi.renater.fr (195.220.98.110)  126 ms  126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 eurecom-valbonne.r3t2.ft.net (193.48.50.54)  135 ms  128 ms  133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 194.214.211.25 (194.214.211.25)  126 ms  128 ms  126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 fantasia.eurecom.fr (193.55.113.142)  132 ms  128 ms  136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endParaRPr/>
          </a:p>
        </p:txBody>
      </p:sp>
      <p:sp>
        <p:nvSpPr>
          <p:cNvPr id="8642" name="Google Shape;8642;p59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/>
          </a:p>
        </p:txBody>
      </p:sp>
      <p:sp>
        <p:nvSpPr>
          <p:cNvPr id="8643" name="Google Shape;8643;p59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/>
          </a:p>
        </p:txBody>
      </p:sp>
      <p:grpSp>
        <p:nvGrpSpPr>
          <p:cNvPr id="8644" name="Google Shape;8644;p59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8645" name="Google Shape;8645;p59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/>
            </a:p>
          </p:txBody>
        </p:sp>
        <p:cxnSp>
          <p:nvCxnSpPr>
            <p:cNvPr id="8646" name="Google Shape;8646;p59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8647" name="Google Shape;8647;p59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8648" name="Google Shape;8648;p59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49" name="Google Shape;8649;p59"/>
            <p:cNvCxnSpPr/>
            <p:nvPr/>
          </p:nvCxnSpPr>
          <p:spPr>
            <a:xfrm flipH="1" rot="10800000">
              <a:off x="4430508" y="1909915"/>
              <a:ext cx="671512" cy="41275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0" name="Google Shape;8650;p59"/>
            <p:cNvCxnSpPr/>
            <p:nvPr/>
          </p:nvCxnSpPr>
          <p:spPr>
            <a:xfrm flipH="1" rot="10800000">
              <a:off x="4970258" y="1898803"/>
              <a:ext cx="139700" cy="404812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1" name="Google Shape;8651;p59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2" name="Google Shape;8652;p59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3" name="Google Shape;8653;p59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4" name="Google Shape;8654;p59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8655" name="Google Shape;8655;p59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56" name="Google Shape;8656;p59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7" name="Google Shape;8657;p59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8" name="Google Shape;8658;p59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8659" name="Google Shape;8659;p59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8660" name="Google Shape;8660;p59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/>
              </a:p>
            </p:txBody>
          </p:sp>
          <p:cxnSp>
            <p:nvCxnSpPr>
              <p:cNvPr id="8661" name="Google Shape;8661;p59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662" name="Google Shape;8662;p59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3" name="Google Shape;8663;p59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4" name="Google Shape;8664;p59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8665" name="Google Shape;8665;p59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8666" name="Google Shape;8666;p59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rect b="b" l="l" r="r" t="t"/>
                <a:pathLst>
                  <a:path extrusionOk="0" h="155" w="638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7" name="Google Shape;8667;p59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/>
              </a:p>
            </p:txBody>
          </p:sp>
          <p:sp>
            <p:nvSpPr>
              <p:cNvPr id="8668" name="Google Shape;8668;p59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9" name="Google Shape;8669;p59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70" name="Google Shape;8670;p59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1" name="Google Shape;8671;p59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2" name="Google Shape;8672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7" name="Shape 8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8" name="Google Shape;8678;p60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8679" name="Google Shape;8679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80" name="Google Shape;8680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81" name="Google Shape;8681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82" name="Google Shape;8682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3" name="Google Shape;8683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4" name="Google Shape;8684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5" name="Google Shape;8685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86" name="Google Shape;8686;p6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8687" name="Google Shape;8687;p60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/>
          </a:p>
        </p:txBody>
      </p:sp>
      <p:sp>
        <p:nvSpPr>
          <p:cNvPr id="8688" name="Google Shape;8688;p60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9" name="Google Shape;8689;p60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0" name="Google Shape;8690;p60"/>
          <p:cNvCxnSpPr/>
          <p:nvPr/>
        </p:nvCxnSpPr>
        <p:spPr>
          <a:xfrm flipH="1" rot="10800000">
            <a:off x="4235450" y="4646090"/>
            <a:ext cx="411163" cy="5254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1" name="Google Shape;8691;p60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2" name="Google Shape;8692;p60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3" name="Google Shape;8693;p60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4" name="Google Shape;8694;p60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5" name="Google Shape;8695;p60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696" name="Google Shape;8696;p60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697" name="Google Shape;8697;p60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/>
          </a:p>
        </p:txBody>
      </p:sp>
      <p:cxnSp>
        <p:nvCxnSpPr>
          <p:cNvPr id="8698" name="Google Shape;8698;p60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9" name="Google Shape;8699;p60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0" name="Google Shape;8700;p60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1" name="Google Shape;8701;p60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2" name="Google Shape;8702;p60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3" name="Google Shape;8703;p60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4" name="Google Shape;8704;p60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5" name="Google Shape;8705;p60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/>
          </a:p>
        </p:txBody>
      </p:sp>
      <p:cxnSp>
        <p:nvCxnSpPr>
          <p:cNvPr id="8706" name="Google Shape;8706;p60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07" name="Google Shape;8707;p60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descr="desktop_computer_stylized_medium" id="8708" name="Google Shape;8708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9" name="Google Shape;8709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0" name="Google Shape;8710;p60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descr="desktop_computer_stylized_medium" id="8711" name="Google Shape;8711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2" name="Google Shape;8712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3" name="Google Shape;8713;p60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 website) of queuing and loss</a:t>
            </a:r>
            <a:endParaRPr/>
          </a:p>
        </p:txBody>
      </p:sp>
      <p:grpSp>
        <p:nvGrpSpPr>
          <p:cNvPr id="8714" name="Google Shape;8714;p60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8715" name="Google Shape;8715;p60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8716" name="Google Shape;8716;p60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717" name="Google Shape;8717;p60"/>
              <p:cNvCxnSpPr/>
              <p:nvPr/>
            </p:nvCxnSpPr>
            <p:spPr>
              <a:xfrm flipH="1" rot="10800000">
                <a:off x="4381500" y="4714353"/>
                <a:ext cx="106363" cy="146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718" name="Google Shape;8718;p60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9" name="Google Shape;8719;p60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/>
              </a:p>
            </p:txBody>
          </p:sp>
        </p:grpSp>
        <p:sp>
          <p:nvSpPr>
            <p:cNvPr id="8720" name="Google Shape;8720;p60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87338" lvl="0" marL="2873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/>
            </a:p>
            <a:p>
              <a:pPr indent="-287338" lvl="0" marL="287338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/>
            </a:p>
          </p:txBody>
        </p:sp>
      </p:grpSp>
      <p:sp>
        <p:nvSpPr>
          <p:cNvPr id="8721" name="Google Shape;8721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6" name="Shape 8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7" name="Google Shape;8727;p61"/>
          <p:cNvCxnSpPr/>
          <p:nvPr/>
        </p:nvCxnSpPr>
        <p:spPr>
          <a:xfrm>
            <a:off x="3004779" y="4480629"/>
            <a:ext cx="631666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28" name="Google Shape;8728;p61"/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8729" name="Google Shape;8729;p6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30" name="Google Shape;8730;p6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31" name="Google Shape;8731;p6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2" name="Google Shape;8732;p6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3" name="Google Shape;8733;p6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4" name="Google Shape;8734;p6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5" name="Google Shape;8735;p6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36" name="Google Shape;8736;p6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8737" name="Google Shape;8737;p61"/>
          <p:cNvSpPr txBox="1"/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/>
          </a:p>
        </p:txBody>
      </p:sp>
      <p:sp>
        <p:nvSpPr>
          <p:cNvPr id="8738" name="Google Shape;8738;p61"/>
          <p:cNvSpPr/>
          <p:nvPr/>
        </p:nvSpPr>
        <p:spPr>
          <a:xfrm>
            <a:off x="1980004" y="3615115"/>
            <a:ext cx="500062" cy="581025"/>
          </a:xfrm>
          <a:prstGeom prst="can">
            <a:avLst>
              <a:gd fmla="val 23491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39" name="Google Shape;8739;p61"/>
          <p:cNvGrpSpPr/>
          <p:nvPr/>
        </p:nvGrpSpPr>
        <p:grpSpPr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8740" name="Google Shape;8740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61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61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5" name="Google Shape;8745;p61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746" name="Google Shape;8746;p61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7" name="Google Shape;8747;p61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8" name="Google Shape;8748;p61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9" name="Google Shape;8749;p61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750" name="Google Shape;8750;p61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1" name="Google Shape;8751;p61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2" name="Google Shape;8752;p61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61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4" name="Google Shape;8754;p61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755" name="Google Shape;8755;p61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6" name="Google Shape;8756;p61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7" name="Google Shape;8757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8" name="Google Shape;8758;p61"/>
            <p:cNvGrpSpPr/>
            <p:nvPr/>
          </p:nvGrpSpPr>
          <p:grpSpPr>
            <a:xfrm>
              <a:off x="4737" y="1327"/>
              <a:ext cx="584" cy="139"/>
              <a:chOff x="611" y="2568"/>
              <a:chExt cx="728" cy="139"/>
            </a:xfrm>
          </p:grpSpPr>
          <p:sp>
            <p:nvSpPr>
              <p:cNvPr id="8759" name="Google Shape;8759;p61"/>
              <p:cNvSpPr/>
              <p:nvPr/>
            </p:nvSpPr>
            <p:spPr>
              <a:xfrm>
                <a:off x="611" y="2568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0" name="Google Shape;8760;p61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1" name="Google Shape;8761;p61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61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61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61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61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61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61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61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2" name="Google Shape;8772;p61"/>
          <p:cNvGrpSpPr/>
          <p:nvPr/>
        </p:nvGrpSpPr>
        <p:grpSpPr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descr="desktop_computer_stylized_medium" id="8773" name="Google Shape;877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4" name="Google Shape;877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5" name="Google Shape;8775;p61"/>
          <p:cNvSpPr txBox="1"/>
          <p:nvPr/>
        </p:nvSpPr>
        <p:spPr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/>
          </a:p>
        </p:txBody>
      </p:sp>
      <p:sp>
        <p:nvSpPr>
          <p:cNvPr id="8776" name="Google Shape;8776;p61"/>
          <p:cNvSpPr txBox="1"/>
          <p:nvPr/>
        </p:nvSpPr>
        <p:spPr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777" name="Google Shape;8777;p61"/>
          <p:cNvSpPr txBox="1"/>
          <p:nvPr/>
        </p:nvSpPr>
        <p:spPr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grpSp>
        <p:nvGrpSpPr>
          <p:cNvPr id="8778" name="Google Shape;8778;p61"/>
          <p:cNvGrpSpPr/>
          <p:nvPr/>
        </p:nvGrpSpPr>
        <p:grpSpPr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8779" name="Google Shape;8779;p61"/>
            <p:cNvSpPr txBox="1"/>
            <p:nvPr/>
          </p:nvSpPr>
          <p:spPr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80" name="Google Shape;8780;p61"/>
            <p:cNvSpPr txBox="1"/>
            <p:nvPr/>
          </p:nvSpPr>
          <p:spPr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  <p:sp>
          <p:nvSpPr>
            <p:cNvPr id="8781" name="Google Shape;8781;p61"/>
            <p:cNvSpPr txBox="1"/>
            <p:nvPr/>
          </p:nvSpPr>
          <p:spPr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</p:grpSp>
      <p:grpSp>
        <p:nvGrpSpPr>
          <p:cNvPr id="8782" name="Google Shape;8782;p61"/>
          <p:cNvGrpSpPr/>
          <p:nvPr/>
        </p:nvGrpSpPr>
        <p:grpSpPr>
          <a:xfrm>
            <a:off x="2071325" y="4013900"/>
            <a:ext cx="7826653" cy="763668"/>
            <a:chOff x="2071325" y="4013900"/>
            <a:chExt cx="7826653" cy="763668"/>
          </a:xfrm>
        </p:grpSpPr>
        <p:sp>
          <p:nvSpPr>
            <p:cNvPr id="8783" name="Google Shape;8783;p61"/>
            <p:cNvSpPr/>
            <p:nvPr/>
          </p:nvSpPr>
          <p:spPr>
            <a:xfrm>
              <a:off x="9008978" y="4275842"/>
              <a:ext cx="889000" cy="485775"/>
            </a:xfrm>
            <a:prstGeom prst="rightArrow">
              <a:avLst>
                <a:gd fmla="val 50000" name="adj1"/>
                <a:gd fmla="val 45752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784" name="Google Shape;8784;p61"/>
            <p:cNvGrpSpPr/>
            <p:nvPr/>
          </p:nvGrpSpPr>
          <p:grpSpPr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8785" name="Google Shape;8785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6" name="Google Shape;8786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7" name="Google Shape;8787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8" name="Google Shape;8788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89" name="Google Shape;8789;p61"/>
            <p:cNvGrpSpPr/>
            <p:nvPr/>
          </p:nvGrpSpPr>
          <p:grpSpPr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8790" name="Google Shape;8790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1" name="Google Shape;8791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2" name="Google Shape;8792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3" name="Google Shape;8793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794" name="Google Shape;8794;p61"/>
            <p:cNvSpPr/>
            <p:nvPr/>
          </p:nvSpPr>
          <p:spPr>
            <a:xfrm>
              <a:off x="5295542" y="4258379"/>
              <a:ext cx="1279525" cy="485775"/>
            </a:xfrm>
            <a:prstGeom prst="rightArrow">
              <a:avLst>
                <a:gd fmla="val 50000" name="adj1"/>
                <a:gd fmla="val 6585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5" name="Google Shape;8795;p61"/>
            <p:cNvSpPr/>
            <p:nvPr/>
          </p:nvSpPr>
          <p:spPr>
            <a:xfrm flipH="1" rot="10800000">
              <a:off x="2071329" y="4013904"/>
              <a:ext cx="974725" cy="720725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6" name="Google Shape;8796;p61"/>
            <p:cNvSpPr txBox="1"/>
            <p:nvPr/>
          </p:nvSpPr>
          <p:spPr>
            <a:xfrm flipH="1">
              <a:off x="2071325" y="4013900"/>
              <a:ext cx="97472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97" name="Google Shape;8797;p61"/>
          <p:cNvCxnSpPr/>
          <p:nvPr/>
        </p:nvCxnSpPr>
        <p:spPr>
          <a:xfrm>
            <a:off x="2663444" y="4956164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8" name="Google Shape;8798;p61"/>
          <p:cNvCxnSpPr/>
          <p:nvPr/>
        </p:nvCxnSpPr>
        <p:spPr>
          <a:xfrm>
            <a:off x="3671250" y="4571341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9" name="Google Shape;8799;p61"/>
          <p:cNvCxnSpPr/>
          <p:nvPr/>
        </p:nvCxnSpPr>
        <p:spPr>
          <a:xfrm>
            <a:off x="7773171" y="4574886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0" name="Google Shape;880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5" name="Shape 8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" name="Google Shape;8806;p6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8807" name="Google Shape;8807;p62"/>
          <p:cNvGrpSpPr/>
          <p:nvPr/>
        </p:nvGrpSpPr>
        <p:grpSpPr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8808" name="Google Shape;880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9" name="Google Shape;8809;p62"/>
            <p:cNvSpPr/>
            <p:nvPr/>
          </p:nvSpPr>
          <p:spPr>
            <a:xfrm>
              <a:off x="1871277" y="1740080"/>
              <a:ext cx="1128371" cy="11531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0" name="Google Shape;881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1" name="Google Shape;8811;p62"/>
            <p:cNvSpPr/>
            <p:nvPr/>
          </p:nvSpPr>
          <p:spPr>
            <a:xfrm>
              <a:off x="2159748" y="1673231"/>
              <a:ext cx="547504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2" name="Google Shape;881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3" name="Google Shape;881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4" name="Google Shape;881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5" name="Google Shape;8815;p62"/>
            <p:cNvCxnSpPr>
              <a:endCxn id="88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16" name="Google Shape;881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17" name="Google Shape;8817;p62"/>
          <p:cNvGrpSpPr/>
          <p:nvPr/>
        </p:nvGrpSpPr>
        <p:grpSpPr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8818" name="Google Shape;881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9" name="Google Shape;8819;p62"/>
            <p:cNvSpPr/>
            <p:nvPr/>
          </p:nvSpPr>
          <p:spPr>
            <a:xfrm>
              <a:off x="1871277" y="1740080"/>
              <a:ext cx="1128371" cy="11531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0" name="Google Shape;882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1" name="Google Shape;8821;p62"/>
            <p:cNvSpPr/>
            <p:nvPr/>
          </p:nvSpPr>
          <p:spPr>
            <a:xfrm>
              <a:off x="2160249" y="1673231"/>
              <a:ext cx="548460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2" name="Google Shape;882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3" name="Google Shape;882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4" name="Google Shape;882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25" name="Google Shape;8825;p62"/>
            <p:cNvCxnSpPr>
              <a:endCxn id="88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26" name="Google Shape;882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27" name="Google Shape;8827;p62"/>
          <p:cNvGrpSpPr/>
          <p:nvPr/>
        </p:nvGrpSpPr>
        <p:grpSpPr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8828" name="Google Shape;8828;p6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9" name="Google Shape;8829;p62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0" name="Google Shape;8830;p6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1" name="Google Shape;8831;p6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2" name="Google Shape;8832;p62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3" name="Google Shape;8833;p62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834" name="Google Shape;8834;p62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5" name="Google Shape;8835;p62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36" name="Google Shape;8836;p62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7" name="Google Shape;8837;p62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838" name="Google Shape;8838;p62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9" name="Google Shape;8839;p62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0" name="Google Shape;8840;p62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1" name="Google Shape;8841;p62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2" name="Google Shape;8842;p62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843" name="Google Shape;8843;p62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4" name="Google Shape;8844;p62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5" name="Google Shape;8845;p6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6" name="Google Shape;8846;p62"/>
            <p:cNvGrpSpPr/>
            <p:nvPr/>
          </p:nvGrpSpPr>
          <p:grpSpPr>
            <a:xfrm>
              <a:off x="4737" y="1328"/>
              <a:ext cx="584" cy="139"/>
              <a:chOff x="611" y="2569"/>
              <a:chExt cx="728" cy="139"/>
            </a:xfrm>
          </p:grpSpPr>
          <p:sp>
            <p:nvSpPr>
              <p:cNvPr id="8847" name="Google Shape;8847;p62"/>
              <p:cNvSpPr/>
              <p:nvPr/>
            </p:nvSpPr>
            <p:spPr>
              <a:xfrm>
                <a:off x="611" y="2569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8" name="Google Shape;8848;p62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9" name="Google Shape;8849;p62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0" name="Google Shape;8850;p6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1" name="Google Shape;8851;p6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2" name="Google Shape;8852;p62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3" name="Google Shape;8853;p6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4" name="Google Shape;8854;p62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5" name="Google Shape;8855;p62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6" name="Google Shape;8856;p62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7" name="Google Shape;8857;p62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8" name="Google Shape;8858;p62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9" name="Google Shape;8859;p62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0" name="Google Shape;8860;p62"/>
          <p:cNvSpPr txBox="1"/>
          <p:nvPr/>
        </p:nvSpPr>
        <p:spPr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61" name="Google Shape;8861;p62"/>
          <p:cNvGrpSpPr/>
          <p:nvPr/>
        </p:nvGrpSpPr>
        <p:grpSpPr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8862" name="Google Shape;8862;p62"/>
            <p:cNvSpPr/>
            <p:nvPr/>
          </p:nvSpPr>
          <p:spPr>
            <a:xfrm>
              <a:off x="3569" y="3433"/>
              <a:ext cx="69" cy="25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3" name="Google Shape;8863;p62"/>
            <p:cNvSpPr/>
            <p:nvPr/>
          </p:nvSpPr>
          <p:spPr>
            <a:xfrm>
              <a:off x="2275" y="3433"/>
              <a:ext cx="1326" cy="25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4" name="Google Shape;8864;p62"/>
            <p:cNvSpPr/>
            <p:nvPr/>
          </p:nvSpPr>
          <p:spPr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5" name="Google Shape;8865;p62"/>
            <p:cNvSpPr/>
            <p:nvPr/>
          </p:nvSpPr>
          <p:spPr>
            <a:xfrm>
              <a:off x="3562" y="3438"/>
              <a:ext cx="44" cy="24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6" name="Google Shape;8866;p62"/>
          <p:cNvSpPr txBox="1"/>
          <p:nvPr/>
        </p:nvSpPr>
        <p:spPr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867" name="Google Shape;8867;p62"/>
          <p:cNvSpPr/>
          <p:nvPr/>
        </p:nvSpPr>
        <p:spPr>
          <a:xfrm flipH="1" rot="10800000">
            <a:off x="1934139" y="2111880"/>
            <a:ext cx="895350" cy="56515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8" name="Google Shape;8868;p62"/>
          <p:cNvSpPr txBox="1"/>
          <p:nvPr/>
        </p:nvSpPr>
        <p:spPr>
          <a:xfrm flipH="1">
            <a:off x="1934125" y="2111875"/>
            <a:ext cx="8953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9" name="Google Shape;8869;p62"/>
          <p:cNvSpPr/>
          <p:nvPr/>
        </p:nvSpPr>
        <p:spPr>
          <a:xfrm>
            <a:off x="8168251" y="2318255"/>
            <a:ext cx="941624" cy="379413"/>
          </a:xfrm>
          <a:prstGeom prst="rightArrow">
            <a:avLst>
              <a:gd fmla="val 50000" name="adj1"/>
              <a:gd fmla="val 53870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70" name="Google Shape;8870;p62"/>
          <p:cNvGrpSpPr/>
          <p:nvPr/>
        </p:nvGrpSpPr>
        <p:grpSpPr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8871" name="Google Shape;8871;p62"/>
            <p:cNvGrpSpPr/>
            <p:nvPr/>
          </p:nvGrpSpPr>
          <p:grpSpPr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8872" name="Google Shape;8872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3" name="Google Shape;8873;p62"/>
              <p:cNvSpPr/>
              <p:nvPr/>
            </p:nvSpPr>
            <p:spPr>
              <a:xfrm>
                <a:off x="2275" y="3433"/>
                <a:ext cx="1329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4" name="Google Shape;8874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5" name="Google Shape;8875;p62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76" name="Google Shape;8876;p62"/>
            <p:cNvSpPr txBox="1"/>
            <p:nvPr/>
          </p:nvSpPr>
          <p:spPr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</p:grpSp>
      <p:sp>
        <p:nvSpPr>
          <p:cNvPr id="8877" name="Google Shape;8877;p62"/>
          <p:cNvSpPr/>
          <p:nvPr/>
        </p:nvSpPr>
        <p:spPr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78" name="Google Shape;8878;p62"/>
          <p:cNvGrpSpPr/>
          <p:nvPr/>
        </p:nvGrpSpPr>
        <p:grpSpPr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8879" name="Google Shape;8879;p62"/>
            <p:cNvSpPr/>
            <p:nvPr/>
          </p:nvSpPr>
          <p:spPr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0" name="Google Shape;8880;p62"/>
            <p:cNvSpPr txBox="1"/>
            <p:nvPr/>
          </p:nvSpPr>
          <p:spPr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/>
            </a:p>
          </p:txBody>
        </p:sp>
        <p:sp>
          <p:nvSpPr>
            <p:cNvPr id="8881" name="Google Shape;8881;p62"/>
            <p:cNvSpPr txBox="1"/>
            <p:nvPr/>
          </p:nvSpPr>
          <p:spPr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/>
            </a:p>
          </p:txBody>
        </p:sp>
      </p:grpSp>
      <p:sp>
        <p:nvSpPr>
          <p:cNvPr id="8882" name="Google Shape;8882;p62"/>
          <p:cNvSpPr/>
          <p:nvPr/>
        </p:nvSpPr>
        <p:spPr>
          <a:xfrm>
            <a:off x="4883714" y="2311905"/>
            <a:ext cx="1365250" cy="381000"/>
          </a:xfrm>
          <a:prstGeom prst="rightArrow">
            <a:avLst>
              <a:gd fmla="val 50000" name="adj1"/>
              <a:gd fmla="val 89583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3" name="Google Shape;8883;p62"/>
          <p:cNvGrpSpPr/>
          <p:nvPr/>
        </p:nvGrpSpPr>
        <p:grpSpPr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descr="desktop_computer_stylized_medium" id="8884" name="Google Shape;888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5" name="Google Shape;8885;p6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86" name="Google Shape;8886;p62"/>
          <p:cNvSpPr/>
          <p:nvPr/>
        </p:nvSpPr>
        <p:spPr>
          <a:xfrm>
            <a:off x="1846826" y="1854705"/>
            <a:ext cx="407988" cy="431800"/>
          </a:xfrm>
          <a:prstGeom prst="can">
            <a:avLst>
              <a:gd fmla="val 2139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7" name="Google Shape;8887;p62"/>
          <p:cNvGrpSpPr/>
          <p:nvPr/>
        </p:nvGrpSpPr>
        <p:grpSpPr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8888" name="Google Shape;8888;p62"/>
            <p:cNvGrpSpPr/>
            <p:nvPr/>
          </p:nvGrpSpPr>
          <p:grpSpPr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8889" name="Google Shape;8889;p6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0" name="Google Shape;8890;p62"/>
              <p:cNvSpPr/>
              <p:nvPr/>
            </p:nvSpPr>
            <p:spPr>
              <a:xfrm>
                <a:off x="4204" y="429"/>
                <a:ext cx="104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1" name="Google Shape;8891;p6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2" name="Google Shape;8892;p6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3" name="Google Shape;8893;p62"/>
              <p:cNvSpPr/>
              <p:nvPr/>
            </p:nvSpPr>
            <p:spPr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4" name="Google Shape;8894;p62"/>
              <p:cNvGrpSpPr/>
              <p:nvPr/>
            </p:nvGrpSpPr>
            <p:grpSpPr>
              <a:xfrm>
                <a:off x="4750" y="668"/>
                <a:ext cx="578" cy="143"/>
                <a:chOff x="615" y="2568"/>
                <a:chExt cx="721" cy="137"/>
              </a:xfrm>
            </p:grpSpPr>
            <p:sp>
              <p:nvSpPr>
                <p:cNvPr id="8895" name="Google Shape;8895;p62"/>
                <p:cNvSpPr/>
                <p:nvPr/>
              </p:nvSpPr>
              <p:spPr>
                <a:xfrm>
                  <a:off x="615" y="2568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6" name="Google Shape;8896;p62"/>
                <p:cNvSpPr/>
                <p:nvPr/>
              </p:nvSpPr>
              <p:spPr>
                <a:xfrm>
                  <a:off x="631" y="2584"/>
                  <a:ext cx="689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7" name="Google Shape;8897;p62"/>
              <p:cNvSpPr/>
              <p:nvPr/>
            </p:nvSpPr>
            <p:spPr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8" name="Google Shape;8898;p62"/>
              <p:cNvGrpSpPr/>
              <p:nvPr/>
            </p:nvGrpSpPr>
            <p:grpSpPr>
              <a:xfrm>
                <a:off x="4749" y="993"/>
                <a:ext cx="578" cy="135"/>
                <a:chOff x="617" y="2567"/>
                <a:chExt cx="721" cy="140"/>
              </a:xfrm>
            </p:grpSpPr>
            <p:sp>
              <p:nvSpPr>
                <p:cNvPr id="8899" name="Google Shape;8899;p62"/>
                <p:cNvSpPr/>
                <p:nvPr/>
              </p:nvSpPr>
              <p:spPr>
                <a:xfrm>
                  <a:off x="617" y="2567"/>
                  <a:ext cx="721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0" name="Google Shape;8900;p62"/>
                <p:cNvSpPr/>
                <p:nvPr/>
              </p:nvSpPr>
              <p:spPr>
                <a:xfrm>
                  <a:off x="634" y="2585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1" name="Google Shape;8901;p62"/>
              <p:cNvSpPr/>
              <p:nvPr/>
            </p:nvSpPr>
            <p:spPr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2" name="Google Shape;8902;p62"/>
              <p:cNvSpPr/>
              <p:nvPr/>
            </p:nvSpPr>
            <p:spPr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3" name="Google Shape;8903;p62"/>
              <p:cNvGrpSpPr/>
              <p:nvPr/>
            </p:nvGrpSpPr>
            <p:grpSpPr>
              <a:xfrm>
                <a:off x="4737" y="1627"/>
                <a:ext cx="578" cy="152"/>
                <a:chOff x="616" y="2568"/>
                <a:chExt cx="720" cy="140"/>
              </a:xfrm>
            </p:grpSpPr>
            <p:sp>
              <p:nvSpPr>
                <p:cNvPr id="8904" name="Google Shape;8904;p62"/>
                <p:cNvSpPr/>
                <p:nvPr/>
              </p:nvSpPr>
              <p:spPr>
                <a:xfrm>
                  <a:off x="616" y="2568"/>
                  <a:ext cx="720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5" name="Google Shape;8905;p62"/>
                <p:cNvSpPr/>
                <p:nvPr/>
              </p:nvSpPr>
              <p:spPr>
                <a:xfrm>
                  <a:off x="632" y="2584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6" name="Google Shape;8906;p6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7" name="Google Shape;8907;p62"/>
              <p:cNvGrpSpPr/>
              <p:nvPr/>
            </p:nvGrpSpPr>
            <p:grpSpPr>
              <a:xfrm>
                <a:off x="4737" y="1327"/>
                <a:ext cx="584" cy="139"/>
                <a:chOff x="611" y="2568"/>
                <a:chExt cx="728" cy="139"/>
              </a:xfrm>
            </p:grpSpPr>
            <p:sp>
              <p:nvSpPr>
                <p:cNvPr id="8908" name="Google Shape;8908;p62"/>
                <p:cNvSpPr/>
                <p:nvPr/>
              </p:nvSpPr>
              <p:spPr>
                <a:xfrm>
                  <a:off x="611" y="2568"/>
                  <a:ext cx="728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9" name="Google Shape;8909;p62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10" name="Google Shape;8910;p62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1" name="Google Shape;8911;p6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2" name="Google Shape;8912;p6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3" name="Google Shape;8913;p62"/>
              <p:cNvSpPr/>
              <p:nvPr/>
            </p:nvSpPr>
            <p:spPr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4" name="Google Shape;8914;p6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5" name="Google Shape;8915;p62"/>
              <p:cNvSpPr/>
              <p:nvPr/>
            </p:nvSpPr>
            <p:spPr>
              <a:xfrm>
                <a:off x="4140" y="2677"/>
                <a:ext cx="1200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6" name="Google Shape;8916;p62"/>
              <p:cNvSpPr/>
              <p:nvPr/>
            </p:nvSpPr>
            <p:spPr>
              <a:xfrm>
                <a:off x="4204" y="2712"/>
                <a:ext cx="1072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7" name="Google Shape;8917;p62"/>
              <p:cNvSpPr/>
              <p:nvPr/>
            </p:nvSpPr>
            <p:spPr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8" name="Google Shape;8918;p62"/>
              <p:cNvSpPr/>
              <p:nvPr/>
            </p:nvSpPr>
            <p:spPr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9" name="Google Shape;8919;p62"/>
              <p:cNvSpPr/>
              <p:nvPr/>
            </p:nvSpPr>
            <p:spPr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0" name="Google Shape;8920;p62"/>
              <p:cNvSpPr/>
              <p:nvPr/>
            </p:nvSpPr>
            <p:spPr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921" name="Google Shape;8921;p62"/>
            <p:cNvCxnSpPr/>
            <p:nvPr/>
          </p:nvCxnSpPr>
          <p:spPr>
            <a:xfrm>
              <a:off x="1354" y="2913"/>
              <a:ext cx="366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922" name="Google Shape;8922;p62"/>
            <p:cNvGrpSpPr/>
            <p:nvPr/>
          </p:nvGrpSpPr>
          <p:grpSpPr>
            <a:xfrm>
              <a:off x="2731" y="2870"/>
              <a:ext cx="607" cy="108"/>
              <a:chOff x="3603" y="243"/>
              <a:chExt cx="357" cy="106"/>
            </a:xfrm>
          </p:grpSpPr>
          <p:cxnSp>
            <p:nvCxnSpPr>
              <p:cNvPr id="8923" name="Google Shape;8923;p62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4" name="Google Shape;8924;p62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5" name="Google Shape;8925;p6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26" name="Google Shape;8926;p62"/>
              <p:cNvGrpSpPr/>
              <p:nvPr/>
            </p:nvGrpSpPr>
            <p:grpSpPr>
              <a:xfrm>
                <a:off x="3749" y="248"/>
                <a:ext cx="119" cy="65"/>
                <a:chOff x="2894" y="850"/>
                <a:chExt cx="94" cy="96"/>
              </a:xfrm>
            </p:grpSpPr>
            <p:cxnSp>
              <p:nvCxnSpPr>
                <p:cNvPr id="8927" name="Google Shape;8927;p62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28" name="Google Shape;8928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29" name="Google Shape;8929;p62"/>
              <p:cNvGrpSpPr/>
              <p:nvPr/>
            </p:nvGrpSpPr>
            <p:grpSpPr>
              <a:xfrm flipH="1" rot="10800000">
                <a:off x="3689" y="243"/>
                <a:ext cx="124" cy="66"/>
                <a:chOff x="2848" y="848"/>
                <a:chExt cx="98" cy="98"/>
              </a:xfrm>
            </p:grpSpPr>
            <p:cxnSp>
              <p:nvCxnSpPr>
                <p:cNvPr id="8930" name="Google Shape;8930;p62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1" name="Google Shape;8931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932" name="Google Shape;8932;p62"/>
            <p:cNvSpPr/>
            <p:nvPr/>
          </p:nvSpPr>
          <p:spPr>
            <a:xfrm>
              <a:off x="4741" y="2812"/>
              <a:ext cx="609" cy="239"/>
            </a:xfrm>
            <a:prstGeom prst="rightArrow">
              <a:avLst>
                <a:gd fmla="val 50000" name="adj1"/>
                <a:gd fmla="val 5387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3" name="Google Shape;8933;p62"/>
            <p:cNvGrpSpPr/>
            <p:nvPr/>
          </p:nvGrpSpPr>
          <p:grpSpPr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8934" name="Google Shape;8934;p62"/>
              <p:cNvSpPr/>
              <p:nvPr/>
            </p:nvSpPr>
            <p:spPr>
              <a:xfrm>
                <a:off x="3569" y="346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5" name="Google Shape;8935;p62"/>
              <p:cNvSpPr/>
              <p:nvPr/>
            </p:nvSpPr>
            <p:spPr>
              <a:xfrm>
                <a:off x="2275" y="3459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6" name="Google Shape;8936;p62"/>
              <p:cNvSpPr/>
              <p:nvPr/>
            </p:nvSpPr>
            <p:spPr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7" name="Google Shape;8937;p62"/>
              <p:cNvSpPr/>
              <p:nvPr/>
            </p:nvSpPr>
            <p:spPr>
              <a:xfrm>
                <a:off x="3562" y="3462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38" name="Google Shape;8938;p62"/>
            <p:cNvSpPr txBox="1"/>
            <p:nvPr/>
          </p:nvSpPr>
          <p:spPr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grpSp>
          <p:nvGrpSpPr>
            <p:cNvPr id="8939" name="Google Shape;8939;p62"/>
            <p:cNvGrpSpPr/>
            <p:nvPr/>
          </p:nvGrpSpPr>
          <p:grpSpPr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8940" name="Google Shape;8940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62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2" name="Google Shape;8942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3" name="Google Shape;8943;p62"/>
              <p:cNvSpPr/>
              <p:nvPr/>
            </p:nvSpPr>
            <p:spPr>
              <a:xfrm>
                <a:off x="3562" y="3438"/>
                <a:ext cx="45" cy="245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44" name="Google Shape;8944;p62"/>
            <p:cNvSpPr txBox="1"/>
            <p:nvPr/>
          </p:nvSpPr>
          <p:spPr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45" name="Google Shape;8945;p62"/>
            <p:cNvSpPr/>
            <p:nvPr/>
          </p:nvSpPr>
          <p:spPr>
            <a:xfrm>
              <a:off x="2668" y="2808"/>
              <a:ext cx="860" cy="240"/>
            </a:xfrm>
            <a:prstGeom prst="rightArrow">
              <a:avLst>
                <a:gd fmla="val 50000" name="adj1"/>
                <a:gd fmla="val 89583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6" name="Google Shape;8946;p62"/>
            <p:cNvSpPr/>
            <p:nvPr/>
          </p:nvSpPr>
          <p:spPr>
            <a:xfrm flipH="1" rot="10800000">
              <a:off x="814" y="2682"/>
              <a:ext cx="564" cy="356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7" name="Google Shape;8947;p62"/>
            <p:cNvSpPr txBox="1"/>
            <p:nvPr/>
          </p:nvSpPr>
          <p:spPr>
            <a:xfrm flipH="1">
              <a:off x="800" y="2675"/>
              <a:ext cx="564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48" name="Google Shape;8948;p62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descr="desktop_computer_stylized_medium" id="8949" name="Google Shape;8949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50" name="Google Shape;8950;p62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1" name="Google Shape;8951;p62"/>
            <p:cNvSpPr/>
            <p:nvPr/>
          </p:nvSpPr>
          <p:spPr>
            <a:xfrm>
              <a:off x="775" y="2474"/>
              <a:ext cx="257" cy="272"/>
            </a:xfrm>
            <a:prstGeom prst="can">
              <a:avLst>
                <a:gd fmla="val 21398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2" name="Google Shape;8952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7" name="Shape 8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8" name="Google Shape;8958;p6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8959" name="Google Shape;8959;p63"/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8960" name="Google Shape;8960;p63"/>
            <p:cNvSpPr txBox="1"/>
            <p:nvPr/>
          </p:nvSpPr>
          <p:spPr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61" name="Google Shape;8961;p63"/>
            <p:cNvSpPr/>
            <p:nvPr/>
          </p:nvSpPr>
          <p:spPr>
            <a:xfrm>
              <a:off x="6742112" y="2666964"/>
              <a:ext cx="3127375" cy="1498600"/>
            </a:xfrm>
            <a:custGeom>
              <a:rect b="b" l="l" r="r" t="t"/>
              <a:pathLst>
                <a:path extrusionOk="0" h="917" w="187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63"/>
            <p:cNvSpPr txBox="1"/>
            <p:nvPr/>
          </p:nvSpPr>
          <p:spPr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63"/>
            <p:cNvSpPr/>
            <p:nvPr/>
          </p:nvSpPr>
          <p:spPr>
            <a:xfrm rot="5400000">
              <a:off x="8470106" y="3718683"/>
              <a:ext cx="50800" cy="5254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63"/>
            <p:cNvSpPr/>
            <p:nvPr/>
          </p:nvSpPr>
          <p:spPr>
            <a:xfrm rot="5400000">
              <a:off x="8003381" y="3224971"/>
              <a:ext cx="984250" cy="52546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63"/>
            <p:cNvSpPr/>
            <p:nvPr/>
          </p:nvSpPr>
          <p:spPr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63"/>
            <p:cNvSpPr/>
            <p:nvPr/>
          </p:nvSpPr>
          <p:spPr>
            <a:xfrm rot="5400000">
              <a:off x="8474075" y="3711539"/>
              <a:ext cx="31750" cy="5111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7" name="Google Shape;8967;p63"/>
            <p:cNvSpPr/>
            <p:nvPr/>
          </p:nvSpPr>
          <p:spPr>
            <a:xfrm rot="1792560">
              <a:off x="7480300" y="2614577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8" name="Google Shape;8968;p63"/>
            <p:cNvSpPr/>
            <p:nvPr/>
          </p:nvSpPr>
          <p:spPr>
            <a:xfrm rot="1792560">
              <a:off x="6815137" y="2411377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9" name="Google Shape;8969;p63"/>
            <p:cNvSpPr/>
            <p:nvPr/>
          </p:nvSpPr>
          <p:spPr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0" name="Google Shape;8970;p63"/>
            <p:cNvSpPr/>
            <p:nvPr/>
          </p:nvSpPr>
          <p:spPr>
            <a:xfrm rot="1792560">
              <a:off x="7477125" y="2611402"/>
              <a:ext cx="23812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1" name="Google Shape;8971;p63"/>
            <p:cNvCxnSpPr/>
            <p:nvPr/>
          </p:nvCxnSpPr>
          <p:spPr>
            <a:xfrm rot="1792560">
              <a:off x="6686550" y="2482814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2" name="Google Shape;8972;p63"/>
            <p:cNvSpPr/>
            <p:nvPr/>
          </p:nvSpPr>
          <p:spPr>
            <a:xfrm rot="2768172">
              <a:off x="7989887" y="2617752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3" name="Google Shape;8973;p63"/>
            <p:cNvSpPr/>
            <p:nvPr/>
          </p:nvSpPr>
          <p:spPr>
            <a:xfrm rot="2768172">
              <a:off x="7268369" y="2285170"/>
              <a:ext cx="915988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4" name="Google Shape;8974;p63"/>
            <p:cNvSpPr/>
            <p:nvPr/>
          </p:nvSpPr>
          <p:spPr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5" name="Google Shape;8975;p63"/>
            <p:cNvSpPr/>
            <p:nvPr/>
          </p:nvSpPr>
          <p:spPr>
            <a:xfrm rot="2768172">
              <a:off x="7989887" y="2609814"/>
              <a:ext cx="30163" cy="13811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6" name="Google Shape;8976;p63"/>
            <p:cNvCxnSpPr/>
            <p:nvPr/>
          </p:nvCxnSpPr>
          <p:spPr>
            <a:xfrm rot="2768172">
              <a:off x="7111999" y="2341527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7" name="Google Shape;8977;p63"/>
            <p:cNvSpPr/>
            <p:nvPr/>
          </p:nvSpPr>
          <p:spPr>
            <a:xfrm flipH="1" rot="-1792560">
              <a:off x="6943725" y="4467189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8" name="Google Shape;8978;p63"/>
            <p:cNvSpPr/>
            <p:nvPr/>
          </p:nvSpPr>
          <p:spPr>
            <a:xfrm flipH="1" rot="-1792560">
              <a:off x="6916737" y="4263989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9" name="Google Shape;8979;p63"/>
            <p:cNvSpPr/>
            <p:nvPr/>
          </p:nvSpPr>
          <p:spPr>
            <a:xfrm flipH="1" rot="-1792560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0" name="Google Shape;8980;p63"/>
            <p:cNvSpPr/>
            <p:nvPr/>
          </p:nvSpPr>
          <p:spPr>
            <a:xfrm flipH="1" rot="-1792560">
              <a:off x="6959600" y="4464014"/>
              <a:ext cx="23812" cy="15398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1" name="Google Shape;8981;p63"/>
            <p:cNvCxnSpPr/>
            <p:nvPr/>
          </p:nvCxnSpPr>
          <p:spPr>
            <a:xfrm rot="9007440">
              <a:off x="6821487" y="4335427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82" name="Google Shape;8982;p63"/>
            <p:cNvSpPr/>
            <p:nvPr/>
          </p:nvSpPr>
          <p:spPr>
            <a:xfrm flipH="1" rot="8031828">
              <a:off x="8197850" y="4240177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3" name="Google Shape;8983;p63"/>
            <p:cNvSpPr/>
            <p:nvPr/>
          </p:nvSpPr>
          <p:spPr>
            <a:xfrm flipH="1" rot="8031828">
              <a:off x="7475537" y="4571964"/>
              <a:ext cx="917575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4" name="Google Shape;8984;p63"/>
            <p:cNvSpPr/>
            <p:nvPr/>
          </p:nvSpPr>
          <p:spPr>
            <a:xfrm flipH="1" rot="8031828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5" name="Google Shape;8985;p63"/>
            <p:cNvSpPr/>
            <p:nvPr/>
          </p:nvSpPr>
          <p:spPr>
            <a:xfrm flipH="1" rot="8031828">
              <a:off x="8197850" y="4249702"/>
              <a:ext cx="30162" cy="13811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6" name="Google Shape;8986;p63"/>
            <p:cNvCxnSpPr/>
            <p:nvPr/>
          </p:nvCxnSpPr>
          <p:spPr>
            <a:xfrm rot="-2768172">
              <a:off x="7319962" y="4657690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987" name="Google Shape;8987;p63"/>
            <p:cNvSpPr/>
            <p:nvPr/>
          </p:nvSpPr>
          <p:spPr>
            <a:xfrm flipH="1" rot="-1792560">
              <a:off x="9150350" y="2586002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8" name="Google Shape;8988;p63"/>
            <p:cNvSpPr/>
            <p:nvPr/>
          </p:nvSpPr>
          <p:spPr>
            <a:xfrm flipH="1" rot="-1792560">
              <a:off x="9123362" y="2382802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9" name="Google Shape;8989;p63"/>
            <p:cNvSpPr/>
            <p:nvPr/>
          </p:nvSpPr>
          <p:spPr>
            <a:xfrm flipH="1" rot="-1792560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0" name="Google Shape;8990;p63"/>
            <p:cNvSpPr/>
            <p:nvPr/>
          </p:nvSpPr>
          <p:spPr>
            <a:xfrm flipH="1" rot="-1792560">
              <a:off x="9166225" y="2582827"/>
              <a:ext cx="25400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1" name="Google Shape;8991;p63"/>
            <p:cNvCxnSpPr/>
            <p:nvPr/>
          </p:nvCxnSpPr>
          <p:spPr>
            <a:xfrm rot="9007440">
              <a:off x="9028112" y="2454239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2" name="Google Shape;8992;p63"/>
            <p:cNvSpPr/>
            <p:nvPr/>
          </p:nvSpPr>
          <p:spPr>
            <a:xfrm rot="1792560">
              <a:off x="9907587" y="4546564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3" name="Google Shape;8993;p63"/>
            <p:cNvSpPr/>
            <p:nvPr/>
          </p:nvSpPr>
          <p:spPr>
            <a:xfrm rot="1792560">
              <a:off x="9240837" y="4341777"/>
              <a:ext cx="731838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4" name="Google Shape;8994;p63"/>
            <p:cNvSpPr/>
            <p:nvPr/>
          </p:nvSpPr>
          <p:spPr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5" name="Google Shape;8995;p63"/>
            <p:cNvSpPr/>
            <p:nvPr/>
          </p:nvSpPr>
          <p:spPr>
            <a:xfrm rot="1792560">
              <a:off x="9902825" y="4543389"/>
              <a:ext cx="25400" cy="1524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6" name="Google Shape;8996;p63"/>
            <p:cNvCxnSpPr/>
            <p:nvPr/>
          </p:nvCxnSpPr>
          <p:spPr>
            <a:xfrm rot="1792560">
              <a:off x="9102725" y="4441789"/>
              <a:ext cx="1062037" cy="1270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97" name="Google Shape;8997;p63"/>
            <p:cNvSpPr txBox="1"/>
            <p:nvPr/>
          </p:nvSpPr>
          <p:spPr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8" name="Google Shape;8998;p63"/>
            <p:cNvSpPr txBox="1"/>
            <p:nvPr/>
          </p:nvSpPr>
          <p:spPr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9" name="Google Shape;8999;p63"/>
            <p:cNvSpPr/>
            <p:nvPr/>
          </p:nvSpPr>
          <p:spPr>
            <a:xfrm>
              <a:off x="7569200" y="2717764"/>
              <a:ext cx="800100" cy="1381125"/>
            </a:xfrm>
            <a:custGeom>
              <a:rect b="b" l="l" r="r" t="t"/>
              <a:pathLst>
                <a:path extrusionOk="0" h="870" w="504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0" name="Google Shape;9000;p63"/>
            <p:cNvSpPr txBox="1"/>
            <p:nvPr/>
          </p:nvSpPr>
          <p:spPr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1" name="Google Shape;9001;p63"/>
            <p:cNvSpPr/>
            <p:nvPr/>
          </p:nvSpPr>
          <p:spPr>
            <a:xfrm>
              <a:off x="8032750" y="2695539"/>
              <a:ext cx="431800" cy="1570038"/>
            </a:xfrm>
            <a:custGeom>
              <a:rect b="b" l="l" r="r" t="t"/>
              <a:pathLst>
                <a:path extrusionOk="0" h="989" w="272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2" name="Google Shape;9002;p63"/>
            <p:cNvSpPr/>
            <p:nvPr/>
          </p:nvSpPr>
          <p:spPr>
            <a:xfrm>
              <a:off x="8616950" y="2679664"/>
              <a:ext cx="638175" cy="1538288"/>
            </a:xfrm>
            <a:custGeom>
              <a:rect b="b" l="l" r="r" t="t"/>
              <a:pathLst>
                <a:path extrusionOk="0" h="969" w="402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3" name="Google Shape;9003;p63"/>
            <p:cNvSpPr txBox="1"/>
            <p:nvPr/>
          </p:nvSpPr>
          <p:spPr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4" name="Google Shape;9004;p63"/>
            <p:cNvSpPr txBox="1"/>
            <p:nvPr/>
          </p:nvSpPr>
          <p:spPr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5" name="Google Shape;9005;p63"/>
            <p:cNvSpPr txBox="1"/>
            <p:nvPr/>
          </p:nvSpPr>
          <p:spPr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grpSp>
          <p:nvGrpSpPr>
            <p:cNvPr id="9006" name="Google Shape;9006;p63"/>
            <p:cNvGrpSpPr/>
            <p:nvPr/>
          </p:nvGrpSpPr>
          <p:grpSpPr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9007" name="Google Shape;9007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8" name="Google Shape;9008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9" name="Google Shape;9009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0" name="Google Shape;9010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1" name="Google Shape;9011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2" name="Google Shape;9012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13" name="Google Shape;9013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4" name="Google Shape;9014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5" name="Google Shape;9015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6" name="Google Shape;9016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17" name="Google Shape;9017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8" name="Google Shape;9018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9" name="Google Shape;9019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0" name="Google Shape;9020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1" name="Google Shape;9021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22" name="Google Shape;9022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3" name="Google Shape;9023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4" name="Google Shape;9024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5" name="Google Shape;9025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26" name="Google Shape;9026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7" name="Google Shape;9027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8" name="Google Shape;9028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9" name="Google Shape;9029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0" name="Google Shape;9030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1" name="Google Shape;9031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2" name="Google Shape;9032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3" name="Google Shape;9033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4" name="Google Shape;9034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5" name="Google Shape;9035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6" name="Google Shape;9036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7" name="Google Shape;9037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8" name="Google Shape;9038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9" name="Google Shape;9039;p63"/>
            <p:cNvGrpSpPr/>
            <p:nvPr/>
          </p:nvGrpSpPr>
          <p:grpSpPr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9040" name="Google Shape;9040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1" name="Google Shape;9041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2" name="Google Shape;9042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3" name="Google Shape;9043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4" name="Google Shape;9044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5" name="Google Shape;9045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46" name="Google Shape;9046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7" name="Google Shape;9047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48" name="Google Shape;9048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9" name="Google Shape;9049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50" name="Google Shape;9050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1" name="Google Shape;9051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2" name="Google Shape;9052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3" name="Google Shape;9053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4" name="Google Shape;9054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55" name="Google Shape;9055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6" name="Google Shape;9056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7" name="Google Shape;9057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8" name="Google Shape;9058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59" name="Google Shape;9059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0" name="Google Shape;9060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1" name="Google Shape;9061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2" name="Google Shape;9062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3" name="Google Shape;9063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4" name="Google Shape;9064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5" name="Google Shape;9065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6" name="Google Shape;9066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7" name="Google Shape;9067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8" name="Google Shape;9068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9" name="Google Shape;9069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0" name="Google Shape;9070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1" name="Google Shape;9071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2" name="Google Shape;9072;p63"/>
            <p:cNvGrpSpPr/>
            <p:nvPr/>
          </p:nvGrpSpPr>
          <p:grpSpPr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9073" name="Google Shape;9073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4" name="Google Shape;9074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5" name="Google Shape;9075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6" name="Google Shape;9076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7" name="Google Shape;9077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78" name="Google Shape;9078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79" name="Google Shape;9079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0" name="Google Shape;9080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1" name="Google Shape;9081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2" name="Google Shape;9082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83" name="Google Shape;9083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4" name="Google Shape;9084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5" name="Google Shape;9085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6" name="Google Shape;9086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7" name="Google Shape;9087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88" name="Google Shape;9088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9" name="Google Shape;9089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0" name="Google Shape;9090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91" name="Google Shape;9091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92" name="Google Shape;9092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3" name="Google Shape;9093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4" name="Google Shape;9094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5" name="Google Shape;9095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6" name="Google Shape;9096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7" name="Google Shape;9097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8" name="Google Shape;9098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9" name="Google Shape;9099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0" name="Google Shape;9100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1" name="Google Shape;9101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2" name="Google Shape;9102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3" name="Google Shape;9103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5" name="Google Shape;9105;p63"/>
            <p:cNvGrpSpPr/>
            <p:nvPr/>
          </p:nvGrpSpPr>
          <p:grpSpPr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6" name="Google Shape;9106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07" name="Google Shape;9107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8" name="Google Shape;9108;p63"/>
            <p:cNvGrpSpPr/>
            <p:nvPr/>
          </p:nvGrpSpPr>
          <p:grpSpPr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9" name="Google Shape;9109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0" name="Google Shape;911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1" name="Google Shape;9111;p63"/>
            <p:cNvGrpSpPr/>
            <p:nvPr/>
          </p:nvGrpSpPr>
          <p:grpSpPr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12" name="Google Shape;9112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3" name="Google Shape;911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14" name="Google Shape;9114;p63"/>
          <p:cNvGrpSpPr/>
          <p:nvPr/>
        </p:nvGrpSpPr>
        <p:grpSpPr>
          <a:xfrm>
            <a:off x="6423336" y="1491893"/>
            <a:ext cx="4706682" cy="4114800"/>
            <a:chOff x="877941" y="1593850"/>
            <a:chExt cx="4706682" cy="4114800"/>
          </a:xfrm>
        </p:grpSpPr>
        <p:sp>
          <p:nvSpPr>
            <p:cNvPr id="9115" name="Google Shape;9115;p63"/>
            <p:cNvSpPr txBox="1"/>
            <p:nvPr/>
          </p:nvSpPr>
          <p:spPr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/>
            </a:p>
          </p:txBody>
        </p:sp>
        <p:sp>
          <p:nvSpPr>
            <p:cNvPr id="9116" name="Google Shape;9116;p63"/>
            <p:cNvSpPr txBox="1"/>
            <p:nvPr/>
          </p:nvSpPr>
          <p:spPr>
            <a:xfrm>
              <a:off x="1077710" y="4985599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</a:t>
              </a:r>
              <a:endParaRPr/>
            </a:p>
          </p:txBody>
        </p:sp>
      </p:grpSp>
      <p:sp>
        <p:nvSpPr>
          <p:cNvPr id="9117" name="Google Shape;911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2" name="Shape 9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" name="Google Shape;912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124" name="Google Shape;912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5" name="Google Shape;9125;p6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126" name="Google Shape;91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1" name="Shape 9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2" name="Google Shape;9132;p6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33" name="Google Shape;9133;p65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34" name="Google Shape;913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9" name="Shape 9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0" name="Google Shape;9140;p6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41" name="Google Shape;9141;p66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42" name="Google Shape;914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7" name="Shape 9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8" name="Google Shape;9148;p6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</a:t>
            </a:r>
            <a:r>
              <a:rPr lang="en-US"/>
              <a:t>g</a:t>
            </a:r>
            <a:r>
              <a:rPr lang="en-US" sz="4400"/>
              <a:t>uys: packet </a:t>
            </a:r>
            <a:r>
              <a:rPr lang="en-US"/>
              <a:t>i</a:t>
            </a:r>
            <a:r>
              <a:rPr lang="en-US" sz="4400"/>
              <a:t>nterception</a:t>
            </a:r>
            <a:endParaRPr sz="4400"/>
          </a:p>
        </p:txBody>
      </p:sp>
      <p:sp>
        <p:nvSpPr>
          <p:cNvPr id="9149" name="Google Shape;9149;p67"/>
          <p:cNvSpPr txBox="1"/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 “sniffing”: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 media (shared Ethernet, wireless)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promiscuous network interface reads/records all packets (e.g., including passwords!) passing by</a:t>
            </a:r>
            <a:endParaRPr/>
          </a:p>
        </p:txBody>
      </p:sp>
      <p:grpSp>
        <p:nvGrpSpPr>
          <p:cNvPr id="9150" name="Google Shape;9150;p67"/>
          <p:cNvGrpSpPr/>
          <p:nvPr/>
        </p:nvGrpSpPr>
        <p:grpSpPr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descr="desktop_computer_stylized_medium" id="9151" name="Google Shape;915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2" name="Google Shape;9152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3" name="Google Shape;9153;p67"/>
          <p:cNvSpPr/>
          <p:nvPr/>
        </p:nvSpPr>
        <p:spPr>
          <a:xfrm>
            <a:off x="3359028" y="4133276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4" name="Google Shape;9154;p67"/>
          <p:cNvSpPr/>
          <p:nvPr/>
        </p:nvSpPr>
        <p:spPr>
          <a:xfrm>
            <a:off x="6191128" y="4003101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55" name="Google Shape;9155;p67"/>
          <p:cNvCxnSpPr/>
          <p:nvPr/>
        </p:nvCxnSpPr>
        <p:spPr>
          <a:xfrm rot="10800000">
            <a:off x="4533778" y="4525389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6" name="Google Shape;9156;p67"/>
          <p:cNvCxnSpPr/>
          <p:nvPr/>
        </p:nvCxnSpPr>
        <p:spPr>
          <a:xfrm rot="10800000">
            <a:off x="4552828" y="5236589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7" name="Google Shape;9157;p67"/>
          <p:cNvSpPr txBox="1"/>
          <p:nvPr/>
        </p:nvSpPr>
        <p:spPr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158" name="Google Shape;9158;p67"/>
          <p:cNvSpPr txBox="1"/>
          <p:nvPr/>
        </p:nvSpPr>
        <p:spPr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159" name="Google Shape;9159;p67"/>
          <p:cNvSpPr txBox="1"/>
          <p:nvPr/>
        </p:nvSpPr>
        <p:spPr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grpSp>
        <p:nvGrpSpPr>
          <p:cNvPr id="9160" name="Google Shape;9160;p67"/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9161" name="Google Shape;9161;p67"/>
            <p:cNvGrpSpPr/>
            <p:nvPr/>
          </p:nvGrpSpPr>
          <p:grpSpPr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9162" name="Google Shape;9162;p67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163" name="Google Shape;9163;p67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4" name="Google Shape;9164;p67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5" name="Google Shape;9165;p67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66" name="Google Shape;9166;p67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167" name="Google Shape;9167;p67"/>
            <p:cNvSpPr/>
            <p:nvPr/>
          </p:nvSpPr>
          <p:spPr>
            <a:xfrm>
              <a:off x="5156078" y="4607939"/>
              <a:ext cx="2635250" cy="241300"/>
            </a:xfrm>
            <a:custGeom>
              <a:rect b="b" l="l" r="r" t="t"/>
              <a:pathLst>
                <a:path extrusionOk="0" h="152" w="1660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68" name="Google Shape;9168;p67"/>
            <p:cNvCxnSpPr/>
            <p:nvPr/>
          </p:nvCxnSpPr>
          <p:spPr>
            <a:xfrm rot="10800000">
              <a:off x="6299078" y="4004689"/>
              <a:ext cx="0" cy="60325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169" name="Google Shape;916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0" name="Google Shape;9170;p67"/>
          <p:cNvGrpSpPr/>
          <p:nvPr/>
        </p:nvGrpSpPr>
        <p:grpSpPr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9171" name="Google Shape;9171;p6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76" name="Google Shape;9176;p67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177" name="Google Shape;9177;p67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67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79" name="Google Shape;9179;p67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0" name="Google Shape;9180;p67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181" name="Google Shape;9181;p67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2" name="Google Shape;9182;p67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3" name="Google Shape;9183;p67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5" name="Google Shape;9185;p67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186" name="Google Shape;9186;p67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7" name="Google Shape;9187;p67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8" name="Google Shape;9188;p6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9" name="Google Shape;9189;p67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190" name="Google Shape;9190;p67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1" name="Google Shape;9191;p67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92" name="Google Shape;9192;p67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6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4" name="Google Shape;9194;p6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5" name="Google Shape;9195;p67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6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7" name="Google Shape;9197;p6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67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67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67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67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67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3" name="Google Shape;9203;p67"/>
          <p:cNvGrpSpPr/>
          <p:nvPr/>
        </p:nvGrpSpPr>
        <p:grpSpPr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descr="desktop_computer_stylized_medium" id="9204" name="Google Shape;9204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5" name="Google Shape;9205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06" name="Google Shape;9206;p67"/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9207" name="Google Shape;9207;p67"/>
            <p:cNvSpPr/>
            <p:nvPr/>
          </p:nvSpPr>
          <p:spPr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Wireshark software used for our end-of-chapter labs is a (free) packet-sniffer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ED7D31"/>
                </a:buClr>
                <a:buSzPts val="135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descr="Image result for wireshark logo" id="9208" name="Google Shape;9208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56133" y="5624388"/>
              <a:ext cx="667509" cy="667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09" name="Google Shape;9209;p67"/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9210" name="Google Shape;9210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1" name="Google Shape;9211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2" name="Google Shape;9212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3" name="Google Shape;9213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4" name="Google Shape;9214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5" name="Google Shape;9215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6" name="Google Shape;9216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217" name="Google Shape;9217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2" name="Shape 9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Google Shape;9223;p6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 fake identity</a:t>
            </a:r>
            <a:endParaRPr sz="4400"/>
          </a:p>
        </p:txBody>
      </p:sp>
      <p:sp>
        <p:nvSpPr>
          <p:cNvPr id="9224" name="Google Shape;9224;p68"/>
          <p:cNvSpPr txBox="1"/>
          <p:nvPr/>
        </p:nvSpPr>
        <p:spPr>
          <a:xfrm>
            <a:off x="774909" y="1560282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spoofing: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injection of packet with false source address</a:t>
            </a:r>
            <a:endParaRPr/>
          </a:p>
        </p:txBody>
      </p:sp>
      <p:grpSp>
        <p:nvGrpSpPr>
          <p:cNvPr id="9225" name="Google Shape;9225;p68"/>
          <p:cNvGrpSpPr/>
          <p:nvPr/>
        </p:nvGrpSpPr>
        <p:grpSpPr>
          <a:xfrm flipH="1">
            <a:off x="5850455" y="3016127"/>
            <a:ext cx="735012" cy="681037"/>
            <a:chOff x="-44" y="1473"/>
            <a:chExt cx="981" cy="1105"/>
          </a:xfrm>
        </p:grpSpPr>
        <p:pic>
          <p:nvPicPr>
            <p:cNvPr descr="desktop_computer_stylized_medium" id="9226" name="Google Shape;922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7" name="Google Shape;9227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28" name="Google Shape;9228;p68"/>
          <p:cNvSpPr/>
          <p:nvPr/>
        </p:nvSpPr>
        <p:spPr>
          <a:xfrm>
            <a:off x="3345380" y="3751139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9" name="Google Shape;9229;p68"/>
          <p:cNvSpPr/>
          <p:nvPr/>
        </p:nvSpPr>
        <p:spPr>
          <a:xfrm>
            <a:off x="6177480" y="3620964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0" name="Google Shape;9230;p68"/>
          <p:cNvCxnSpPr/>
          <p:nvPr/>
        </p:nvCxnSpPr>
        <p:spPr>
          <a:xfrm rot="10800000">
            <a:off x="4520130" y="4143252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1" name="Google Shape;9231;p68"/>
          <p:cNvCxnSpPr/>
          <p:nvPr/>
        </p:nvCxnSpPr>
        <p:spPr>
          <a:xfrm rot="10800000">
            <a:off x="4539180" y="4854452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2" name="Google Shape;9232;p68"/>
          <p:cNvSpPr txBox="1"/>
          <p:nvPr/>
        </p:nvSpPr>
        <p:spPr>
          <a:xfrm>
            <a:off x="2802455" y="3039939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233" name="Google Shape;9233;p68"/>
          <p:cNvSpPr txBox="1"/>
          <p:nvPr/>
        </p:nvSpPr>
        <p:spPr>
          <a:xfrm>
            <a:off x="8271392" y="4503614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234" name="Google Shape;9234;p68"/>
          <p:cNvSpPr txBox="1"/>
          <p:nvPr/>
        </p:nvSpPr>
        <p:spPr>
          <a:xfrm>
            <a:off x="6369567" y="3017714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9235" name="Google Shape;923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442" y="3084389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6" name="Google Shape;9236;p68"/>
          <p:cNvGrpSpPr/>
          <p:nvPr/>
        </p:nvGrpSpPr>
        <p:grpSpPr>
          <a:xfrm>
            <a:off x="3170755" y="3078039"/>
            <a:ext cx="365125" cy="712788"/>
            <a:chOff x="4140" y="429"/>
            <a:chExt cx="1425" cy="2396"/>
          </a:xfrm>
        </p:grpSpPr>
        <p:sp>
          <p:nvSpPr>
            <p:cNvPr id="9237" name="Google Shape;9237;p6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8" name="Google Shape;9238;p68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6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0" name="Google Shape;9240;p6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1" name="Google Shape;9241;p68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2" name="Google Shape;9242;p68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243" name="Google Shape;9243;p68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4" name="Google Shape;9244;p68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5" name="Google Shape;9245;p68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6" name="Google Shape;9246;p68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247" name="Google Shape;9247;p68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68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9" name="Google Shape;9249;p68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68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1" name="Google Shape;9251;p68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252" name="Google Shape;9252;p68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68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4" name="Google Shape;9254;p6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55" name="Google Shape;9255;p68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256" name="Google Shape;9256;p68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68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6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6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0" name="Google Shape;9260;p6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1" name="Google Shape;9261;p68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6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3" name="Google Shape;9263;p68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68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68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68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68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68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9" name="Google Shape;9269;p68"/>
          <p:cNvGrpSpPr/>
          <p:nvPr/>
        </p:nvGrpSpPr>
        <p:grpSpPr>
          <a:xfrm flipH="1">
            <a:off x="7663380" y="4395664"/>
            <a:ext cx="735012" cy="681038"/>
            <a:chOff x="-44" y="1473"/>
            <a:chExt cx="981" cy="1105"/>
          </a:xfrm>
        </p:grpSpPr>
        <p:pic>
          <p:nvPicPr>
            <p:cNvPr descr="desktop_computer_stylized_medium" id="9270" name="Google Shape;9270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1" name="Google Shape;9271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2" name="Google Shape;9272;p68"/>
          <p:cNvGrpSpPr/>
          <p:nvPr/>
        </p:nvGrpSpPr>
        <p:grpSpPr>
          <a:xfrm>
            <a:off x="4040705" y="4402197"/>
            <a:ext cx="958850" cy="476251"/>
            <a:chOff x="7493876" y="2774731"/>
            <a:chExt cx="1481958" cy="894622"/>
          </a:xfrm>
        </p:grpSpPr>
        <p:sp>
          <p:nvSpPr>
            <p:cNvPr id="9273" name="Google Shape;9273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74" name="Google Shape;9274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75" name="Google Shape;9275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76" name="Google Shape;9276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7" name="Google Shape;9277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8" name="Google Shape;9278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9" name="Google Shape;9279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80" name="Google Shape;9280;p68"/>
          <p:cNvGrpSpPr/>
          <p:nvPr/>
        </p:nvGrpSpPr>
        <p:grpSpPr>
          <a:xfrm>
            <a:off x="3280164" y="3584927"/>
            <a:ext cx="2967038" cy="819150"/>
            <a:chOff x="3293812" y="3967064"/>
            <a:chExt cx="2967038" cy="819150"/>
          </a:xfrm>
        </p:grpSpPr>
        <p:sp>
          <p:nvSpPr>
            <p:cNvPr id="9281" name="Google Shape;9281;p68"/>
            <p:cNvSpPr/>
            <p:nvPr/>
          </p:nvSpPr>
          <p:spPr>
            <a:xfrm>
              <a:off x="3293812" y="3967064"/>
              <a:ext cx="2967038" cy="704850"/>
            </a:xfrm>
            <a:custGeom>
              <a:rect b="b" l="l" r="r" t="t"/>
              <a:pathLst>
                <a:path extrusionOk="0" h="444" w="1869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2" name="Google Shape;9282;p68"/>
            <p:cNvGrpSpPr/>
            <p:nvPr/>
          </p:nvGrpSpPr>
          <p:grpSpPr>
            <a:xfrm>
              <a:off x="3760537" y="4449664"/>
              <a:ext cx="2295525" cy="336550"/>
              <a:chOff x="2418" y="3342"/>
              <a:chExt cx="1446" cy="212"/>
            </a:xfrm>
          </p:grpSpPr>
          <p:sp>
            <p:nvSpPr>
              <p:cNvPr id="9283" name="Google Shape;9283;p68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284" name="Google Shape;9284;p68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5" name="Google Shape;9285;p68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6" name="Google Shape;9286;p68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87" name="Google Shape;9287;p68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88" name="Google Shape;9288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3" name="Shape 9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4" name="Google Shape;9294;p6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denial of service</a:t>
            </a:r>
            <a:endParaRPr/>
          </a:p>
        </p:txBody>
      </p:sp>
      <p:grpSp>
        <p:nvGrpSpPr>
          <p:cNvPr id="9295" name="Google Shape;9295;p69"/>
          <p:cNvGrpSpPr/>
          <p:nvPr/>
        </p:nvGrpSpPr>
        <p:grpSpPr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descr="desktop_computer_stylized_medium" id="9296" name="Google Shape;929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7" name="Google Shape;929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8" name="Google Shape;9298;p69"/>
          <p:cNvGrpSpPr/>
          <p:nvPr/>
        </p:nvGrpSpPr>
        <p:grpSpPr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9299" name="Google Shape;9299;p69"/>
            <p:cNvSpPr txBox="1"/>
            <p:nvPr/>
          </p:nvSpPr>
          <p:spPr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</p:txBody>
        </p:sp>
        <p:grpSp>
          <p:nvGrpSpPr>
            <p:cNvPr id="9300" name="Google Shape;9300;p69"/>
            <p:cNvGrpSpPr/>
            <p:nvPr/>
          </p:nvGrpSpPr>
          <p:grpSpPr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9301" name="Google Shape;9301;p6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2" name="Google Shape;9302;p69"/>
              <p:cNvSpPr/>
              <p:nvPr/>
            </p:nvSpPr>
            <p:spPr>
              <a:xfrm>
                <a:off x="4206" y="429"/>
                <a:ext cx="1049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3" name="Google Shape;9303;p6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4" name="Google Shape;9304;p6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5" name="Google Shape;9305;p69"/>
              <p:cNvSpPr/>
              <p:nvPr/>
            </p:nvSpPr>
            <p:spPr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06" name="Google Shape;9306;p69"/>
              <p:cNvGrpSpPr/>
              <p:nvPr/>
            </p:nvGrpSpPr>
            <p:grpSpPr>
              <a:xfrm>
                <a:off x="4747" y="667"/>
                <a:ext cx="580" cy="146"/>
                <a:chOff x="612" y="2567"/>
                <a:chExt cx="724" cy="140"/>
              </a:xfrm>
            </p:grpSpPr>
            <p:sp>
              <p:nvSpPr>
                <p:cNvPr id="9307" name="Google Shape;9307;p69"/>
                <p:cNvSpPr/>
                <p:nvPr/>
              </p:nvSpPr>
              <p:spPr>
                <a:xfrm>
                  <a:off x="612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69"/>
                <p:cNvSpPr/>
                <p:nvPr/>
              </p:nvSpPr>
              <p:spPr>
                <a:xfrm>
                  <a:off x="626" y="2583"/>
                  <a:ext cx="689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69"/>
              <p:cNvSpPr/>
              <p:nvPr/>
            </p:nvSpPr>
            <p:spPr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0" name="Google Shape;9310;p69"/>
              <p:cNvGrpSpPr/>
              <p:nvPr/>
            </p:nvGrpSpPr>
            <p:grpSpPr>
              <a:xfrm>
                <a:off x="4748" y="992"/>
                <a:ext cx="580" cy="134"/>
                <a:chOff x="615" y="2566"/>
                <a:chExt cx="724" cy="139"/>
              </a:xfrm>
            </p:grpSpPr>
            <p:sp>
              <p:nvSpPr>
                <p:cNvPr id="9311" name="Google Shape;9311;p69"/>
                <p:cNvSpPr/>
                <p:nvPr/>
              </p:nvSpPr>
              <p:spPr>
                <a:xfrm>
                  <a:off x="615" y="2566"/>
                  <a:ext cx="724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2" name="Google Shape;9312;p69"/>
                <p:cNvSpPr/>
                <p:nvPr/>
              </p:nvSpPr>
              <p:spPr>
                <a:xfrm>
                  <a:off x="628" y="2584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3" name="Google Shape;9313;p69"/>
              <p:cNvSpPr/>
              <p:nvPr/>
            </p:nvSpPr>
            <p:spPr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4" name="Google Shape;9314;p69"/>
              <p:cNvSpPr/>
              <p:nvPr/>
            </p:nvSpPr>
            <p:spPr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5" name="Google Shape;9315;p69"/>
              <p:cNvGrpSpPr/>
              <p:nvPr/>
            </p:nvGrpSpPr>
            <p:grpSpPr>
              <a:xfrm>
                <a:off x="4737" y="1627"/>
                <a:ext cx="580" cy="150"/>
                <a:chOff x="616" y="2568"/>
                <a:chExt cx="722" cy="138"/>
              </a:xfrm>
            </p:grpSpPr>
            <p:sp>
              <p:nvSpPr>
                <p:cNvPr id="9316" name="Google Shape;9316;p69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7" name="Google Shape;9317;p69"/>
                <p:cNvSpPr/>
                <p:nvPr/>
              </p:nvSpPr>
              <p:spPr>
                <a:xfrm>
                  <a:off x="630" y="2583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8" name="Google Shape;9318;p6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19" name="Google Shape;9319;p69"/>
              <p:cNvGrpSpPr/>
              <p:nvPr/>
            </p:nvGrpSpPr>
            <p:grpSpPr>
              <a:xfrm>
                <a:off x="4737" y="1326"/>
                <a:ext cx="585" cy="138"/>
                <a:chOff x="611" y="2567"/>
                <a:chExt cx="729" cy="138"/>
              </a:xfrm>
            </p:grpSpPr>
            <p:sp>
              <p:nvSpPr>
                <p:cNvPr id="9320" name="Google Shape;9320;p69"/>
                <p:cNvSpPr/>
                <p:nvPr/>
              </p:nvSpPr>
              <p:spPr>
                <a:xfrm>
                  <a:off x="611" y="2567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1" name="Google Shape;9321;p69"/>
                <p:cNvSpPr/>
                <p:nvPr/>
              </p:nvSpPr>
              <p:spPr>
                <a:xfrm>
                  <a:off x="625" y="2584"/>
                  <a:ext cx="695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22" name="Google Shape;9322;p69"/>
              <p:cNvSpPr/>
              <p:nvPr/>
            </p:nvSpPr>
            <p:spPr>
              <a:xfrm>
                <a:off x="5250" y="429"/>
                <a:ext cx="66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3" name="Google Shape;9323;p6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4" name="Google Shape;9324;p6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5" name="Google Shape;9325;p69"/>
              <p:cNvSpPr/>
              <p:nvPr/>
            </p:nvSpPr>
            <p:spPr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6" name="Google Shape;9326;p6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7" name="Google Shape;9327;p69"/>
              <p:cNvSpPr/>
              <p:nvPr/>
            </p:nvSpPr>
            <p:spPr>
              <a:xfrm>
                <a:off x="4140" y="2679"/>
                <a:ext cx="1199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8" name="Google Shape;9328;p69"/>
              <p:cNvSpPr/>
              <p:nvPr/>
            </p:nvSpPr>
            <p:spPr>
              <a:xfrm>
                <a:off x="4206" y="2712"/>
                <a:ext cx="1072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9" name="Google Shape;9329;p69"/>
              <p:cNvSpPr/>
              <p:nvPr/>
            </p:nvSpPr>
            <p:spPr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0" name="Google Shape;9330;p69"/>
              <p:cNvSpPr/>
              <p:nvPr/>
            </p:nvSpPr>
            <p:spPr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1" name="Google Shape;9331;p69"/>
              <p:cNvSpPr/>
              <p:nvPr/>
            </p:nvSpPr>
            <p:spPr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69"/>
              <p:cNvSpPr/>
              <p:nvPr/>
            </p:nvSpPr>
            <p:spPr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33" name="Google Shape;9333;p69"/>
          <p:cNvSpPr txBox="1"/>
          <p:nvPr/>
        </p:nvSpPr>
        <p:spPr>
          <a:xfrm>
            <a:off x="727345" y="1393213"/>
            <a:ext cx="9863871" cy="152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 (DoS):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attackers make resources (server, bandwidth) unavailable to legitimate traffic by overwhelming resource with bogus traffic</a:t>
            </a:r>
            <a:endParaRPr/>
          </a:p>
        </p:txBody>
      </p:sp>
      <p:sp>
        <p:nvSpPr>
          <p:cNvPr id="9334" name="Google Shape;9334;p69"/>
          <p:cNvSpPr/>
          <p:nvPr/>
        </p:nvSpPr>
        <p:spPr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select target</a:t>
            </a:r>
            <a:endParaRPr/>
          </a:p>
        </p:txBody>
      </p:sp>
      <p:sp>
        <p:nvSpPr>
          <p:cNvPr id="9335" name="Google Shape;9335;p69"/>
          <p:cNvSpPr/>
          <p:nvPr/>
        </p:nvSpPr>
        <p:spPr>
          <a:xfrm>
            <a:off x="1788645" y="3635965"/>
            <a:ext cx="3795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break into hosts around the network (see botnet)</a:t>
            </a:r>
            <a:endParaRPr/>
          </a:p>
          <a:p>
            <a:pPr indent="-30607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6" name="Google Shape;9336;p69"/>
          <p:cNvSpPr/>
          <p:nvPr/>
        </p:nvSpPr>
        <p:spPr>
          <a:xfrm>
            <a:off x="1728360" y="4894191"/>
            <a:ext cx="411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packets to target from compromised hosts</a:t>
            </a:r>
            <a:endParaRPr/>
          </a:p>
        </p:txBody>
      </p:sp>
      <p:grpSp>
        <p:nvGrpSpPr>
          <p:cNvPr id="9337" name="Google Shape;9337;p69"/>
          <p:cNvGrpSpPr/>
          <p:nvPr/>
        </p:nvGrpSpPr>
        <p:grpSpPr>
          <a:xfrm>
            <a:off x="6876086" y="3297818"/>
            <a:ext cx="2720975" cy="2674938"/>
            <a:chOff x="-262" y="2555"/>
            <a:chExt cx="1714" cy="1685"/>
          </a:xfrm>
        </p:grpSpPr>
        <p:cxnSp>
          <p:nvCxnSpPr>
            <p:cNvPr id="9338" name="Google Shape;9338;p69"/>
            <p:cNvCxnSpPr/>
            <p:nvPr/>
          </p:nvCxnSpPr>
          <p:spPr>
            <a:xfrm flipH="1" rot="10800000">
              <a:off x="160" y="3261"/>
              <a:ext cx="436" cy="1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39" name="Google Shape;9339;p69"/>
            <p:cNvCxnSpPr/>
            <p:nvPr/>
          </p:nvCxnSpPr>
          <p:spPr>
            <a:xfrm flipH="1" rot="10800000">
              <a:off x="413" y="3470"/>
              <a:ext cx="226" cy="32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0" name="Google Shape;9340;p69"/>
            <p:cNvCxnSpPr/>
            <p:nvPr/>
          </p:nvCxnSpPr>
          <p:spPr>
            <a:xfrm rot="10800000">
              <a:off x="857" y="3410"/>
              <a:ext cx="595" cy="45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1" name="Google Shape;9341;p69"/>
            <p:cNvCxnSpPr/>
            <p:nvPr/>
          </p:nvCxnSpPr>
          <p:spPr>
            <a:xfrm>
              <a:off x="735" y="2555"/>
              <a:ext cx="16" cy="46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2" name="Google Shape;9342;p69"/>
            <p:cNvCxnSpPr/>
            <p:nvPr/>
          </p:nvCxnSpPr>
          <p:spPr>
            <a:xfrm flipH="1">
              <a:off x="829" y="3011"/>
              <a:ext cx="473" cy="18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3" name="Google Shape;9343;p69"/>
            <p:cNvCxnSpPr/>
            <p:nvPr/>
          </p:nvCxnSpPr>
          <p:spPr>
            <a:xfrm>
              <a:off x="-262" y="3083"/>
              <a:ext cx="879" cy="1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4" name="Google Shape;9344;p69"/>
            <p:cNvCxnSpPr/>
            <p:nvPr/>
          </p:nvCxnSpPr>
          <p:spPr>
            <a:xfrm flipH="1" rot="10800000">
              <a:off x="-201" y="3362"/>
              <a:ext cx="800" cy="64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5" name="Google Shape;9345;p69"/>
            <p:cNvCxnSpPr/>
            <p:nvPr/>
          </p:nvCxnSpPr>
          <p:spPr>
            <a:xfrm flipH="1">
              <a:off x="852" y="2623"/>
              <a:ext cx="352" cy="39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6" name="Google Shape;9346;p69"/>
            <p:cNvCxnSpPr/>
            <p:nvPr/>
          </p:nvCxnSpPr>
          <p:spPr>
            <a:xfrm flipH="1" rot="10800000">
              <a:off x="494" y="3582"/>
              <a:ext cx="198" cy="6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7" name="Google Shape;9347;p69"/>
            <p:cNvCxnSpPr/>
            <p:nvPr/>
          </p:nvCxnSpPr>
          <p:spPr>
            <a:xfrm>
              <a:off x="162" y="2738"/>
              <a:ext cx="416" cy="2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48" name="Google Shape;9348;p69"/>
          <p:cNvGrpSpPr/>
          <p:nvPr/>
        </p:nvGrpSpPr>
        <p:grpSpPr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descr="desktop_computer_stylized_medium" id="9349" name="Google Shape;934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0" name="Google Shape;935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1" name="Google Shape;9351;p69"/>
          <p:cNvGrpSpPr/>
          <p:nvPr/>
        </p:nvGrpSpPr>
        <p:grpSpPr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descr="desktop_computer_stylized_medium" id="9352" name="Google Shape;935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3" name="Google Shape;935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4" name="Google Shape;9354;p69"/>
          <p:cNvGrpSpPr/>
          <p:nvPr/>
        </p:nvGrpSpPr>
        <p:grpSpPr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55" name="Google Shape;9355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6" name="Google Shape;9356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7" name="Google Shape;9357;p69"/>
          <p:cNvGrpSpPr/>
          <p:nvPr/>
        </p:nvGrpSpPr>
        <p:grpSpPr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descr="desktop_computer_stylized_medium" id="9358" name="Google Shape;935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9" name="Google Shape;9359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0" name="Google Shape;9360;p69"/>
          <p:cNvGrpSpPr/>
          <p:nvPr/>
        </p:nvGrpSpPr>
        <p:grpSpPr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61" name="Google Shape;9361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2" name="Google Shape;9362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3" name="Google Shape;9363;p69"/>
          <p:cNvGrpSpPr/>
          <p:nvPr/>
        </p:nvGrpSpPr>
        <p:grpSpPr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descr="desktop_computer_stylized_medium" id="9364" name="Google Shape;936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5" name="Google Shape;9365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6" name="Google Shape;9366;p69"/>
          <p:cNvGrpSpPr/>
          <p:nvPr/>
        </p:nvGrpSpPr>
        <p:grpSpPr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descr="desktop_computer_stylized_medium" id="9367" name="Google Shape;936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8" name="Google Shape;9368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9" name="Google Shape;9369;p69"/>
          <p:cNvGrpSpPr/>
          <p:nvPr/>
        </p:nvGrpSpPr>
        <p:grpSpPr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0" name="Google Shape;9370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1" name="Google Shape;9371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2" name="Google Shape;9372;p69"/>
          <p:cNvGrpSpPr/>
          <p:nvPr/>
        </p:nvGrpSpPr>
        <p:grpSpPr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3" name="Google Shape;937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4" name="Google Shape;9374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5" name="Google Shape;9375;p69"/>
          <p:cNvGrpSpPr/>
          <p:nvPr/>
        </p:nvGrpSpPr>
        <p:grpSpPr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descr="desktop_computer_stylized_medium" id="9376" name="Google Shape;937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7" name="Google Shape;937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8" name="Google Shape;9378;p69"/>
          <p:cNvGrpSpPr/>
          <p:nvPr/>
        </p:nvGrpSpPr>
        <p:grpSpPr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79" name="Google Shape;937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0" name="Google Shape;938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1" name="Google Shape;9381;p69"/>
          <p:cNvGrpSpPr/>
          <p:nvPr/>
        </p:nvGrpSpPr>
        <p:grpSpPr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descr="desktop_computer_stylized_medium" id="9382" name="Google Shape;938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3" name="Google Shape;938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4" name="Google Shape;9384;p69"/>
          <p:cNvGrpSpPr/>
          <p:nvPr/>
        </p:nvGrpSpPr>
        <p:grpSpPr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9385" name="Google Shape;938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6" name="Google Shape;9386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7" name="Google Shape;938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8" name="Google Shape;9388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9" name="Google Shape;9389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0" name="Google Shape;939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1" name="Google Shape;9391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2" name="Google Shape;939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3" name="Google Shape;939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4" name="Google Shape;939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95" name="Google Shape;9395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0" name="Shape 9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1" name="Google Shape;9401;p7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Lines of defense:</a:t>
            </a:r>
            <a:endParaRPr/>
          </a:p>
        </p:txBody>
      </p:sp>
      <p:sp>
        <p:nvSpPr>
          <p:cNvPr id="9402" name="Google Shape;9402;p70"/>
          <p:cNvSpPr txBox="1"/>
          <p:nvPr/>
        </p:nvSpPr>
        <p:spPr>
          <a:xfrm>
            <a:off x="841312" y="1344535"/>
            <a:ext cx="10342830" cy="4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proving you are who you say you are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cellular networks provides hardware identity via SIM card; no such hardware assist in traditional Internet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 checks: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signatures prevent/detect tampering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restrictions: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password-protected VPNs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specialized “middleboxes” in access and core networks: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off-by-default: filter incoming packets to restrict senders, receivers, applications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detecting/reacting to DOS attacks</a:t>
            </a:r>
            <a:endParaRPr/>
          </a:p>
          <a:p>
            <a:pPr indent="-67309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3" name="Google Shape;9403;p70"/>
          <p:cNvSpPr/>
          <p:nvPr/>
        </p:nvSpPr>
        <p:spPr>
          <a:xfrm>
            <a:off x="1080914" y="6172356"/>
            <a:ext cx="10250759" cy="6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lots more on security (throughout, Chapter 8)</a:t>
            </a:r>
            <a:endParaRPr/>
          </a:p>
        </p:txBody>
      </p:sp>
      <p:sp>
        <p:nvSpPr>
          <p:cNvPr id="9404" name="Google Shape;94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411" name="Google Shape;9411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2" name="Google Shape;9412;p7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413" name="Google Shape;94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8" name="Shape 9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9" name="Google Shape;9419;p7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9420" name="Google Shape;9420;p72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1" name="Google Shape;9421;p72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/>
          </a:p>
          <a:p>
            <a:pPr indent="-223837" lvl="0" marL="522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/>
          </a:p>
        </p:txBody>
      </p:sp>
      <p:sp>
        <p:nvSpPr>
          <p:cNvPr id="9422" name="Google Shape;9422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7" name="Shape 9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8" name="Google Shape;9428;p7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29" name="Google Shape;9429;p73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/>
          </a:p>
        </p:txBody>
      </p:sp>
      <p:sp>
        <p:nvSpPr>
          <p:cNvPr id="9430" name="Google Shape;9430;p73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1" name="Google Shape;9431;p73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2" name="Google Shape;9432;p73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3" name="Google Shape;9433;p73"/>
          <p:cNvSpPr/>
          <p:nvPr/>
        </p:nvSpPr>
        <p:spPr>
          <a:xfrm>
            <a:off x="879891" y="2080182"/>
            <a:ext cx="7827767" cy="3289301"/>
          </a:xfrm>
          <a:custGeom>
            <a:rect b="b" l="l" r="r" t="t"/>
            <a:pathLst>
              <a:path extrusionOk="0" h="10000" w="8459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434" name="Google Shape;9434;p73"/>
          <p:cNvSpPr/>
          <p:nvPr/>
        </p:nvSpPr>
        <p:spPr>
          <a:xfrm flipH="1">
            <a:off x="8627458" y="2106453"/>
            <a:ext cx="1822537" cy="3263030"/>
          </a:xfrm>
          <a:custGeom>
            <a:rect b="b" l="l" r="r" t="t"/>
            <a:pathLst>
              <a:path extrusionOk="0" h="3263030" w="1822537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</p:txBody>
      </p:sp>
      <p:sp>
        <p:nvSpPr>
          <p:cNvPr id="9435" name="Google Shape;9435;p73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/>
          </a:p>
        </p:txBody>
      </p:sp>
      <p:cxnSp>
        <p:nvCxnSpPr>
          <p:cNvPr id="9436" name="Google Shape;9436;p73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37" name="Google Shape;9437;p73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/>
          </a:p>
        </p:txBody>
      </p:sp>
      <p:grpSp>
        <p:nvGrpSpPr>
          <p:cNvPr id="9438" name="Google Shape;9438;p73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descr="yylgaifm[1]" id="9439" name="Google Shape;943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40" name="Google Shape;9440;p73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1" name="Google Shape;9441;p73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2" name="Google Shape;9442;p73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43" name="Google Shape;944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8" name="Shape 9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9" name="Google Shape;9449;p74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9450" name="Google Shape;9450;p74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74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2" name="Google Shape;9452;p74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3" name="Google Shape;9453;p74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74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5" name="Google Shape;9455;p74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9456" name="Google Shape;9456;p74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57" name="Google Shape;9457;p74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8" name="Google Shape;9458;p74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9" name="Google Shape;9459;p74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0" name="Google Shape;9460;p74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461" name="Google Shape;9461;p74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2" name="Google Shape;9462;p7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63" name="Google Shape;9463;p74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4" name="Google Shape;9464;p74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cxnSp>
        <p:nvCxnSpPr>
          <p:cNvPr id="9465" name="Google Shape;9465;p74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6" name="Google Shape;9466;p74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7" name="Google Shape;9467;p74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8" name="Google Shape;9468;p74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9" name="Google Shape;9469;p74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0" name="Google Shape;9470;p74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grpSp>
        <p:nvGrpSpPr>
          <p:cNvPr id="9471" name="Google Shape;9471;p74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9472" name="Google Shape;9472;p74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/>
            </a:p>
          </p:txBody>
        </p:sp>
        <p:sp>
          <p:nvSpPr>
            <p:cNvPr id="9473" name="Google Shape;9473;p74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/>
            </a:p>
          </p:txBody>
        </p:sp>
        <p:sp>
          <p:nvSpPr>
            <p:cNvPr id="9474" name="Google Shape;9474;p74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/>
            </a:p>
          </p:txBody>
        </p:sp>
        <p:sp>
          <p:nvSpPr>
            <p:cNvPr id="9475" name="Google Shape;9475;p74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/>
            </a:p>
          </p:txBody>
        </p:sp>
        <p:grpSp>
          <p:nvGrpSpPr>
            <p:cNvPr id="9476" name="Google Shape;9476;p74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9477" name="Google Shape;9477;p74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8" name="Google Shape;9478;p74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/>
              </a:p>
            </p:txBody>
          </p:sp>
        </p:grpSp>
      </p:grpSp>
      <p:sp>
        <p:nvSpPr>
          <p:cNvPr id="9479" name="Google Shape;9479;p74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0" name="Google Shape;9480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5" name="Shape 9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6" name="Google Shape;9486;p7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9487" name="Google Shape;9487;p75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/>
          </a:p>
        </p:txBody>
      </p:sp>
      <p:sp>
        <p:nvSpPr>
          <p:cNvPr id="9488" name="Google Shape;9488;p75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5730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/>
          </a:p>
          <a:p>
            <a:pPr indent="-355600" lvl="0" marL="5730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/>
          </a:p>
        </p:txBody>
      </p:sp>
      <p:sp>
        <p:nvSpPr>
          <p:cNvPr id="9489" name="Google Shape;94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4" name="Shape 9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5" name="Google Shape;9495;p7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9496" name="Google Shape;9496;p76"/>
          <p:cNvSpPr txBox="1"/>
          <p:nvPr/>
        </p:nvSpPr>
        <p:spPr>
          <a:xfrm>
            <a:off x="979383" y="1472008"/>
            <a:ext cx="7368749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/>
          </a:p>
        </p:txBody>
      </p:sp>
      <p:sp>
        <p:nvSpPr>
          <p:cNvPr id="9497" name="Google Shape;9497;p76"/>
          <p:cNvSpPr/>
          <p:nvPr/>
        </p:nvSpPr>
        <p:spPr>
          <a:xfrm>
            <a:off x="8913284" y="1902006"/>
            <a:ext cx="1892300" cy="35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04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3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8" name="Google Shape;9498;p76"/>
          <p:cNvSpPr txBox="1"/>
          <p:nvPr/>
        </p:nvSpPr>
        <p:spPr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9499" name="Google Shape;9499;p76"/>
          <p:cNvCxnSpPr/>
          <p:nvPr/>
        </p:nvCxnSpPr>
        <p:spPr>
          <a:xfrm>
            <a:off x="8906934" y="263769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0" name="Google Shape;9500;p76"/>
          <p:cNvCxnSpPr/>
          <p:nvPr/>
        </p:nvCxnSpPr>
        <p:spPr>
          <a:xfrm>
            <a:off x="8906934" y="33425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1" name="Google Shape;9501;p76"/>
          <p:cNvCxnSpPr/>
          <p:nvPr/>
        </p:nvCxnSpPr>
        <p:spPr>
          <a:xfrm>
            <a:off x="8906934" y="40537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2" name="Google Shape;9502;p76"/>
          <p:cNvCxnSpPr/>
          <p:nvPr/>
        </p:nvCxnSpPr>
        <p:spPr>
          <a:xfrm>
            <a:off x="8906934" y="47649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3" name="Google Shape;9503;p76"/>
          <p:cNvSpPr txBox="1"/>
          <p:nvPr/>
        </p:nvSpPr>
        <p:spPr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9504" name="Google Shape;9504;p76"/>
          <p:cNvSpPr txBox="1"/>
          <p:nvPr/>
        </p:nvSpPr>
        <p:spPr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9505" name="Google Shape;9505;p76"/>
          <p:cNvSpPr txBox="1"/>
          <p:nvPr/>
        </p:nvSpPr>
        <p:spPr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9506" name="Google Shape;9506;p76"/>
          <p:cNvSpPr txBox="1"/>
          <p:nvPr/>
        </p:nvSpPr>
        <p:spPr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grpSp>
        <p:nvGrpSpPr>
          <p:cNvPr id="9507" name="Google Shape;9507;p76"/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9508" name="Google Shape;9508;p76"/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9" name="Google Shape;9509;p76"/>
            <p:cNvSpPr txBox="1"/>
            <p:nvPr/>
          </p:nvSpPr>
          <p:spPr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grpSp>
        <p:nvGrpSpPr>
          <p:cNvPr id="9510" name="Google Shape;9510;p76"/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9511" name="Google Shape;9511;p76"/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2" name="Google Shape;9512;p76"/>
            <p:cNvSpPr txBox="1"/>
            <p:nvPr/>
          </p:nvSpPr>
          <p:spPr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</p:grpSp>
      <p:grpSp>
        <p:nvGrpSpPr>
          <p:cNvPr id="9513" name="Google Shape;9513;p76"/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9514" name="Google Shape;9514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5" name="Google Shape;9515;p76"/>
            <p:cNvSpPr txBox="1"/>
            <p:nvPr/>
          </p:nvSpPr>
          <p:spPr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</p:grpSp>
      <p:grpSp>
        <p:nvGrpSpPr>
          <p:cNvPr id="9516" name="Google Shape;9516;p76"/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9517" name="Google Shape;9517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8" name="Google Shape;9518;p76"/>
            <p:cNvSpPr txBox="1"/>
            <p:nvPr/>
          </p:nvSpPr>
          <p:spPr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</p:grpSp>
      <p:grpSp>
        <p:nvGrpSpPr>
          <p:cNvPr id="9519" name="Google Shape;9519;p76"/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9520" name="Google Shape;9520;p76"/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1" name="Google Shape;9521;p76"/>
            <p:cNvSpPr txBox="1"/>
            <p:nvPr/>
          </p:nvSpPr>
          <p:spPr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9522" name="Google Shape;9522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77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9" name="Google Shape;9529;p7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530" name="Google Shape;9530;p77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531" name="Google Shape;9531;p77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2" name="Google Shape;9532;p77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533" name="Google Shape;953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4" name="Google Shape;9534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5" name="Google Shape;9535;p77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baseline="-25000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6" name="Google Shape;9536;p77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537" name="Google Shape;9537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39" name="Google Shape;9539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0" name="Google Shape;9540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1" name="Google Shape;9541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2" name="Google Shape;9542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43" name="Google Shape;9543;p77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544" name="Google Shape;9544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5" name="Google Shape;9545;p7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7" name="Google Shape;9547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8" name="Google Shape;9548;p7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9" name="Google Shape;9549;p7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50" name="Google Shape;9550;p7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1" name="Google Shape;9551;p7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2" name="Google Shape;9552;p7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3" name="Google Shape;9553;p7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54" name="Google Shape;9554;p7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5" name="Google Shape;9555;p7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6" name="Google Shape;9556;p7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7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8" name="Google Shape;9558;p7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559" name="Google Shape;9559;p7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0" name="Google Shape;9560;p7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1" name="Google Shape;9561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2" name="Google Shape;9562;p7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563" name="Google Shape;9563;p7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4" name="Google Shape;9564;p7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5" name="Google Shape;9565;p7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7" name="Google Shape;9567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8" name="Google Shape;9568;p7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0" name="Google Shape;9570;p7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7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7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7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7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7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6" name="Google Shape;9576;p77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7" name="Google Shape;9577;p77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578" name="Google Shape;9578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80" name="Google Shape;9580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1" name="Google Shape;9581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2" name="Google Shape;9582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3" name="Google Shape;9583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84" name="Google Shape;9584;p77"/>
          <p:cNvGrpSpPr/>
          <p:nvPr/>
        </p:nvGrpSpPr>
        <p:grpSpPr>
          <a:xfrm>
            <a:off x="3211642" y="2368401"/>
            <a:ext cx="5768716" cy="914472"/>
            <a:chOff x="3211642" y="2368401"/>
            <a:chExt cx="5768716" cy="914472"/>
          </a:xfrm>
        </p:grpSpPr>
        <p:cxnSp>
          <p:nvCxnSpPr>
            <p:cNvPr id="9585" name="Google Shape;9585;p77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86" name="Google Shape;9586;p77"/>
            <p:cNvSpPr txBox="1"/>
            <p:nvPr/>
          </p:nvSpPr>
          <p:spPr>
            <a:xfrm>
              <a:off x="3359490" y="2717590"/>
              <a:ext cx="5620868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M (e.g., reliably)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/>
            </a:p>
          </p:txBody>
        </p:sp>
        <p:sp>
          <p:nvSpPr>
            <p:cNvPr id="9587" name="Google Shape;9587;p77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88" name="Google Shape;9588;p77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9589" name="Google Shape;9589;p77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9590" name="Google Shape;9590;p77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1" name="Google Shape;9591;p77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592" name="Google Shape;9592;p77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9593" name="Google Shape;9593;p77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4" name="Google Shape;9594;p77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</p:grpSp>
      <p:sp>
        <p:nvSpPr>
          <p:cNvPr id="9595" name="Google Shape;9595;p77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/>
          </a:p>
        </p:txBody>
      </p:sp>
      <p:grpSp>
        <p:nvGrpSpPr>
          <p:cNvPr id="9596" name="Google Shape;9596;p77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597" name="Google Shape;9597;p77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98" name="Google Shape;9598;p77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9" name="Google Shape;9599;p77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00" name="Google Shape;9600;p77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77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02" name="Google Shape;9602;p77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3" name="Google Shape;960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8" name="Shape 9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9" name="Google Shape;9609;p78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0" name="Google Shape;9610;p7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611" name="Google Shape;9611;p78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612" name="Google Shape;9612;p78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3" name="Google Shape;9613;p78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614" name="Google Shape;961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5" name="Google Shape;9615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616" name="Google Shape;9616;p78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617" name="Google Shape;9617;p78"/>
          <p:cNvSpPr txBox="1"/>
          <p:nvPr/>
        </p:nvSpPr>
        <p:spPr>
          <a:xfrm>
            <a:off x="3359490" y="2717590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/>
          </a:p>
        </p:txBody>
      </p:sp>
      <p:sp>
        <p:nvSpPr>
          <p:cNvPr id="9618" name="Google Shape;9618;p78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9" name="Google Shape;9619;p78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620" name="Google Shape;9620;p78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621" name="Google Shape;9621;p78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2" name="Google Shape;9622;p78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623" name="Google Shape;9623;p78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624" name="Google Shape;9624;p78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26" name="Google Shape;9626;p78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/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27" name="Google Shape;9627;p78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628" name="Google Shape;9628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30" name="Google Shape;9630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1" name="Google Shape;9631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2" name="Google Shape;9632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3" name="Google Shape;9633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34" name="Google Shape;9634;p78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635" name="Google Shape;963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6" name="Google Shape;9636;p7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8" name="Google Shape;963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9" name="Google Shape;9639;p7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0" name="Google Shape;9640;p7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41" name="Google Shape;9641;p7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2" name="Google Shape;9642;p7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3" name="Google Shape;9643;p7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4" name="Google Shape;9644;p7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645" name="Google Shape;9645;p7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7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7" name="Google Shape;9647;p7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7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9" name="Google Shape;9649;p7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50" name="Google Shape;9650;p7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1" name="Google Shape;9651;p7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2" name="Google Shape;965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3" name="Google Shape;9653;p7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54" name="Google Shape;9654;p7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5" name="Google Shape;9655;p7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6" name="Google Shape;9656;p7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8" name="Google Shape;965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9" name="Google Shape;9659;p7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1" name="Google Shape;9661;p7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7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7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7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7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7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67" name="Google Shape;9667;p78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8" name="Google Shape;9668;p78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669" name="Google Shape;9669;p78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70" name="Google Shape;9670;p78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1" name="Google Shape;9671;p78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72" name="Google Shape;9672;p78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3" name="Google Shape;9673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674" name="Google Shape;9674;p78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675" name="Google Shape;9675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77" name="Google Shape;9677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8" name="Google Shape;9678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9" name="Google Shape;9679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80" name="Google Shape;9680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81" name="Google Shape;9681;p78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9682" name="Google Shape;9682;p78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83" name="Google Shape;9683;p78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84" name="Google Shape;9684;p78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9685" name="Google Shape;9685;p78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686" name="Google Shape;9686;p78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7" name="Google Shape;9687;p78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688" name="Google Shape;9688;p78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689" name="Google Shape;9689;p78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690" name="Google Shape;9690;p78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91" name="Google Shape;9691;p78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692" name="Google Shape;9692;p78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/>
            </a:p>
          </p:txBody>
        </p:sp>
      </p:grpSp>
      <p:sp>
        <p:nvSpPr>
          <p:cNvPr id="9693" name="Google Shape;969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8" name="Shape 9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" name="Google Shape;9699;p79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0" name="Google Shape;9700;p7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701" name="Google Shape;9701;p79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702" name="Google Shape;9702;p79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3" name="Google Shape;9703;p79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704" name="Google Shape;9704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5" name="Google Shape;9705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06" name="Google Shape;9706;p79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07" name="Google Shape;9707;p79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8" name="Google Shape;9708;p79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709" name="Google Shape;9709;p79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710" name="Google Shape;9710;p79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1" name="Google Shape;9711;p79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712" name="Google Shape;9712;p79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713" name="Google Shape;9713;p79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4" name="Google Shape;9714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715" name="Google Shape;9715;p79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/>
          </a:p>
        </p:txBody>
      </p:sp>
      <p:grpSp>
        <p:nvGrpSpPr>
          <p:cNvPr id="9716" name="Google Shape;9716;p79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717" name="Google Shape;9717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19" name="Google Shape;9719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0" name="Google Shape;9720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1" name="Google Shape;9721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2" name="Google Shape;9722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23" name="Google Shape;9723;p79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724" name="Google Shape;9724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5" name="Google Shape;9725;p7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7" name="Google Shape;9727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8" name="Google Shape;9728;p7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9" name="Google Shape;9729;p7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730" name="Google Shape;9730;p7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1" name="Google Shape;9731;p7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2" name="Google Shape;9732;p7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3" name="Google Shape;9733;p7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734" name="Google Shape;9734;p7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5" name="Google Shape;9735;p7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6" name="Google Shape;9736;p7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7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8" name="Google Shape;9738;p7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39" name="Google Shape;9739;p7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0" name="Google Shape;9740;p7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1" name="Google Shape;9741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42" name="Google Shape;9742;p7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43" name="Google Shape;9743;p7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4" name="Google Shape;9744;p7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5" name="Google Shape;9745;p7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7" name="Google Shape;9747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8" name="Google Shape;9748;p7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0" name="Google Shape;9750;p7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7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7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7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7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7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56" name="Google Shape;9756;p79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7" name="Google Shape;9757;p79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758" name="Google Shape;9758;p79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759" name="Google Shape;9759;p79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60" name="Google Shape;9760;p79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61" name="Google Shape;9761;p79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2" name="Google Shape;9762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763" name="Google Shape;9763;p79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764" name="Google Shape;9764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66" name="Google Shape;9766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7" name="Google Shape;9767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8" name="Google Shape;9768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9" name="Google Shape;9769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70" name="Google Shape;9770;p79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71" name="Google Shape;9771;p79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2" name="Google Shape;9772;p79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773" name="Google Shape;9773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74" name="Google Shape;9774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5" name="Google Shape;9775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776" name="Google Shape;9776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777" name="Google Shape;9777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778" name="Google Shape;9778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9" name="Google Shape;9779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80" name="Google Shape;9780;p79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/>
          </a:p>
        </p:txBody>
      </p:sp>
      <p:grpSp>
        <p:nvGrpSpPr>
          <p:cNvPr id="9781" name="Google Shape;9781;p79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9782" name="Google Shape;9782;p79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9783" name="Google Shape;9783;p79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9784" name="Google Shape;9784;p79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85" name="Google Shape;9785;p79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9786" name="Google Shape;9786;p79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7" name="Google Shape;9787;p79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788" name="Google Shape;9788;p79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789" name="Google Shape;9789;p79"/>
              <p:cNvSpPr/>
              <p:nvPr/>
            </p:nvSpPr>
            <p:spPr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790" name="Google Shape;9790;p79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91" name="Google Shape;9791;p79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92" name="Google Shape;9792;p79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793" name="Google Shape;9793;p79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9794" name="Google Shape;9794;p79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95" name="Google Shape;9795;p79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96" name="Google Shape;9796;p79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9797" name="Google Shape;9797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98" name="Google Shape;9798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9" name="Google Shape;9799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00" name="Google Shape;9800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01" name="Google Shape;9801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02" name="Google Shape;9802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3" name="Google Shape;9803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04" name="Google Shape;9804;p79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/>
          </a:p>
        </p:txBody>
      </p:sp>
      <p:sp>
        <p:nvSpPr>
          <p:cNvPr id="9805" name="Google Shape;9805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0" name="Shape 9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1" name="Google Shape;9811;p80"/>
          <p:cNvSpPr/>
          <p:nvPr/>
        </p:nvSpPr>
        <p:spPr>
          <a:xfrm>
            <a:off x="3548141" y="1573968"/>
            <a:ext cx="4992" cy="3104606"/>
          </a:xfrm>
          <a:custGeom>
            <a:rect b="b" l="l" r="r" t="t"/>
            <a:pathLst>
              <a:path extrusionOk="0" h="8411" w="52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812" name="Google Shape;9812;p80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3" name="Google Shape;9813;p8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814" name="Google Shape;9814;p80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815" name="Google Shape;9815;p80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16" name="Google Shape;9816;p80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817" name="Google Shape;9817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8" name="Google Shape;9818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9" name="Google Shape;9819;p80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820" name="Google Shape;9820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1" name="Google Shape;9821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2" name="Google Shape;9822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3" name="Google Shape;9823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4" name="Google Shape;9824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5" name="Google Shape;9825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26" name="Google Shape;9826;p80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827" name="Google Shape;9827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8" name="Google Shape;9828;p8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9" name="Google Shape;9829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0" name="Google Shape;9830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1" name="Google Shape;9831;p8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2" name="Google Shape;9832;p8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833" name="Google Shape;9833;p8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4" name="Google Shape;9834;p8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5" name="Google Shape;9835;p8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6" name="Google Shape;9836;p8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837" name="Google Shape;9837;p8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8" name="Google Shape;9838;p8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9" name="Google Shape;9839;p8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8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1" name="Google Shape;9841;p8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842" name="Google Shape;9842;p8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3" name="Google Shape;9843;p8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4" name="Google Shape;9844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45" name="Google Shape;9845;p8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846" name="Google Shape;9846;p8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7" name="Google Shape;9847;p8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8" name="Google Shape;9848;p8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9" name="Google Shape;9849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0" name="Google Shape;9850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1" name="Google Shape;9851;p8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2" name="Google Shape;9852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3" name="Google Shape;9853;p8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4" name="Google Shape;9854;p8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5" name="Google Shape;9855;p8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6" name="Google Shape;9856;p8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7" name="Google Shape;9857;p8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8" name="Google Shape;9858;p8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9" name="Google Shape;9859;p80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60" name="Google Shape;9860;p80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861" name="Google Shape;9861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2" name="Google Shape;9862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3" name="Google Shape;9863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4" name="Google Shape;9864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5" name="Google Shape;9865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6" name="Google Shape;9866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67" name="Google Shape;9867;p80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68" name="Google Shape;9868;p80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869" name="Google Shape;9869;p80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870" name="Google Shape;9870;p80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1" name="Google Shape;9871;p80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872" name="Google Shape;9872;p80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873" name="Google Shape;9873;p80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4" name="Google Shape;9874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875" name="Google Shape;9875;p80"/>
          <p:cNvGrpSpPr/>
          <p:nvPr/>
        </p:nvGrpSpPr>
        <p:grpSpPr>
          <a:xfrm>
            <a:off x="5937404" y="1548324"/>
            <a:ext cx="679450" cy="301625"/>
            <a:chOff x="780" y="1553"/>
            <a:chExt cx="428" cy="190"/>
          </a:xfrm>
        </p:grpSpPr>
        <p:sp>
          <p:nvSpPr>
            <p:cNvPr id="9876" name="Google Shape;9876;p80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7" name="Google Shape;9877;p80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9878" name="Google Shape;9878;p80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79" name="Google Shape;9879;p80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880" name="Google Shape;9880;p80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881" name="Google Shape;9881;p80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2" name="Google Shape;9882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83" name="Google Shape;9883;p80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84" name="Google Shape;9884;p80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85" name="Google Shape;9885;p80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6" name="Google Shape;9886;p80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87" name="Google Shape;9887;p80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9888" name="Google Shape;9888;p80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rect b="b" l="l" r="r" t="t"/>
              <a:pathLst>
                <a:path extrusionOk="0" h="3263030" w="1822537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/>
            </a:p>
          </p:txBody>
        </p:sp>
        <p:grpSp>
          <p:nvGrpSpPr>
            <p:cNvPr id="9889" name="Google Shape;9889;p80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9890" name="Google Shape;9890;p80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91" name="Google Shape;9891;p80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9892" name="Google Shape;9892;p80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3" name="Google Shape;989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894" name="Google Shape;9894;p80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895" name="Google Shape;9895;p80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896" name="Google Shape;9896;p80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97" name="Google Shape;9897;p80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98" name="Google Shape;9898;p80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899" name="Google Shape;9899;p80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0" name="Google Shape;9900;p80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9901" name="Google Shape;9901;p80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902" name="Google Shape;9902;p80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3" name="Google Shape;990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904" name="Google Shape;9904;p80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905" name="Google Shape;9905;p80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906" name="Google Shape;9906;p80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7" name="Google Shape;9907;p80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8" name="Google Shape;9908;p80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9909" name="Google Shape;9909;p80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9910" name="Google Shape;9910;p80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1" name="Google Shape;9911;p80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912" name="Google Shape;9912;p80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9913" name="Google Shape;9913;p80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4" name="Google Shape;9914;p80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  <p:grpSp>
          <p:nvGrpSpPr>
            <p:cNvPr id="9915" name="Google Shape;9915;p80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9916" name="Google Shape;9916;p80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7" name="Google Shape;9917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918" name="Google Shape;9918;p80"/>
          <p:cNvSpPr/>
          <p:nvPr/>
        </p:nvSpPr>
        <p:spPr>
          <a:xfrm>
            <a:off x="3570599" y="4675377"/>
            <a:ext cx="4136844" cy="601045"/>
          </a:xfrm>
          <a:custGeom>
            <a:rect b="b" l="l" r="r" t="t"/>
            <a:pathLst>
              <a:path extrusionOk="0" h="1622" w="9988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grpSp>
        <p:nvGrpSpPr>
          <p:cNvPr id="9919" name="Google Shape;9919;p80"/>
          <p:cNvGrpSpPr/>
          <p:nvPr/>
        </p:nvGrpSpPr>
        <p:grpSpPr>
          <a:xfrm>
            <a:off x="3186222" y="2137612"/>
            <a:ext cx="1079388" cy="1910319"/>
            <a:chOff x="3186222" y="2137612"/>
            <a:chExt cx="1079388" cy="1910319"/>
          </a:xfrm>
        </p:grpSpPr>
        <p:sp>
          <p:nvSpPr>
            <p:cNvPr id="9920" name="Google Shape;9920;p80"/>
            <p:cNvSpPr txBox="1"/>
            <p:nvPr/>
          </p:nvSpPr>
          <p:spPr>
            <a:xfrm>
              <a:off x="3186222" y="2137612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</p:txBody>
        </p:sp>
        <p:sp>
          <p:nvSpPr>
            <p:cNvPr id="9921" name="Google Shape;9921;p80"/>
            <p:cNvSpPr txBox="1"/>
            <p:nvPr/>
          </p:nvSpPr>
          <p:spPr>
            <a:xfrm>
              <a:off x="3192100" y="2928436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/>
            </a:p>
          </p:txBody>
        </p:sp>
        <p:sp>
          <p:nvSpPr>
            <p:cNvPr id="9922" name="Google Shape;9922;p80"/>
            <p:cNvSpPr txBox="1"/>
            <p:nvPr/>
          </p:nvSpPr>
          <p:spPr>
            <a:xfrm>
              <a:off x="3186532" y="3678599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9923" name="Google Shape;9923;p80"/>
          <p:cNvSpPr txBox="1"/>
          <p:nvPr/>
        </p:nvSpPr>
        <p:spPr>
          <a:xfrm>
            <a:off x="3188967" y="4455188"/>
            <a:ext cx="740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</p:txBody>
      </p:sp>
      <p:grpSp>
        <p:nvGrpSpPr>
          <p:cNvPr id="9924" name="Google Shape;9924;p80"/>
          <p:cNvGrpSpPr/>
          <p:nvPr/>
        </p:nvGrpSpPr>
        <p:grpSpPr>
          <a:xfrm>
            <a:off x="5144294" y="4194650"/>
            <a:ext cx="1347789" cy="307296"/>
            <a:chOff x="5144294" y="4194650"/>
            <a:chExt cx="1347789" cy="307296"/>
          </a:xfrm>
        </p:grpSpPr>
        <p:grpSp>
          <p:nvGrpSpPr>
            <p:cNvPr id="9925" name="Google Shape;9925;p80"/>
            <p:cNvGrpSpPr/>
            <p:nvPr/>
          </p:nvGrpSpPr>
          <p:grpSpPr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9926" name="Google Shape;9926;p80"/>
              <p:cNvSpPr/>
              <p:nvPr/>
            </p:nvSpPr>
            <p:spPr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7" name="Google Shape;9927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928" name="Google Shape;9928;p80"/>
            <p:cNvSpPr/>
            <p:nvPr/>
          </p:nvSpPr>
          <p:spPr>
            <a:xfrm>
              <a:off x="5696012" y="4211988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29" name="Google Shape;9929;p80"/>
            <p:cNvSpPr/>
            <p:nvPr/>
          </p:nvSpPr>
          <p:spPr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930" name="Google Shape;9930;p80"/>
            <p:cNvCxnSpPr/>
            <p:nvPr/>
          </p:nvCxnSpPr>
          <p:spPr>
            <a:xfrm>
              <a:off x="6001149" y="4228896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1" name="Google Shape;9931;p80"/>
            <p:cNvCxnSpPr/>
            <p:nvPr/>
          </p:nvCxnSpPr>
          <p:spPr>
            <a:xfrm>
              <a:off x="5720650" y="4227184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32" name="Google Shape;9932;p80"/>
            <p:cNvSpPr/>
            <p:nvPr/>
          </p:nvSpPr>
          <p:spPr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9933" name="Google Shape;9933;p80"/>
            <p:cNvCxnSpPr/>
            <p:nvPr/>
          </p:nvCxnSpPr>
          <p:spPr>
            <a:xfrm>
              <a:off x="5418102" y="4226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934" name="Google Shape;993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9" name="Shape 9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0" name="Google Shape;9940;p81"/>
          <p:cNvSpPr/>
          <p:nvPr/>
        </p:nvSpPr>
        <p:spPr>
          <a:xfrm>
            <a:off x="8197855" y="4478480"/>
            <a:ext cx="454072" cy="992421"/>
          </a:xfrm>
          <a:custGeom>
            <a:rect b="b" l="l" r="r" t="t"/>
            <a:pathLst>
              <a:path extrusionOk="0" h="9750" w="9587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41" name="Google Shape;9941;p81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9942" name="Google Shape;9942;p8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43" name="Google Shape;9943;p8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44" name="Google Shape;9944;p8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45" name="Google Shape;9945;p8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6" name="Google Shape;9946;p8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7" name="Google Shape;9947;p8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8" name="Google Shape;9948;p8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49" name="Google Shape;9949;p81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27000" sx="103000" rotWithShape="0" algn="bl" dir="189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0" name="Google Shape;9950;p81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1" name="Google Shape;9951;p81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2" name="Google Shape;9952;p81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9953" name="Google Shape;9953;p81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4" name="Google Shape;9954;p81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5" name="Google Shape;9955;p81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6" name="Google Shape;9956;p81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7" name="Google Shape;9957;p81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8" name="Google Shape;9958;p81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9" name="Google Shape;9959;p81"/>
          <p:cNvSpPr/>
          <p:nvPr/>
        </p:nvSpPr>
        <p:spPr>
          <a:xfrm>
            <a:off x="8317497" y="2564096"/>
            <a:ext cx="638175" cy="78177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0" name="Google Shape;9960;p81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9961" name="Google Shape;9961;p8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2" name="Google Shape;9962;p8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63" name="Google Shape;9963;p8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964" name="Google Shape;9964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5" name="Google Shape;9965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6" name="Google Shape;9966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7" name="Google Shape;9967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68" name="Google Shape;9968;p81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9969" name="Google Shape;9969;p81"/>
          <p:cNvSpPr/>
          <p:nvPr/>
        </p:nvSpPr>
        <p:spPr>
          <a:xfrm>
            <a:off x="5037145" y="1701796"/>
            <a:ext cx="4048125" cy="3833813"/>
          </a:xfrm>
          <a:custGeom>
            <a:rect b="b" l="l" r="r" t="t"/>
            <a:pathLst>
              <a:path extrusionOk="0" h="2415" w="255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0" name="Google Shape;9970;p81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971" name="Google Shape;9971;p81"/>
          <p:cNvSpPr/>
          <p:nvPr/>
        </p:nvSpPr>
        <p:spPr>
          <a:xfrm>
            <a:off x="5087944" y="959945"/>
            <a:ext cx="360362" cy="1596219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2" name="Google Shape;9972;p81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3" name="Google Shape;9973;p81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4" name="Google Shape;9974;p81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5" name="Google Shape;9975;p81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76" name="Google Shape;9976;p81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9977" name="Google Shape;9977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8" name="Google Shape;9978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79" name="Google Shape;9979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80" name="Google Shape;9980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81" name="Google Shape;9981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2" name="Google Shape;9982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83" name="Google Shape;9983;p81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grpSp>
        <p:nvGrpSpPr>
          <p:cNvPr id="9984" name="Google Shape;9984;p81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9985" name="Google Shape;9985;p81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6" name="Google Shape;9986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9987" name="Google Shape;9987;p81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datagram</a:t>
            </a:r>
            <a:endParaRPr/>
          </a:p>
        </p:txBody>
      </p:sp>
      <p:sp>
        <p:nvSpPr>
          <p:cNvPr id="9988" name="Google Shape;9988;p81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/>
          </a:p>
        </p:txBody>
      </p:sp>
      <p:grpSp>
        <p:nvGrpSpPr>
          <p:cNvPr id="9989" name="Google Shape;9989;p81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9990" name="Google Shape;9990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1" name="Google Shape;9991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92" name="Google Shape;9992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93" name="Google Shape;9993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9994" name="Google Shape;9994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95" name="Google Shape;9995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6" name="Google Shape;9996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7" name="Google Shape;9997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98" name="Google Shape;9998;p81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9999" name="Google Shape;9999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0" name="Google Shape;10000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1" name="Google Shape;10001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02" name="Google Shape;10002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3" name="Google Shape;10003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4" name="Google Shape;10004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05" name="Google Shape;10005;p81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10006" name="Google Shape;10006;p81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7" name="Google Shape;10007;p81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8" name="Google Shape;10008;p81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9" name="Google Shape;10009;p81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10" name="Google Shape;10010;p81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10011" name="Google Shape;10011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2" name="Google Shape;10012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10013" name="Google Shape;10013;p81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4" name="Google Shape;10014;p81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5" name="Google Shape;10015;p81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2000" rotWithShape="0" algn="bl" dir="189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6" name="Google Shape;10016;p81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7" name="Google Shape;10017;p81"/>
          <p:cNvSpPr/>
          <p:nvPr/>
        </p:nvSpPr>
        <p:spPr>
          <a:xfrm>
            <a:off x="3048006" y="787395"/>
            <a:ext cx="5264150" cy="5494338"/>
          </a:xfrm>
          <a:custGeom>
            <a:rect b="b" l="l" r="r" t="t"/>
            <a:pathLst>
              <a:path extrusionOk="0" h="3461" w="3316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8" name="Google Shape;10018;p81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10019" name="Google Shape;10019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21" name="Google Shape;10021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22" name="Google Shape;10022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23" name="Google Shape;10023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24" name="Google Shape;10024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5" name="Google Shape;10025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6" name="Google Shape;10026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27" name="Google Shape;10027;p81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10028" name="Google Shape;10028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9" name="Google Shape;10029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0" name="Google Shape;10030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1" name="Google Shape;10031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2" name="Google Shape;10032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3" name="Google Shape;10033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34" name="Google Shape;10034;p81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10035" name="Google Shape;10035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6" name="Google Shape;10036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7" name="Google Shape;10037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8" name="Google Shape;10038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9" name="Google Shape;10039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0" name="Google Shape;10040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41" name="Google Shape;10041;p81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0042" name="Google Shape;10042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3" name="Google Shape;10043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44" name="Google Shape;10044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45" name="Google Shape;10045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46" name="Google Shape;10046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47" name="Google Shape;10047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8" name="Google Shape;10048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9" name="Google Shape;10049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50" name="Google Shape;10050;p81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1" name="Google Shape;10051;p81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81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grpSp>
        <p:nvGrpSpPr>
          <p:cNvPr id="10053" name="Google Shape;10053;p81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0054" name="Google Shape;10054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5" name="Google Shape;10055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grpSp>
        <p:nvGrpSpPr>
          <p:cNvPr id="10056" name="Google Shape;10056;p81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0057" name="Google Shape;10057;p81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0058" name="Google Shape;10058;p81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9" name="Google Shape;10059;p81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10060" name="Google Shape;10060;p81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0061" name="Google Shape;10061;p81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2" name="Google Shape;10062;p8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10063" name="Google Shape;10063;p81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0064" name="Google Shape;10064;p81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5" name="Google Shape;10065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sp>
        <p:nvSpPr>
          <p:cNvPr id="10066" name="Google Shape;10066;p81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grpSp>
        <p:nvGrpSpPr>
          <p:cNvPr id="10067" name="Google Shape;10067;p81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descr="desktop_computer_stylized_medium" id="10068" name="Google Shape;10068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9" name="Google Shape;10069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0" name="Google Shape;10070;p81"/>
          <p:cNvSpPr/>
          <p:nvPr/>
        </p:nvSpPr>
        <p:spPr>
          <a:xfrm>
            <a:off x="4178506" y="4871041"/>
            <a:ext cx="360362" cy="1522901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1" name="Google Shape;10071;p81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descr="desktop_computer_stylized_medium" id="10072" name="Google Shape;1007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3" name="Google Shape;1007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4" name="Google Shape;10074;p81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sx="123000" rotWithShape="0" algn="bl" dir="18900000" dist="38100" sy="123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10075" name="Google Shape;1007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0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0" name="Shape 10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" name="Google Shape;10081;p8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0082" name="Google Shape;1008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83" name="Google Shape;10083;p82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0084" name="Google Shape;1008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9" name="Shape 10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panet2" id="10090" name="Google Shape;10090;p83"/>
          <p:cNvPicPr preferRelativeResize="0"/>
          <p:nvPr/>
        </p:nvPicPr>
        <p:blipFill rotWithShape="1">
          <a:blip r:embed="rId3">
            <a:alphaModFix/>
          </a:blip>
          <a:srcRect b="8457" l="0" r="0" t="0"/>
          <a:stretch/>
        </p:blipFill>
        <p:spPr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91" name="Google Shape;10091;p8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092" name="Google Shape;10092;p83"/>
          <p:cNvSpPr txBox="1"/>
          <p:nvPr/>
        </p:nvSpPr>
        <p:spPr>
          <a:xfrm>
            <a:off x="7747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1961: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Kleinrock - queueing theory shows effectiveness of packet-switching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Baran - packet-switching in military nets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1967: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conceived by Advanced Research Projects Agency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first ARPAnet node operational</a:t>
            </a:r>
            <a:endParaRPr/>
          </a:p>
        </p:txBody>
      </p:sp>
      <p:sp>
        <p:nvSpPr>
          <p:cNvPr id="10093" name="Google Shape;10093;p83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public demo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NCP (Network Control Protocol) first host-host protocol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e-mail program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has 15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4" name="Google Shape;10094;p83"/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1961-1972: Early packet-switching principles</a:t>
            </a:r>
            <a:endParaRPr b="0" i="0" sz="3200" u="sng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9" name="Shape 10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0" name="Google Shape;10100;p8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01" name="Google Shape;10101;p84"/>
          <p:cNvSpPr txBox="1"/>
          <p:nvPr/>
        </p:nvSpPr>
        <p:spPr>
          <a:xfrm>
            <a:off x="660400" y="2095499"/>
            <a:ext cx="52832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1970: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ALOHAnet satellite network in Hawaii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Cerf and Kahn - architecture for interconnecting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Ethernet at Xerox PARC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late70’s: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proprietary architectures: DECnet, SNA, XNA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has 200 nodes</a:t>
            </a:r>
            <a:endParaRPr/>
          </a:p>
        </p:txBody>
      </p:sp>
      <p:sp>
        <p:nvSpPr>
          <p:cNvPr id="10102" name="Google Shape;10102;p84"/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1972-1980: Internetworking, new and proprietary networks</a:t>
            </a:r>
            <a:endParaRPr/>
          </a:p>
        </p:txBody>
      </p:sp>
      <p:grpSp>
        <p:nvGrpSpPr>
          <p:cNvPr id="10103" name="Google Shape;10103;p84"/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10104" name="Google Shape;10104;p84"/>
            <p:cNvSpPr txBox="1"/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12700" lvl="0" marL="1174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Cerf and Kahn’s internetworking principles: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minimalism, autonomy - no internal changes required to interconnect networks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best-effort service model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stateless routing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control</a:t>
              </a:r>
              <a:endParaRPr/>
            </a:p>
            <a:p>
              <a:pPr indent="0" lvl="0" marL="1174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define today’s Internet architecture</a:t>
              </a:r>
              <a:endParaRPr b="0" i="0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5" name="Google Shape;10105;p84"/>
            <p:cNvSpPr/>
            <p:nvPr/>
          </p:nvSpPr>
          <p:spPr>
            <a:xfrm>
              <a:off x="6851353" y="2147296"/>
              <a:ext cx="4978399" cy="4050304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06" name="Google Shape;10106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1" name="Shape 10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2" name="Google Shape;10112;p8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13" name="Google Shape;10113;p85"/>
          <p:cNvSpPr txBox="1"/>
          <p:nvPr/>
        </p:nvSpPr>
        <p:spPr>
          <a:xfrm>
            <a:off x="7620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deployment of TCP/IP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e-mail protocol defined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defined for name-to-IP-address translation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1985: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ftp protocol defined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1988: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congestion control</a:t>
            </a:r>
            <a:endParaRPr/>
          </a:p>
        </p:txBody>
      </p:sp>
      <p:sp>
        <p:nvSpPr>
          <p:cNvPr id="10114" name="Google Shape;10114;p85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national networks: CSnet, BITnet, NSFnet, Minitel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100,000 hosts connected to confederation of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5" name="Google Shape;10115;p85"/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1980-1990: new protocols, a proliferation of networks</a:t>
            </a:r>
            <a:endParaRPr/>
          </a:p>
        </p:txBody>
      </p:sp>
      <p:pic>
        <p:nvPicPr>
          <p:cNvPr id="10116" name="Google Shape;101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98" y="3880533"/>
            <a:ext cx="3906331" cy="287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7" name="Google Shape;10117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2" name="Shape 10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3" name="Google Shape;10123;p8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24" name="Google Shape;10124;p86"/>
          <p:cNvSpPr txBox="1"/>
          <p:nvPr/>
        </p:nvSpPr>
        <p:spPr>
          <a:xfrm>
            <a:off x="787167" y="2079634"/>
            <a:ext cx="5578281" cy="471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decommissioned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1991: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NSF lifts restrictions on commercial use of NSFnet (decommissioned, 1995)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hypertext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[Bush 1945, Nelson 1960’s]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HTTP: Berners-Lee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1994: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Mosaic, later Netscape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late 1990s: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Web</a:t>
            </a:r>
            <a:endParaRPr/>
          </a:p>
        </p:txBody>
      </p:sp>
      <p:sp>
        <p:nvSpPr>
          <p:cNvPr id="10125" name="Google Shape;10125;p86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 1990s – 2000s: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killer apps: instant messaging, P2P file sharing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security to forefront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est. 50 million host, 100 million+ users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 links running at Gbps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6" name="Google Shape;10126;p86"/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1990, 2000s: commercialization, the Web, new applications</a:t>
            </a:r>
            <a:endParaRPr/>
          </a:p>
        </p:txBody>
      </p:sp>
      <p:sp>
        <p:nvSpPr>
          <p:cNvPr id="10127" name="Google Shape;10127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2" name="Shape 10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3" name="Google Shape;10133;p8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34" name="Google Shape;10134;p87"/>
          <p:cNvSpPr txBox="1"/>
          <p:nvPr/>
        </p:nvSpPr>
        <p:spPr>
          <a:xfrm>
            <a:off x="763532" y="1770592"/>
            <a:ext cx="11142134" cy="4734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1" marL="519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aggressive deployment of broadband home access (10-100’s Mbps)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2008: software-defined networking (SDN)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increasing ubiquity of high-speed wireless access: 4G/5G, WiFi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providers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(Google, FB, Microsoft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create their own networks</a:t>
            </a:r>
            <a:endParaRPr/>
          </a:p>
          <a:p>
            <a:pPr indent="-234950" lvl="2" marL="812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bypass commercial Internet to connect “close” to end user, providing “instantaneous” access to social media, search, video content, …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enterprises run their services in “cloud”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Amazon Web Services, Microsoft Azure)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smartphones: more mobile than fixed devices on Internet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~18B devices attached to Internet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1651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5" name="Google Shape;10135;p87"/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2005-present: scale, SDN, mobility, cloud</a:t>
            </a:r>
            <a:endParaRPr/>
          </a:p>
        </p:txBody>
      </p:sp>
      <p:sp>
        <p:nvSpPr>
          <p:cNvPr id="10136" name="Google Shape;10136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1" name="Shape 10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" name="Google Shape;10142;p8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Chapter 1: summary</a:t>
            </a:r>
            <a:endParaRPr sz="4400"/>
          </a:p>
        </p:txBody>
      </p:sp>
      <p:sp>
        <p:nvSpPr>
          <p:cNvPr id="10143" name="Google Shape;10143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4" name="Google Shape;10144;p88"/>
          <p:cNvSpPr txBox="1"/>
          <p:nvPr/>
        </p:nvSpPr>
        <p:spPr>
          <a:xfrm>
            <a:off x="677332" y="1325518"/>
            <a:ext cx="6189609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We’ve covered a “ton” of material!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overview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a protocol?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edge, access network, core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packet-switching versus circuit-switching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structure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layering, service models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5" name="Google Shape;10145;p88"/>
          <p:cNvSpPr txBox="1"/>
          <p:nvPr/>
        </p:nvSpPr>
        <p:spPr>
          <a:xfrm>
            <a:off x="7616592" y="2335167"/>
            <a:ext cx="3724275" cy="36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You now have: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context, overview, vocabulary,  “feel” of networking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depth, detail,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fun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follow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0" name="Shape 10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1" name="Google Shape;10151;p89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1 slides</a:t>
            </a:r>
            <a:endParaRPr sz="4400"/>
          </a:p>
        </p:txBody>
      </p:sp>
      <p:sp>
        <p:nvSpPr>
          <p:cNvPr id="10152" name="Google Shape;10152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7" name="Shape 10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" name="Google Shape;10158;p9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ISO/OSI reference </a:t>
            </a:r>
            <a:r>
              <a:rPr lang="en-US"/>
              <a:t>m</a:t>
            </a:r>
            <a:r>
              <a:rPr lang="en-US" sz="4400"/>
              <a:t>odel</a:t>
            </a:r>
            <a:endParaRPr sz="4400"/>
          </a:p>
        </p:txBody>
      </p:sp>
      <p:sp>
        <p:nvSpPr>
          <p:cNvPr id="10159" name="Google Shape;10159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60" name="Google Shape;10160;p90"/>
          <p:cNvSpPr txBox="1"/>
          <p:nvPr/>
        </p:nvSpPr>
        <p:spPr>
          <a:xfrm>
            <a:off x="665343" y="1341922"/>
            <a:ext cx="6765452" cy="5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layers not found in  Internet protocol stack!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applications to interpret meaning of data, e.g., encryption, compression, machine-specific conventions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session: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synchronization, checkpointing, recovery of data exchange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stack “missing” these layers!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services,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needed,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implemented in application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1" name="Google Shape;10161;p90"/>
          <p:cNvSpPr/>
          <p:nvPr/>
        </p:nvSpPr>
        <p:spPr>
          <a:xfrm>
            <a:off x="8622241" y="1413668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2" name="Google Shape;10162;p90"/>
          <p:cNvSpPr/>
          <p:nvPr/>
        </p:nvSpPr>
        <p:spPr>
          <a:xfrm>
            <a:off x="8507941" y="1550193"/>
            <a:ext cx="1892300" cy="3586163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3" name="Google Shape;10163;p90"/>
          <p:cNvSpPr txBox="1"/>
          <p:nvPr/>
        </p:nvSpPr>
        <p:spPr>
          <a:xfrm>
            <a:off x="8465079" y="1721643"/>
            <a:ext cx="1982787" cy="34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10164" name="Google Shape;10164;p90"/>
          <p:cNvCxnSpPr/>
          <p:nvPr/>
        </p:nvCxnSpPr>
        <p:spPr>
          <a:xfrm>
            <a:off x="8487304" y="2142331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5" name="Google Shape;10165;p90"/>
          <p:cNvCxnSpPr/>
          <p:nvPr/>
        </p:nvCxnSpPr>
        <p:spPr>
          <a:xfrm>
            <a:off x="8501591" y="31186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6" name="Google Shape;10166;p90"/>
          <p:cNvCxnSpPr/>
          <p:nvPr/>
        </p:nvCxnSpPr>
        <p:spPr>
          <a:xfrm>
            <a:off x="8501591" y="3658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7" name="Google Shape;10167;p90"/>
          <p:cNvCxnSpPr/>
          <p:nvPr/>
        </p:nvCxnSpPr>
        <p:spPr>
          <a:xfrm>
            <a:off x="8503179" y="4674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8" name="Google Shape;10168;p90"/>
          <p:cNvCxnSpPr/>
          <p:nvPr/>
        </p:nvCxnSpPr>
        <p:spPr>
          <a:xfrm>
            <a:off x="8487304" y="41917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9" name="Google Shape;10169;p90"/>
          <p:cNvCxnSpPr/>
          <p:nvPr/>
        </p:nvCxnSpPr>
        <p:spPr>
          <a:xfrm>
            <a:off x="8485716" y="26614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0" name="Google Shape;10170;p90"/>
          <p:cNvSpPr txBox="1"/>
          <p:nvPr/>
        </p:nvSpPr>
        <p:spPr>
          <a:xfrm>
            <a:off x="8246534" y="5352939"/>
            <a:ext cx="24664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seven layer OSI/ISO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5" name="Shape 10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6" name="Google Shape;10176;p9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Wireshark</a:t>
            </a:r>
            <a:endParaRPr sz="4400"/>
          </a:p>
        </p:txBody>
      </p:sp>
      <p:sp>
        <p:nvSpPr>
          <p:cNvPr id="10177" name="Google Shape;10177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178" name="Google Shape;10178;p91"/>
          <p:cNvGrpSpPr/>
          <p:nvPr/>
        </p:nvGrpSpPr>
        <p:grpSpPr>
          <a:xfrm>
            <a:off x="3064933" y="1186569"/>
            <a:ext cx="5643563" cy="4216400"/>
            <a:chOff x="824874" y="353539"/>
            <a:chExt cx="5643193" cy="4216279"/>
          </a:xfrm>
        </p:grpSpPr>
        <p:sp>
          <p:nvSpPr>
            <p:cNvPr id="10179" name="Google Shape;10179;p91"/>
            <p:cNvSpPr/>
            <p:nvPr/>
          </p:nvSpPr>
          <p:spPr>
            <a:xfrm>
              <a:off x="824874" y="366239"/>
              <a:ext cx="431772" cy="4203579"/>
            </a:xfrm>
            <a:custGeom>
              <a:rect b="b" l="l" r="r" t="t"/>
              <a:pathLst>
                <a:path extrusionOk="0" h="4203185" w="432078">
                  <a:moveTo>
                    <a:pt x="0" y="4203185"/>
                  </a:moveTo>
                  <a:lnTo>
                    <a:pt x="418984" y="3430637"/>
                  </a:lnTo>
                  <a:cubicBezTo>
                    <a:pt x="423349" y="2287091"/>
                    <a:pt x="427713" y="1143546"/>
                    <a:pt x="432078" y="0"/>
                  </a:cubicBezTo>
                  <a:lnTo>
                    <a:pt x="13093" y="4203185"/>
                  </a:lnTo>
                  <a:lnTo>
                    <a:pt x="0" y="4203185"/>
                  </a:lnTo>
                  <a:close/>
                </a:path>
              </a:pathLst>
            </a:custGeom>
            <a:gradFill>
              <a:gsLst>
                <a:gs pos="0">
                  <a:srgbClr val="BBD6EE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0" name="Google Shape;10180;p91"/>
            <p:cNvSpPr/>
            <p:nvPr/>
          </p:nvSpPr>
          <p:spPr>
            <a:xfrm>
              <a:off x="1243947" y="353539"/>
              <a:ext cx="5224120" cy="3430489"/>
            </a:xfrm>
            <a:prstGeom prst="rect">
              <a:avLst/>
            </a:prstGeom>
            <a:solidFill>
              <a:srgbClr val="BBD6E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egment.png" id="10181" name="Google Shape;1018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46" y="5561719"/>
            <a:ext cx="395922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0182" name="Google Shape;10182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9596" y="4609219"/>
            <a:ext cx="1389062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3" name="Google Shape;10183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909358" y="4955294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4" name="Google Shape;10184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6008" y="4958469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5" name="Google Shape;1018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9602258" y="4977519"/>
            <a:ext cx="1231900" cy="123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6" name="Google Shape;10186;p91"/>
          <p:cNvGrpSpPr/>
          <p:nvPr/>
        </p:nvGrpSpPr>
        <p:grpSpPr>
          <a:xfrm>
            <a:off x="6351058" y="1550106"/>
            <a:ext cx="2327275" cy="3171825"/>
            <a:chOff x="4556452" y="1162095"/>
            <a:chExt cx="2326213" cy="3172030"/>
          </a:xfrm>
        </p:grpSpPr>
        <p:cxnSp>
          <p:nvCxnSpPr>
            <p:cNvPr id="10187" name="Google Shape;10187;p91"/>
            <p:cNvCxnSpPr/>
            <p:nvPr/>
          </p:nvCxnSpPr>
          <p:spPr>
            <a:xfrm>
              <a:off x="5630098" y="2252175"/>
              <a:ext cx="0" cy="208195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0188" name="Google Shape;10188;p91"/>
            <p:cNvGrpSpPr/>
            <p:nvPr/>
          </p:nvGrpSpPr>
          <p:grpSpPr>
            <a:xfrm>
              <a:off x="4635010" y="2856756"/>
              <a:ext cx="2190234" cy="1214863"/>
              <a:chOff x="3862510" y="4375664"/>
              <a:chExt cx="2190234" cy="1214863"/>
            </a:xfrm>
          </p:grpSpPr>
          <p:sp>
            <p:nvSpPr>
              <p:cNvPr id="10189" name="Google Shape;10189;p91"/>
              <p:cNvSpPr/>
              <p:nvPr/>
            </p:nvSpPr>
            <p:spPr>
              <a:xfrm>
                <a:off x="3871225" y="4425779"/>
                <a:ext cx="2164362" cy="1152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0" name="Google Shape;10190;p91"/>
              <p:cNvSpPr txBox="1"/>
              <p:nvPr/>
            </p:nvSpPr>
            <p:spPr>
              <a:xfrm>
                <a:off x="3908617" y="4375664"/>
                <a:ext cx="2012565" cy="1214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Transport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(TCP/UDP)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(IP)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(Ethernet)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10191" name="Google Shape;10191;p91"/>
              <p:cNvCxnSpPr/>
              <p:nvPr/>
            </p:nvCxnSpPr>
            <p:spPr>
              <a:xfrm>
                <a:off x="3862510" y="474004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2" name="Google Shape;10192;p91"/>
              <p:cNvCxnSpPr/>
              <p:nvPr/>
            </p:nvCxnSpPr>
            <p:spPr>
              <a:xfrm>
                <a:off x="3870887" y="502338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3" name="Google Shape;10193;p91"/>
              <p:cNvCxnSpPr/>
              <p:nvPr/>
            </p:nvCxnSpPr>
            <p:spPr>
              <a:xfrm>
                <a:off x="3879264" y="530672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94" name="Google Shape;10194;p91"/>
            <p:cNvGrpSpPr/>
            <p:nvPr/>
          </p:nvGrpSpPr>
          <p:grpSpPr>
            <a:xfrm>
              <a:off x="4811526" y="1162095"/>
              <a:ext cx="1529986" cy="1020829"/>
              <a:chOff x="4130677" y="5836665"/>
              <a:chExt cx="1529986" cy="1020829"/>
            </a:xfrm>
          </p:grpSpPr>
          <p:sp>
            <p:nvSpPr>
              <p:cNvPr id="10195" name="Google Shape;10195;p91"/>
              <p:cNvSpPr/>
              <p:nvPr/>
            </p:nvSpPr>
            <p:spPr>
              <a:xfrm>
                <a:off x="4191372" y="5836665"/>
                <a:ext cx="1464594" cy="102082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6" name="Google Shape;10196;p91"/>
              <p:cNvSpPr txBox="1"/>
              <p:nvPr/>
            </p:nvSpPr>
            <p:spPr>
              <a:xfrm>
                <a:off x="4130677" y="5913072"/>
                <a:ext cx="1529986" cy="892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(www browser,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email client</a:t>
                </a: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/>
              </a:p>
            </p:txBody>
          </p:sp>
        </p:grpSp>
        <p:cxnSp>
          <p:nvCxnSpPr>
            <p:cNvPr id="10197" name="Google Shape;10197;p91"/>
            <p:cNvCxnSpPr/>
            <p:nvPr/>
          </p:nvCxnSpPr>
          <p:spPr>
            <a:xfrm flipH="1" rot="10800000">
              <a:off x="4556452" y="2631900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198" name="Google Shape;10198;p91"/>
            <p:cNvSpPr txBox="1"/>
            <p:nvPr/>
          </p:nvSpPr>
          <p:spPr>
            <a:xfrm>
              <a:off x="5839591" y="2252173"/>
              <a:ext cx="10430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sp>
          <p:nvSpPr>
            <p:cNvPr id="10199" name="Google Shape;10199;p91"/>
            <p:cNvSpPr txBox="1"/>
            <p:nvPr/>
          </p:nvSpPr>
          <p:spPr>
            <a:xfrm>
              <a:off x="6105684" y="2627171"/>
              <a:ext cx="4440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endParaRPr/>
            </a:p>
          </p:txBody>
        </p:sp>
      </p:grpSp>
      <p:grpSp>
        <p:nvGrpSpPr>
          <p:cNvPr id="10200" name="Google Shape;10200;p91"/>
          <p:cNvGrpSpPr/>
          <p:nvPr/>
        </p:nvGrpSpPr>
        <p:grpSpPr>
          <a:xfrm>
            <a:off x="3571346" y="1265944"/>
            <a:ext cx="2925231" cy="3168113"/>
            <a:chOff x="1775964" y="877299"/>
            <a:chExt cx="2925206" cy="3168757"/>
          </a:xfrm>
        </p:grpSpPr>
        <p:grpSp>
          <p:nvGrpSpPr>
            <p:cNvPr id="10201" name="Google Shape;10201;p91"/>
            <p:cNvGrpSpPr/>
            <p:nvPr/>
          </p:nvGrpSpPr>
          <p:grpSpPr>
            <a:xfrm>
              <a:off x="1846152" y="877299"/>
              <a:ext cx="1597376" cy="3168757"/>
              <a:chOff x="1636659" y="183316"/>
              <a:chExt cx="1597376" cy="3168757"/>
            </a:xfrm>
          </p:grpSpPr>
          <p:grpSp>
            <p:nvGrpSpPr>
              <p:cNvPr id="10202" name="Google Shape;10202;p91"/>
              <p:cNvGrpSpPr/>
              <p:nvPr/>
            </p:nvGrpSpPr>
            <p:grpSpPr>
              <a:xfrm>
                <a:off x="1780781" y="2206785"/>
                <a:ext cx="1295389" cy="1041028"/>
                <a:chOff x="3116291" y="4275642"/>
                <a:chExt cx="1295389" cy="1041028"/>
              </a:xfrm>
            </p:grpSpPr>
            <p:sp>
              <p:nvSpPr>
                <p:cNvPr id="10203" name="Google Shape;10203;p91"/>
                <p:cNvSpPr/>
                <p:nvPr/>
              </p:nvSpPr>
              <p:spPr>
                <a:xfrm>
                  <a:off x="3116291" y="4298876"/>
                  <a:ext cx="1295389" cy="101779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4" name="Google Shape;10204;p91"/>
                <p:cNvSpPr txBox="1"/>
                <p:nvPr/>
              </p:nvSpPr>
              <p:spPr>
                <a:xfrm>
                  <a:off x="3151788" y="4275642"/>
                  <a:ext cx="1197377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capture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(pcap)</a:t>
                  </a:r>
                  <a:endParaRPr/>
                </a:p>
              </p:txBody>
            </p:sp>
          </p:grpSp>
          <p:grpSp>
            <p:nvGrpSpPr>
              <p:cNvPr id="10205" name="Google Shape;10205;p91"/>
              <p:cNvGrpSpPr/>
              <p:nvPr/>
            </p:nvGrpSpPr>
            <p:grpSpPr>
              <a:xfrm>
                <a:off x="1769669" y="863478"/>
                <a:ext cx="1300151" cy="707886"/>
                <a:chOff x="861399" y="5161570"/>
                <a:chExt cx="1300151" cy="707886"/>
              </a:xfrm>
            </p:grpSpPr>
            <p:sp>
              <p:nvSpPr>
                <p:cNvPr id="10206" name="Google Shape;10206;p91"/>
                <p:cNvSpPr/>
                <p:nvPr/>
              </p:nvSpPr>
              <p:spPr>
                <a:xfrm>
                  <a:off x="861399" y="5200691"/>
                  <a:ext cx="1300151" cy="66847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7" name="Google Shape;10207;p91"/>
                <p:cNvSpPr txBox="1"/>
                <p:nvPr/>
              </p:nvSpPr>
              <p:spPr>
                <a:xfrm>
                  <a:off x="937846" y="5161570"/>
                  <a:ext cx="1159292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analyzer</a:t>
                  </a:r>
                  <a:endParaRPr/>
                </a:p>
              </p:txBody>
            </p:sp>
          </p:grpSp>
          <p:sp>
            <p:nvSpPr>
              <p:cNvPr id="10208" name="Google Shape;10208;p91"/>
              <p:cNvSpPr/>
              <p:nvPr/>
            </p:nvSpPr>
            <p:spPr>
              <a:xfrm>
                <a:off x="1636659" y="183316"/>
                <a:ext cx="1597376" cy="3168757"/>
              </a:xfrm>
              <a:prstGeom prst="rect">
                <a:avLst/>
              </a:prstGeom>
              <a:noFill/>
              <a:ln cap="flat" cmpd="sng" w="22225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09" name="Google Shape;10209;p9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59241" y="230951"/>
                <a:ext cx="1089265" cy="368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0210" name="Google Shape;10210;p91"/>
            <p:cNvCxnSpPr/>
            <p:nvPr/>
          </p:nvCxnSpPr>
          <p:spPr>
            <a:xfrm>
              <a:off x="2640118" y="2330738"/>
              <a:ext cx="0" cy="558315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11" name="Google Shape;10211;p91"/>
            <p:cNvCxnSpPr/>
            <p:nvPr/>
          </p:nvCxnSpPr>
          <p:spPr>
            <a:xfrm>
              <a:off x="3116195" y="3653236"/>
              <a:ext cx="1427164" cy="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212" name="Google Shape;10212;p91"/>
            <p:cNvSpPr txBox="1"/>
            <p:nvPr/>
          </p:nvSpPr>
          <p:spPr>
            <a:xfrm>
              <a:off x="3404194" y="3242589"/>
              <a:ext cx="1296976" cy="646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copy of all Ethernet frames sent/received</a:t>
              </a:r>
              <a:endParaRPr/>
            </a:p>
          </p:txBody>
        </p:sp>
        <p:cxnSp>
          <p:nvCxnSpPr>
            <p:cNvPr id="10213" name="Google Shape;10213;p91"/>
            <p:cNvCxnSpPr/>
            <p:nvPr/>
          </p:nvCxnSpPr>
          <p:spPr>
            <a:xfrm flipH="1" rot="10800000">
              <a:off x="1775964" y="2640266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14" name="Google Shape;10214;p91"/>
          <p:cNvGrpSpPr/>
          <p:nvPr/>
        </p:nvGrpSpPr>
        <p:grpSpPr>
          <a:xfrm>
            <a:off x="1570775" y="4459441"/>
            <a:ext cx="1562100" cy="1511300"/>
            <a:chOff x="-44" y="1473"/>
            <a:chExt cx="981" cy="1105"/>
          </a:xfrm>
        </p:grpSpPr>
        <p:pic>
          <p:nvPicPr>
            <p:cNvPr descr="desktop_computer_stylized_medium" id="10215" name="Google Shape;10215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6" name="Google Shape;10216;p9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