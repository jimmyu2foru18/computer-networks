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888">
          <p15:clr>
            <a:srgbClr val="A4A3A4"/>
          </p15:clr>
        </p15:guide>
        <p15:guide id="2" orient="horz" pos="39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888"/>
        <p:guide pos="3960"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0" name="Google Shape;63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9" name="Google Shape;68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0" name="Google Shape;69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0" name="Google Shape;70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0" name="Google Shape;106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1" name="Google Shape;106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1" name="Google Shape;107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20</a:t>
            </a:r>
            <a:r>
              <a:rPr baseline="30000" lang="en-US" sz="1200">
                <a:solidFill>
                  <a:schemeClr val="dk1"/>
                </a:solidFill>
                <a:latin typeface="Calibri"/>
                <a:ea typeface="Calibri"/>
                <a:cs typeface="Calibri"/>
                <a:sym typeface="Calibri"/>
              </a:rPr>
              <a:t>th</a:t>
            </a:r>
            <a:r>
              <a:rPr lang="en-US" sz="1200">
                <a:solidFill>
                  <a:schemeClr val="dk1"/>
                </a:solidFill>
                <a:latin typeface="Calibri"/>
                <a:ea typeface="Calibri"/>
                <a:cs typeface="Calibri"/>
                <a:sym typeface="Calibri"/>
              </a:rPr>
              <a:t> century phone network had dumb network endpoints, really by definition.  The end points were rotary phones that maybe only your parents and grandparents remember; they weren’t computers.  They really </a:t>
            </a:r>
            <a:r>
              <a:rPr b="1" i="1" lang="en-US" sz="1200">
                <a:solidFill>
                  <a:schemeClr val="dk1"/>
                </a:solidFill>
                <a:latin typeface="Calibri"/>
                <a:ea typeface="Calibri"/>
                <a:cs typeface="Calibri"/>
                <a:sym typeface="Calibri"/>
              </a:rPr>
              <a:t>were</a:t>
            </a:r>
            <a:r>
              <a:rPr lang="en-US" sz="1200">
                <a:solidFill>
                  <a:schemeClr val="dk1"/>
                </a:solidFill>
                <a:latin typeface="Calibri"/>
                <a:ea typeface="Calibri"/>
                <a:cs typeface="Calibri"/>
                <a:sym typeface="Calibri"/>
              </a:rPr>
              <a:t> dumb devices, and therefore the phone network had programmable switches that were quite smart. </a:t>
            </a:r>
            <a:r>
              <a:rPr b="1" lang="en-US" sz="1200">
                <a:solidFill>
                  <a:schemeClr val="dk1"/>
                </a:solidFill>
                <a:latin typeface="Calibri"/>
                <a:ea typeface="Calibri"/>
                <a:cs typeface="Calibri"/>
                <a:sym typeface="Calibri"/>
              </a:rPr>
              <a:t>All</a:t>
            </a:r>
            <a:r>
              <a:rPr lang="en-US" sz="1200">
                <a:solidFill>
                  <a:schemeClr val="dk1"/>
                </a:solidFill>
                <a:latin typeface="Calibri"/>
                <a:ea typeface="Calibri"/>
                <a:cs typeface="Calibri"/>
                <a:sym typeface="Calibri"/>
              </a:rPr>
              <a:t> functionality – well, all of the intelligence - was implemented within the network. It HAD to be.  The end systems could not do anything more than send digits and send audio signals.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When the Internet came along, the endpoints and the switches were both programmable computers.  So where to put the complexity?  RFC 1958 – the architectural principles of the Internet RFC -  that says “intelligence is end to end rather than hidden in the network.” That puts the intelligence clearly at the edge, like we see here.  And that’s possible because the edge devices are smart; they’re programmable.  Well that’s the diagram as I remember it 20 years ago.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And in the 20 years since, as we see the rise of middleboxes and SDN, we’re now seeing intelligence (in software) layered on top of “dumb” whiteboxes within the network.  So I might add a brain here today. And with datacenters and content distribution networks, we see even smarter and more sophisticated application-level infrastructure being connected at points within the network.  So now there are clearly much much bigger, much more computationally intensive and complex, endpoints if you will in today’s Internet</a:t>
            </a:r>
            <a:r>
              <a:rPr lang="en-US"/>
              <a:t> </a:t>
            </a:r>
            <a:endParaRPr/>
          </a:p>
        </p:txBody>
      </p:sp>
      <p:sp>
        <p:nvSpPr>
          <p:cNvPr id="1072" name="Google Shape;107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2" name="Google Shape;151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3" name="Google Shape;151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3" name="Google Shape;152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4" name="Google Shape;152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
        <p:nvSpPr>
          <p:cNvPr id="19" name="Google Shape;19;p3"/>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400"/>
              <a:buFont typeface="Calibri"/>
              <a:buNone/>
              <a:defRPr b="1" i="0" sz="44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0" Type="http://schemas.openxmlformats.org/officeDocument/2006/relationships/image" Target="../media/image35.png"/><Relationship Id="rId11" Type="http://schemas.openxmlformats.org/officeDocument/2006/relationships/image" Target="../media/image30.png"/><Relationship Id="rId22" Type="http://schemas.openxmlformats.org/officeDocument/2006/relationships/image" Target="../media/image34.png"/><Relationship Id="rId10" Type="http://schemas.openxmlformats.org/officeDocument/2006/relationships/image" Target="../media/image18.png"/><Relationship Id="rId21" Type="http://schemas.openxmlformats.org/officeDocument/2006/relationships/image" Target="../media/image32.png"/><Relationship Id="rId13" Type="http://schemas.openxmlformats.org/officeDocument/2006/relationships/image" Target="../media/image9.png"/><Relationship Id="rId12" Type="http://schemas.openxmlformats.org/officeDocument/2006/relationships/image" Target="../media/image21.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image" Target="../media/image33.png"/><Relationship Id="rId15" Type="http://schemas.openxmlformats.org/officeDocument/2006/relationships/image" Target="../media/image3.png"/><Relationship Id="rId14" Type="http://schemas.openxmlformats.org/officeDocument/2006/relationships/image" Target="../media/image16.png"/><Relationship Id="rId17" Type="http://schemas.openxmlformats.org/officeDocument/2006/relationships/image" Target="../media/image20.png"/><Relationship Id="rId16" Type="http://schemas.openxmlformats.org/officeDocument/2006/relationships/image" Target="../media/image12.png"/><Relationship Id="rId5" Type="http://schemas.openxmlformats.org/officeDocument/2006/relationships/image" Target="../media/image8.png"/><Relationship Id="rId19" Type="http://schemas.openxmlformats.org/officeDocument/2006/relationships/image" Target="../media/image39.png"/><Relationship Id="rId6" Type="http://schemas.openxmlformats.org/officeDocument/2006/relationships/image" Target="../media/image42.png"/><Relationship Id="rId18" Type="http://schemas.openxmlformats.org/officeDocument/2006/relationships/image" Target="../media/image26.png"/><Relationship Id="rId7" Type="http://schemas.openxmlformats.org/officeDocument/2006/relationships/image" Target="../media/image15.png"/><Relationship Id="rId8"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9.png"/><Relationship Id="rId9" Type="http://schemas.openxmlformats.org/officeDocument/2006/relationships/image" Target="../media/image21.png"/><Relationship Id="rId5" Type="http://schemas.openxmlformats.org/officeDocument/2006/relationships/image" Target="../media/image16.png"/><Relationship Id="rId6" Type="http://schemas.openxmlformats.org/officeDocument/2006/relationships/image" Target="../media/image18.png"/><Relationship Id="rId7" Type="http://schemas.openxmlformats.org/officeDocument/2006/relationships/image" Target="../media/image8.png"/><Relationship Id="rId8"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1" Type="http://schemas.openxmlformats.org/officeDocument/2006/relationships/image" Target="../media/image35.png"/><Relationship Id="rId10" Type="http://schemas.openxmlformats.org/officeDocument/2006/relationships/image" Target="../media/image51.png"/><Relationship Id="rId13" Type="http://schemas.openxmlformats.org/officeDocument/2006/relationships/image" Target="../media/image3.png"/><Relationship Id="rId12" Type="http://schemas.openxmlformats.org/officeDocument/2006/relationships/image" Target="../media/image32.png"/><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7.png"/><Relationship Id="rId4" Type="http://schemas.openxmlformats.org/officeDocument/2006/relationships/image" Target="../media/image38.png"/><Relationship Id="rId9" Type="http://schemas.openxmlformats.org/officeDocument/2006/relationships/image" Target="../media/image12.png"/><Relationship Id="rId5" Type="http://schemas.openxmlformats.org/officeDocument/2006/relationships/image" Target="../media/image45.png"/><Relationship Id="rId6" Type="http://schemas.openxmlformats.org/officeDocument/2006/relationships/image" Target="../media/image20.png"/><Relationship Id="rId7" Type="http://schemas.openxmlformats.org/officeDocument/2006/relationships/image" Target="../media/image26.png"/><Relationship Id="rId8" Type="http://schemas.openxmlformats.org/officeDocument/2006/relationships/image" Target="../media/image3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6"/>
          <p:cNvSpPr txBox="1"/>
          <p:nvPr>
            <p:ph type="title"/>
          </p:nvPr>
        </p:nvSpPr>
        <p:spPr>
          <a:xfrm>
            <a:off x="580529" y="650420"/>
            <a:ext cx="6551791" cy="165099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6000"/>
              <a:t>Network Layer:</a:t>
            </a:r>
            <a:br>
              <a:rPr lang="en-US" sz="6000"/>
            </a:br>
            <a:r>
              <a:rPr lang="en-US" sz="6000"/>
              <a:t>Data Plane</a:t>
            </a:r>
            <a:endParaRPr sz="6000"/>
          </a:p>
        </p:txBody>
      </p:sp>
      <p:sp>
        <p:nvSpPr>
          <p:cNvPr id="35" name="Google Shape;35;p6"/>
          <p:cNvSpPr txBox="1"/>
          <p:nvPr>
            <p:ph idx="2" type="body"/>
          </p:nvPr>
        </p:nvSpPr>
        <p:spPr>
          <a:xfrm>
            <a:off x="504224" y="2335591"/>
            <a:ext cx="8539764" cy="4173132"/>
          </a:xfrm>
          <a:prstGeom prst="rect">
            <a:avLst/>
          </a:prstGeom>
          <a:noFill/>
          <a:ln>
            <a:noFill/>
          </a:ln>
        </p:spPr>
        <p:txBody>
          <a:bodyPr anchorCtr="0" anchor="t" bIns="45700" lIns="91425" spcFirstLastPara="1" rIns="91425" wrap="square" tIns="45700">
            <a:normAutofit fontScale="92500"/>
          </a:bodyPr>
          <a:lstStyle/>
          <a:p>
            <a:pPr indent="-285750" lvl="0" marL="403225" rtl="0" algn="l">
              <a:lnSpc>
                <a:spcPct val="90000"/>
              </a:lnSpc>
              <a:spcBef>
                <a:spcPts val="0"/>
              </a:spcBef>
              <a:spcAft>
                <a:spcPts val="0"/>
              </a:spcAft>
              <a:buClr>
                <a:srgbClr val="BFBFBF"/>
              </a:buClr>
              <a:buSzPct val="100000"/>
              <a:buChar char="▪"/>
            </a:pPr>
            <a:r>
              <a:rPr lang="en-US">
                <a:solidFill>
                  <a:srgbClr val="BFBFBF"/>
                </a:solidFill>
              </a:rPr>
              <a:t>Overview of Network Layer</a:t>
            </a:r>
            <a:r>
              <a:rPr lang="en-US" sz="3600"/>
              <a:t>	 </a:t>
            </a:r>
            <a:endParaRPr/>
          </a:p>
          <a:p>
            <a:pPr indent="-285750" lvl="0" marL="403225" rtl="0" algn="l">
              <a:lnSpc>
                <a:spcPct val="90000"/>
              </a:lnSpc>
              <a:spcBef>
                <a:spcPts val="800"/>
              </a:spcBef>
              <a:spcAft>
                <a:spcPts val="0"/>
              </a:spcAft>
              <a:buClr>
                <a:srgbClr val="BFBFBF"/>
              </a:buClr>
              <a:buSzPct val="100000"/>
              <a:buChar char="▪"/>
            </a:pPr>
            <a:r>
              <a:rPr lang="en-US">
                <a:solidFill>
                  <a:srgbClr val="BFBFBF"/>
                </a:solidFill>
              </a:rPr>
              <a:t>What’s Inside a Router? </a:t>
            </a:r>
            <a:endParaRPr/>
          </a:p>
          <a:p>
            <a:pPr indent="-285750" lvl="0" marL="403225" rtl="0" algn="l">
              <a:lnSpc>
                <a:spcPct val="90000"/>
              </a:lnSpc>
              <a:spcBef>
                <a:spcPts val="800"/>
              </a:spcBef>
              <a:spcAft>
                <a:spcPts val="0"/>
              </a:spcAft>
              <a:buClr>
                <a:srgbClr val="BFBFBF"/>
              </a:buClr>
              <a:buSzPct val="100000"/>
              <a:buChar char="▪"/>
            </a:pPr>
            <a:r>
              <a:rPr lang="en-US">
                <a:solidFill>
                  <a:srgbClr val="BFBFBF"/>
                </a:solidFill>
              </a:rPr>
              <a:t>The Internet Protocol: IPv4, Addressing, NAT IPv6</a:t>
            </a:r>
            <a:endParaRPr/>
          </a:p>
          <a:p>
            <a:pPr indent="-285750" lvl="0" marL="403225" rtl="0" algn="l">
              <a:lnSpc>
                <a:spcPct val="90000"/>
              </a:lnSpc>
              <a:spcBef>
                <a:spcPts val="800"/>
              </a:spcBef>
              <a:spcAft>
                <a:spcPts val="0"/>
              </a:spcAft>
              <a:buClr>
                <a:srgbClr val="BFBFBF"/>
              </a:buClr>
              <a:buSzPct val="100000"/>
              <a:buChar char="▪"/>
            </a:pPr>
            <a:r>
              <a:rPr lang="en-US">
                <a:solidFill>
                  <a:srgbClr val="BFBFBF"/>
                </a:solidFill>
              </a:rPr>
              <a:t>Generalized Forwarding and SDN </a:t>
            </a:r>
            <a:endParaRPr/>
          </a:p>
          <a:p>
            <a:pPr indent="-285750" lvl="0" marL="403225" rtl="0" algn="l">
              <a:lnSpc>
                <a:spcPct val="90000"/>
              </a:lnSpc>
              <a:spcBef>
                <a:spcPts val="800"/>
              </a:spcBef>
              <a:spcAft>
                <a:spcPts val="0"/>
              </a:spcAft>
              <a:buClr>
                <a:srgbClr val="0013A3"/>
              </a:buClr>
              <a:buSzPct val="100000"/>
              <a:buChar char="▪"/>
            </a:pPr>
            <a:r>
              <a:rPr lang="en-US" sz="3600"/>
              <a:t>Middleboxes</a:t>
            </a:r>
            <a:endParaRPr/>
          </a:p>
          <a:p>
            <a:pPr indent="-285750" lvl="1" marL="746125" rtl="0" algn="l">
              <a:lnSpc>
                <a:spcPct val="90000"/>
              </a:lnSpc>
              <a:spcBef>
                <a:spcPts val="800"/>
              </a:spcBef>
              <a:spcAft>
                <a:spcPts val="0"/>
              </a:spcAft>
              <a:buClr>
                <a:srgbClr val="0013A3"/>
              </a:buClr>
              <a:buSzPct val="100000"/>
              <a:buChar char="•"/>
            </a:pPr>
            <a:r>
              <a:rPr lang="en-US" sz="3200"/>
              <a:t>middlebox functions</a:t>
            </a:r>
            <a:endParaRPr/>
          </a:p>
          <a:p>
            <a:pPr indent="-285750" lvl="1" marL="746125" rtl="0" algn="l">
              <a:lnSpc>
                <a:spcPct val="90000"/>
              </a:lnSpc>
              <a:spcBef>
                <a:spcPts val="800"/>
              </a:spcBef>
              <a:spcAft>
                <a:spcPts val="0"/>
              </a:spcAft>
              <a:buClr>
                <a:srgbClr val="0013A3"/>
              </a:buClr>
              <a:buSzPct val="100000"/>
              <a:buChar char="•"/>
            </a:pPr>
            <a:r>
              <a:rPr lang="en-US" sz="3200"/>
              <a:t>evolution, architectural principles of the Internet</a:t>
            </a:r>
            <a:endParaRPr/>
          </a:p>
          <a:p>
            <a:pPr indent="-285750" lvl="0" marL="403225" rtl="0" algn="l">
              <a:lnSpc>
                <a:spcPct val="90000"/>
              </a:lnSpc>
              <a:spcBef>
                <a:spcPts val="800"/>
              </a:spcBef>
              <a:spcAft>
                <a:spcPts val="0"/>
              </a:spcAft>
              <a:buClr>
                <a:srgbClr val="0013A3"/>
              </a:buClr>
              <a:buSzPct val="100000"/>
              <a:buChar char="▪"/>
            </a:pPr>
            <a:r>
              <a:rPr lang="en-US" sz="3000"/>
              <a:t>Summary</a:t>
            </a:r>
            <a:endParaRPr/>
          </a:p>
        </p:txBody>
      </p:sp>
      <p:grpSp>
        <p:nvGrpSpPr>
          <p:cNvPr id="36" name="Google Shape;36;p6"/>
          <p:cNvGrpSpPr/>
          <p:nvPr/>
        </p:nvGrpSpPr>
        <p:grpSpPr>
          <a:xfrm>
            <a:off x="7421880" y="792480"/>
            <a:ext cx="4399280" cy="3866277"/>
            <a:chOff x="7421880" y="792480"/>
            <a:chExt cx="4399280" cy="3866277"/>
          </a:xfrm>
        </p:grpSpPr>
        <p:pic>
          <p:nvPicPr>
            <p:cNvPr descr="University of Massachusetts Amherst - Wikipedia" id="37" name="Google Shape;37;p6"/>
            <p:cNvPicPr preferRelativeResize="0"/>
            <p:nvPr/>
          </p:nvPicPr>
          <p:blipFill rotWithShape="1">
            <a:blip r:embed="rId3">
              <a:alphaModFix/>
            </a:blip>
            <a:srcRect b="0" l="0" r="0" t="0"/>
            <a:stretch/>
          </p:blipFill>
          <p:spPr>
            <a:xfrm>
              <a:off x="10886440" y="2125980"/>
              <a:ext cx="848360" cy="848360"/>
            </a:xfrm>
            <a:prstGeom prst="rect">
              <a:avLst/>
            </a:prstGeom>
            <a:noFill/>
            <a:ln>
              <a:noFill/>
            </a:ln>
          </p:spPr>
        </p:pic>
        <p:sp>
          <p:nvSpPr>
            <p:cNvPr id="38" name="Google Shape;38;p6"/>
            <p:cNvSpPr txBox="1"/>
            <p:nvPr/>
          </p:nvSpPr>
          <p:spPr>
            <a:xfrm>
              <a:off x="7421880" y="792480"/>
              <a:ext cx="4399280" cy="138499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COMPSCI 453 </a:t>
              </a:r>
              <a:r>
                <a:rPr b="0" i="0" lang="en-US" sz="2800" u="none" cap="none" strike="noStrike">
                  <a:solidFill>
                    <a:srgbClr val="0013A3"/>
                  </a:solidFill>
                  <a:latin typeface="Calibri"/>
                  <a:ea typeface="Calibri"/>
                  <a:cs typeface="Calibri"/>
                  <a:sym typeface="Calibri"/>
                </a:rPr>
                <a:t>Computer Networks</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Professor Jim Kurose</a:t>
              </a:r>
              <a:endParaRPr/>
            </a:p>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College of Information and Computer Sciences</a:t>
              </a:r>
              <a:endParaRPr/>
            </a:p>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University of Massachusetts </a:t>
              </a:r>
              <a:endParaRPr/>
            </a:p>
          </p:txBody>
        </p:sp>
        <p:grpSp>
          <p:nvGrpSpPr>
            <p:cNvPr id="39" name="Google Shape;39;p6"/>
            <p:cNvGrpSpPr/>
            <p:nvPr/>
          </p:nvGrpSpPr>
          <p:grpSpPr>
            <a:xfrm>
              <a:off x="7884160" y="3304540"/>
              <a:ext cx="3857707" cy="1354217"/>
              <a:chOff x="7904480" y="4206240"/>
              <a:chExt cx="3857707" cy="1354217"/>
            </a:xfrm>
          </p:grpSpPr>
          <p:pic>
            <p:nvPicPr>
              <p:cNvPr descr="Kurose_CVR_REV2.jpg" id="40" name="Google Shape;40;p6"/>
              <p:cNvPicPr preferRelativeResize="0"/>
              <p:nvPr/>
            </p:nvPicPr>
            <p:blipFill rotWithShape="1">
              <a:blip r:embed="rId4">
                <a:alphaModFix/>
              </a:blip>
              <a:srcRect b="0" l="0" r="0" t="0"/>
              <a:stretch/>
            </p:blipFill>
            <p:spPr>
              <a:xfrm>
                <a:off x="10828020" y="4246880"/>
                <a:ext cx="934167" cy="1224438"/>
              </a:xfrm>
              <a:prstGeom prst="rect">
                <a:avLst/>
              </a:prstGeom>
              <a:noFill/>
              <a:ln>
                <a:noFill/>
              </a:ln>
            </p:spPr>
          </p:pic>
          <p:sp>
            <p:nvSpPr>
              <p:cNvPr id="41" name="Google Shape;41;p6"/>
              <p:cNvSpPr txBox="1"/>
              <p:nvPr/>
            </p:nvSpPr>
            <p:spPr>
              <a:xfrm>
                <a:off x="7904480" y="4206240"/>
                <a:ext cx="2885440" cy="135421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Class textbook: </a:t>
                </a:r>
                <a:endParaRPr/>
              </a:p>
              <a:p>
                <a:pPr indent="0" lvl="0" marL="0" marR="0" rtl="0" algn="r">
                  <a:lnSpc>
                    <a:spcPct val="100000"/>
                  </a:lnSpc>
                  <a:spcBef>
                    <a:spcPts val="0"/>
                  </a:spcBef>
                  <a:spcAft>
                    <a:spcPts val="0"/>
                  </a:spcAft>
                  <a:buClr>
                    <a:srgbClr val="000000"/>
                  </a:buClr>
                  <a:buSzPts val="1600"/>
                  <a:buFont typeface="Calibri"/>
                  <a:buNone/>
                </a:pPr>
                <a:r>
                  <a:rPr b="0" i="1" lang="en-US" sz="1600" u="none" cap="none" strike="noStrike">
                    <a:solidFill>
                      <a:srgbClr val="000000"/>
                    </a:solidFill>
                    <a:latin typeface="Calibri"/>
                    <a:ea typeface="Calibri"/>
                    <a:cs typeface="Calibri"/>
                    <a:sym typeface="Calibri"/>
                  </a:rPr>
                  <a:t>Computer Networking: A Top-Down Approach </a:t>
                </a:r>
                <a:r>
                  <a:rPr b="0" i="1" lang="en-US" sz="1400" u="none" cap="none" strike="noStrike">
                    <a:solidFill>
                      <a:srgbClr val="000000"/>
                    </a:solidFill>
                    <a:latin typeface="Calibri"/>
                    <a:ea typeface="Calibri"/>
                    <a:cs typeface="Calibri"/>
                    <a:sym typeface="Calibri"/>
                  </a:rPr>
                  <a:t>(8</a:t>
                </a:r>
                <a:r>
                  <a:rPr b="0" baseline="30000" i="1" lang="en-US" sz="1400" u="none" cap="none" strike="noStrike">
                    <a:solidFill>
                      <a:srgbClr val="000000"/>
                    </a:solidFill>
                    <a:latin typeface="Calibri"/>
                    <a:ea typeface="Calibri"/>
                    <a:cs typeface="Calibri"/>
                    <a:sym typeface="Calibri"/>
                  </a:rPr>
                  <a:t>th</a:t>
                </a:r>
                <a:r>
                  <a:rPr b="0" i="1" lang="en-US" sz="1400" u="none" cap="none" strike="noStrike">
                    <a:solidFill>
                      <a:srgbClr val="000000"/>
                    </a:solidFill>
                    <a:latin typeface="Calibri"/>
                    <a:ea typeface="Calibri"/>
                    <a:cs typeface="Calibri"/>
                    <a:sym typeface="Calibri"/>
                  </a:rPr>
                  <a:t> ed.)</a:t>
                </a:r>
                <a:endParaRPr b="0" i="1" sz="16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J.F. Kurose, K.W. Ross</a:t>
                </a:r>
                <a:endParaRPr/>
              </a:p>
              <a:p>
                <a:pPr indent="0" lvl="0" marL="0" marR="0" rtl="0" algn="r">
                  <a:lnSpc>
                    <a:spcPct val="100000"/>
                  </a:lnSpc>
                  <a:spcBef>
                    <a:spcPts val="0"/>
                  </a:spcBef>
                  <a:spcAft>
                    <a:spcPts val="0"/>
                  </a:spcAft>
                  <a:buClr>
                    <a:srgbClr val="000000"/>
                  </a:buClr>
                  <a:buSzPts val="1100"/>
                  <a:buFont typeface="Calibri"/>
                  <a:buNone/>
                </a:pPr>
                <a:r>
                  <a:rPr b="0" i="0" lang="en-US" sz="1100" u="none" cap="none" strike="noStrike">
                    <a:solidFill>
                      <a:srgbClr val="000000"/>
                    </a:solidFill>
                    <a:latin typeface="Calibri"/>
                    <a:ea typeface="Calibri"/>
                    <a:cs typeface="Calibri"/>
                    <a:sym typeface="Calibri"/>
                  </a:rPr>
                  <a:t>Pearson, 2020</a:t>
                </a:r>
                <a:endParaRPr/>
              </a:p>
              <a:p>
                <a:pPr indent="0" lvl="0" marL="0" marR="0" rtl="0" algn="r">
                  <a:lnSpc>
                    <a:spcPct val="10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http://gaia.cs.umass.edu/kurose_ross</a:t>
                </a:r>
                <a:endParaRPr b="0" i="0" sz="1100" u="none" cap="none" strike="noStrike">
                  <a:solidFill>
                    <a:srgbClr val="000000"/>
                  </a:solidFill>
                  <a:latin typeface="Calibri"/>
                  <a:ea typeface="Calibri"/>
                  <a:cs typeface="Calibri"/>
                  <a:sym typeface="Calibri"/>
                </a:endParaRPr>
              </a:p>
            </p:txBody>
          </p:sp>
        </p:gr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
                                        </p:tgtEl>
                                        <p:attrNameLst>
                                          <p:attrName>style.visibility</p:attrName>
                                        </p:attrNameLst>
                                      </p:cBhvr>
                                      <p:to>
                                        <p:strVal val="visible"/>
                                      </p:to>
                                    </p:set>
                                    <p:animEffect filter="fade" transition="in">
                                      <p:cBhvr>
                                        <p:cTn dur="500"/>
                                        <p:tgtEl>
                                          <p:spTgt spid="3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5"/>
                                        </p:tgtEl>
                                        <p:attrNameLst>
                                          <p:attrName>style.visibility</p:attrName>
                                        </p:attrNameLst>
                                      </p:cBhvr>
                                      <p:to>
                                        <p:strVal val="visible"/>
                                      </p:to>
                                    </p:set>
                                    <p:animEffect filter="fade" transition="in">
                                      <p:cBhvr>
                                        <p:cTn dur="1000"/>
                                        <p:tgtEl>
                                          <p:spTgt spid="3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6"/>
                                        </p:tgtEl>
                                        <p:attrNameLst>
                                          <p:attrName>style.visibility</p:attrName>
                                        </p:attrNameLst>
                                      </p:cBhvr>
                                      <p:to>
                                        <p:strVal val="visible"/>
                                      </p:to>
                                    </p:set>
                                    <p:animEffect filter="fade" transition="in">
                                      <p:cBhvr>
                                        <p:cTn dur="1000"/>
                                        <p:tgtEl>
                                          <p:spTgt spid="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7"/>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Middleboxes</a:t>
            </a:r>
            <a:endParaRPr/>
          </a:p>
        </p:txBody>
      </p:sp>
      <p:sp>
        <p:nvSpPr>
          <p:cNvPr id="48" name="Google Shape;48;p7"/>
          <p:cNvSpPr txBox="1"/>
          <p:nvPr/>
        </p:nvSpPr>
        <p:spPr>
          <a:xfrm>
            <a:off x="2023441" y="2348120"/>
            <a:ext cx="8563597" cy="23391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“any intermediary box performing functions apart from normal, standard functions of an IP router on the data path between a source host and destination host”</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 name="Google Shape;49;p7"/>
          <p:cNvSpPr/>
          <p:nvPr/>
        </p:nvSpPr>
        <p:spPr>
          <a:xfrm>
            <a:off x="1756329" y="1865864"/>
            <a:ext cx="9187896" cy="2920450"/>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 name="Google Shape;50;p7"/>
          <p:cNvSpPr txBox="1"/>
          <p:nvPr/>
        </p:nvSpPr>
        <p:spPr>
          <a:xfrm>
            <a:off x="2208971" y="1685512"/>
            <a:ext cx="3000437"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Middlebox (RFC  3234)</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Middleboxes everywhere!</a:t>
            </a:r>
            <a:endParaRPr/>
          </a:p>
        </p:txBody>
      </p:sp>
      <p:sp>
        <p:nvSpPr>
          <p:cNvPr id="57" name="Google Shape;57;p8"/>
          <p:cNvSpPr/>
          <p:nvPr/>
        </p:nvSpPr>
        <p:spPr>
          <a:xfrm>
            <a:off x="5738405" y="3238056"/>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 name="Google Shape;58;p8"/>
          <p:cNvSpPr/>
          <p:nvPr/>
        </p:nvSpPr>
        <p:spPr>
          <a:xfrm>
            <a:off x="4037567" y="2012012"/>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9" name="Google Shape;59;p8"/>
          <p:cNvGrpSpPr/>
          <p:nvPr/>
        </p:nvGrpSpPr>
        <p:grpSpPr>
          <a:xfrm>
            <a:off x="3958567" y="3461529"/>
            <a:ext cx="1458912" cy="933450"/>
            <a:chOff x="2889" y="1631"/>
            <a:chExt cx="980" cy="743"/>
          </a:xfrm>
        </p:grpSpPr>
        <p:sp>
          <p:nvSpPr>
            <p:cNvPr id="60" name="Google Shape;60;p8"/>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1" name="Google Shape;61;p8"/>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62" name="Google Shape;62;p8"/>
          <p:cNvSpPr/>
          <p:nvPr/>
        </p:nvSpPr>
        <p:spPr>
          <a:xfrm>
            <a:off x="4465618" y="4855412"/>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 name="Google Shape;63;p8"/>
          <p:cNvSpPr txBox="1"/>
          <p:nvPr/>
        </p:nvSpPr>
        <p:spPr>
          <a:xfrm>
            <a:off x="4060125" y="5952053"/>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64" name="Google Shape;64;p8"/>
          <p:cNvSpPr/>
          <p:nvPr/>
        </p:nvSpPr>
        <p:spPr>
          <a:xfrm>
            <a:off x="6975363" y="3351818"/>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5" name="Google Shape;65;p8"/>
          <p:cNvGrpSpPr/>
          <p:nvPr/>
        </p:nvGrpSpPr>
        <p:grpSpPr>
          <a:xfrm>
            <a:off x="7590917" y="4100328"/>
            <a:ext cx="687393" cy="721548"/>
            <a:chOff x="5203089" y="1751190"/>
            <a:chExt cx="858331" cy="662414"/>
          </a:xfrm>
        </p:grpSpPr>
        <p:sp>
          <p:nvSpPr>
            <p:cNvPr id="66" name="Google Shape;66;p8"/>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 name="Google Shape;67;p8"/>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8" name="Google Shape;68;p8"/>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69" name="Google Shape;69;p8"/>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70" name="Google Shape;70;p8"/>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71" name="Google Shape;71;p8"/>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72" name="Google Shape;72;p8"/>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73" name="Google Shape;73;p8"/>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74" name="Google Shape;74;p8"/>
          <p:cNvGrpSpPr/>
          <p:nvPr/>
        </p:nvGrpSpPr>
        <p:grpSpPr>
          <a:xfrm>
            <a:off x="7524388" y="3366449"/>
            <a:ext cx="594613" cy="648336"/>
            <a:chOff x="5203089" y="1751190"/>
            <a:chExt cx="858331" cy="662414"/>
          </a:xfrm>
        </p:grpSpPr>
        <p:sp>
          <p:nvSpPr>
            <p:cNvPr id="75" name="Google Shape;75;p8"/>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 name="Google Shape;76;p8"/>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7" name="Google Shape;77;p8"/>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8" name="Google Shape;78;p8"/>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79" name="Google Shape;79;p8"/>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80" name="Google Shape;80;p8"/>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81" name="Google Shape;81;p8"/>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82" name="Google Shape;82;p8"/>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83" name="Google Shape;83;p8"/>
          <p:cNvSpPr/>
          <p:nvPr/>
        </p:nvSpPr>
        <p:spPr>
          <a:xfrm>
            <a:off x="6294030" y="1954320"/>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 name="Google Shape;84;p8"/>
          <p:cNvSpPr txBox="1"/>
          <p:nvPr/>
        </p:nvSpPr>
        <p:spPr>
          <a:xfrm>
            <a:off x="6180418" y="2023473"/>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85" name="Google Shape;85;p8"/>
          <p:cNvSpPr/>
          <p:nvPr/>
        </p:nvSpPr>
        <p:spPr>
          <a:xfrm>
            <a:off x="6032285" y="3850186"/>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 name="Google Shape;86;p8"/>
          <p:cNvSpPr txBox="1"/>
          <p:nvPr/>
        </p:nvSpPr>
        <p:spPr>
          <a:xfrm>
            <a:off x="7670984" y="4850215"/>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cxnSp>
        <p:nvCxnSpPr>
          <p:cNvPr id="87" name="Google Shape;87;p8"/>
          <p:cNvCxnSpPr/>
          <p:nvPr/>
        </p:nvCxnSpPr>
        <p:spPr>
          <a:xfrm rot="10800000">
            <a:off x="7313137" y="3752403"/>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88" name="Google Shape;88;p8"/>
          <p:cNvCxnSpPr/>
          <p:nvPr/>
        </p:nvCxnSpPr>
        <p:spPr>
          <a:xfrm rot="10800000">
            <a:off x="7414052" y="3812962"/>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89" name="Google Shape;89;p8"/>
          <p:cNvCxnSpPr/>
          <p:nvPr/>
        </p:nvCxnSpPr>
        <p:spPr>
          <a:xfrm flipH="1" rot="10800000">
            <a:off x="7390114" y="3805699"/>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90" name="Google Shape;90;p8"/>
          <p:cNvCxnSpPr/>
          <p:nvPr/>
        </p:nvCxnSpPr>
        <p:spPr>
          <a:xfrm rot="10800000">
            <a:off x="7323991" y="3767174"/>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91" name="Google Shape;91;p8"/>
          <p:cNvCxnSpPr/>
          <p:nvPr/>
        </p:nvCxnSpPr>
        <p:spPr>
          <a:xfrm rot="10800000">
            <a:off x="7303837" y="4243920"/>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92" name="Google Shape;92;p8"/>
          <p:cNvCxnSpPr/>
          <p:nvPr/>
        </p:nvCxnSpPr>
        <p:spPr>
          <a:xfrm rot="10800000">
            <a:off x="6648412" y="4260020"/>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93" name="Google Shape;93;p8"/>
          <p:cNvCxnSpPr/>
          <p:nvPr/>
        </p:nvCxnSpPr>
        <p:spPr>
          <a:xfrm rot="10800000">
            <a:off x="5972833" y="4260020"/>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94" name="Google Shape;94;p8"/>
          <p:cNvCxnSpPr/>
          <p:nvPr/>
        </p:nvCxnSpPr>
        <p:spPr>
          <a:xfrm flipH="1">
            <a:off x="6030085" y="3679950"/>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95" name="Google Shape;95;p8"/>
          <p:cNvCxnSpPr/>
          <p:nvPr/>
        </p:nvCxnSpPr>
        <p:spPr>
          <a:xfrm>
            <a:off x="6486286" y="3679950"/>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96" name="Google Shape;96;p8"/>
          <p:cNvCxnSpPr/>
          <p:nvPr/>
        </p:nvCxnSpPr>
        <p:spPr>
          <a:xfrm>
            <a:off x="6890885" y="2926970"/>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97" name="Google Shape;97;p8"/>
          <p:cNvCxnSpPr/>
          <p:nvPr/>
        </p:nvCxnSpPr>
        <p:spPr>
          <a:xfrm flipH="1">
            <a:off x="6551936" y="2867291"/>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98" name="Google Shape;98;p8"/>
          <p:cNvGrpSpPr/>
          <p:nvPr/>
        </p:nvGrpSpPr>
        <p:grpSpPr>
          <a:xfrm>
            <a:off x="4610470" y="2299603"/>
            <a:ext cx="3283852" cy="3640284"/>
            <a:chOff x="7881336" y="2104198"/>
            <a:chExt cx="3283852" cy="3640284"/>
          </a:xfrm>
        </p:grpSpPr>
        <p:cxnSp>
          <p:nvCxnSpPr>
            <p:cNvPr id="99" name="Google Shape;99;p8"/>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100" name="Google Shape;100;p8"/>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101" name="Google Shape;101;p8"/>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102" name="Google Shape;102;p8"/>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103" name="Google Shape;103;p8"/>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104" name="Google Shape;104;p8"/>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105" name="Google Shape;105;p8"/>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106" name="Google Shape;106;p8"/>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107" name="Google Shape;107;p8"/>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108" name="Google Shape;108;p8"/>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109" name="Google Shape;109;p8"/>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110" name="Google Shape;110;p8"/>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111" name="Google Shape;111;p8"/>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112" name="Google Shape;112;p8"/>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113" name="Google Shape;113;p8"/>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114" name="Google Shape;114;p8"/>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115" name="Google Shape;115;p8"/>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116" name="Google Shape;116;p8"/>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117" name="Google Shape;117;p8"/>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118" name="Google Shape;118;p8"/>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119" name="Google Shape;119;p8"/>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120" name="Google Shape;120;p8"/>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121" name="Google Shape;121;p8"/>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122" name="Google Shape;122;p8"/>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123" name="Google Shape;123;p8"/>
          <p:cNvPicPr preferRelativeResize="0"/>
          <p:nvPr/>
        </p:nvPicPr>
        <p:blipFill rotWithShape="1">
          <a:blip r:embed="rId3">
            <a:alphaModFix/>
          </a:blip>
          <a:srcRect b="0" l="0" r="0" t="0"/>
          <a:stretch/>
        </p:blipFill>
        <p:spPr>
          <a:xfrm>
            <a:off x="4315455" y="3986208"/>
            <a:ext cx="506412" cy="106009"/>
          </a:xfrm>
          <a:prstGeom prst="rect">
            <a:avLst/>
          </a:prstGeom>
          <a:noFill/>
          <a:ln>
            <a:noFill/>
          </a:ln>
        </p:spPr>
      </p:pic>
      <p:pic>
        <p:nvPicPr>
          <p:cNvPr descr="antenna_radiation_stylized" id="124" name="Google Shape;124;p8"/>
          <p:cNvPicPr preferRelativeResize="0"/>
          <p:nvPr/>
        </p:nvPicPr>
        <p:blipFill rotWithShape="1">
          <a:blip r:embed="rId4">
            <a:alphaModFix/>
          </a:blip>
          <a:srcRect b="0" l="0" r="0" t="0"/>
          <a:stretch/>
        </p:blipFill>
        <p:spPr>
          <a:xfrm>
            <a:off x="5995290" y="5653216"/>
            <a:ext cx="452014" cy="95159"/>
          </a:xfrm>
          <a:prstGeom prst="rect">
            <a:avLst/>
          </a:prstGeom>
          <a:noFill/>
          <a:ln>
            <a:noFill/>
          </a:ln>
        </p:spPr>
      </p:pic>
      <p:cxnSp>
        <p:nvCxnSpPr>
          <p:cNvPr id="125" name="Google Shape;125;p8"/>
          <p:cNvCxnSpPr/>
          <p:nvPr/>
        </p:nvCxnSpPr>
        <p:spPr>
          <a:xfrm>
            <a:off x="5109681" y="2907587"/>
            <a:ext cx="151280" cy="81182"/>
          </a:xfrm>
          <a:prstGeom prst="straightConnector1">
            <a:avLst/>
          </a:prstGeom>
          <a:noFill/>
          <a:ln cap="flat" cmpd="sng" w="9525">
            <a:solidFill>
              <a:schemeClr val="dk1"/>
            </a:solidFill>
            <a:prstDash val="solid"/>
            <a:round/>
            <a:headEnd len="med" w="med" type="none"/>
            <a:tailEnd len="med" w="med" type="none"/>
          </a:ln>
        </p:spPr>
      </p:cxnSp>
      <p:pic>
        <p:nvPicPr>
          <p:cNvPr descr="access_point_stylized_small" id="126" name="Google Shape;126;p8"/>
          <p:cNvPicPr preferRelativeResize="0"/>
          <p:nvPr/>
        </p:nvPicPr>
        <p:blipFill rotWithShape="1">
          <a:blip r:embed="rId5">
            <a:alphaModFix/>
          </a:blip>
          <a:srcRect b="0" l="0" r="0" t="0"/>
          <a:stretch/>
        </p:blipFill>
        <p:spPr>
          <a:xfrm>
            <a:off x="4367099" y="4034177"/>
            <a:ext cx="370169" cy="306751"/>
          </a:xfrm>
          <a:prstGeom prst="rect">
            <a:avLst/>
          </a:prstGeom>
          <a:noFill/>
          <a:ln>
            <a:noFill/>
          </a:ln>
        </p:spPr>
      </p:pic>
      <p:pic>
        <p:nvPicPr>
          <p:cNvPr descr="access_point_stylized_small" id="127" name="Google Shape;127;p8"/>
          <p:cNvPicPr preferRelativeResize="0"/>
          <p:nvPr/>
        </p:nvPicPr>
        <p:blipFill rotWithShape="1">
          <a:blip r:embed="rId5">
            <a:alphaModFix/>
          </a:blip>
          <a:srcRect b="0" l="0" r="0" t="0"/>
          <a:stretch/>
        </p:blipFill>
        <p:spPr>
          <a:xfrm>
            <a:off x="6043827" y="5696510"/>
            <a:ext cx="380935" cy="317464"/>
          </a:xfrm>
          <a:prstGeom prst="rect">
            <a:avLst/>
          </a:prstGeom>
          <a:noFill/>
          <a:ln>
            <a:noFill/>
          </a:ln>
        </p:spPr>
      </p:pic>
      <p:grpSp>
        <p:nvGrpSpPr>
          <p:cNvPr id="128" name="Google Shape;128;p8"/>
          <p:cNvGrpSpPr/>
          <p:nvPr/>
        </p:nvGrpSpPr>
        <p:grpSpPr>
          <a:xfrm>
            <a:off x="6602582" y="5511315"/>
            <a:ext cx="309740" cy="190838"/>
            <a:chOff x="3668110" y="2448910"/>
            <a:chExt cx="3794234" cy="2165130"/>
          </a:xfrm>
        </p:grpSpPr>
        <p:sp>
          <p:nvSpPr>
            <p:cNvPr id="129" name="Google Shape;129;p8"/>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0" name="Google Shape;130;p8"/>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31" name="Google Shape;131;p8"/>
            <p:cNvGrpSpPr/>
            <p:nvPr/>
          </p:nvGrpSpPr>
          <p:grpSpPr>
            <a:xfrm>
              <a:off x="3941378" y="2603243"/>
              <a:ext cx="3202061" cy="1066110"/>
              <a:chOff x="7939341" y="3037317"/>
              <a:chExt cx="897649" cy="353919"/>
            </a:xfrm>
          </p:grpSpPr>
          <p:sp>
            <p:nvSpPr>
              <p:cNvPr id="132" name="Google Shape;132;p8"/>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3" name="Google Shape;133;p8"/>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4" name="Google Shape;134;p8"/>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5" name="Google Shape;135;p8"/>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36" name="Google Shape;136;p8"/>
          <p:cNvGrpSpPr/>
          <p:nvPr/>
        </p:nvGrpSpPr>
        <p:grpSpPr>
          <a:xfrm>
            <a:off x="5429836" y="5139698"/>
            <a:ext cx="393760" cy="218578"/>
            <a:chOff x="7493876" y="2774731"/>
            <a:chExt cx="1481958" cy="894622"/>
          </a:xfrm>
        </p:grpSpPr>
        <p:sp>
          <p:nvSpPr>
            <p:cNvPr id="137" name="Google Shape;137;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38" name="Google Shape;138;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39" name="Google Shape;139;p8"/>
            <p:cNvGrpSpPr/>
            <p:nvPr/>
          </p:nvGrpSpPr>
          <p:grpSpPr>
            <a:xfrm>
              <a:off x="7713663" y="2848339"/>
              <a:ext cx="1042107" cy="425543"/>
              <a:chOff x="7786941" y="2884917"/>
              <a:chExt cx="897649" cy="353919"/>
            </a:xfrm>
          </p:grpSpPr>
          <p:sp>
            <p:nvSpPr>
              <p:cNvPr id="140" name="Google Shape;140;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1" name="Google Shape;141;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2" name="Google Shape;142;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3" name="Google Shape;143;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44" name="Google Shape;144;p8"/>
          <p:cNvGrpSpPr/>
          <p:nvPr/>
        </p:nvGrpSpPr>
        <p:grpSpPr>
          <a:xfrm>
            <a:off x="5064737" y="5366711"/>
            <a:ext cx="309740" cy="190838"/>
            <a:chOff x="3668110" y="2448910"/>
            <a:chExt cx="3794234" cy="2165130"/>
          </a:xfrm>
        </p:grpSpPr>
        <p:sp>
          <p:nvSpPr>
            <p:cNvPr id="145" name="Google Shape;145;p8"/>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6" name="Google Shape;146;p8"/>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47" name="Google Shape;147;p8"/>
            <p:cNvGrpSpPr/>
            <p:nvPr/>
          </p:nvGrpSpPr>
          <p:grpSpPr>
            <a:xfrm>
              <a:off x="3941378" y="2603243"/>
              <a:ext cx="3202061" cy="1066110"/>
              <a:chOff x="7939341" y="3037317"/>
              <a:chExt cx="897649" cy="353919"/>
            </a:xfrm>
          </p:grpSpPr>
          <p:sp>
            <p:nvSpPr>
              <p:cNvPr id="148" name="Google Shape;148;p8"/>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9" name="Google Shape;149;p8"/>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0" name="Google Shape;150;p8"/>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1" name="Google Shape;151;p8"/>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52" name="Google Shape;152;p8"/>
          <p:cNvGrpSpPr/>
          <p:nvPr/>
        </p:nvGrpSpPr>
        <p:grpSpPr>
          <a:xfrm>
            <a:off x="5189619" y="2977737"/>
            <a:ext cx="353678" cy="168275"/>
            <a:chOff x="7493876" y="2774731"/>
            <a:chExt cx="1481958" cy="894622"/>
          </a:xfrm>
        </p:grpSpPr>
        <p:sp>
          <p:nvSpPr>
            <p:cNvPr id="153" name="Google Shape;153;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54" name="Google Shape;154;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55" name="Google Shape;155;p8"/>
            <p:cNvGrpSpPr/>
            <p:nvPr/>
          </p:nvGrpSpPr>
          <p:grpSpPr>
            <a:xfrm>
              <a:off x="7713663" y="2848339"/>
              <a:ext cx="1042107" cy="425543"/>
              <a:chOff x="7786941" y="2884917"/>
              <a:chExt cx="897649" cy="353919"/>
            </a:xfrm>
          </p:grpSpPr>
          <p:sp>
            <p:nvSpPr>
              <p:cNvPr id="156" name="Google Shape;156;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7" name="Google Shape;157;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 name="Google Shape;158;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9" name="Google Shape;159;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60" name="Google Shape;160;p8"/>
          <p:cNvGrpSpPr/>
          <p:nvPr/>
        </p:nvGrpSpPr>
        <p:grpSpPr>
          <a:xfrm>
            <a:off x="7637302" y="3773643"/>
            <a:ext cx="170989" cy="97052"/>
            <a:chOff x="7493876" y="2774731"/>
            <a:chExt cx="1481958" cy="894622"/>
          </a:xfrm>
        </p:grpSpPr>
        <p:sp>
          <p:nvSpPr>
            <p:cNvPr id="161" name="Google Shape;161;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62" name="Google Shape;162;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63" name="Google Shape;163;p8"/>
            <p:cNvGrpSpPr/>
            <p:nvPr/>
          </p:nvGrpSpPr>
          <p:grpSpPr>
            <a:xfrm>
              <a:off x="7713663" y="2848339"/>
              <a:ext cx="1042107" cy="425543"/>
              <a:chOff x="7786941" y="2884917"/>
              <a:chExt cx="897649" cy="353919"/>
            </a:xfrm>
          </p:grpSpPr>
          <p:sp>
            <p:nvSpPr>
              <p:cNvPr id="164" name="Google Shape;164;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5" name="Google Shape;165;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6" name="Google Shape;166;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7" name="Google Shape;167;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68" name="Google Shape;168;p8"/>
          <p:cNvGrpSpPr/>
          <p:nvPr/>
        </p:nvGrpSpPr>
        <p:grpSpPr>
          <a:xfrm>
            <a:off x="7163826" y="3668416"/>
            <a:ext cx="353678" cy="198344"/>
            <a:chOff x="7493876" y="2774731"/>
            <a:chExt cx="1481958" cy="894622"/>
          </a:xfrm>
        </p:grpSpPr>
        <p:sp>
          <p:nvSpPr>
            <p:cNvPr id="169" name="Google Shape;169;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70" name="Google Shape;170;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71" name="Google Shape;171;p8"/>
            <p:cNvGrpSpPr/>
            <p:nvPr/>
          </p:nvGrpSpPr>
          <p:grpSpPr>
            <a:xfrm>
              <a:off x="7713663" y="2848339"/>
              <a:ext cx="1042107" cy="425543"/>
              <a:chOff x="7786941" y="2884917"/>
              <a:chExt cx="897649" cy="353919"/>
            </a:xfrm>
          </p:grpSpPr>
          <p:sp>
            <p:nvSpPr>
              <p:cNvPr id="172" name="Google Shape;172;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3" name="Google Shape;173;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4" name="Google Shape;174;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5" name="Google Shape;175;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76" name="Google Shape;176;p8"/>
          <p:cNvGrpSpPr/>
          <p:nvPr/>
        </p:nvGrpSpPr>
        <p:grpSpPr>
          <a:xfrm>
            <a:off x="6701941" y="2374570"/>
            <a:ext cx="353678" cy="198344"/>
            <a:chOff x="7493876" y="2774731"/>
            <a:chExt cx="1481958" cy="894622"/>
          </a:xfrm>
        </p:grpSpPr>
        <p:sp>
          <p:nvSpPr>
            <p:cNvPr id="177" name="Google Shape;177;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78" name="Google Shape;178;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79" name="Google Shape;179;p8"/>
            <p:cNvGrpSpPr/>
            <p:nvPr/>
          </p:nvGrpSpPr>
          <p:grpSpPr>
            <a:xfrm>
              <a:off x="7713663" y="2848339"/>
              <a:ext cx="1042107" cy="425543"/>
              <a:chOff x="7786941" y="2884917"/>
              <a:chExt cx="897649" cy="353919"/>
            </a:xfrm>
          </p:grpSpPr>
          <p:sp>
            <p:nvSpPr>
              <p:cNvPr id="180" name="Google Shape;180;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1" name="Google Shape;181;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2" name="Google Shape;182;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3" name="Google Shape;183;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84" name="Google Shape;184;p8"/>
          <p:cNvGrpSpPr/>
          <p:nvPr/>
        </p:nvGrpSpPr>
        <p:grpSpPr>
          <a:xfrm>
            <a:off x="7280431" y="2785645"/>
            <a:ext cx="353678" cy="198344"/>
            <a:chOff x="7493876" y="2774731"/>
            <a:chExt cx="1481958" cy="894622"/>
          </a:xfrm>
        </p:grpSpPr>
        <p:sp>
          <p:nvSpPr>
            <p:cNvPr id="185" name="Google Shape;185;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86" name="Google Shape;186;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87" name="Google Shape;187;p8"/>
            <p:cNvGrpSpPr/>
            <p:nvPr/>
          </p:nvGrpSpPr>
          <p:grpSpPr>
            <a:xfrm>
              <a:off x="7713663" y="2848339"/>
              <a:ext cx="1042107" cy="425543"/>
              <a:chOff x="7786941" y="2884917"/>
              <a:chExt cx="897649" cy="353919"/>
            </a:xfrm>
          </p:grpSpPr>
          <p:sp>
            <p:nvSpPr>
              <p:cNvPr id="188" name="Google Shape;188;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9" name="Google Shape;189;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0" name="Google Shape;190;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1" name="Google Shape;191;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92" name="Google Shape;192;p8"/>
          <p:cNvGrpSpPr/>
          <p:nvPr/>
        </p:nvGrpSpPr>
        <p:grpSpPr>
          <a:xfrm>
            <a:off x="7397042" y="2280241"/>
            <a:ext cx="353678" cy="198344"/>
            <a:chOff x="7493876" y="2774731"/>
            <a:chExt cx="1481958" cy="894622"/>
          </a:xfrm>
        </p:grpSpPr>
        <p:sp>
          <p:nvSpPr>
            <p:cNvPr id="193" name="Google Shape;193;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4" name="Google Shape;194;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95" name="Google Shape;195;p8"/>
            <p:cNvGrpSpPr/>
            <p:nvPr/>
          </p:nvGrpSpPr>
          <p:grpSpPr>
            <a:xfrm>
              <a:off x="7713663" y="2848339"/>
              <a:ext cx="1042107" cy="425543"/>
              <a:chOff x="7786941" y="2884917"/>
              <a:chExt cx="897649" cy="353919"/>
            </a:xfrm>
          </p:grpSpPr>
          <p:sp>
            <p:nvSpPr>
              <p:cNvPr id="196" name="Google Shape;196;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7" name="Google Shape;197;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8" name="Google Shape;198;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9" name="Google Shape;199;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00" name="Google Shape;200;p8"/>
          <p:cNvGrpSpPr/>
          <p:nvPr/>
        </p:nvGrpSpPr>
        <p:grpSpPr>
          <a:xfrm>
            <a:off x="6733343" y="2833843"/>
            <a:ext cx="353678" cy="198344"/>
            <a:chOff x="7493876" y="2774731"/>
            <a:chExt cx="1481958" cy="894622"/>
          </a:xfrm>
        </p:grpSpPr>
        <p:sp>
          <p:nvSpPr>
            <p:cNvPr id="201" name="Google Shape;201;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2" name="Google Shape;202;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3" name="Google Shape;203;p8"/>
            <p:cNvGrpSpPr/>
            <p:nvPr/>
          </p:nvGrpSpPr>
          <p:grpSpPr>
            <a:xfrm>
              <a:off x="7713663" y="2848339"/>
              <a:ext cx="1042107" cy="425543"/>
              <a:chOff x="7786941" y="2884917"/>
              <a:chExt cx="897649" cy="353919"/>
            </a:xfrm>
          </p:grpSpPr>
          <p:sp>
            <p:nvSpPr>
              <p:cNvPr id="204" name="Google Shape;204;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5" name="Google Shape;205;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6" name="Google Shape;206;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7" name="Google Shape;207;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08" name="Google Shape;208;p8"/>
          <p:cNvGrpSpPr/>
          <p:nvPr/>
        </p:nvGrpSpPr>
        <p:grpSpPr>
          <a:xfrm>
            <a:off x="6250355" y="3566310"/>
            <a:ext cx="367224" cy="240304"/>
            <a:chOff x="7493876" y="2774731"/>
            <a:chExt cx="1481958" cy="894622"/>
          </a:xfrm>
        </p:grpSpPr>
        <p:sp>
          <p:nvSpPr>
            <p:cNvPr id="209" name="Google Shape;209;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10" name="Google Shape;210;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11" name="Google Shape;211;p8"/>
            <p:cNvGrpSpPr/>
            <p:nvPr/>
          </p:nvGrpSpPr>
          <p:grpSpPr>
            <a:xfrm>
              <a:off x="7713663" y="2848339"/>
              <a:ext cx="1042107" cy="425543"/>
              <a:chOff x="7786941" y="2884917"/>
              <a:chExt cx="897649" cy="353919"/>
            </a:xfrm>
          </p:grpSpPr>
          <p:sp>
            <p:nvSpPr>
              <p:cNvPr id="212" name="Google Shape;212;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3" name="Google Shape;213;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4" name="Google Shape;214;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5" name="Google Shape;215;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16" name="Google Shape;216;p8"/>
          <p:cNvGrpSpPr/>
          <p:nvPr/>
        </p:nvGrpSpPr>
        <p:grpSpPr>
          <a:xfrm>
            <a:off x="7128476" y="4164603"/>
            <a:ext cx="353678" cy="198344"/>
            <a:chOff x="7493876" y="2774731"/>
            <a:chExt cx="1481958" cy="894622"/>
          </a:xfrm>
        </p:grpSpPr>
        <p:sp>
          <p:nvSpPr>
            <p:cNvPr id="217" name="Google Shape;217;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18" name="Google Shape;218;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19" name="Google Shape;219;p8"/>
            <p:cNvGrpSpPr/>
            <p:nvPr/>
          </p:nvGrpSpPr>
          <p:grpSpPr>
            <a:xfrm>
              <a:off x="7713663" y="2848339"/>
              <a:ext cx="1042107" cy="425543"/>
              <a:chOff x="7786941" y="2884917"/>
              <a:chExt cx="897649" cy="353919"/>
            </a:xfrm>
          </p:grpSpPr>
          <p:sp>
            <p:nvSpPr>
              <p:cNvPr id="220" name="Google Shape;220;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1" name="Google Shape;221;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2" name="Google Shape;222;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3" name="Google Shape;223;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24" name="Google Shape;224;p8"/>
          <p:cNvGrpSpPr/>
          <p:nvPr/>
        </p:nvGrpSpPr>
        <p:grpSpPr>
          <a:xfrm>
            <a:off x="7679199" y="4541403"/>
            <a:ext cx="228295" cy="120400"/>
            <a:chOff x="7493876" y="2774731"/>
            <a:chExt cx="1481958" cy="894622"/>
          </a:xfrm>
        </p:grpSpPr>
        <p:sp>
          <p:nvSpPr>
            <p:cNvPr id="225" name="Google Shape;225;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26" name="Google Shape;226;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27" name="Google Shape;227;p8"/>
            <p:cNvGrpSpPr/>
            <p:nvPr/>
          </p:nvGrpSpPr>
          <p:grpSpPr>
            <a:xfrm>
              <a:off x="7713663" y="2848339"/>
              <a:ext cx="1042107" cy="425543"/>
              <a:chOff x="7786941" y="2884917"/>
              <a:chExt cx="897649" cy="353919"/>
            </a:xfrm>
          </p:grpSpPr>
          <p:sp>
            <p:nvSpPr>
              <p:cNvPr id="228" name="Google Shape;228;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9" name="Google Shape;229;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0" name="Google Shape;230;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1" name="Google Shape;231;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32" name="Google Shape;232;p8"/>
          <p:cNvGrpSpPr/>
          <p:nvPr/>
        </p:nvGrpSpPr>
        <p:grpSpPr>
          <a:xfrm>
            <a:off x="4452729" y="2531165"/>
            <a:ext cx="363739" cy="310210"/>
            <a:chOff x="7432700" y="2327293"/>
            <a:chExt cx="534987" cy="414882"/>
          </a:xfrm>
        </p:grpSpPr>
        <p:pic>
          <p:nvPicPr>
            <p:cNvPr descr="antenna_stylized" id="233" name="Google Shape;233;p8"/>
            <p:cNvPicPr preferRelativeResize="0"/>
            <p:nvPr/>
          </p:nvPicPr>
          <p:blipFill rotWithShape="1">
            <a:blip r:embed="rId6">
              <a:alphaModFix/>
            </a:blip>
            <a:srcRect b="0" l="0" r="0" t="0"/>
            <a:stretch/>
          </p:blipFill>
          <p:spPr>
            <a:xfrm>
              <a:off x="7432700" y="2327293"/>
              <a:ext cx="530702" cy="223756"/>
            </a:xfrm>
            <a:prstGeom prst="rect">
              <a:avLst/>
            </a:prstGeom>
            <a:noFill/>
            <a:ln>
              <a:noFill/>
            </a:ln>
          </p:spPr>
        </p:pic>
        <p:pic>
          <p:nvPicPr>
            <p:cNvPr descr="laptop_keyboard" id="234" name="Google Shape;234;p8"/>
            <p:cNvPicPr preferRelativeResize="0"/>
            <p:nvPr/>
          </p:nvPicPr>
          <p:blipFill rotWithShape="1">
            <a:blip r:embed="rId7">
              <a:alphaModFix/>
            </a:blip>
            <a:srcRect b="0" l="0" r="0" t="0"/>
            <a:stretch/>
          </p:blipFill>
          <p:spPr>
            <a:xfrm flipH="1" rot="109064">
              <a:off x="7458407" y="2575770"/>
              <a:ext cx="437221" cy="159511"/>
            </a:xfrm>
            <a:prstGeom prst="rect">
              <a:avLst/>
            </a:prstGeom>
            <a:noFill/>
            <a:ln>
              <a:noFill/>
            </a:ln>
          </p:spPr>
        </p:pic>
        <p:sp>
          <p:nvSpPr>
            <p:cNvPr id="235" name="Google Shape;235;p8"/>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236" name="Google Shape;236;p8"/>
            <p:cNvPicPr preferRelativeResize="0"/>
            <p:nvPr/>
          </p:nvPicPr>
          <p:blipFill rotWithShape="1">
            <a:blip r:embed="rId8">
              <a:alphaModFix/>
            </a:blip>
            <a:srcRect b="0" l="0" r="0" t="0"/>
            <a:stretch/>
          </p:blipFill>
          <p:spPr>
            <a:xfrm>
              <a:off x="7620637" y="2426338"/>
              <a:ext cx="319785" cy="189429"/>
            </a:xfrm>
            <a:prstGeom prst="rect">
              <a:avLst/>
            </a:prstGeom>
            <a:noFill/>
            <a:ln>
              <a:noFill/>
            </a:ln>
          </p:spPr>
        </p:pic>
        <p:sp>
          <p:nvSpPr>
            <p:cNvPr id="237" name="Google Shape;237;p8"/>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38" name="Google Shape;238;p8"/>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39" name="Google Shape;239;p8"/>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40" name="Google Shape;240;p8"/>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41" name="Google Shape;241;p8"/>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42" name="Google Shape;242;p8"/>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43" name="Google Shape;243;p8"/>
            <p:cNvGrpSpPr/>
            <p:nvPr/>
          </p:nvGrpSpPr>
          <p:grpSpPr>
            <a:xfrm>
              <a:off x="7594735" y="2642220"/>
              <a:ext cx="98740" cy="36846"/>
              <a:chOff x="1740" y="2642"/>
              <a:chExt cx="752" cy="327"/>
            </a:xfrm>
          </p:grpSpPr>
          <p:sp>
            <p:nvSpPr>
              <p:cNvPr id="244" name="Google Shape;244;p8"/>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45" name="Google Shape;245;p8"/>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46" name="Google Shape;246;p8"/>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47" name="Google Shape;247;p8"/>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48" name="Google Shape;248;p8"/>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49" name="Google Shape;249;p8"/>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50" name="Google Shape;250;p8"/>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1" name="Google Shape;251;p8"/>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2" name="Google Shape;252;p8"/>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3" name="Google Shape;253;p8"/>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4" name="Google Shape;254;p8"/>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5" name="Google Shape;255;p8"/>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56" name="Google Shape;256;p8"/>
          <p:cNvGrpSpPr/>
          <p:nvPr/>
        </p:nvGrpSpPr>
        <p:grpSpPr>
          <a:xfrm>
            <a:off x="4823792" y="2160105"/>
            <a:ext cx="711560" cy="179030"/>
            <a:chOff x="8493165" y="2029804"/>
            <a:chExt cx="849312" cy="226109"/>
          </a:xfrm>
        </p:grpSpPr>
        <p:pic>
          <p:nvPicPr>
            <p:cNvPr descr="car_icon_small" id="257" name="Google Shape;257;p8"/>
            <p:cNvPicPr preferRelativeResize="0"/>
            <p:nvPr/>
          </p:nvPicPr>
          <p:blipFill rotWithShape="1">
            <a:blip r:embed="rId9">
              <a:alphaModFix/>
            </a:blip>
            <a:srcRect b="0" l="0" r="0" t="0"/>
            <a:stretch/>
          </p:blipFill>
          <p:spPr>
            <a:xfrm>
              <a:off x="8493165" y="2087638"/>
              <a:ext cx="849312" cy="168275"/>
            </a:xfrm>
            <a:prstGeom prst="rect">
              <a:avLst/>
            </a:prstGeom>
            <a:noFill/>
            <a:ln>
              <a:noFill/>
            </a:ln>
          </p:spPr>
        </p:pic>
        <p:pic>
          <p:nvPicPr>
            <p:cNvPr descr="antenna_stylized" id="258" name="Google Shape;258;p8"/>
            <p:cNvPicPr preferRelativeResize="0"/>
            <p:nvPr/>
          </p:nvPicPr>
          <p:blipFill rotWithShape="1">
            <a:blip r:embed="rId6">
              <a:alphaModFix/>
            </a:blip>
            <a:srcRect b="0" l="0" r="0" t="0"/>
            <a:stretch/>
          </p:blipFill>
          <p:spPr>
            <a:xfrm>
              <a:off x="8704645" y="2029804"/>
              <a:ext cx="530702" cy="223756"/>
            </a:xfrm>
            <a:prstGeom prst="rect">
              <a:avLst/>
            </a:prstGeom>
            <a:noFill/>
            <a:ln>
              <a:noFill/>
            </a:ln>
          </p:spPr>
        </p:pic>
      </p:grpSp>
      <p:grpSp>
        <p:nvGrpSpPr>
          <p:cNvPr id="259" name="Google Shape;259;p8"/>
          <p:cNvGrpSpPr/>
          <p:nvPr/>
        </p:nvGrpSpPr>
        <p:grpSpPr>
          <a:xfrm>
            <a:off x="4246735" y="3497702"/>
            <a:ext cx="857739" cy="583764"/>
            <a:chOff x="7487144" y="3296104"/>
            <a:chExt cx="857739" cy="583764"/>
          </a:xfrm>
        </p:grpSpPr>
        <p:grpSp>
          <p:nvGrpSpPr>
            <p:cNvPr id="260" name="Google Shape;260;p8"/>
            <p:cNvGrpSpPr/>
            <p:nvPr/>
          </p:nvGrpSpPr>
          <p:grpSpPr>
            <a:xfrm>
              <a:off x="7487144" y="3389820"/>
              <a:ext cx="350807" cy="310034"/>
              <a:chOff x="7487144" y="3389820"/>
              <a:chExt cx="350807" cy="310034"/>
            </a:xfrm>
          </p:grpSpPr>
          <p:pic>
            <p:nvPicPr>
              <p:cNvPr descr="antenna_stylized" id="261" name="Google Shape;261;p8"/>
              <p:cNvPicPr preferRelativeResize="0"/>
              <p:nvPr/>
            </p:nvPicPr>
            <p:blipFill rotWithShape="1">
              <a:blip r:embed="rId10">
                <a:alphaModFix/>
              </a:blip>
              <a:srcRect b="0" l="0" r="0" t="0"/>
              <a:stretch/>
            </p:blipFill>
            <p:spPr>
              <a:xfrm>
                <a:off x="7487144" y="3389820"/>
                <a:ext cx="347997" cy="167557"/>
              </a:xfrm>
              <a:prstGeom prst="rect">
                <a:avLst/>
              </a:prstGeom>
              <a:noFill/>
              <a:ln>
                <a:noFill/>
              </a:ln>
            </p:spPr>
          </p:pic>
          <p:pic>
            <p:nvPicPr>
              <p:cNvPr descr="laptop_keyboard" id="262" name="Google Shape;262;p8"/>
              <p:cNvPicPr preferRelativeResize="0"/>
              <p:nvPr/>
            </p:nvPicPr>
            <p:blipFill rotWithShape="1">
              <a:blip r:embed="rId11">
                <a:alphaModFix/>
              </a:blip>
              <a:srcRect b="0" l="0" r="0" t="0"/>
              <a:stretch/>
            </p:blipFill>
            <p:spPr>
              <a:xfrm flipH="1" rot="109064">
                <a:off x="7504001" y="3575889"/>
                <a:ext cx="286699" cy="119448"/>
              </a:xfrm>
              <a:prstGeom prst="rect">
                <a:avLst/>
              </a:prstGeom>
              <a:noFill/>
              <a:ln>
                <a:noFill/>
              </a:ln>
            </p:spPr>
          </p:pic>
          <p:sp>
            <p:nvSpPr>
              <p:cNvPr id="263" name="Google Shape;263;p8"/>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264" name="Google Shape;264;p8"/>
              <p:cNvPicPr preferRelativeResize="0"/>
              <p:nvPr/>
            </p:nvPicPr>
            <p:blipFill rotWithShape="1">
              <a:blip r:embed="rId12">
                <a:alphaModFix/>
              </a:blip>
              <a:srcRect b="0" l="0" r="0" t="0"/>
              <a:stretch/>
            </p:blipFill>
            <p:spPr>
              <a:xfrm>
                <a:off x="7610380" y="3463988"/>
                <a:ext cx="209692" cy="141851"/>
              </a:xfrm>
              <a:prstGeom prst="rect">
                <a:avLst/>
              </a:prstGeom>
              <a:noFill/>
              <a:ln>
                <a:noFill/>
              </a:ln>
            </p:spPr>
          </p:pic>
          <p:sp>
            <p:nvSpPr>
              <p:cNvPr id="265" name="Google Shape;265;p8"/>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6" name="Google Shape;266;p8"/>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7" name="Google Shape;267;p8"/>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8" name="Google Shape;268;p8"/>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9" name="Google Shape;269;p8"/>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0" name="Google Shape;270;p8"/>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71" name="Google Shape;271;p8"/>
              <p:cNvGrpSpPr/>
              <p:nvPr/>
            </p:nvGrpSpPr>
            <p:grpSpPr>
              <a:xfrm>
                <a:off x="7593395" y="3625649"/>
                <a:ext cx="64747" cy="27592"/>
                <a:chOff x="1740" y="2642"/>
                <a:chExt cx="752" cy="327"/>
              </a:xfrm>
            </p:grpSpPr>
            <p:sp>
              <p:nvSpPr>
                <p:cNvPr id="272" name="Google Shape;272;p8"/>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3" name="Google Shape;273;p8"/>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4" name="Google Shape;274;p8"/>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5" name="Google Shape;275;p8"/>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6" name="Google Shape;276;p8"/>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7" name="Google Shape;277;p8"/>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78" name="Google Shape;278;p8"/>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9" name="Google Shape;279;p8"/>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0" name="Google Shape;280;p8"/>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1" name="Google Shape;281;p8"/>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2" name="Google Shape;282;p8"/>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3" name="Google Shape;283;p8"/>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84" name="Google Shape;284;p8"/>
            <p:cNvGrpSpPr/>
            <p:nvPr/>
          </p:nvGrpSpPr>
          <p:grpSpPr>
            <a:xfrm flipH="1">
              <a:off x="7985622" y="3537823"/>
              <a:ext cx="359261" cy="342045"/>
              <a:chOff x="2839" y="3501"/>
              <a:chExt cx="755" cy="803"/>
            </a:xfrm>
          </p:grpSpPr>
          <p:pic>
            <p:nvPicPr>
              <p:cNvPr descr="desktop_computer_stylized_medium" id="285" name="Google Shape;285;p8"/>
              <p:cNvPicPr preferRelativeResize="0"/>
              <p:nvPr/>
            </p:nvPicPr>
            <p:blipFill rotWithShape="1">
              <a:blip r:embed="rId13">
                <a:alphaModFix/>
              </a:blip>
              <a:srcRect b="0" l="0" r="0" t="0"/>
              <a:stretch/>
            </p:blipFill>
            <p:spPr>
              <a:xfrm>
                <a:off x="2839" y="3501"/>
                <a:ext cx="755" cy="803"/>
              </a:xfrm>
              <a:prstGeom prst="rect">
                <a:avLst/>
              </a:prstGeom>
              <a:noFill/>
              <a:ln>
                <a:noFill/>
              </a:ln>
            </p:spPr>
          </p:pic>
          <p:sp>
            <p:nvSpPr>
              <p:cNvPr id="286" name="Google Shape;286;p8"/>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87" name="Google Shape;287;p8"/>
            <p:cNvGrpSpPr/>
            <p:nvPr/>
          </p:nvGrpSpPr>
          <p:grpSpPr>
            <a:xfrm>
              <a:off x="7797061" y="3296104"/>
              <a:ext cx="347997" cy="396620"/>
              <a:chOff x="7797061" y="3296104"/>
              <a:chExt cx="347997" cy="396620"/>
            </a:xfrm>
          </p:grpSpPr>
          <p:pic>
            <p:nvPicPr>
              <p:cNvPr descr="fridge2.png" id="288" name="Google Shape;288;p8"/>
              <p:cNvPicPr preferRelativeResize="0"/>
              <p:nvPr/>
            </p:nvPicPr>
            <p:blipFill rotWithShape="1">
              <a:blip r:embed="rId14">
                <a:alphaModFix/>
              </a:blip>
              <a:srcRect b="0" l="0" r="0" t="0"/>
              <a:stretch/>
            </p:blipFill>
            <p:spPr>
              <a:xfrm>
                <a:off x="7896825" y="3355697"/>
                <a:ext cx="189578" cy="337027"/>
              </a:xfrm>
              <a:prstGeom prst="rect">
                <a:avLst/>
              </a:prstGeom>
              <a:noFill/>
              <a:ln>
                <a:noFill/>
              </a:ln>
            </p:spPr>
          </p:pic>
          <p:pic>
            <p:nvPicPr>
              <p:cNvPr descr="antenna_stylized" id="289" name="Google Shape;289;p8"/>
              <p:cNvPicPr preferRelativeResize="0"/>
              <p:nvPr/>
            </p:nvPicPr>
            <p:blipFill rotWithShape="1">
              <a:blip r:embed="rId10">
                <a:alphaModFix/>
              </a:blip>
              <a:srcRect b="0" l="0" r="0" t="0"/>
              <a:stretch/>
            </p:blipFill>
            <p:spPr>
              <a:xfrm>
                <a:off x="7797061" y="3296104"/>
                <a:ext cx="347997" cy="167557"/>
              </a:xfrm>
              <a:prstGeom prst="rect">
                <a:avLst/>
              </a:prstGeom>
              <a:noFill/>
              <a:ln>
                <a:noFill/>
              </a:ln>
            </p:spPr>
          </p:pic>
        </p:grpSp>
      </p:grpSp>
      <p:grpSp>
        <p:nvGrpSpPr>
          <p:cNvPr id="290" name="Google Shape;290;p8"/>
          <p:cNvGrpSpPr/>
          <p:nvPr/>
        </p:nvGrpSpPr>
        <p:grpSpPr>
          <a:xfrm>
            <a:off x="7818164" y="3600763"/>
            <a:ext cx="518448" cy="1212242"/>
            <a:chOff x="11058573" y="3399165"/>
            <a:chExt cx="518448" cy="1212242"/>
          </a:xfrm>
        </p:grpSpPr>
        <p:grpSp>
          <p:nvGrpSpPr>
            <p:cNvPr id="291" name="Google Shape;291;p8"/>
            <p:cNvGrpSpPr/>
            <p:nvPr/>
          </p:nvGrpSpPr>
          <p:grpSpPr>
            <a:xfrm>
              <a:off x="11087182" y="4159591"/>
              <a:ext cx="489839" cy="451816"/>
              <a:chOff x="5103720" y="2693365"/>
              <a:chExt cx="611650" cy="414788"/>
            </a:xfrm>
          </p:grpSpPr>
          <p:cxnSp>
            <p:nvCxnSpPr>
              <p:cNvPr id="292" name="Google Shape;292;p8"/>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293" name="Google Shape;293;p8"/>
              <p:cNvGrpSpPr/>
              <p:nvPr/>
            </p:nvGrpSpPr>
            <p:grpSpPr>
              <a:xfrm>
                <a:off x="5275406" y="2693365"/>
                <a:ext cx="439964" cy="414788"/>
                <a:chOff x="5275406" y="2711455"/>
                <a:chExt cx="452949" cy="405518"/>
              </a:xfrm>
            </p:grpSpPr>
            <p:pic>
              <p:nvPicPr>
                <p:cNvPr descr="server_rack.png" id="294" name="Google Shape;294;p8"/>
                <p:cNvPicPr preferRelativeResize="0"/>
                <p:nvPr/>
              </p:nvPicPr>
              <p:blipFill rotWithShape="1">
                <a:blip r:embed="rId15">
                  <a:alphaModFix/>
                </a:blip>
                <a:srcRect b="0" l="0" r="0" t="0"/>
                <a:stretch/>
              </p:blipFill>
              <p:spPr>
                <a:xfrm>
                  <a:off x="5537367" y="2770786"/>
                  <a:ext cx="190988" cy="313366"/>
                </a:xfrm>
                <a:prstGeom prst="rect">
                  <a:avLst/>
                </a:prstGeom>
                <a:noFill/>
                <a:ln>
                  <a:noFill/>
                </a:ln>
              </p:spPr>
            </p:pic>
            <p:pic>
              <p:nvPicPr>
                <p:cNvPr descr="server_rack.png" id="295" name="Google Shape;295;p8"/>
                <p:cNvPicPr preferRelativeResize="0"/>
                <p:nvPr/>
              </p:nvPicPr>
              <p:blipFill rotWithShape="1">
                <a:blip r:embed="rId15">
                  <a:alphaModFix/>
                </a:blip>
                <a:srcRect b="0" l="0" r="0" t="0"/>
                <a:stretch/>
              </p:blipFill>
              <p:spPr>
                <a:xfrm>
                  <a:off x="5275406" y="2764002"/>
                  <a:ext cx="190988" cy="313366"/>
                </a:xfrm>
                <a:prstGeom prst="rect">
                  <a:avLst/>
                </a:prstGeom>
                <a:noFill/>
                <a:ln>
                  <a:noFill/>
                </a:ln>
              </p:spPr>
            </p:pic>
            <p:pic>
              <p:nvPicPr>
                <p:cNvPr descr="server_rack.png" id="296" name="Google Shape;296;p8"/>
                <p:cNvPicPr preferRelativeResize="0"/>
                <p:nvPr/>
              </p:nvPicPr>
              <p:blipFill rotWithShape="1">
                <a:blip r:embed="rId15">
                  <a:alphaModFix/>
                </a:blip>
                <a:srcRect b="0" l="0" r="0" t="0"/>
                <a:stretch/>
              </p:blipFill>
              <p:spPr>
                <a:xfrm>
                  <a:off x="5385676" y="2711455"/>
                  <a:ext cx="247152" cy="405518"/>
                </a:xfrm>
                <a:prstGeom prst="rect">
                  <a:avLst/>
                </a:prstGeom>
                <a:noFill/>
                <a:ln>
                  <a:noFill/>
                </a:ln>
              </p:spPr>
            </p:pic>
          </p:grpSp>
        </p:grpSp>
        <p:grpSp>
          <p:nvGrpSpPr>
            <p:cNvPr id="297" name="Google Shape;297;p8"/>
            <p:cNvGrpSpPr/>
            <p:nvPr/>
          </p:nvGrpSpPr>
          <p:grpSpPr>
            <a:xfrm>
              <a:off x="11058573" y="3399165"/>
              <a:ext cx="423724" cy="405973"/>
              <a:chOff x="5103720" y="2693365"/>
              <a:chExt cx="611650" cy="414788"/>
            </a:xfrm>
          </p:grpSpPr>
          <p:cxnSp>
            <p:nvCxnSpPr>
              <p:cNvPr id="298" name="Google Shape;298;p8"/>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299" name="Google Shape;299;p8"/>
              <p:cNvGrpSpPr/>
              <p:nvPr/>
            </p:nvGrpSpPr>
            <p:grpSpPr>
              <a:xfrm>
                <a:off x="5275406" y="2693365"/>
                <a:ext cx="439964" cy="414788"/>
                <a:chOff x="5275406" y="2711455"/>
                <a:chExt cx="452949" cy="405518"/>
              </a:xfrm>
            </p:grpSpPr>
            <p:pic>
              <p:nvPicPr>
                <p:cNvPr descr="server_rack.png" id="300" name="Google Shape;300;p8"/>
                <p:cNvPicPr preferRelativeResize="0"/>
                <p:nvPr/>
              </p:nvPicPr>
              <p:blipFill rotWithShape="1">
                <a:blip r:embed="rId15">
                  <a:alphaModFix/>
                </a:blip>
                <a:srcRect b="0" l="0" r="0" t="0"/>
                <a:stretch/>
              </p:blipFill>
              <p:spPr>
                <a:xfrm>
                  <a:off x="5537367" y="2770786"/>
                  <a:ext cx="190988" cy="313366"/>
                </a:xfrm>
                <a:prstGeom prst="rect">
                  <a:avLst/>
                </a:prstGeom>
                <a:noFill/>
                <a:ln>
                  <a:noFill/>
                </a:ln>
              </p:spPr>
            </p:pic>
            <p:pic>
              <p:nvPicPr>
                <p:cNvPr descr="server_rack.png" id="301" name="Google Shape;301;p8"/>
                <p:cNvPicPr preferRelativeResize="0"/>
                <p:nvPr/>
              </p:nvPicPr>
              <p:blipFill rotWithShape="1">
                <a:blip r:embed="rId15">
                  <a:alphaModFix/>
                </a:blip>
                <a:srcRect b="0" l="0" r="0" t="0"/>
                <a:stretch/>
              </p:blipFill>
              <p:spPr>
                <a:xfrm>
                  <a:off x="5275406" y="2764002"/>
                  <a:ext cx="190988" cy="313366"/>
                </a:xfrm>
                <a:prstGeom prst="rect">
                  <a:avLst/>
                </a:prstGeom>
                <a:noFill/>
                <a:ln>
                  <a:noFill/>
                </a:ln>
              </p:spPr>
            </p:pic>
            <p:pic>
              <p:nvPicPr>
                <p:cNvPr descr="server_rack.png" id="302" name="Google Shape;302;p8"/>
                <p:cNvPicPr preferRelativeResize="0"/>
                <p:nvPr/>
              </p:nvPicPr>
              <p:blipFill rotWithShape="1">
                <a:blip r:embed="rId15">
                  <a:alphaModFix/>
                </a:blip>
                <a:srcRect b="0" l="0" r="0" t="0"/>
                <a:stretch/>
              </p:blipFill>
              <p:spPr>
                <a:xfrm>
                  <a:off x="5385676" y="2711455"/>
                  <a:ext cx="247152" cy="405518"/>
                </a:xfrm>
                <a:prstGeom prst="rect">
                  <a:avLst/>
                </a:prstGeom>
                <a:noFill/>
                <a:ln>
                  <a:noFill/>
                </a:ln>
              </p:spPr>
            </p:pic>
          </p:grpSp>
        </p:grpSp>
      </p:grpSp>
      <p:grpSp>
        <p:nvGrpSpPr>
          <p:cNvPr id="303" name="Google Shape;303;p8"/>
          <p:cNvGrpSpPr/>
          <p:nvPr/>
        </p:nvGrpSpPr>
        <p:grpSpPr>
          <a:xfrm flipH="1">
            <a:off x="4734072" y="5072439"/>
            <a:ext cx="345630" cy="320302"/>
            <a:chOff x="2839" y="3501"/>
            <a:chExt cx="755" cy="803"/>
          </a:xfrm>
        </p:grpSpPr>
        <p:pic>
          <p:nvPicPr>
            <p:cNvPr descr="desktop_computer_stylized_medium" id="304" name="Google Shape;304;p8"/>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305" name="Google Shape;305;p8"/>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06" name="Google Shape;306;p8"/>
          <p:cNvGrpSpPr/>
          <p:nvPr/>
        </p:nvGrpSpPr>
        <p:grpSpPr>
          <a:xfrm>
            <a:off x="5954898" y="6025087"/>
            <a:ext cx="310186" cy="312008"/>
            <a:chOff x="877" y="1008"/>
            <a:chExt cx="2747" cy="2626"/>
          </a:xfrm>
        </p:grpSpPr>
        <p:pic>
          <p:nvPicPr>
            <p:cNvPr descr="antenna_stylized" id="307" name="Google Shape;307;p8"/>
            <p:cNvPicPr preferRelativeResize="0"/>
            <p:nvPr/>
          </p:nvPicPr>
          <p:blipFill rotWithShape="1">
            <a:blip r:embed="rId17">
              <a:alphaModFix/>
            </a:blip>
            <a:srcRect b="0" l="0" r="0" t="0"/>
            <a:stretch/>
          </p:blipFill>
          <p:spPr>
            <a:xfrm>
              <a:off x="877" y="1008"/>
              <a:ext cx="2725" cy="1421"/>
            </a:xfrm>
            <a:prstGeom prst="rect">
              <a:avLst/>
            </a:prstGeom>
            <a:noFill/>
            <a:ln>
              <a:noFill/>
            </a:ln>
          </p:spPr>
        </p:pic>
        <p:pic>
          <p:nvPicPr>
            <p:cNvPr descr="laptop_keyboard" id="308" name="Google Shape;308;p8"/>
            <p:cNvPicPr preferRelativeResize="0"/>
            <p:nvPr/>
          </p:nvPicPr>
          <p:blipFill rotWithShape="1">
            <a:blip r:embed="rId18">
              <a:alphaModFix/>
            </a:blip>
            <a:srcRect b="0" l="0" r="0" t="0"/>
            <a:stretch/>
          </p:blipFill>
          <p:spPr>
            <a:xfrm flipH="1" rot="109064">
              <a:off x="1009" y="2586"/>
              <a:ext cx="2245" cy="1013"/>
            </a:xfrm>
            <a:prstGeom prst="rect">
              <a:avLst/>
            </a:prstGeom>
            <a:noFill/>
            <a:ln>
              <a:noFill/>
            </a:ln>
          </p:spPr>
        </p:pic>
        <p:sp>
          <p:nvSpPr>
            <p:cNvPr id="309" name="Google Shape;309;p8"/>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10" name="Google Shape;310;p8"/>
            <p:cNvPicPr preferRelativeResize="0"/>
            <p:nvPr/>
          </p:nvPicPr>
          <p:blipFill rotWithShape="1">
            <a:blip r:embed="rId19">
              <a:alphaModFix/>
            </a:blip>
            <a:srcRect b="0" l="0" r="0" t="0"/>
            <a:stretch/>
          </p:blipFill>
          <p:spPr>
            <a:xfrm>
              <a:off x="1842" y="1637"/>
              <a:ext cx="1642" cy="1203"/>
            </a:xfrm>
            <a:prstGeom prst="rect">
              <a:avLst/>
            </a:prstGeom>
            <a:noFill/>
            <a:ln>
              <a:noFill/>
            </a:ln>
          </p:spPr>
        </p:pic>
        <p:sp>
          <p:nvSpPr>
            <p:cNvPr id="311" name="Google Shape;311;p8"/>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2" name="Google Shape;312;p8"/>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3" name="Google Shape;313;p8"/>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4" name="Google Shape;314;p8"/>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5" name="Google Shape;315;p8"/>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6" name="Google Shape;316;p8"/>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17" name="Google Shape;317;p8"/>
            <p:cNvGrpSpPr/>
            <p:nvPr/>
          </p:nvGrpSpPr>
          <p:grpSpPr>
            <a:xfrm>
              <a:off x="1709" y="3008"/>
              <a:ext cx="507" cy="234"/>
              <a:chOff x="1740" y="2642"/>
              <a:chExt cx="752" cy="327"/>
            </a:xfrm>
          </p:grpSpPr>
          <p:sp>
            <p:nvSpPr>
              <p:cNvPr id="318" name="Google Shape;318;p8"/>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9" name="Google Shape;319;p8"/>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0" name="Google Shape;320;p8"/>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1" name="Google Shape;321;p8"/>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2" name="Google Shape;322;p8"/>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3" name="Google Shape;323;p8"/>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24" name="Google Shape;324;p8"/>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5" name="Google Shape;325;p8"/>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6" name="Google Shape;326;p8"/>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7" name="Google Shape;327;p8"/>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8" name="Google Shape;328;p8"/>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9" name="Google Shape;329;p8"/>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0" name="Google Shape;330;p8"/>
          <p:cNvGrpSpPr/>
          <p:nvPr/>
        </p:nvGrpSpPr>
        <p:grpSpPr>
          <a:xfrm flipH="1">
            <a:off x="4907126" y="5676935"/>
            <a:ext cx="345630" cy="320302"/>
            <a:chOff x="2839" y="3501"/>
            <a:chExt cx="755" cy="803"/>
          </a:xfrm>
        </p:grpSpPr>
        <p:pic>
          <p:nvPicPr>
            <p:cNvPr descr="desktop_computer_stylized_medium" id="331" name="Google Shape;331;p8"/>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332" name="Google Shape;332;p8"/>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3" name="Google Shape;333;p8"/>
          <p:cNvGrpSpPr/>
          <p:nvPr/>
        </p:nvGrpSpPr>
        <p:grpSpPr>
          <a:xfrm flipH="1">
            <a:off x="5305351" y="5698408"/>
            <a:ext cx="345630" cy="320302"/>
            <a:chOff x="2839" y="3501"/>
            <a:chExt cx="755" cy="803"/>
          </a:xfrm>
        </p:grpSpPr>
        <p:pic>
          <p:nvPicPr>
            <p:cNvPr descr="desktop_computer_stylized_medium" id="334" name="Google Shape;334;p8"/>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335" name="Google Shape;335;p8"/>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6" name="Google Shape;336;p8"/>
          <p:cNvGrpSpPr/>
          <p:nvPr/>
        </p:nvGrpSpPr>
        <p:grpSpPr>
          <a:xfrm>
            <a:off x="6287963" y="5967416"/>
            <a:ext cx="319264" cy="256836"/>
            <a:chOff x="877" y="1008"/>
            <a:chExt cx="2747" cy="2626"/>
          </a:xfrm>
        </p:grpSpPr>
        <p:pic>
          <p:nvPicPr>
            <p:cNvPr descr="antenna_stylized" id="337" name="Google Shape;337;p8"/>
            <p:cNvPicPr preferRelativeResize="0"/>
            <p:nvPr/>
          </p:nvPicPr>
          <p:blipFill rotWithShape="1">
            <a:blip r:embed="rId17">
              <a:alphaModFix/>
            </a:blip>
            <a:srcRect b="0" l="0" r="0" t="0"/>
            <a:stretch/>
          </p:blipFill>
          <p:spPr>
            <a:xfrm>
              <a:off x="877" y="1008"/>
              <a:ext cx="2725" cy="1421"/>
            </a:xfrm>
            <a:prstGeom prst="rect">
              <a:avLst/>
            </a:prstGeom>
            <a:noFill/>
            <a:ln>
              <a:noFill/>
            </a:ln>
          </p:spPr>
        </p:pic>
        <p:pic>
          <p:nvPicPr>
            <p:cNvPr descr="laptop_keyboard" id="338" name="Google Shape;338;p8"/>
            <p:cNvPicPr preferRelativeResize="0"/>
            <p:nvPr/>
          </p:nvPicPr>
          <p:blipFill rotWithShape="1">
            <a:blip r:embed="rId18">
              <a:alphaModFix/>
            </a:blip>
            <a:srcRect b="0" l="0" r="0" t="0"/>
            <a:stretch/>
          </p:blipFill>
          <p:spPr>
            <a:xfrm flipH="1" rot="109064">
              <a:off x="1009" y="2586"/>
              <a:ext cx="2245" cy="1013"/>
            </a:xfrm>
            <a:prstGeom prst="rect">
              <a:avLst/>
            </a:prstGeom>
            <a:noFill/>
            <a:ln>
              <a:noFill/>
            </a:ln>
          </p:spPr>
        </p:pic>
        <p:sp>
          <p:nvSpPr>
            <p:cNvPr id="339" name="Google Shape;339;p8"/>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40" name="Google Shape;340;p8"/>
            <p:cNvPicPr preferRelativeResize="0"/>
            <p:nvPr/>
          </p:nvPicPr>
          <p:blipFill rotWithShape="1">
            <a:blip r:embed="rId19">
              <a:alphaModFix/>
            </a:blip>
            <a:srcRect b="0" l="0" r="0" t="0"/>
            <a:stretch/>
          </p:blipFill>
          <p:spPr>
            <a:xfrm>
              <a:off x="1842" y="1637"/>
              <a:ext cx="1642" cy="1203"/>
            </a:xfrm>
            <a:prstGeom prst="rect">
              <a:avLst/>
            </a:prstGeom>
            <a:noFill/>
            <a:ln>
              <a:noFill/>
            </a:ln>
          </p:spPr>
        </p:pic>
        <p:sp>
          <p:nvSpPr>
            <p:cNvPr id="341" name="Google Shape;341;p8"/>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2" name="Google Shape;342;p8"/>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3" name="Google Shape;343;p8"/>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4" name="Google Shape;344;p8"/>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5" name="Google Shape;345;p8"/>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6" name="Google Shape;346;p8"/>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47" name="Google Shape;347;p8"/>
            <p:cNvGrpSpPr/>
            <p:nvPr/>
          </p:nvGrpSpPr>
          <p:grpSpPr>
            <a:xfrm>
              <a:off x="1709" y="3008"/>
              <a:ext cx="507" cy="234"/>
              <a:chOff x="1740" y="2642"/>
              <a:chExt cx="752" cy="327"/>
            </a:xfrm>
          </p:grpSpPr>
          <p:sp>
            <p:nvSpPr>
              <p:cNvPr id="348" name="Google Shape;348;p8"/>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9" name="Google Shape;349;p8"/>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 name="Google Shape;350;p8"/>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1" name="Google Shape;351;p8"/>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2" name="Google Shape;352;p8"/>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3" name="Google Shape;353;p8"/>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54" name="Google Shape;354;p8"/>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 name="Google Shape;355;p8"/>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 name="Google Shape;356;p8"/>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7" name="Google Shape;357;p8"/>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8" name="Google Shape;358;p8"/>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9" name="Google Shape;359;p8"/>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60" name="Google Shape;360;p8"/>
          <p:cNvSpPr/>
          <p:nvPr/>
        </p:nvSpPr>
        <p:spPr>
          <a:xfrm>
            <a:off x="6906810" y="5809249"/>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1" name="Google Shape;361;p8"/>
          <p:cNvSpPr/>
          <p:nvPr/>
        </p:nvSpPr>
        <p:spPr>
          <a:xfrm>
            <a:off x="6913187" y="5829201"/>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2" name="Google Shape;362;p8"/>
          <p:cNvSpPr/>
          <p:nvPr/>
        </p:nvSpPr>
        <p:spPr>
          <a:xfrm>
            <a:off x="6908735" y="5985031"/>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3" name="Google Shape;363;p8"/>
          <p:cNvSpPr/>
          <p:nvPr/>
        </p:nvSpPr>
        <p:spPr>
          <a:xfrm>
            <a:off x="6779516" y="5846677"/>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64" name="Google Shape;364;p8"/>
          <p:cNvGrpSpPr/>
          <p:nvPr/>
        </p:nvGrpSpPr>
        <p:grpSpPr>
          <a:xfrm>
            <a:off x="6844270" y="5843169"/>
            <a:ext cx="69517" cy="21877"/>
            <a:chOff x="613" y="2566"/>
            <a:chExt cx="721" cy="144"/>
          </a:xfrm>
        </p:grpSpPr>
        <p:sp>
          <p:nvSpPr>
            <p:cNvPr id="365" name="Google Shape;365;p8"/>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6" name="Google Shape;366;p8"/>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67" name="Google Shape;367;p8"/>
          <p:cNvSpPr/>
          <p:nvPr/>
        </p:nvSpPr>
        <p:spPr>
          <a:xfrm>
            <a:off x="6780719" y="589502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68" name="Google Shape;368;p8"/>
          <p:cNvGrpSpPr/>
          <p:nvPr/>
        </p:nvGrpSpPr>
        <p:grpSpPr>
          <a:xfrm>
            <a:off x="6844222" y="5890388"/>
            <a:ext cx="69517" cy="19515"/>
            <a:chOff x="615" y="2564"/>
            <a:chExt cx="721" cy="139"/>
          </a:xfrm>
        </p:grpSpPr>
        <p:sp>
          <p:nvSpPr>
            <p:cNvPr id="369" name="Google Shape;369;p8"/>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0" name="Google Shape;370;p8"/>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71" name="Google Shape;371;p8"/>
          <p:cNvSpPr/>
          <p:nvPr/>
        </p:nvSpPr>
        <p:spPr>
          <a:xfrm>
            <a:off x="6780719" y="594337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2" name="Google Shape;372;p8"/>
          <p:cNvSpPr/>
          <p:nvPr/>
        </p:nvSpPr>
        <p:spPr>
          <a:xfrm>
            <a:off x="6781922" y="5987216"/>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73" name="Google Shape;373;p8"/>
          <p:cNvGrpSpPr/>
          <p:nvPr/>
        </p:nvGrpSpPr>
        <p:grpSpPr>
          <a:xfrm>
            <a:off x="6843068" y="5985986"/>
            <a:ext cx="69541" cy="19618"/>
            <a:chOff x="618" y="2586"/>
            <a:chExt cx="720" cy="124"/>
          </a:xfrm>
        </p:grpSpPr>
        <p:sp>
          <p:nvSpPr>
            <p:cNvPr id="374" name="Google Shape;374;p8"/>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5" name="Google Shape;375;p8"/>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76" name="Google Shape;376;p8"/>
          <p:cNvSpPr/>
          <p:nvPr/>
        </p:nvSpPr>
        <p:spPr>
          <a:xfrm>
            <a:off x="6909217" y="5943379"/>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77" name="Google Shape;377;p8"/>
          <p:cNvGrpSpPr/>
          <p:nvPr/>
        </p:nvGrpSpPr>
        <p:grpSpPr>
          <a:xfrm>
            <a:off x="6843066" y="5939884"/>
            <a:ext cx="70700" cy="19515"/>
            <a:chOff x="613" y="2571"/>
            <a:chExt cx="732" cy="134"/>
          </a:xfrm>
        </p:grpSpPr>
        <p:sp>
          <p:nvSpPr>
            <p:cNvPr id="378" name="Google Shape;378;p8"/>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9" name="Google Shape;379;p8"/>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80" name="Google Shape;380;p8"/>
          <p:cNvSpPr/>
          <p:nvPr/>
        </p:nvSpPr>
        <p:spPr>
          <a:xfrm>
            <a:off x="6904163" y="5808666"/>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1" name="Google Shape;381;p8"/>
          <p:cNvSpPr/>
          <p:nvPr/>
        </p:nvSpPr>
        <p:spPr>
          <a:xfrm>
            <a:off x="6912104" y="5892844"/>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2" name="Google Shape;382;p8"/>
          <p:cNvSpPr/>
          <p:nvPr/>
        </p:nvSpPr>
        <p:spPr>
          <a:xfrm>
            <a:off x="6912465" y="5845221"/>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3" name="Google Shape;383;p8"/>
          <p:cNvSpPr/>
          <p:nvPr/>
        </p:nvSpPr>
        <p:spPr>
          <a:xfrm>
            <a:off x="6936528" y="6126444"/>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4" name="Google Shape;384;p8"/>
          <p:cNvSpPr/>
          <p:nvPr/>
        </p:nvSpPr>
        <p:spPr>
          <a:xfrm>
            <a:off x="6910901" y="6126881"/>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5" name="Google Shape;385;p8"/>
          <p:cNvSpPr/>
          <p:nvPr/>
        </p:nvSpPr>
        <p:spPr>
          <a:xfrm>
            <a:off x="6771094" y="6135765"/>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6" name="Google Shape;386;p8"/>
          <p:cNvSpPr/>
          <p:nvPr/>
        </p:nvSpPr>
        <p:spPr>
          <a:xfrm>
            <a:off x="6779516" y="6141444"/>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7" name="Google Shape;387;p8"/>
          <p:cNvSpPr/>
          <p:nvPr/>
        </p:nvSpPr>
        <p:spPr>
          <a:xfrm>
            <a:off x="6791427" y="6093093"/>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8" name="Google Shape;388;p8"/>
          <p:cNvSpPr/>
          <p:nvPr/>
        </p:nvSpPr>
        <p:spPr>
          <a:xfrm>
            <a:off x="6813084" y="6093093"/>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389" name="Google Shape;389;p8"/>
          <p:cNvSpPr/>
          <p:nvPr/>
        </p:nvSpPr>
        <p:spPr>
          <a:xfrm>
            <a:off x="6833418" y="6093093"/>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0" name="Google Shape;390;p8"/>
          <p:cNvSpPr/>
          <p:nvPr/>
        </p:nvSpPr>
        <p:spPr>
          <a:xfrm>
            <a:off x="6882627" y="6013722"/>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91" name="Google Shape;391;p8"/>
          <p:cNvGrpSpPr/>
          <p:nvPr/>
        </p:nvGrpSpPr>
        <p:grpSpPr>
          <a:xfrm flipH="1">
            <a:off x="4527198" y="5453338"/>
            <a:ext cx="345630" cy="320302"/>
            <a:chOff x="2839" y="3501"/>
            <a:chExt cx="755" cy="803"/>
          </a:xfrm>
        </p:grpSpPr>
        <p:pic>
          <p:nvPicPr>
            <p:cNvPr descr="desktop_computer_stylized_medium" id="392" name="Google Shape;392;p8"/>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393" name="Google Shape;393;p8"/>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94" name="Google Shape;394;p8"/>
          <p:cNvGrpSpPr/>
          <p:nvPr/>
        </p:nvGrpSpPr>
        <p:grpSpPr>
          <a:xfrm>
            <a:off x="4712859" y="2375563"/>
            <a:ext cx="397547" cy="306949"/>
            <a:chOff x="2751" y="1851"/>
            <a:chExt cx="462" cy="478"/>
          </a:xfrm>
        </p:grpSpPr>
        <p:pic>
          <p:nvPicPr>
            <p:cNvPr descr="iphone_stylized_small" id="395" name="Google Shape;395;p8"/>
            <p:cNvPicPr preferRelativeResize="0"/>
            <p:nvPr/>
          </p:nvPicPr>
          <p:blipFill rotWithShape="1">
            <a:blip r:embed="rId20">
              <a:alphaModFix/>
            </a:blip>
            <a:srcRect b="0" l="0" r="0" t="0"/>
            <a:stretch/>
          </p:blipFill>
          <p:spPr>
            <a:xfrm>
              <a:off x="2928" y="1922"/>
              <a:ext cx="152" cy="407"/>
            </a:xfrm>
            <a:prstGeom prst="rect">
              <a:avLst/>
            </a:prstGeom>
            <a:noFill/>
            <a:ln>
              <a:noFill/>
            </a:ln>
          </p:spPr>
        </p:pic>
        <p:pic>
          <p:nvPicPr>
            <p:cNvPr descr="antenna_radiation_stylized" id="396" name="Google Shape;396;p8"/>
            <p:cNvPicPr preferRelativeResize="0"/>
            <p:nvPr/>
          </p:nvPicPr>
          <p:blipFill rotWithShape="1">
            <a:blip r:embed="rId21">
              <a:alphaModFix/>
            </a:blip>
            <a:srcRect b="0" l="0" r="0" t="0"/>
            <a:stretch/>
          </p:blipFill>
          <p:spPr>
            <a:xfrm>
              <a:off x="2751" y="1851"/>
              <a:ext cx="462" cy="110"/>
            </a:xfrm>
            <a:prstGeom prst="rect">
              <a:avLst/>
            </a:prstGeom>
            <a:noFill/>
            <a:ln>
              <a:noFill/>
            </a:ln>
          </p:spPr>
        </p:pic>
      </p:grpSp>
      <p:grpSp>
        <p:nvGrpSpPr>
          <p:cNvPr id="397" name="Google Shape;397;p8"/>
          <p:cNvGrpSpPr/>
          <p:nvPr/>
        </p:nvGrpSpPr>
        <p:grpSpPr>
          <a:xfrm>
            <a:off x="7007207" y="5446229"/>
            <a:ext cx="177192" cy="330833"/>
            <a:chOff x="4140" y="429"/>
            <a:chExt cx="1425" cy="2396"/>
          </a:xfrm>
        </p:grpSpPr>
        <p:sp>
          <p:nvSpPr>
            <p:cNvPr id="398" name="Google Shape;398;p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9" name="Google Shape;399;p8"/>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0" name="Google Shape;400;p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1" name="Google Shape;401;p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2" name="Google Shape;402;p8"/>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03" name="Google Shape;403;p8"/>
            <p:cNvGrpSpPr/>
            <p:nvPr/>
          </p:nvGrpSpPr>
          <p:grpSpPr>
            <a:xfrm>
              <a:off x="4748" y="666"/>
              <a:ext cx="578" cy="150"/>
              <a:chOff x="613" y="2566"/>
              <a:chExt cx="721" cy="144"/>
            </a:xfrm>
          </p:grpSpPr>
          <p:sp>
            <p:nvSpPr>
              <p:cNvPr id="404" name="Google Shape;404;p8"/>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5" name="Google Shape;405;p8"/>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06" name="Google Shape;406;p8"/>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07" name="Google Shape;407;p8"/>
            <p:cNvGrpSpPr/>
            <p:nvPr/>
          </p:nvGrpSpPr>
          <p:grpSpPr>
            <a:xfrm>
              <a:off x="4748" y="990"/>
              <a:ext cx="578" cy="134"/>
              <a:chOff x="615" y="2564"/>
              <a:chExt cx="721" cy="139"/>
            </a:xfrm>
          </p:grpSpPr>
          <p:sp>
            <p:nvSpPr>
              <p:cNvPr id="408" name="Google Shape;408;p8"/>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9" name="Google Shape;409;p8"/>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10" name="Google Shape;410;p8"/>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1" name="Google Shape;411;p8"/>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12" name="Google Shape;412;p8"/>
            <p:cNvGrpSpPr/>
            <p:nvPr/>
          </p:nvGrpSpPr>
          <p:grpSpPr>
            <a:xfrm>
              <a:off x="4738" y="1647"/>
              <a:ext cx="578" cy="135"/>
              <a:chOff x="618" y="2586"/>
              <a:chExt cx="720" cy="124"/>
            </a:xfrm>
          </p:grpSpPr>
          <p:sp>
            <p:nvSpPr>
              <p:cNvPr id="413" name="Google Shape;413;p8"/>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4" name="Google Shape;414;p8"/>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15" name="Google Shape;415;p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16" name="Google Shape;416;p8"/>
            <p:cNvGrpSpPr/>
            <p:nvPr/>
          </p:nvGrpSpPr>
          <p:grpSpPr>
            <a:xfrm>
              <a:off x="4738" y="1330"/>
              <a:ext cx="588" cy="134"/>
              <a:chOff x="613" y="2571"/>
              <a:chExt cx="732" cy="134"/>
            </a:xfrm>
          </p:grpSpPr>
          <p:sp>
            <p:nvSpPr>
              <p:cNvPr id="417" name="Google Shape;417;p8"/>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8" name="Google Shape;418;p8"/>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19" name="Google Shape;419;p8"/>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0" name="Google Shape;420;p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1" name="Google Shape;421;p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2" name="Google Shape;422;p8"/>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3" name="Google Shape;423;p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4" name="Google Shape;424;p8"/>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5" name="Google Shape;425;p8"/>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6" name="Google Shape;426;p8"/>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7" name="Google Shape;427;p8"/>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428" name="Google Shape;428;p8"/>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9" name="Google Shape;429;p8"/>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430" name="Google Shape;430;p8"/>
          <p:cNvGrpSpPr/>
          <p:nvPr/>
        </p:nvGrpSpPr>
        <p:grpSpPr>
          <a:xfrm>
            <a:off x="6755725" y="5788678"/>
            <a:ext cx="214974" cy="403920"/>
            <a:chOff x="4140" y="429"/>
            <a:chExt cx="1425" cy="2396"/>
          </a:xfrm>
        </p:grpSpPr>
        <p:sp>
          <p:nvSpPr>
            <p:cNvPr id="431" name="Google Shape;431;p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 name="Google Shape;432;p8"/>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33" name="Google Shape;433;p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4" name="Google Shape;434;p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5" name="Google Shape;435;p8"/>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36" name="Google Shape;436;p8"/>
            <p:cNvGrpSpPr/>
            <p:nvPr/>
          </p:nvGrpSpPr>
          <p:grpSpPr>
            <a:xfrm>
              <a:off x="4748" y="666"/>
              <a:ext cx="578" cy="150"/>
              <a:chOff x="613" y="2566"/>
              <a:chExt cx="721" cy="144"/>
            </a:xfrm>
          </p:grpSpPr>
          <p:sp>
            <p:nvSpPr>
              <p:cNvPr id="437" name="Google Shape;437;p8"/>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38" name="Google Shape;438;p8"/>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39" name="Google Shape;439;p8"/>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40" name="Google Shape;440;p8"/>
            <p:cNvGrpSpPr/>
            <p:nvPr/>
          </p:nvGrpSpPr>
          <p:grpSpPr>
            <a:xfrm>
              <a:off x="4748" y="990"/>
              <a:ext cx="578" cy="134"/>
              <a:chOff x="615" y="2564"/>
              <a:chExt cx="721" cy="139"/>
            </a:xfrm>
          </p:grpSpPr>
          <p:sp>
            <p:nvSpPr>
              <p:cNvPr id="441" name="Google Shape;441;p8"/>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2" name="Google Shape;442;p8"/>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3" name="Google Shape;443;p8"/>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4" name="Google Shape;444;p8"/>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45" name="Google Shape;445;p8"/>
            <p:cNvGrpSpPr/>
            <p:nvPr/>
          </p:nvGrpSpPr>
          <p:grpSpPr>
            <a:xfrm>
              <a:off x="4738" y="1647"/>
              <a:ext cx="578" cy="135"/>
              <a:chOff x="618" y="2586"/>
              <a:chExt cx="720" cy="124"/>
            </a:xfrm>
          </p:grpSpPr>
          <p:sp>
            <p:nvSpPr>
              <p:cNvPr id="446" name="Google Shape;446;p8"/>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7" name="Google Shape;447;p8"/>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8" name="Google Shape;448;p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49" name="Google Shape;449;p8"/>
            <p:cNvGrpSpPr/>
            <p:nvPr/>
          </p:nvGrpSpPr>
          <p:grpSpPr>
            <a:xfrm>
              <a:off x="4738" y="1330"/>
              <a:ext cx="588" cy="134"/>
              <a:chOff x="613" y="2571"/>
              <a:chExt cx="732" cy="134"/>
            </a:xfrm>
          </p:grpSpPr>
          <p:sp>
            <p:nvSpPr>
              <p:cNvPr id="450" name="Google Shape;450;p8"/>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1" name="Google Shape;451;p8"/>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52" name="Google Shape;452;p8"/>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3" name="Google Shape;453;p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4" name="Google Shape;454;p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5" name="Google Shape;455;p8"/>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6" name="Google Shape;456;p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7" name="Google Shape;457;p8"/>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8" name="Google Shape;458;p8"/>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9" name="Google Shape;459;p8"/>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0" name="Google Shape;460;p8"/>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461" name="Google Shape;461;p8"/>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2" name="Google Shape;462;p8"/>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463" name="Google Shape;463;p8"/>
          <p:cNvGrpSpPr/>
          <p:nvPr/>
        </p:nvGrpSpPr>
        <p:grpSpPr>
          <a:xfrm>
            <a:off x="5852005" y="4128902"/>
            <a:ext cx="367224" cy="240304"/>
            <a:chOff x="7493876" y="2774731"/>
            <a:chExt cx="1481958" cy="894622"/>
          </a:xfrm>
        </p:grpSpPr>
        <p:sp>
          <p:nvSpPr>
            <p:cNvPr id="464" name="Google Shape;464;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5" name="Google Shape;465;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6" name="Google Shape;466;p8"/>
            <p:cNvGrpSpPr/>
            <p:nvPr/>
          </p:nvGrpSpPr>
          <p:grpSpPr>
            <a:xfrm>
              <a:off x="7713663" y="2848339"/>
              <a:ext cx="1042107" cy="425543"/>
              <a:chOff x="7786941" y="2884917"/>
              <a:chExt cx="897649" cy="353919"/>
            </a:xfrm>
          </p:grpSpPr>
          <p:sp>
            <p:nvSpPr>
              <p:cNvPr id="467" name="Google Shape;467;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 name="Google Shape;468;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9" name="Google Shape;469;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 name="Google Shape;470;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1" name="Google Shape;471;p8"/>
          <p:cNvGrpSpPr/>
          <p:nvPr/>
        </p:nvGrpSpPr>
        <p:grpSpPr>
          <a:xfrm>
            <a:off x="6354771" y="4172041"/>
            <a:ext cx="367224" cy="240304"/>
            <a:chOff x="7493876" y="2774731"/>
            <a:chExt cx="1481958" cy="894622"/>
          </a:xfrm>
        </p:grpSpPr>
        <p:sp>
          <p:nvSpPr>
            <p:cNvPr id="472" name="Google Shape;472;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3" name="Google Shape;473;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4" name="Google Shape;474;p8"/>
            <p:cNvGrpSpPr/>
            <p:nvPr/>
          </p:nvGrpSpPr>
          <p:grpSpPr>
            <a:xfrm>
              <a:off x="7713663" y="2848339"/>
              <a:ext cx="1042107" cy="425543"/>
              <a:chOff x="7786941" y="2884917"/>
              <a:chExt cx="897649" cy="353919"/>
            </a:xfrm>
          </p:grpSpPr>
          <p:sp>
            <p:nvSpPr>
              <p:cNvPr id="475" name="Google Shape;475;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 name="Google Shape;476;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7" name="Google Shape;477;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8" name="Google Shape;478;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9" name="Google Shape;479;p8"/>
          <p:cNvGrpSpPr/>
          <p:nvPr/>
        </p:nvGrpSpPr>
        <p:grpSpPr>
          <a:xfrm>
            <a:off x="4803287" y="4138272"/>
            <a:ext cx="354986" cy="175668"/>
            <a:chOff x="7493876" y="2774731"/>
            <a:chExt cx="1481958" cy="894622"/>
          </a:xfrm>
        </p:grpSpPr>
        <p:sp>
          <p:nvSpPr>
            <p:cNvPr id="480" name="Google Shape;480;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1" name="Google Shape;481;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82" name="Google Shape;482;p8"/>
            <p:cNvGrpSpPr/>
            <p:nvPr/>
          </p:nvGrpSpPr>
          <p:grpSpPr>
            <a:xfrm>
              <a:off x="7713663" y="2848339"/>
              <a:ext cx="1042107" cy="425543"/>
              <a:chOff x="7786941" y="2884917"/>
              <a:chExt cx="897649" cy="353919"/>
            </a:xfrm>
          </p:grpSpPr>
          <p:sp>
            <p:nvSpPr>
              <p:cNvPr id="483" name="Google Shape;483;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4" name="Google Shape;484;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5" name="Google Shape;485;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6" name="Google Shape;486;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7" name="Google Shape;487;p8"/>
          <p:cNvGrpSpPr/>
          <p:nvPr/>
        </p:nvGrpSpPr>
        <p:grpSpPr>
          <a:xfrm>
            <a:off x="6001110" y="4947964"/>
            <a:ext cx="393760" cy="218578"/>
            <a:chOff x="7493876" y="2774731"/>
            <a:chExt cx="1481958" cy="894622"/>
          </a:xfrm>
        </p:grpSpPr>
        <p:sp>
          <p:nvSpPr>
            <p:cNvPr id="488" name="Google Shape;488;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9" name="Google Shape;489;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0" name="Google Shape;490;p8"/>
            <p:cNvGrpSpPr/>
            <p:nvPr/>
          </p:nvGrpSpPr>
          <p:grpSpPr>
            <a:xfrm>
              <a:off x="7713663" y="2848339"/>
              <a:ext cx="1042107" cy="425543"/>
              <a:chOff x="7786941" y="2884917"/>
              <a:chExt cx="897649" cy="353919"/>
            </a:xfrm>
          </p:grpSpPr>
          <p:sp>
            <p:nvSpPr>
              <p:cNvPr id="491" name="Google Shape;491;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2" name="Google Shape;492;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3" name="Google Shape;493;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4" name="Google Shape;494;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5" name="Google Shape;495;p8"/>
          <p:cNvGrpSpPr/>
          <p:nvPr/>
        </p:nvGrpSpPr>
        <p:grpSpPr>
          <a:xfrm>
            <a:off x="6536775" y="5162261"/>
            <a:ext cx="393760" cy="218578"/>
            <a:chOff x="7493876" y="2774731"/>
            <a:chExt cx="1481958" cy="894622"/>
          </a:xfrm>
        </p:grpSpPr>
        <p:sp>
          <p:nvSpPr>
            <p:cNvPr id="496" name="Google Shape;496;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7" name="Google Shape;497;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8" name="Google Shape;498;p8"/>
            <p:cNvGrpSpPr/>
            <p:nvPr/>
          </p:nvGrpSpPr>
          <p:grpSpPr>
            <a:xfrm>
              <a:off x="7713663" y="2848339"/>
              <a:ext cx="1042107" cy="425543"/>
              <a:chOff x="7786941" y="2884917"/>
              <a:chExt cx="897649" cy="353919"/>
            </a:xfrm>
          </p:grpSpPr>
          <p:sp>
            <p:nvSpPr>
              <p:cNvPr id="499" name="Google Shape;499;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0" name="Google Shape;500;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1" name="Google Shape;501;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2" name="Google Shape;502;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03" name="Google Shape;503;p8"/>
          <p:cNvGrpSpPr/>
          <p:nvPr/>
        </p:nvGrpSpPr>
        <p:grpSpPr>
          <a:xfrm>
            <a:off x="5534723" y="1952089"/>
            <a:ext cx="271847" cy="453062"/>
            <a:chOff x="5534723" y="1952089"/>
            <a:chExt cx="271847" cy="453062"/>
          </a:xfrm>
        </p:grpSpPr>
        <p:pic>
          <p:nvPicPr>
            <p:cNvPr descr="cell_tower_radiation copy" id="504" name="Google Shape;504;p8"/>
            <p:cNvPicPr preferRelativeResize="0"/>
            <p:nvPr/>
          </p:nvPicPr>
          <p:blipFill rotWithShape="1">
            <a:blip r:embed="rId22">
              <a:alphaModFix/>
            </a:blip>
            <a:srcRect b="0" l="0" r="0" t="0"/>
            <a:stretch/>
          </p:blipFill>
          <p:spPr>
            <a:xfrm>
              <a:off x="5534723" y="1952089"/>
              <a:ext cx="271847" cy="197860"/>
            </a:xfrm>
            <a:prstGeom prst="rect">
              <a:avLst/>
            </a:prstGeom>
            <a:noFill/>
            <a:ln>
              <a:noFill/>
            </a:ln>
          </p:spPr>
        </p:pic>
        <p:sp>
          <p:nvSpPr>
            <p:cNvPr id="505" name="Google Shape;505;p8"/>
            <p:cNvSpPr/>
            <p:nvPr/>
          </p:nvSpPr>
          <p:spPr>
            <a:xfrm>
              <a:off x="5640100" y="2023483"/>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06" name="Google Shape;506;p8"/>
            <p:cNvGrpSpPr/>
            <p:nvPr/>
          </p:nvGrpSpPr>
          <p:grpSpPr>
            <a:xfrm>
              <a:off x="5562338" y="2043663"/>
              <a:ext cx="212313" cy="361488"/>
              <a:chOff x="3130" y="3288"/>
              <a:chExt cx="410" cy="742"/>
            </a:xfrm>
          </p:grpSpPr>
          <p:cxnSp>
            <p:nvCxnSpPr>
              <p:cNvPr id="507" name="Google Shape;507;p8"/>
              <p:cNvCxnSpPr/>
              <p:nvPr/>
            </p:nvCxnSpPr>
            <p:spPr>
              <a:xfrm flipH="1">
                <a:off x="3130" y="3288"/>
                <a:ext cx="205" cy="672"/>
              </a:xfrm>
              <a:prstGeom prst="straightConnector1">
                <a:avLst/>
              </a:prstGeom>
              <a:noFill/>
              <a:ln cap="flat" cmpd="sng" w="9525">
                <a:solidFill>
                  <a:schemeClr val="dk1"/>
                </a:solidFill>
                <a:prstDash val="solid"/>
                <a:round/>
                <a:headEnd len="med" w="med" type="none"/>
                <a:tailEnd len="med" w="med" type="none"/>
              </a:ln>
            </p:spPr>
          </p:cxnSp>
          <p:cxnSp>
            <p:nvCxnSpPr>
              <p:cNvPr id="508" name="Google Shape;508;p8"/>
              <p:cNvCxnSpPr/>
              <p:nvPr/>
            </p:nvCxnSpPr>
            <p:spPr>
              <a:xfrm>
                <a:off x="3335" y="3288"/>
                <a:ext cx="205" cy="669"/>
              </a:xfrm>
              <a:prstGeom prst="straightConnector1">
                <a:avLst/>
              </a:prstGeom>
              <a:noFill/>
              <a:ln cap="flat" cmpd="sng" w="9525">
                <a:solidFill>
                  <a:schemeClr val="dk1"/>
                </a:solidFill>
                <a:prstDash val="solid"/>
                <a:round/>
                <a:headEnd len="med" w="med" type="none"/>
                <a:tailEnd len="med" w="med" type="none"/>
              </a:ln>
            </p:spPr>
          </p:cxnSp>
          <p:cxnSp>
            <p:nvCxnSpPr>
              <p:cNvPr id="509" name="Google Shape;509;p8"/>
              <p:cNvCxnSpPr/>
              <p:nvPr/>
            </p:nvCxnSpPr>
            <p:spPr>
              <a:xfrm>
                <a:off x="3130"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510" name="Google Shape;510;p8"/>
              <p:cNvCxnSpPr/>
              <p:nvPr/>
            </p:nvCxnSpPr>
            <p:spPr>
              <a:xfrm flipH="1">
                <a:off x="3335"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511" name="Google Shape;511;p8"/>
              <p:cNvCxnSpPr/>
              <p:nvPr/>
            </p:nvCxnSpPr>
            <p:spPr>
              <a:xfrm>
                <a:off x="3335" y="3303"/>
                <a:ext cx="0" cy="727"/>
              </a:xfrm>
              <a:prstGeom prst="straightConnector1">
                <a:avLst/>
              </a:prstGeom>
              <a:noFill/>
              <a:ln cap="flat" cmpd="sng" w="9525">
                <a:solidFill>
                  <a:schemeClr val="dk1"/>
                </a:solidFill>
                <a:prstDash val="solid"/>
                <a:round/>
                <a:headEnd len="med" w="med" type="none"/>
                <a:tailEnd len="med" w="med" type="none"/>
              </a:ln>
            </p:spPr>
          </p:cxnSp>
          <p:cxnSp>
            <p:nvCxnSpPr>
              <p:cNvPr id="512" name="Google Shape;512;p8"/>
              <p:cNvCxnSpPr/>
              <p:nvPr/>
            </p:nvCxnSpPr>
            <p:spPr>
              <a:xfrm flipH="1" rot="10800000">
                <a:off x="3130" y="3888"/>
                <a:ext cx="205" cy="72"/>
              </a:xfrm>
              <a:prstGeom prst="straightConnector1">
                <a:avLst/>
              </a:prstGeom>
              <a:noFill/>
              <a:ln cap="flat" cmpd="sng" w="9525">
                <a:solidFill>
                  <a:schemeClr val="dk1"/>
                </a:solidFill>
                <a:prstDash val="solid"/>
                <a:round/>
                <a:headEnd len="med" w="med" type="none"/>
                <a:tailEnd len="med" w="med" type="none"/>
              </a:ln>
            </p:spPr>
          </p:cxnSp>
          <p:cxnSp>
            <p:nvCxnSpPr>
              <p:cNvPr id="513" name="Google Shape;513;p8"/>
              <p:cNvCxnSpPr/>
              <p:nvPr/>
            </p:nvCxnSpPr>
            <p:spPr>
              <a:xfrm rot="10800000">
                <a:off x="3335" y="3888"/>
                <a:ext cx="205" cy="69"/>
              </a:xfrm>
              <a:prstGeom prst="straightConnector1">
                <a:avLst/>
              </a:prstGeom>
              <a:noFill/>
              <a:ln cap="flat" cmpd="sng" w="9525">
                <a:solidFill>
                  <a:schemeClr val="dk1"/>
                </a:solidFill>
                <a:prstDash val="solid"/>
                <a:round/>
                <a:headEnd len="med" w="med" type="none"/>
                <a:tailEnd len="med" w="med" type="none"/>
              </a:ln>
            </p:spPr>
          </p:cxnSp>
          <p:cxnSp>
            <p:nvCxnSpPr>
              <p:cNvPr id="514" name="Google Shape;514;p8"/>
              <p:cNvCxnSpPr/>
              <p:nvPr/>
            </p:nvCxnSpPr>
            <p:spPr>
              <a:xfrm>
                <a:off x="3217" y="3668"/>
                <a:ext cx="118" cy="55"/>
              </a:xfrm>
              <a:prstGeom prst="straightConnector1">
                <a:avLst/>
              </a:prstGeom>
              <a:noFill/>
              <a:ln cap="flat" cmpd="sng" w="9525">
                <a:solidFill>
                  <a:schemeClr val="dk1"/>
                </a:solidFill>
                <a:prstDash val="solid"/>
                <a:round/>
                <a:headEnd len="med" w="med" type="none"/>
                <a:tailEnd len="med" w="med" type="none"/>
              </a:ln>
            </p:spPr>
          </p:cxnSp>
          <p:cxnSp>
            <p:nvCxnSpPr>
              <p:cNvPr id="515" name="Google Shape;515;p8"/>
              <p:cNvCxnSpPr/>
              <p:nvPr/>
            </p:nvCxnSpPr>
            <p:spPr>
              <a:xfrm flipH="1" rot="10800000">
                <a:off x="3335" y="3668"/>
                <a:ext cx="124" cy="55"/>
              </a:xfrm>
              <a:prstGeom prst="straightConnector1">
                <a:avLst/>
              </a:prstGeom>
              <a:noFill/>
              <a:ln cap="flat" cmpd="sng" w="9525">
                <a:solidFill>
                  <a:schemeClr val="dk1"/>
                </a:solidFill>
                <a:prstDash val="solid"/>
                <a:round/>
                <a:headEnd len="med" w="med" type="none"/>
                <a:tailEnd len="med" w="med" type="none"/>
              </a:ln>
            </p:spPr>
          </p:cxnSp>
          <p:cxnSp>
            <p:nvCxnSpPr>
              <p:cNvPr id="516" name="Google Shape;516;p8"/>
              <p:cNvCxnSpPr/>
              <p:nvPr/>
            </p:nvCxnSpPr>
            <p:spPr>
              <a:xfrm>
                <a:off x="3178" y="3766"/>
                <a:ext cx="152" cy="75"/>
              </a:xfrm>
              <a:prstGeom prst="straightConnector1">
                <a:avLst/>
              </a:prstGeom>
              <a:noFill/>
              <a:ln cap="flat" cmpd="sng" w="9525">
                <a:solidFill>
                  <a:schemeClr val="dk1"/>
                </a:solidFill>
                <a:prstDash val="solid"/>
                <a:round/>
                <a:headEnd len="med" w="med" type="none"/>
                <a:tailEnd len="med" w="med" type="none"/>
              </a:ln>
            </p:spPr>
          </p:cxnSp>
          <p:cxnSp>
            <p:nvCxnSpPr>
              <p:cNvPr id="517" name="Google Shape;517;p8"/>
              <p:cNvCxnSpPr/>
              <p:nvPr/>
            </p:nvCxnSpPr>
            <p:spPr>
              <a:xfrm flipH="1" rot="10800000">
                <a:off x="3335" y="3781"/>
                <a:ext cx="153" cy="66"/>
              </a:xfrm>
              <a:prstGeom prst="straightConnector1">
                <a:avLst/>
              </a:prstGeom>
              <a:noFill/>
              <a:ln cap="flat" cmpd="sng" w="9525">
                <a:solidFill>
                  <a:schemeClr val="dk1"/>
                </a:solidFill>
                <a:prstDash val="solid"/>
                <a:round/>
                <a:headEnd len="med" w="med" type="none"/>
                <a:tailEnd len="med" w="med" type="none"/>
              </a:ln>
            </p:spPr>
          </p:cxnSp>
          <p:cxnSp>
            <p:nvCxnSpPr>
              <p:cNvPr id="518" name="Google Shape;518;p8"/>
              <p:cNvCxnSpPr/>
              <p:nvPr/>
            </p:nvCxnSpPr>
            <p:spPr>
              <a:xfrm flipH="1" rot="10800000">
                <a:off x="3335" y="3567"/>
                <a:ext cx="78" cy="27"/>
              </a:xfrm>
              <a:prstGeom prst="straightConnector1">
                <a:avLst/>
              </a:prstGeom>
              <a:noFill/>
              <a:ln cap="flat" cmpd="sng" w="9525">
                <a:solidFill>
                  <a:schemeClr val="dk1"/>
                </a:solidFill>
                <a:prstDash val="solid"/>
                <a:round/>
                <a:headEnd len="med" w="med" type="none"/>
                <a:tailEnd len="med" w="med" type="none"/>
              </a:ln>
            </p:spPr>
          </p:cxnSp>
          <p:cxnSp>
            <p:nvCxnSpPr>
              <p:cNvPr id="519" name="Google Shape;519;p8"/>
              <p:cNvCxnSpPr/>
              <p:nvPr/>
            </p:nvCxnSpPr>
            <p:spPr>
              <a:xfrm flipH="1" rot="10800000">
                <a:off x="3335" y="3428"/>
                <a:ext cx="49" cy="21"/>
              </a:xfrm>
              <a:prstGeom prst="straightConnector1">
                <a:avLst/>
              </a:prstGeom>
              <a:noFill/>
              <a:ln cap="flat" cmpd="sng" w="9525">
                <a:solidFill>
                  <a:schemeClr val="dk1"/>
                </a:solidFill>
                <a:prstDash val="solid"/>
                <a:round/>
                <a:headEnd len="med" w="med" type="none"/>
                <a:tailEnd len="med" w="med" type="none"/>
              </a:ln>
            </p:spPr>
          </p:cxnSp>
          <p:cxnSp>
            <p:nvCxnSpPr>
              <p:cNvPr id="520" name="Google Shape;520;p8"/>
              <p:cNvCxnSpPr/>
              <p:nvPr/>
            </p:nvCxnSpPr>
            <p:spPr>
              <a:xfrm>
                <a:off x="3247" y="3558"/>
                <a:ext cx="95" cy="36"/>
              </a:xfrm>
              <a:prstGeom prst="straightConnector1">
                <a:avLst/>
              </a:prstGeom>
              <a:noFill/>
              <a:ln cap="flat" cmpd="sng" w="9525">
                <a:solidFill>
                  <a:schemeClr val="dk1"/>
                </a:solidFill>
                <a:prstDash val="solid"/>
                <a:round/>
                <a:headEnd len="med" w="med" type="none"/>
                <a:tailEnd len="med" w="med" type="none"/>
              </a:ln>
            </p:spPr>
          </p:cxnSp>
          <p:cxnSp>
            <p:nvCxnSpPr>
              <p:cNvPr id="521" name="Google Shape;521;p8"/>
              <p:cNvCxnSpPr/>
              <p:nvPr/>
            </p:nvCxnSpPr>
            <p:spPr>
              <a:xfrm>
                <a:off x="3289" y="3422"/>
                <a:ext cx="55" cy="36"/>
              </a:xfrm>
              <a:prstGeom prst="straightConnector1">
                <a:avLst/>
              </a:prstGeom>
              <a:noFill/>
              <a:ln cap="flat" cmpd="sng" w="9525">
                <a:solidFill>
                  <a:schemeClr val="dk1"/>
                </a:solidFill>
                <a:prstDash val="solid"/>
                <a:round/>
                <a:headEnd len="med" w="med" type="none"/>
                <a:tailEnd len="med" w="med" type="none"/>
              </a:ln>
            </p:spPr>
          </p:cxnSp>
        </p:grpSp>
      </p:grpSp>
      <p:cxnSp>
        <p:nvCxnSpPr>
          <p:cNvPr id="522" name="Google Shape;522;p8"/>
          <p:cNvCxnSpPr/>
          <p:nvPr/>
        </p:nvCxnSpPr>
        <p:spPr>
          <a:xfrm flipH="1">
            <a:off x="5420211" y="2869913"/>
            <a:ext cx="97012" cy="106867"/>
          </a:xfrm>
          <a:prstGeom prst="straightConnector1">
            <a:avLst/>
          </a:prstGeom>
          <a:noFill/>
          <a:ln cap="flat" cmpd="sng" w="9525">
            <a:solidFill>
              <a:schemeClr val="dk1"/>
            </a:solidFill>
            <a:prstDash val="solid"/>
            <a:round/>
            <a:headEnd len="med" w="med" type="none"/>
            <a:tailEnd len="med" w="med" type="none"/>
          </a:ln>
        </p:spPr>
      </p:cxnSp>
      <p:grpSp>
        <p:nvGrpSpPr>
          <p:cNvPr id="523" name="Google Shape;523;p8"/>
          <p:cNvGrpSpPr/>
          <p:nvPr/>
        </p:nvGrpSpPr>
        <p:grpSpPr>
          <a:xfrm>
            <a:off x="4625461" y="1922978"/>
            <a:ext cx="271847" cy="453062"/>
            <a:chOff x="5534723" y="1952089"/>
            <a:chExt cx="271847" cy="453062"/>
          </a:xfrm>
        </p:grpSpPr>
        <p:pic>
          <p:nvPicPr>
            <p:cNvPr descr="cell_tower_radiation copy" id="524" name="Google Shape;524;p8"/>
            <p:cNvPicPr preferRelativeResize="0"/>
            <p:nvPr/>
          </p:nvPicPr>
          <p:blipFill rotWithShape="1">
            <a:blip r:embed="rId22">
              <a:alphaModFix/>
            </a:blip>
            <a:srcRect b="0" l="0" r="0" t="0"/>
            <a:stretch/>
          </p:blipFill>
          <p:spPr>
            <a:xfrm>
              <a:off x="5534723" y="1952089"/>
              <a:ext cx="271847" cy="197860"/>
            </a:xfrm>
            <a:prstGeom prst="rect">
              <a:avLst/>
            </a:prstGeom>
            <a:noFill/>
            <a:ln>
              <a:noFill/>
            </a:ln>
          </p:spPr>
        </p:pic>
        <p:sp>
          <p:nvSpPr>
            <p:cNvPr id="525" name="Google Shape;525;p8"/>
            <p:cNvSpPr/>
            <p:nvPr/>
          </p:nvSpPr>
          <p:spPr>
            <a:xfrm>
              <a:off x="5640100" y="2023483"/>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26" name="Google Shape;526;p8"/>
            <p:cNvGrpSpPr/>
            <p:nvPr/>
          </p:nvGrpSpPr>
          <p:grpSpPr>
            <a:xfrm>
              <a:off x="5562338" y="2043663"/>
              <a:ext cx="212313" cy="361488"/>
              <a:chOff x="3130" y="3288"/>
              <a:chExt cx="410" cy="742"/>
            </a:xfrm>
          </p:grpSpPr>
          <p:cxnSp>
            <p:nvCxnSpPr>
              <p:cNvPr id="527" name="Google Shape;527;p8"/>
              <p:cNvCxnSpPr/>
              <p:nvPr/>
            </p:nvCxnSpPr>
            <p:spPr>
              <a:xfrm flipH="1">
                <a:off x="3130" y="3288"/>
                <a:ext cx="205" cy="672"/>
              </a:xfrm>
              <a:prstGeom prst="straightConnector1">
                <a:avLst/>
              </a:prstGeom>
              <a:noFill/>
              <a:ln cap="flat" cmpd="sng" w="9525">
                <a:solidFill>
                  <a:schemeClr val="dk1"/>
                </a:solidFill>
                <a:prstDash val="solid"/>
                <a:round/>
                <a:headEnd len="med" w="med" type="none"/>
                <a:tailEnd len="med" w="med" type="none"/>
              </a:ln>
            </p:spPr>
          </p:cxnSp>
          <p:cxnSp>
            <p:nvCxnSpPr>
              <p:cNvPr id="528" name="Google Shape;528;p8"/>
              <p:cNvCxnSpPr/>
              <p:nvPr/>
            </p:nvCxnSpPr>
            <p:spPr>
              <a:xfrm>
                <a:off x="3335" y="3288"/>
                <a:ext cx="205" cy="669"/>
              </a:xfrm>
              <a:prstGeom prst="straightConnector1">
                <a:avLst/>
              </a:prstGeom>
              <a:noFill/>
              <a:ln cap="flat" cmpd="sng" w="9525">
                <a:solidFill>
                  <a:schemeClr val="dk1"/>
                </a:solidFill>
                <a:prstDash val="solid"/>
                <a:round/>
                <a:headEnd len="med" w="med" type="none"/>
                <a:tailEnd len="med" w="med" type="none"/>
              </a:ln>
            </p:spPr>
          </p:cxnSp>
          <p:cxnSp>
            <p:nvCxnSpPr>
              <p:cNvPr id="529" name="Google Shape;529;p8"/>
              <p:cNvCxnSpPr/>
              <p:nvPr/>
            </p:nvCxnSpPr>
            <p:spPr>
              <a:xfrm>
                <a:off x="3130"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530" name="Google Shape;530;p8"/>
              <p:cNvCxnSpPr/>
              <p:nvPr/>
            </p:nvCxnSpPr>
            <p:spPr>
              <a:xfrm flipH="1">
                <a:off x="3335"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531" name="Google Shape;531;p8"/>
              <p:cNvCxnSpPr/>
              <p:nvPr/>
            </p:nvCxnSpPr>
            <p:spPr>
              <a:xfrm>
                <a:off x="3335" y="3303"/>
                <a:ext cx="0" cy="727"/>
              </a:xfrm>
              <a:prstGeom prst="straightConnector1">
                <a:avLst/>
              </a:prstGeom>
              <a:noFill/>
              <a:ln cap="flat" cmpd="sng" w="9525">
                <a:solidFill>
                  <a:schemeClr val="dk1"/>
                </a:solidFill>
                <a:prstDash val="solid"/>
                <a:round/>
                <a:headEnd len="med" w="med" type="none"/>
                <a:tailEnd len="med" w="med" type="none"/>
              </a:ln>
            </p:spPr>
          </p:cxnSp>
          <p:cxnSp>
            <p:nvCxnSpPr>
              <p:cNvPr id="532" name="Google Shape;532;p8"/>
              <p:cNvCxnSpPr/>
              <p:nvPr/>
            </p:nvCxnSpPr>
            <p:spPr>
              <a:xfrm flipH="1" rot="10800000">
                <a:off x="3130" y="3888"/>
                <a:ext cx="205" cy="72"/>
              </a:xfrm>
              <a:prstGeom prst="straightConnector1">
                <a:avLst/>
              </a:prstGeom>
              <a:noFill/>
              <a:ln cap="flat" cmpd="sng" w="9525">
                <a:solidFill>
                  <a:schemeClr val="dk1"/>
                </a:solidFill>
                <a:prstDash val="solid"/>
                <a:round/>
                <a:headEnd len="med" w="med" type="none"/>
                <a:tailEnd len="med" w="med" type="none"/>
              </a:ln>
            </p:spPr>
          </p:cxnSp>
          <p:cxnSp>
            <p:nvCxnSpPr>
              <p:cNvPr id="533" name="Google Shape;533;p8"/>
              <p:cNvCxnSpPr/>
              <p:nvPr/>
            </p:nvCxnSpPr>
            <p:spPr>
              <a:xfrm rot="10800000">
                <a:off x="3335" y="3888"/>
                <a:ext cx="205" cy="69"/>
              </a:xfrm>
              <a:prstGeom prst="straightConnector1">
                <a:avLst/>
              </a:prstGeom>
              <a:noFill/>
              <a:ln cap="flat" cmpd="sng" w="9525">
                <a:solidFill>
                  <a:schemeClr val="dk1"/>
                </a:solidFill>
                <a:prstDash val="solid"/>
                <a:round/>
                <a:headEnd len="med" w="med" type="none"/>
                <a:tailEnd len="med" w="med" type="none"/>
              </a:ln>
            </p:spPr>
          </p:cxnSp>
          <p:cxnSp>
            <p:nvCxnSpPr>
              <p:cNvPr id="534" name="Google Shape;534;p8"/>
              <p:cNvCxnSpPr/>
              <p:nvPr/>
            </p:nvCxnSpPr>
            <p:spPr>
              <a:xfrm>
                <a:off x="3217" y="3668"/>
                <a:ext cx="118" cy="55"/>
              </a:xfrm>
              <a:prstGeom prst="straightConnector1">
                <a:avLst/>
              </a:prstGeom>
              <a:noFill/>
              <a:ln cap="flat" cmpd="sng" w="9525">
                <a:solidFill>
                  <a:schemeClr val="dk1"/>
                </a:solidFill>
                <a:prstDash val="solid"/>
                <a:round/>
                <a:headEnd len="med" w="med" type="none"/>
                <a:tailEnd len="med" w="med" type="none"/>
              </a:ln>
            </p:spPr>
          </p:cxnSp>
          <p:cxnSp>
            <p:nvCxnSpPr>
              <p:cNvPr id="535" name="Google Shape;535;p8"/>
              <p:cNvCxnSpPr/>
              <p:nvPr/>
            </p:nvCxnSpPr>
            <p:spPr>
              <a:xfrm flipH="1" rot="10800000">
                <a:off x="3335" y="3668"/>
                <a:ext cx="124" cy="55"/>
              </a:xfrm>
              <a:prstGeom prst="straightConnector1">
                <a:avLst/>
              </a:prstGeom>
              <a:noFill/>
              <a:ln cap="flat" cmpd="sng" w="9525">
                <a:solidFill>
                  <a:schemeClr val="dk1"/>
                </a:solidFill>
                <a:prstDash val="solid"/>
                <a:round/>
                <a:headEnd len="med" w="med" type="none"/>
                <a:tailEnd len="med" w="med" type="none"/>
              </a:ln>
            </p:spPr>
          </p:cxnSp>
          <p:cxnSp>
            <p:nvCxnSpPr>
              <p:cNvPr id="536" name="Google Shape;536;p8"/>
              <p:cNvCxnSpPr/>
              <p:nvPr/>
            </p:nvCxnSpPr>
            <p:spPr>
              <a:xfrm>
                <a:off x="3178" y="3766"/>
                <a:ext cx="152" cy="75"/>
              </a:xfrm>
              <a:prstGeom prst="straightConnector1">
                <a:avLst/>
              </a:prstGeom>
              <a:noFill/>
              <a:ln cap="flat" cmpd="sng" w="9525">
                <a:solidFill>
                  <a:schemeClr val="dk1"/>
                </a:solidFill>
                <a:prstDash val="solid"/>
                <a:round/>
                <a:headEnd len="med" w="med" type="none"/>
                <a:tailEnd len="med" w="med" type="none"/>
              </a:ln>
            </p:spPr>
          </p:cxnSp>
          <p:cxnSp>
            <p:nvCxnSpPr>
              <p:cNvPr id="537" name="Google Shape;537;p8"/>
              <p:cNvCxnSpPr/>
              <p:nvPr/>
            </p:nvCxnSpPr>
            <p:spPr>
              <a:xfrm flipH="1" rot="10800000">
                <a:off x="3335" y="3781"/>
                <a:ext cx="153" cy="66"/>
              </a:xfrm>
              <a:prstGeom prst="straightConnector1">
                <a:avLst/>
              </a:prstGeom>
              <a:noFill/>
              <a:ln cap="flat" cmpd="sng" w="9525">
                <a:solidFill>
                  <a:schemeClr val="dk1"/>
                </a:solidFill>
                <a:prstDash val="solid"/>
                <a:round/>
                <a:headEnd len="med" w="med" type="none"/>
                <a:tailEnd len="med" w="med" type="none"/>
              </a:ln>
            </p:spPr>
          </p:cxnSp>
          <p:cxnSp>
            <p:nvCxnSpPr>
              <p:cNvPr id="538" name="Google Shape;538;p8"/>
              <p:cNvCxnSpPr/>
              <p:nvPr/>
            </p:nvCxnSpPr>
            <p:spPr>
              <a:xfrm flipH="1" rot="10800000">
                <a:off x="3335" y="3567"/>
                <a:ext cx="78" cy="27"/>
              </a:xfrm>
              <a:prstGeom prst="straightConnector1">
                <a:avLst/>
              </a:prstGeom>
              <a:noFill/>
              <a:ln cap="flat" cmpd="sng" w="9525">
                <a:solidFill>
                  <a:schemeClr val="dk1"/>
                </a:solidFill>
                <a:prstDash val="solid"/>
                <a:round/>
                <a:headEnd len="med" w="med" type="none"/>
                <a:tailEnd len="med" w="med" type="none"/>
              </a:ln>
            </p:spPr>
          </p:cxnSp>
          <p:cxnSp>
            <p:nvCxnSpPr>
              <p:cNvPr id="539" name="Google Shape;539;p8"/>
              <p:cNvCxnSpPr/>
              <p:nvPr/>
            </p:nvCxnSpPr>
            <p:spPr>
              <a:xfrm flipH="1" rot="10800000">
                <a:off x="3335" y="3428"/>
                <a:ext cx="49" cy="21"/>
              </a:xfrm>
              <a:prstGeom prst="straightConnector1">
                <a:avLst/>
              </a:prstGeom>
              <a:noFill/>
              <a:ln cap="flat" cmpd="sng" w="9525">
                <a:solidFill>
                  <a:schemeClr val="dk1"/>
                </a:solidFill>
                <a:prstDash val="solid"/>
                <a:round/>
                <a:headEnd len="med" w="med" type="none"/>
                <a:tailEnd len="med" w="med" type="none"/>
              </a:ln>
            </p:spPr>
          </p:cxnSp>
          <p:cxnSp>
            <p:nvCxnSpPr>
              <p:cNvPr id="540" name="Google Shape;540;p8"/>
              <p:cNvCxnSpPr/>
              <p:nvPr/>
            </p:nvCxnSpPr>
            <p:spPr>
              <a:xfrm>
                <a:off x="3247" y="3558"/>
                <a:ext cx="95" cy="36"/>
              </a:xfrm>
              <a:prstGeom prst="straightConnector1">
                <a:avLst/>
              </a:prstGeom>
              <a:noFill/>
              <a:ln cap="flat" cmpd="sng" w="9525">
                <a:solidFill>
                  <a:schemeClr val="dk1"/>
                </a:solidFill>
                <a:prstDash val="solid"/>
                <a:round/>
                <a:headEnd len="med" w="med" type="none"/>
                <a:tailEnd len="med" w="med" type="none"/>
              </a:ln>
            </p:spPr>
          </p:cxnSp>
          <p:cxnSp>
            <p:nvCxnSpPr>
              <p:cNvPr id="541" name="Google Shape;541;p8"/>
              <p:cNvCxnSpPr/>
              <p:nvPr/>
            </p:nvCxnSpPr>
            <p:spPr>
              <a:xfrm>
                <a:off x="3289" y="3422"/>
                <a:ext cx="55" cy="36"/>
              </a:xfrm>
              <a:prstGeom prst="straightConnector1">
                <a:avLst/>
              </a:prstGeom>
              <a:noFill/>
              <a:ln cap="flat" cmpd="sng" w="9525">
                <a:solidFill>
                  <a:schemeClr val="dk1"/>
                </a:solidFill>
                <a:prstDash val="solid"/>
                <a:round/>
                <a:headEnd len="med" w="med" type="none"/>
                <a:tailEnd len="med" w="med" type="none"/>
              </a:ln>
            </p:spPr>
          </p:cxnSp>
        </p:grpSp>
      </p:grpSp>
      <p:grpSp>
        <p:nvGrpSpPr>
          <p:cNvPr id="542" name="Google Shape;542;p8"/>
          <p:cNvGrpSpPr/>
          <p:nvPr/>
        </p:nvGrpSpPr>
        <p:grpSpPr>
          <a:xfrm>
            <a:off x="4185385" y="2421275"/>
            <a:ext cx="271847" cy="453062"/>
            <a:chOff x="5534723" y="1952089"/>
            <a:chExt cx="271847" cy="453062"/>
          </a:xfrm>
        </p:grpSpPr>
        <p:pic>
          <p:nvPicPr>
            <p:cNvPr descr="cell_tower_radiation copy" id="543" name="Google Shape;543;p8"/>
            <p:cNvPicPr preferRelativeResize="0"/>
            <p:nvPr/>
          </p:nvPicPr>
          <p:blipFill rotWithShape="1">
            <a:blip r:embed="rId22">
              <a:alphaModFix/>
            </a:blip>
            <a:srcRect b="0" l="0" r="0" t="0"/>
            <a:stretch/>
          </p:blipFill>
          <p:spPr>
            <a:xfrm>
              <a:off x="5534723" y="1952089"/>
              <a:ext cx="271847" cy="197860"/>
            </a:xfrm>
            <a:prstGeom prst="rect">
              <a:avLst/>
            </a:prstGeom>
            <a:noFill/>
            <a:ln>
              <a:noFill/>
            </a:ln>
          </p:spPr>
        </p:pic>
        <p:sp>
          <p:nvSpPr>
            <p:cNvPr id="544" name="Google Shape;544;p8"/>
            <p:cNvSpPr/>
            <p:nvPr/>
          </p:nvSpPr>
          <p:spPr>
            <a:xfrm>
              <a:off x="5640100" y="2023483"/>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45" name="Google Shape;545;p8"/>
            <p:cNvGrpSpPr/>
            <p:nvPr/>
          </p:nvGrpSpPr>
          <p:grpSpPr>
            <a:xfrm>
              <a:off x="5562338" y="2043663"/>
              <a:ext cx="212313" cy="361488"/>
              <a:chOff x="3130" y="3288"/>
              <a:chExt cx="410" cy="742"/>
            </a:xfrm>
          </p:grpSpPr>
          <p:cxnSp>
            <p:nvCxnSpPr>
              <p:cNvPr id="546" name="Google Shape;546;p8"/>
              <p:cNvCxnSpPr/>
              <p:nvPr/>
            </p:nvCxnSpPr>
            <p:spPr>
              <a:xfrm flipH="1">
                <a:off x="3130" y="3288"/>
                <a:ext cx="205" cy="672"/>
              </a:xfrm>
              <a:prstGeom prst="straightConnector1">
                <a:avLst/>
              </a:prstGeom>
              <a:noFill/>
              <a:ln cap="flat" cmpd="sng" w="9525">
                <a:solidFill>
                  <a:schemeClr val="dk1"/>
                </a:solidFill>
                <a:prstDash val="solid"/>
                <a:round/>
                <a:headEnd len="med" w="med" type="none"/>
                <a:tailEnd len="med" w="med" type="none"/>
              </a:ln>
            </p:spPr>
          </p:cxnSp>
          <p:cxnSp>
            <p:nvCxnSpPr>
              <p:cNvPr id="547" name="Google Shape;547;p8"/>
              <p:cNvCxnSpPr/>
              <p:nvPr/>
            </p:nvCxnSpPr>
            <p:spPr>
              <a:xfrm>
                <a:off x="3335" y="3288"/>
                <a:ext cx="205" cy="669"/>
              </a:xfrm>
              <a:prstGeom prst="straightConnector1">
                <a:avLst/>
              </a:prstGeom>
              <a:noFill/>
              <a:ln cap="flat" cmpd="sng" w="9525">
                <a:solidFill>
                  <a:schemeClr val="dk1"/>
                </a:solidFill>
                <a:prstDash val="solid"/>
                <a:round/>
                <a:headEnd len="med" w="med" type="none"/>
                <a:tailEnd len="med" w="med" type="none"/>
              </a:ln>
            </p:spPr>
          </p:cxnSp>
          <p:cxnSp>
            <p:nvCxnSpPr>
              <p:cNvPr id="548" name="Google Shape;548;p8"/>
              <p:cNvCxnSpPr/>
              <p:nvPr/>
            </p:nvCxnSpPr>
            <p:spPr>
              <a:xfrm>
                <a:off x="3130"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549" name="Google Shape;549;p8"/>
              <p:cNvCxnSpPr/>
              <p:nvPr/>
            </p:nvCxnSpPr>
            <p:spPr>
              <a:xfrm flipH="1">
                <a:off x="3335"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550" name="Google Shape;550;p8"/>
              <p:cNvCxnSpPr/>
              <p:nvPr/>
            </p:nvCxnSpPr>
            <p:spPr>
              <a:xfrm>
                <a:off x="3335" y="3303"/>
                <a:ext cx="0" cy="727"/>
              </a:xfrm>
              <a:prstGeom prst="straightConnector1">
                <a:avLst/>
              </a:prstGeom>
              <a:noFill/>
              <a:ln cap="flat" cmpd="sng" w="9525">
                <a:solidFill>
                  <a:schemeClr val="dk1"/>
                </a:solidFill>
                <a:prstDash val="solid"/>
                <a:round/>
                <a:headEnd len="med" w="med" type="none"/>
                <a:tailEnd len="med" w="med" type="none"/>
              </a:ln>
            </p:spPr>
          </p:cxnSp>
          <p:cxnSp>
            <p:nvCxnSpPr>
              <p:cNvPr id="551" name="Google Shape;551;p8"/>
              <p:cNvCxnSpPr/>
              <p:nvPr/>
            </p:nvCxnSpPr>
            <p:spPr>
              <a:xfrm flipH="1" rot="10800000">
                <a:off x="3130" y="3888"/>
                <a:ext cx="205" cy="72"/>
              </a:xfrm>
              <a:prstGeom prst="straightConnector1">
                <a:avLst/>
              </a:prstGeom>
              <a:noFill/>
              <a:ln cap="flat" cmpd="sng" w="9525">
                <a:solidFill>
                  <a:schemeClr val="dk1"/>
                </a:solidFill>
                <a:prstDash val="solid"/>
                <a:round/>
                <a:headEnd len="med" w="med" type="none"/>
                <a:tailEnd len="med" w="med" type="none"/>
              </a:ln>
            </p:spPr>
          </p:cxnSp>
          <p:cxnSp>
            <p:nvCxnSpPr>
              <p:cNvPr id="552" name="Google Shape;552;p8"/>
              <p:cNvCxnSpPr/>
              <p:nvPr/>
            </p:nvCxnSpPr>
            <p:spPr>
              <a:xfrm rot="10800000">
                <a:off x="3335" y="3888"/>
                <a:ext cx="205" cy="69"/>
              </a:xfrm>
              <a:prstGeom prst="straightConnector1">
                <a:avLst/>
              </a:prstGeom>
              <a:noFill/>
              <a:ln cap="flat" cmpd="sng" w="9525">
                <a:solidFill>
                  <a:schemeClr val="dk1"/>
                </a:solidFill>
                <a:prstDash val="solid"/>
                <a:round/>
                <a:headEnd len="med" w="med" type="none"/>
                <a:tailEnd len="med" w="med" type="none"/>
              </a:ln>
            </p:spPr>
          </p:cxnSp>
          <p:cxnSp>
            <p:nvCxnSpPr>
              <p:cNvPr id="553" name="Google Shape;553;p8"/>
              <p:cNvCxnSpPr/>
              <p:nvPr/>
            </p:nvCxnSpPr>
            <p:spPr>
              <a:xfrm>
                <a:off x="3217" y="3668"/>
                <a:ext cx="118" cy="55"/>
              </a:xfrm>
              <a:prstGeom prst="straightConnector1">
                <a:avLst/>
              </a:prstGeom>
              <a:noFill/>
              <a:ln cap="flat" cmpd="sng" w="9525">
                <a:solidFill>
                  <a:schemeClr val="dk1"/>
                </a:solidFill>
                <a:prstDash val="solid"/>
                <a:round/>
                <a:headEnd len="med" w="med" type="none"/>
                <a:tailEnd len="med" w="med" type="none"/>
              </a:ln>
            </p:spPr>
          </p:cxnSp>
          <p:cxnSp>
            <p:nvCxnSpPr>
              <p:cNvPr id="554" name="Google Shape;554;p8"/>
              <p:cNvCxnSpPr/>
              <p:nvPr/>
            </p:nvCxnSpPr>
            <p:spPr>
              <a:xfrm flipH="1" rot="10800000">
                <a:off x="3335" y="3668"/>
                <a:ext cx="124" cy="55"/>
              </a:xfrm>
              <a:prstGeom prst="straightConnector1">
                <a:avLst/>
              </a:prstGeom>
              <a:noFill/>
              <a:ln cap="flat" cmpd="sng" w="9525">
                <a:solidFill>
                  <a:schemeClr val="dk1"/>
                </a:solidFill>
                <a:prstDash val="solid"/>
                <a:round/>
                <a:headEnd len="med" w="med" type="none"/>
                <a:tailEnd len="med" w="med" type="none"/>
              </a:ln>
            </p:spPr>
          </p:cxnSp>
          <p:cxnSp>
            <p:nvCxnSpPr>
              <p:cNvPr id="555" name="Google Shape;555;p8"/>
              <p:cNvCxnSpPr/>
              <p:nvPr/>
            </p:nvCxnSpPr>
            <p:spPr>
              <a:xfrm>
                <a:off x="3178" y="3766"/>
                <a:ext cx="152" cy="75"/>
              </a:xfrm>
              <a:prstGeom prst="straightConnector1">
                <a:avLst/>
              </a:prstGeom>
              <a:noFill/>
              <a:ln cap="flat" cmpd="sng" w="9525">
                <a:solidFill>
                  <a:schemeClr val="dk1"/>
                </a:solidFill>
                <a:prstDash val="solid"/>
                <a:round/>
                <a:headEnd len="med" w="med" type="none"/>
                <a:tailEnd len="med" w="med" type="none"/>
              </a:ln>
            </p:spPr>
          </p:cxnSp>
          <p:cxnSp>
            <p:nvCxnSpPr>
              <p:cNvPr id="556" name="Google Shape;556;p8"/>
              <p:cNvCxnSpPr/>
              <p:nvPr/>
            </p:nvCxnSpPr>
            <p:spPr>
              <a:xfrm flipH="1" rot="10800000">
                <a:off x="3335" y="3781"/>
                <a:ext cx="153" cy="66"/>
              </a:xfrm>
              <a:prstGeom prst="straightConnector1">
                <a:avLst/>
              </a:prstGeom>
              <a:noFill/>
              <a:ln cap="flat" cmpd="sng" w="9525">
                <a:solidFill>
                  <a:schemeClr val="dk1"/>
                </a:solidFill>
                <a:prstDash val="solid"/>
                <a:round/>
                <a:headEnd len="med" w="med" type="none"/>
                <a:tailEnd len="med" w="med" type="none"/>
              </a:ln>
            </p:spPr>
          </p:cxnSp>
          <p:cxnSp>
            <p:nvCxnSpPr>
              <p:cNvPr id="557" name="Google Shape;557;p8"/>
              <p:cNvCxnSpPr/>
              <p:nvPr/>
            </p:nvCxnSpPr>
            <p:spPr>
              <a:xfrm flipH="1" rot="10800000">
                <a:off x="3335" y="3567"/>
                <a:ext cx="78" cy="27"/>
              </a:xfrm>
              <a:prstGeom prst="straightConnector1">
                <a:avLst/>
              </a:prstGeom>
              <a:noFill/>
              <a:ln cap="flat" cmpd="sng" w="9525">
                <a:solidFill>
                  <a:schemeClr val="dk1"/>
                </a:solidFill>
                <a:prstDash val="solid"/>
                <a:round/>
                <a:headEnd len="med" w="med" type="none"/>
                <a:tailEnd len="med" w="med" type="none"/>
              </a:ln>
            </p:spPr>
          </p:cxnSp>
          <p:cxnSp>
            <p:nvCxnSpPr>
              <p:cNvPr id="558" name="Google Shape;558;p8"/>
              <p:cNvCxnSpPr/>
              <p:nvPr/>
            </p:nvCxnSpPr>
            <p:spPr>
              <a:xfrm flipH="1" rot="10800000">
                <a:off x="3335" y="3428"/>
                <a:ext cx="49" cy="21"/>
              </a:xfrm>
              <a:prstGeom prst="straightConnector1">
                <a:avLst/>
              </a:prstGeom>
              <a:noFill/>
              <a:ln cap="flat" cmpd="sng" w="9525">
                <a:solidFill>
                  <a:schemeClr val="dk1"/>
                </a:solidFill>
                <a:prstDash val="solid"/>
                <a:round/>
                <a:headEnd len="med" w="med" type="none"/>
                <a:tailEnd len="med" w="med" type="none"/>
              </a:ln>
            </p:spPr>
          </p:cxnSp>
          <p:cxnSp>
            <p:nvCxnSpPr>
              <p:cNvPr id="559" name="Google Shape;559;p8"/>
              <p:cNvCxnSpPr/>
              <p:nvPr/>
            </p:nvCxnSpPr>
            <p:spPr>
              <a:xfrm>
                <a:off x="3247" y="3558"/>
                <a:ext cx="95" cy="36"/>
              </a:xfrm>
              <a:prstGeom prst="straightConnector1">
                <a:avLst/>
              </a:prstGeom>
              <a:noFill/>
              <a:ln cap="flat" cmpd="sng" w="9525">
                <a:solidFill>
                  <a:schemeClr val="dk1"/>
                </a:solidFill>
                <a:prstDash val="solid"/>
                <a:round/>
                <a:headEnd len="med" w="med" type="none"/>
                <a:tailEnd len="med" w="med" type="none"/>
              </a:ln>
            </p:spPr>
          </p:cxnSp>
          <p:cxnSp>
            <p:nvCxnSpPr>
              <p:cNvPr id="560" name="Google Shape;560;p8"/>
              <p:cNvCxnSpPr/>
              <p:nvPr/>
            </p:nvCxnSpPr>
            <p:spPr>
              <a:xfrm>
                <a:off x="3289" y="3422"/>
                <a:ext cx="55" cy="36"/>
              </a:xfrm>
              <a:prstGeom prst="straightConnector1">
                <a:avLst/>
              </a:prstGeom>
              <a:noFill/>
              <a:ln cap="flat" cmpd="sng" w="9525">
                <a:solidFill>
                  <a:schemeClr val="dk1"/>
                </a:solidFill>
                <a:prstDash val="solid"/>
                <a:round/>
                <a:headEnd len="med" w="med" type="none"/>
                <a:tailEnd len="med" w="med" type="none"/>
              </a:ln>
            </p:spPr>
          </p:cxnSp>
        </p:grpSp>
      </p:grpSp>
      <p:sp>
        <p:nvSpPr>
          <p:cNvPr id="561" name="Google Shape;561;p8"/>
          <p:cNvSpPr/>
          <p:nvPr/>
        </p:nvSpPr>
        <p:spPr>
          <a:xfrm>
            <a:off x="1119809" y="2216359"/>
            <a:ext cx="2332382" cy="1144929"/>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NAT</a:t>
            </a:r>
            <a:r>
              <a:rPr b="0" i="0" lang="en-US" sz="28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home, cellular, institutional</a:t>
            </a:r>
            <a:endParaRPr/>
          </a:p>
        </p:txBody>
      </p:sp>
      <p:sp>
        <p:nvSpPr>
          <p:cNvPr id="562" name="Google Shape;562;p8"/>
          <p:cNvSpPr/>
          <p:nvPr/>
        </p:nvSpPr>
        <p:spPr>
          <a:xfrm>
            <a:off x="7957932" y="1255577"/>
            <a:ext cx="3995530" cy="1144929"/>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Firewalls, IDS</a:t>
            </a:r>
            <a:r>
              <a:rPr b="0" i="0" lang="en-US" sz="28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corporate, institutional, service providers, ISPs</a:t>
            </a:r>
            <a:endParaRPr/>
          </a:p>
        </p:txBody>
      </p:sp>
      <p:sp>
        <p:nvSpPr>
          <p:cNvPr id="563" name="Google Shape;563;p8"/>
          <p:cNvSpPr/>
          <p:nvPr/>
        </p:nvSpPr>
        <p:spPr>
          <a:xfrm>
            <a:off x="8653671" y="3077751"/>
            <a:ext cx="3193773" cy="1477328"/>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Load balancers</a:t>
            </a:r>
            <a:r>
              <a:rPr b="0" i="0" lang="en-US" sz="28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corporate, service provider, data center, mobile nets</a:t>
            </a:r>
            <a:endParaRPr/>
          </a:p>
        </p:txBody>
      </p:sp>
      <p:sp>
        <p:nvSpPr>
          <p:cNvPr id="564" name="Google Shape;564;p8"/>
          <p:cNvSpPr/>
          <p:nvPr/>
        </p:nvSpPr>
        <p:spPr>
          <a:xfrm>
            <a:off x="8183219" y="5297489"/>
            <a:ext cx="3193773" cy="81253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Caches</a:t>
            </a:r>
            <a:r>
              <a:rPr b="0" i="0" lang="en-US" sz="2800" u="none" cap="none" strike="noStrike">
                <a:solidFill>
                  <a:srgbClr val="000000"/>
                </a:solidFill>
                <a:latin typeface="Calibri"/>
                <a:ea typeface="Calibri"/>
                <a:cs typeface="Calibri"/>
                <a:sym typeface="Calibri"/>
              </a:rPr>
              <a:t>:</a:t>
            </a:r>
            <a:r>
              <a:rPr b="0" i="0" lang="en-US" sz="2400" u="none" cap="none" strike="noStrike">
                <a:solidFill>
                  <a:srgbClr val="000000"/>
                </a:solidFill>
                <a:latin typeface="Calibri"/>
                <a:ea typeface="Calibri"/>
                <a:cs typeface="Calibri"/>
                <a:sym typeface="Calibri"/>
              </a:rPr>
              <a:t> service provider, mobile, CDNs</a:t>
            </a:r>
            <a:endParaRPr/>
          </a:p>
        </p:txBody>
      </p:sp>
      <p:sp>
        <p:nvSpPr>
          <p:cNvPr id="565" name="Google Shape;565;p8"/>
          <p:cNvSpPr/>
          <p:nvPr/>
        </p:nvSpPr>
        <p:spPr>
          <a:xfrm>
            <a:off x="1384853" y="4369836"/>
            <a:ext cx="2332382" cy="1865126"/>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Application-specific</a:t>
            </a:r>
            <a:r>
              <a:rPr b="0" i="0" lang="en-US" sz="28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service providers, institutional, CDN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500"/>
                                        <p:tgtEl>
                                          <p:spTgt spid="5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gtEl>
                                        <p:attrNameLst>
                                          <p:attrName>style.visibility</p:attrName>
                                        </p:attrNameLst>
                                      </p:cBhvr>
                                      <p:to>
                                        <p:strVal val="visible"/>
                                      </p:to>
                                    </p:set>
                                    <p:animEffect filter="fade" transition="in">
                                      <p:cBhvr>
                                        <p:cTn dur="500"/>
                                        <p:tgtEl>
                                          <p:spTgt spid="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3"/>
                                        </p:tgtEl>
                                        <p:attrNameLst>
                                          <p:attrName>style.visibility</p:attrName>
                                        </p:attrNameLst>
                                      </p:cBhvr>
                                      <p:to>
                                        <p:strVal val="visible"/>
                                      </p:to>
                                    </p:set>
                                    <p:animEffect filter="fade" transition="in">
                                      <p:cBhvr>
                                        <p:cTn dur="500"/>
                                        <p:tgtEl>
                                          <p:spTgt spid="5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4"/>
                                        </p:tgtEl>
                                        <p:attrNameLst>
                                          <p:attrName>style.visibility</p:attrName>
                                        </p:attrNameLst>
                                      </p:cBhvr>
                                      <p:to>
                                        <p:strVal val="visible"/>
                                      </p:to>
                                    </p:set>
                                    <p:animEffect filter="fade" transition="in">
                                      <p:cBhvr>
                                        <p:cTn dur="500"/>
                                        <p:tgtEl>
                                          <p:spTgt spid="5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500"/>
                                        <p:tgtEl>
                                          <p:spTgt spid="5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9"/>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Middleboxes</a:t>
            </a:r>
            <a:endParaRPr/>
          </a:p>
        </p:txBody>
      </p:sp>
      <p:sp>
        <p:nvSpPr>
          <p:cNvPr id="572" name="Google Shape;572;p9"/>
          <p:cNvSpPr/>
          <p:nvPr/>
        </p:nvSpPr>
        <p:spPr>
          <a:xfrm>
            <a:off x="857251" y="1503507"/>
            <a:ext cx="10706216" cy="4431983"/>
          </a:xfrm>
          <a:prstGeom prst="rect">
            <a:avLst/>
          </a:prstGeom>
          <a:noFill/>
          <a:ln>
            <a:noFill/>
          </a:ln>
        </p:spPr>
        <p:txBody>
          <a:bodyPr anchorCtr="0" anchor="t" bIns="45700" lIns="91425" spcFirstLastPara="1" rIns="91425" wrap="square" tIns="45700">
            <a:noAutofit/>
          </a:bodyPr>
          <a:lstStyle/>
          <a:p>
            <a:pPr indent="-330200" lvl="0" marL="457200"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initially: proprietary (closed) hardware solutions</a:t>
            </a:r>
            <a:endParaRPr/>
          </a:p>
          <a:p>
            <a:pPr indent="-339725" lvl="0" marL="4572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move towards </a:t>
            </a:r>
            <a:r>
              <a:rPr b="0" i="0" lang="en-US" sz="2800" u="none" cap="none" strike="noStrike">
                <a:solidFill>
                  <a:srgbClr val="0000A8"/>
                </a:solidFill>
                <a:latin typeface="Calibri"/>
                <a:ea typeface="Calibri"/>
                <a:cs typeface="Calibri"/>
                <a:sym typeface="Calibri"/>
              </a:rPr>
              <a:t>“whitebox” hardware</a:t>
            </a:r>
            <a:r>
              <a:rPr b="0" i="0" lang="en-US" sz="2800" u="none" cap="none" strike="noStrike">
                <a:solidFill>
                  <a:schemeClr val="dk1"/>
                </a:solidFill>
                <a:latin typeface="Calibri"/>
                <a:ea typeface="Calibri"/>
                <a:cs typeface="Calibri"/>
                <a:sym typeface="Calibri"/>
              </a:rPr>
              <a:t> implementing open API</a:t>
            </a:r>
            <a:endParaRPr/>
          </a:p>
          <a:p>
            <a:pPr indent="-339725" lvl="1" marL="914400" marR="0" rtl="0" algn="l">
              <a:spcBef>
                <a:spcPts val="6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move away from proprietary hardware solutions</a:t>
            </a:r>
            <a:endParaRPr/>
          </a:p>
          <a:p>
            <a:pPr indent="-339725" lvl="1" marL="914400" marR="0" rtl="0" algn="l">
              <a:spcBef>
                <a:spcPts val="600"/>
              </a:spcBef>
              <a:spcAft>
                <a:spcPts val="0"/>
              </a:spcAft>
              <a:buClr>
                <a:srgbClr val="0000A8"/>
              </a:buClr>
              <a:buSzPts val="2800"/>
              <a:buFont typeface="Noto Sans Symbols"/>
              <a:buChar char="▪"/>
            </a:pPr>
            <a:r>
              <a:rPr b="0" i="0" lang="en-US" sz="2800" u="none" cap="none" strike="noStrike">
                <a:solidFill>
                  <a:srgbClr val="0000A8"/>
                </a:solidFill>
                <a:latin typeface="Calibri"/>
                <a:ea typeface="Calibri"/>
                <a:cs typeface="Calibri"/>
                <a:sym typeface="Calibri"/>
              </a:rPr>
              <a:t>programmable local actions </a:t>
            </a:r>
            <a:r>
              <a:rPr b="0" i="0" lang="en-US" sz="2800" u="none" cap="none" strike="noStrike">
                <a:solidFill>
                  <a:srgbClr val="000000"/>
                </a:solidFill>
                <a:latin typeface="Calibri"/>
                <a:ea typeface="Calibri"/>
                <a:cs typeface="Calibri"/>
                <a:sym typeface="Calibri"/>
              </a:rPr>
              <a:t>via match+action</a:t>
            </a:r>
            <a:endParaRPr b="0" i="0" sz="2800" u="none" cap="none" strike="noStrike">
              <a:solidFill>
                <a:srgbClr val="000000"/>
              </a:solidFill>
              <a:latin typeface="Calibri"/>
              <a:ea typeface="Calibri"/>
              <a:cs typeface="Calibri"/>
              <a:sym typeface="Calibri"/>
            </a:endParaRPr>
          </a:p>
          <a:p>
            <a:pPr indent="-339725" lvl="1" marL="914400" marR="0" rtl="0" algn="l">
              <a:spcBef>
                <a:spcPts val="6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move towards innovation/differentiation in software</a:t>
            </a:r>
            <a:endParaRPr/>
          </a:p>
          <a:p>
            <a:pPr indent="-339725" lvl="0" marL="4572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00A8"/>
                </a:solidFill>
                <a:latin typeface="Calibri"/>
                <a:ea typeface="Calibri"/>
                <a:cs typeface="Calibri"/>
                <a:sym typeface="Calibri"/>
              </a:rPr>
              <a:t>SDN: </a:t>
            </a:r>
            <a:r>
              <a:rPr b="0" i="0" lang="en-US" sz="2800" u="none" cap="none" strike="noStrike">
                <a:solidFill>
                  <a:srgbClr val="000000"/>
                </a:solidFill>
                <a:latin typeface="Calibri"/>
                <a:ea typeface="Calibri"/>
                <a:cs typeface="Calibri"/>
                <a:sym typeface="Calibri"/>
              </a:rPr>
              <a:t>(logically) centralized control and configuration management often in  private/public cloud</a:t>
            </a:r>
            <a:endParaRPr/>
          </a:p>
          <a:p>
            <a:pPr indent="-339725" lvl="0" marL="4572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13A3"/>
                </a:solidFill>
                <a:latin typeface="Calibri"/>
                <a:ea typeface="Calibri"/>
                <a:cs typeface="Calibri"/>
                <a:sym typeface="Calibri"/>
              </a:rPr>
              <a:t>network functions virtualization (NFV): </a:t>
            </a:r>
            <a:r>
              <a:rPr b="0" i="0" lang="en-US" sz="2800" u="none" cap="none" strike="noStrike">
                <a:solidFill>
                  <a:srgbClr val="000000"/>
                </a:solidFill>
                <a:latin typeface="Calibri"/>
                <a:ea typeface="Calibri"/>
                <a:cs typeface="Calibri"/>
                <a:sym typeface="Calibri"/>
              </a:rPr>
              <a:t>programmable services over white box  networking, computation, storage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2">
                                            <p:txEl>
                                              <p:pRg end="0" st="0"/>
                                            </p:txEl>
                                          </p:spTgt>
                                        </p:tgtEl>
                                        <p:attrNameLst>
                                          <p:attrName>style.visibility</p:attrName>
                                        </p:attrNameLst>
                                      </p:cBhvr>
                                      <p:to>
                                        <p:strVal val="visible"/>
                                      </p:to>
                                    </p:set>
                                    <p:animEffect filter="fade" transition="in">
                                      <p:cBhvr>
                                        <p:cTn dur="500"/>
                                        <p:tgtEl>
                                          <p:spTgt spid="57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2">
                                            <p:txEl>
                                              <p:pRg end="1" st="1"/>
                                            </p:txEl>
                                          </p:spTgt>
                                        </p:tgtEl>
                                        <p:attrNameLst>
                                          <p:attrName>style.visibility</p:attrName>
                                        </p:attrNameLst>
                                      </p:cBhvr>
                                      <p:to>
                                        <p:strVal val="visible"/>
                                      </p:to>
                                    </p:set>
                                    <p:animEffect filter="fade" transition="in">
                                      <p:cBhvr>
                                        <p:cTn dur="500"/>
                                        <p:tgtEl>
                                          <p:spTgt spid="572">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2">
                                            <p:txEl>
                                              <p:pRg end="2" st="2"/>
                                            </p:txEl>
                                          </p:spTgt>
                                        </p:tgtEl>
                                        <p:attrNameLst>
                                          <p:attrName>style.visibility</p:attrName>
                                        </p:attrNameLst>
                                      </p:cBhvr>
                                      <p:to>
                                        <p:strVal val="visible"/>
                                      </p:to>
                                    </p:set>
                                    <p:animEffect filter="fade" transition="in">
                                      <p:cBhvr>
                                        <p:cTn dur="500"/>
                                        <p:tgtEl>
                                          <p:spTgt spid="572">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2">
                                            <p:txEl>
                                              <p:pRg end="3" st="3"/>
                                            </p:txEl>
                                          </p:spTgt>
                                        </p:tgtEl>
                                        <p:attrNameLst>
                                          <p:attrName>style.visibility</p:attrName>
                                        </p:attrNameLst>
                                      </p:cBhvr>
                                      <p:to>
                                        <p:strVal val="visible"/>
                                      </p:to>
                                    </p:set>
                                    <p:animEffect filter="fade" transition="in">
                                      <p:cBhvr>
                                        <p:cTn dur="500"/>
                                        <p:tgtEl>
                                          <p:spTgt spid="572">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2">
                                            <p:txEl>
                                              <p:pRg end="4" st="4"/>
                                            </p:txEl>
                                          </p:spTgt>
                                        </p:tgtEl>
                                        <p:attrNameLst>
                                          <p:attrName>style.visibility</p:attrName>
                                        </p:attrNameLst>
                                      </p:cBhvr>
                                      <p:to>
                                        <p:strVal val="visible"/>
                                      </p:to>
                                    </p:set>
                                    <p:animEffect filter="fade" transition="in">
                                      <p:cBhvr>
                                        <p:cTn dur="500"/>
                                        <p:tgtEl>
                                          <p:spTgt spid="572">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2">
                                            <p:txEl>
                                              <p:pRg end="5" st="5"/>
                                            </p:txEl>
                                          </p:spTgt>
                                        </p:tgtEl>
                                        <p:attrNameLst>
                                          <p:attrName>style.visibility</p:attrName>
                                        </p:attrNameLst>
                                      </p:cBhvr>
                                      <p:to>
                                        <p:strVal val="visible"/>
                                      </p:to>
                                    </p:set>
                                    <p:animEffect filter="fade" transition="in">
                                      <p:cBhvr>
                                        <p:cTn dur="500"/>
                                        <p:tgtEl>
                                          <p:spTgt spid="572">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2">
                                            <p:txEl>
                                              <p:pRg end="6" st="6"/>
                                            </p:txEl>
                                          </p:spTgt>
                                        </p:tgtEl>
                                        <p:attrNameLst>
                                          <p:attrName>style.visibility</p:attrName>
                                        </p:attrNameLst>
                                      </p:cBhvr>
                                      <p:to>
                                        <p:strVal val="visible"/>
                                      </p:to>
                                    </p:set>
                                    <p:animEffect filter="fade" transition="in">
                                      <p:cBhvr>
                                        <p:cTn dur="500"/>
                                        <p:tgtEl>
                                          <p:spTgt spid="57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0"/>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The IP hourglass</a:t>
            </a:r>
            <a:endParaRPr/>
          </a:p>
        </p:txBody>
      </p:sp>
      <p:grpSp>
        <p:nvGrpSpPr>
          <p:cNvPr id="579" name="Google Shape;579;p10"/>
          <p:cNvGrpSpPr/>
          <p:nvPr/>
        </p:nvGrpSpPr>
        <p:grpSpPr>
          <a:xfrm>
            <a:off x="4090857" y="1806499"/>
            <a:ext cx="3614635" cy="3698754"/>
            <a:chOff x="638638" y="3966449"/>
            <a:chExt cx="2486251" cy="2981899"/>
          </a:xfrm>
        </p:grpSpPr>
        <p:sp>
          <p:nvSpPr>
            <p:cNvPr id="580" name="Google Shape;580;p10"/>
            <p:cNvSpPr/>
            <p:nvPr/>
          </p:nvSpPr>
          <p:spPr>
            <a:xfrm>
              <a:off x="698244" y="3966449"/>
              <a:ext cx="850271" cy="2960494"/>
            </a:xfrm>
            <a:custGeom>
              <a:rect b="b" l="l" r="r" t="t"/>
              <a:pathLst>
                <a:path extrusionOk="0" h="5030587" w="1475374">
                  <a:moveTo>
                    <a:pt x="15329" y="0"/>
                  </a:moveTo>
                  <a:cubicBezTo>
                    <a:pt x="11506" y="126358"/>
                    <a:pt x="-8193" y="338440"/>
                    <a:pt x="22909" y="490198"/>
                  </a:cubicBezTo>
                  <a:cubicBezTo>
                    <a:pt x="582101" y="1884724"/>
                    <a:pt x="1488947" y="1931578"/>
                    <a:pt x="1475220" y="2463970"/>
                  </a:cubicBezTo>
                  <a:cubicBezTo>
                    <a:pt x="1461493" y="2996362"/>
                    <a:pt x="432418" y="3246650"/>
                    <a:pt x="34630" y="4625210"/>
                  </a:cubicBezTo>
                  <a:cubicBezTo>
                    <a:pt x="-13183" y="4820661"/>
                    <a:pt x="2505" y="4908161"/>
                    <a:pt x="2317" y="5030587"/>
                  </a:cubicBezTo>
                </a:path>
              </a:pathLst>
            </a:custGeom>
            <a:no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581" name="Google Shape;581;p10"/>
            <p:cNvSpPr/>
            <p:nvPr/>
          </p:nvSpPr>
          <p:spPr>
            <a:xfrm flipH="1">
              <a:off x="2208181" y="3968317"/>
              <a:ext cx="848879" cy="2945546"/>
            </a:xfrm>
            <a:custGeom>
              <a:rect b="b" l="l" r="r" t="t"/>
              <a:pathLst>
                <a:path extrusionOk="0" h="5005187" w="1472959">
                  <a:moveTo>
                    <a:pt x="6564" y="0"/>
                  </a:moveTo>
                  <a:cubicBezTo>
                    <a:pt x="18616" y="167633"/>
                    <a:pt x="-23308" y="297165"/>
                    <a:pt x="20494" y="487023"/>
                  </a:cubicBezTo>
                  <a:cubicBezTo>
                    <a:pt x="579686" y="1881549"/>
                    <a:pt x="1486532" y="1928403"/>
                    <a:pt x="1472805" y="2460795"/>
                  </a:cubicBezTo>
                  <a:cubicBezTo>
                    <a:pt x="1459078" y="2993187"/>
                    <a:pt x="430003" y="3243475"/>
                    <a:pt x="32215" y="4622035"/>
                  </a:cubicBezTo>
                  <a:cubicBezTo>
                    <a:pt x="6627" y="4811136"/>
                    <a:pt x="-3085" y="4835136"/>
                    <a:pt x="12602" y="5005187"/>
                  </a:cubicBezTo>
                </a:path>
              </a:pathLst>
            </a:custGeom>
            <a:no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nvGrpSpPr>
            <p:cNvPr id="582" name="Google Shape;582;p10"/>
            <p:cNvGrpSpPr/>
            <p:nvPr/>
          </p:nvGrpSpPr>
          <p:grpSpPr>
            <a:xfrm>
              <a:off x="638638" y="3975358"/>
              <a:ext cx="2477214" cy="120420"/>
              <a:chOff x="551293" y="7597774"/>
              <a:chExt cx="4298417" cy="204622"/>
            </a:xfrm>
          </p:grpSpPr>
          <p:sp>
            <p:nvSpPr>
              <p:cNvPr id="583" name="Google Shape;583;p10"/>
              <p:cNvSpPr/>
              <p:nvPr/>
            </p:nvSpPr>
            <p:spPr>
              <a:xfrm>
                <a:off x="669925" y="7597775"/>
                <a:ext cx="4064730" cy="204621"/>
              </a:xfrm>
              <a:prstGeom prst="rect">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584" name="Google Shape;584;p10"/>
              <p:cNvGrpSpPr/>
              <p:nvPr/>
            </p:nvGrpSpPr>
            <p:grpSpPr>
              <a:xfrm>
                <a:off x="551293" y="7597774"/>
                <a:ext cx="360960" cy="204621"/>
                <a:chOff x="551293" y="7597774"/>
                <a:chExt cx="360960" cy="204621"/>
              </a:xfrm>
            </p:grpSpPr>
            <p:sp>
              <p:nvSpPr>
                <p:cNvPr id="585" name="Google Shape;585;p10"/>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586" name="Google Shape;586;p10"/>
                <p:cNvSpPr/>
                <p:nvPr/>
              </p:nvSpPr>
              <p:spPr>
                <a:xfrm rot="5400000">
                  <a:off x="710751" y="7569338"/>
                  <a:ext cx="142860" cy="2601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nvGrpSpPr>
              <p:cNvPr id="587" name="Google Shape;587;p10"/>
              <p:cNvGrpSpPr/>
              <p:nvPr/>
            </p:nvGrpSpPr>
            <p:grpSpPr>
              <a:xfrm flipH="1">
                <a:off x="4488749" y="7597775"/>
                <a:ext cx="360961" cy="204621"/>
                <a:chOff x="551293" y="7597774"/>
                <a:chExt cx="360962" cy="204621"/>
              </a:xfrm>
            </p:grpSpPr>
            <p:sp>
              <p:nvSpPr>
                <p:cNvPr id="588" name="Google Shape;588;p10"/>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589" name="Google Shape;589;p10"/>
                <p:cNvSpPr/>
                <p:nvPr/>
              </p:nvSpPr>
              <p:spPr>
                <a:xfrm rot="5400000">
                  <a:off x="712127" y="7566745"/>
                  <a:ext cx="140106" cy="2601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cxnSp>
          <p:nvCxnSpPr>
            <p:cNvPr id="590" name="Google Shape;590;p10"/>
            <p:cNvCxnSpPr/>
            <p:nvPr/>
          </p:nvCxnSpPr>
          <p:spPr>
            <a:xfrm>
              <a:off x="1363009" y="5119694"/>
              <a:ext cx="1037440" cy="0"/>
            </a:xfrm>
            <a:prstGeom prst="straightConnector1">
              <a:avLst/>
            </a:prstGeom>
            <a:noFill/>
            <a:ln cap="flat" cmpd="sng" w="38100">
              <a:solidFill>
                <a:srgbClr val="000090"/>
              </a:solidFill>
              <a:prstDash val="solid"/>
              <a:miter lim="800000"/>
              <a:headEnd len="sm" w="sm" type="none"/>
              <a:tailEnd len="sm" w="sm" type="none"/>
            </a:ln>
          </p:spPr>
        </p:cxnSp>
        <p:cxnSp>
          <p:nvCxnSpPr>
            <p:cNvPr id="591" name="Google Shape;591;p10"/>
            <p:cNvCxnSpPr/>
            <p:nvPr/>
          </p:nvCxnSpPr>
          <p:spPr>
            <a:xfrm>
              <a:off x="864736" y="4572767"/>
              <a:ext cx="2029754" cy="0"/>
            </a:xfrm>
            <a:prstGeom prst="straightConnector1">
              <a:avLst/>
            </a:prstGeom>
            <a:noFill/>
            <a:ln cap="flat" cmpd="sng" w="38100">
              <a:solidFill>
                <a:srgbClr val="000090"/>
              </a:solidFill>
              <a:prstDash val="solid"/>
              <a:miter lim="800000"/>
              <a:headEnd len="sm" w="sm" type="none"/>
              <a:tailEnd len="sm" w="sm" type="none"/>
            </a:ln>
          </p:spPr>
        </p:cxnSp>
        <p:cxnSp>
          <p:nvCxnSpPr>
            <p:cNvPr id="592" name="Google Shape;592;p10"/>
            <p:cNvCxnSpPr/>
            <p:nvPr/>
          </p:nvCxnSpPr>
          <p:spPr>
            <a:xfrm>
              <a:off x="904423" y="6258602"/>
              <a:ext cx="1951641" cy="0"/>
            </a:xfrm>
            <a:prstGeom prst="straightConnector1">
              <a:avLst/>
            </a:prstGeom>
            <a:noFill/>
            <a:ln cap="flat" cmpd="sng" w="38100">
              <a:solidFill>
                <a:srgbClr val="000090"/>
              </a:solidFill>
              <a:prstDash val="solid"/>
              <a:miter lim="800000"/>
              <a:headEnd len="sm" w="sm" type="none"/>
              <a:tailEnd len="sm" w="sm" type="none"/>
            </a:ln>
          </p:spPr>
        </p:cxnSp>
        <p:cxnSp>
          <p:nvCxnSpPr>
            <p:cNvPr id="593" name="Google Shape;593;p10"/>
            <p:cNvCxnSpPr/>
            <p:nvPr/>
          </p:nvCxnSpPr>
          <p:spPr>
            <a:xfrm>
              <a:off x="1336990" y="5748580"/>
              <a:ext cx="1083587" cy="0"/>
            </a:xfrm>
            <a:prstGeom prst="straightConnector1">
              <a:avLst/>
            </a:prstGeom>
            <a:noFill/>
            <a:ln cap="flat" cmpd="sng" w="38100">
              <a:solidFill>
                <a:srgbClr val="000090"/>
              </a:solidFill>
              <a:prstDash val="solid"/>
              <a:miter lim="800000"/>
              <a:headEnd len="sm" w="sm" type="none"/>
              <a:tailEnd len="sm" w="sm" type="none"/>
            </a:ln>
          </p:spPr>
        </p:cxnSp>
        <p:sp>
          <p:nvSpPr>
            <p:cNvPr id="594" name="Google Shape;594;p10"/>
            <p:cNvSpPr txBox="1"/>
            <p:nvPr/>
          </p:nvSpPr>
          <p:spPr>
            <a:xfrm>
              <a:off x="1701671" y="5248774"/>
              <a:ext cx="31666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IP</a:t>
              </a:r>
              <a:endParaRPr/>
            </a:p>
          </p:txBody>
        </p:sp>
        <p:sp>
          <p:nvSpPr>
            <p:cNvPr id="595" name="Google Shape;595;p10"/>
            <p:cNvSpPr txBox="1"/>
            <p:nvPr/>
          </p:nvSpPr>
          <p:spPr>
            <a:xfrm>
              <a:off x="1317827" y="4665231"/>
              <a:ext cx="557470"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TCP </a:t>
              </a:r>
              <a:endParaRPr/>
            </a:p>
          </p:txBody>
        </p:sp>
        <p:sp>
          <p:nvSpPr>
            <p:cNvPr id="596" name="Google Shape;596;p10"/>
            <p:cNvSpPr txBox="1"/>
            <p:nvPr/>
          </p:nvSpPr>
          <p:spPr>
            <a:xfrm>
              <a:off x="1921463" y="4672273"/>
              <a:ext cx="565850"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UDP</a:t>
              </a:r>
              <a:endParaRPr/>
            </a:p>
          </p:txBody>
        </p:sp>
        <p:sp>
          <p:nvSpPr>
            <p:cNvPr id="597" name="Google Shape;597;p10"/>
            <p:cNvSpPr txBox="1"/>
            <p:nvPr/>
          </p:nvSpPr>
          <p:spPr>
            <a:xfrm>
              <a:off x="929163" y="4095202"/>
              <a:ext cx="50322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HTTP</a:t>
              </a:r>
              <a:endParaRPr/>
            </a:p>
          </p:txBody>
        </p:sp>
        <p:sp>
          <p:nvSpPr>
            <p:cNvPr id="598" name="Google Shape;598;p10"/>
            <p:cNvSpPr txBox="1"/>
            <p:nvPr/>
          </p:nvSpPr>
          <p:spPr>
            <a:xfrm>
              <a:off x="1538498" y="4104718"/>
              <a:ext cx="53718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SMTP</a:t>
              </a:r>
              <a:endParaRPr/>
            </a:p>
          </p:txBody>
        </p:sp>
        <p:sp>
          <p:nvSpPr>
            <p:cNvPr id="599" name="Google Shape;599;p10"/>
            <p:cNvSpPr txBox="1"/>
            <p:nvPr/>
          </p:nvSpPr>
          <p:spPr>
            <a:xfrm>
              <a:off x="1222850" y="4267665"/>
              <a:ext cx="497490"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a:t>
              </a:r>
              <a:endParaRPr/>
            </a:p>
          </p:txBody>
        </p:sp>
        <p:sp>
          <p:nvSpPr>
            <p:cNvPr id="600" name="Google Shape;600;p10"/>
            <p:cNvSpPr txBox="1"/>
            <p:nvPr/>
          </p:nvSpPr>
          <p:spPr>
            <a:xfrm>
              <a:off x="1867426" y="4272536"/>
              <a:ext cx="52686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DASH</a:t>
              </a:r>
              <a:endParaRPr/>
            </a:p>
          </p:txBody>
        </p:sp>
        <p:sp>
          <p:nvSpPr>
            <p:cNvPr id="601" name="Google Shape;601;p10"/>
            <p:cNvSpPr txBox="1"/>
            <p:nvPr/>
          </p:nvSpPr>
          <p:spPr>
            <a:xfrm>
              <a:off x="2165480" y="4095316"/>
              <a:ext cx="398741"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RTP</a:t>
              </a:r>
              <a:endParaRPr/>
            </a:p>
          </p:txBody>
        </p:sp>
        <p:sp>
          <p:nvSpPr>
            <p:cNvPr id="602" name="Google Shape;602;p10"/>
            <p:cNvSpPr txBox="1"/>
            <p:nvPr/>
          </p:nvSpPr>
          <p:spPr>
            <a:xfrm>
              <a:off x="2555094" y="4099819"/>
              <a:ext cx="35273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grpSp>
          <p:nvGrpSpPr>
            <p:cNvPr id="603" name="Google Shape;603;p10"/>
            <p:cNvGrpSpPr/>
            <p:nvPr/>
          </p:nvGrpSpPr>
          <p:grpSpPr>
            <a:xfrm>
              <a:off x="647675" y="6827928"/>
              <a:ext cx="2477214" cy="120420"/>
              <a:chOff x="551293" y="7597774"/>
              <a:chExt cx="4298417" cy="204622"/>
            </a:xfrm>
          </p:grpSpPr>
          <p:sp>
            <p:nvSpPr>
              <p:cNvPr id="604" name="Google Shape;604;p10"/>
              <p:cNvSpPr/>
              <p:nvPr/>
            </p:nvSpPr>
            <p:spPr>
              <a:xfrm>
                <a:off x="669925" y="7597775"/>
                <a:ext cx="4064730" cy="204621"/>
              </a:xfrm>
              <a:prstGeom prst="rect">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605" name="Google Shape;605;p10"/>
              <p:cNvGrpSpPr/>
              <p:nvPr/>
            </p:nvGrpSpPr>
            <p:grpSpPr>
              <a:xfrm>
                <a:off x="551293" y="7597774"/>
                <a:ext cx="360959" cy="204621"/>
                <a:chOff x="551293" y="7597774"/>
                <a:chExt cx="360959" cy="204621"/>
              </a:xfrm>
            </p:grpSpPr>
            <p:sp>
              <p:nvSpPr>
                <p:cNvPr id="606" name="Google Shape;606;p10"/>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07" name="Google Shape;607;p10"/>
                <p:cNvSpPr/>
                <p:nvPr/>
              </p:nvSpPr>
              <p:spPr>
                <a:xfrm rot="5400000">
                  <a:off x="712127" y="7567955"/>
                  <a:ext cx="140106" cy="2601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nvGrpSpPr>
              <p:cNvPr id="608" name="Google Shape;608;p10"/>
              <p:cNvGrpSpPr/>
              <p:nvPr/>
            </p:nvGrpSpPr>
            <p:grpSpPr>
              <a:xfrm flipH="1">
                <a:off x="4488749" y="7597775"/>
                <a:ext cx="360961" cy="204621"/>
                <a:chOff x="551293" y="7597774"/>
                <a:chExt cx="360962" cy="204621"/>
              </a:xfrm>
            </p:grpSpPr>
            <p:sp>
              <p:nvSpPr>
                <p:cNvPr id="609" name="Google Shape;609;p10"/>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10" name="Google Shape;610;p10"/>
                <p:cNvSpPr/>
                <p:nvPr/>
              </p:nvSpPr>
              <p:spPr>
                <a:xfrm rot="5400000">
                  <a:off x="712127" y="7572322"/>
                  <a:ext cx="140106" cy="2601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sp>
          <p:nvSpPr>
            <p:cNvPr id="611" name="Google Shape;611;p10"/>
            <p:cNvSpPr txBox="1"/>
            <p:nvPr/>
          </p:nvSpPr>
          <p:spPr>
            <a:xfrm>
              <a:off x="1260427" y="5749165"/>
              <a:ext cx="843878"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Ethernet</a:t>
              </a:r>
              <a:endParaRPr b="0" i="0" sz="2000" u="none" cap="none" strike="noStrike">
                <a:solidFill>
                  <a:srgbClr val="000000"/>
                </a:solidFill>
                <a:latin typeface="Calibri"/>
                <a:ea typeface="Calibri"/>
                <a:cs typeface="Calibri"/>
                <a:sym typeface="Calibri"/>
              </a:endParaRPr>
            </a:p>
          </p:txBody>
        </p:sp>
        <p:sp>
          <p:nvSpPr>
            <p:cNvPr id="612" name="Google Shape;612;p10"/>
            <p:cNvSpPr txBox="1"/>
            <p:nvPr/>
          </p:nvSpPr>
          <p:spPr>
            <a:xfrm>
              <a:off x="1474067" y="5962529"/>
              <a:ext cx="556746"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WiFi</a:t>
              </a:r>
              <a:endParaRPr b="0" i="0" sz="2000" u="none" cap="none" strike="noStrike">
                <a:solidFill>
                  <a:srgbClr val="000000"/>
                </a:solidFill>
                <a:latin typeface="Calibri"/>
                <a:ea typeface="Calibri"/>
                <a:cs typeface="Calibri"/>
                <a:sym typeface="Calibri"/>
              </a:endParaRPr>
            </a:p>
          </p:txBody>
        </p:sp>
        <p:sp>
          <p:nvSpPr>
            <p:cNvPr id="613" name="Google Shape;613;p10"/>
            <p:cNvSpPr txBox="1"/>
            <p:nvPr/>
          </p:nvSpPr>
          <p:spPr>
            <a:xfrm>
              <a:off x="1841467" y="5962479"/>
              <a:ext cx="818760"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Bluetooth</a:t>
              </a:r>
              <a:endParaRPr b="0" i="0" sz="2000" u="none" cap="none" strike="noStrike">
                <a:solidFill>
                  <a:srgbClr val="000000"/>
                </a:solidFill>
                <a:latin typeface="Calibri"/>
                <a:ea typeface="Calibri"/>
                <a:cs typeface="Calibri"/>
                <a:sym typeface="Calibri"/>
              </a:endParaRPr>
            </a:p>
          </p:txBody>
        </p:sp>
        <p:sp>
          <p:nvSpPr>
            <p:cNvPr id="614" name="Google Shape;614;p10"/>
            <p:cNvSpPr txBox="1"/>
            <p:nvPr/>
          </p:nvSpPr>
          <p:spPr>
            <a:xfrm>
              <a:off x="1889184" y="5749647"/>
              <a:ext cx="414591"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PPP</a:t>
              </a:r>
              <a:endParaRPr b="0" i="0" sz="2000" u="none" cap="none" strike="noStrike">
                <a:solidFill>
                  <a:srgbClr val="000000"/>
                </a:solidFill>
                <a:latin typeface="Calibri"/>
                <a:ea typeface="Calibri"/>
                <a:cs typeface="Calibri"/>
                <a:sym typeface="Calibri"/>
              </a:endParaRPr>
            </a:p>
          </p:txBody>
        </p:sp>
        <p:sp>
          <p:nvSpPr>
            <p:cNvPr id="615" name="Google Shape;615;p10"/>
            <p:cNvSpPr txBox="1"/>
            <p:nvPr/>
          </p:nvSpPr>
          <p:spPr>
            <a:xfrm>
              <a:off x="1065185" y="5963701"/>
              <a:ext cx="526455"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PDCP</a:t>
              </a:r>
              <a:endParaRPr b="0" i="0" sz="2000" u="none" cap="none" strike="noStrike">
                <a:solidFill>
                  <a:srgbClr val="000000"/>
                </a:solidFill>
                <a:latin typeface="Calibri"/>
                <a:ea typeface="Calibri"/>
                <a:cs typeface="Calibri"/>
                <a:sym typeface="Calibri"/>
              </a:endParaRPr>
            </a:p>
          </p:txBody>
        </p:sp>
        <p:sp>
          <p:nvSpPr>
            <p:cNvPr id="616" name="Google Shape;616;p10"/>
            <p:cNvSpPr txBox="1"/>
            <p:nvPr/>
          </p:nvSpPr>
          <p:spPr>
            <a:xfrm>
              <a:off x="2174516" y="5708035"/>
              <a:ext cx="35273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sp>
          <p:nvSpPr>
            <p:cNvPr id="617" name="Google Shape;617;p10"/>
            <p:cNvSpPr txBox="1"/>
            <p:nvPr/>
          </p:nvSpPr>
          <p:spPr>
            <a:xfrm>
              <a:off x="1050427" y="6388801"/>
              <a:ext cx="1818080"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copper   radio   fiber</a:t>
              </a:r>
              <a:endParaRPr b="0" i="0" sz="2400" u="none" cap="none" strike="noStrike">
                <a:solidFill>
                  <a:srgbClr val="000000"/>
                </a:solidFill>
                <a:latin typeface="Calibri"/>
                <a:ea typeface="Calibri"/>
                <a:cs typeface="Calibri"/>
                <a:sym typeface="Calibri"/>
              </a:endParaRPr>
            </a:p>
          </p:txBody>
        </p:sp>
      </p:grpSp>
      <p:grpSp>
        <p:nvGrpSpPr>
          <p:cNvPr id="618" name="Google Shape;618;p10"/>
          <p:cNvGrpSpPr/>
          <p:nvPr/>
        </p:nvGrpSpPr>
        <p:grpSpPr>
          <a:xfrm>
            <a:off x="814038" y="2315737"/>
            <a:ext cx="4705817" cy="2677656"/>
            <a:chOff x="814038" y="2315737"/>
            <a:chExt cx="4705817" cy="2677656"/>
          </a:xfrm>
        </p:grpSpPr>
        <p:sp>
          <p:nvSpPr>
            <p:cNvPr id="619" name="Google Shape;619;p10"/>
            <p:cNvSpPr txBox="1"/>
            <p:nvPr/>
          </p:nvSpPr>
          <p:spPr>
            <a:xfrm>
              <a:off x="814038" y="2315737"/>
              <a:ext cx="3300761"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Internet’s “thin waist”: </a:t>
              </a:r>
              <a:endParaRPr/>
            </a:p>
            <a:p>
              <a:pPr indent="-342900" lvl="0" marL="342900" marR="0" rtl="0" algn="l">
                <a:lnSpc>
                  <a:spcPct val="100000"/>
                </a:lnSpc>
                <a:spcBef>
                  <a:spcPts val="0"/>
                </a:spcBef>
                <a:spcAft>
                  <a:spcPts val="0"/>
                </a:spcAft>
                <a:buClr>
                  <a:srgbClr val="0000A8"/>
                </a:buClr>
                <a:buSzPts val="2400"/>
                <a:buFont typeface="Noto Sans Symbols"/>
                <a:buChar char="▪"/>
              </a:pPr>
              <a:r>
                <a:rPr b="0" i="1" lang="en-US" sz="2400" u="none" cap="none" strike="noStrike">
                  <a:solidFill>
                    <a:srgbClr val="000000"/>
                  </a:solidFill>
                  <a:latin typeface="Calibri"/>
                  <a:ea typeface="Calibri"/>
                  <a:cs typeface="Calibri"/>
                  <a:sym typeface="Calibri"/>
                </a:rPr>
                <a:t>one</a:t>
              </a:r>
              <a:r>
                <a:rPr b="0" i="0" lang="en-US" sz="2400" u="none" cap="none" strike="noStrike">
                  <a:solidFill>
                    <a:srgbClr val="000000"/>
                  </a:solidFill>
                  <a:latin typeface="Calibri"/>
                  <a:ea typeface="Calibri"/>
                  <a:cs typeface="Calibri"/>
                  <a:sym typeface="Calibri"/>
                </a:rPr>
                <a:t> network layer protocol: IP </a:t>
              </a:r>
              <a:endParaRPr/>
            </a:p>
            <a:p>
              <a:pPr indent="-342900" lvl="0" marL="342900" marR="0" rtl="0" algn="l">
                <a:lnSpc>
                  <a:spcPct val="100000"/>
                </a:lnSpc>
                <a:spcBef>
                  <a:spcPts val="0"/>
                </a:spcBef>
                <a:spcAft>
                  <a:spcPts val="0"/>
                </a:spcAft>
                <a:buClr>
                  <a:srgbClr val="0000A8"/>
                </a:buClr>
                <a:buSzPts val="2400"/>
                <a:buFont typeface="Noto Sans Symbols"/>
                <a:buChar char="▪"/>
              </a:pPr>
              <a:r>
                <a:rPr b="0" i="1" lang="en-US" sz="2400" u="none" cap="none" strike="noStrike">
                  <a:solidFill>
                    <a:srgbClr val="000000"/>
                  </a:solidFill>
                  <a:latin typeface="Calibri"/>
                  <a:ea typeface="Calibri"/>
                  <a:cs typeface="Calibri"/>
                  <a:sym typeface="Calibri"/>
                </a:rPr>
                <a:t>must</a:t>
              </a:r>
              <a:r>
                <a:rPr b="0" i="0" lang="en-US" sz="2400" u="none" cap="none" strike="noStrike">
                  <a:solidFill>
                    <a:srgbClr val="000000"/>
                  </a:solidFill>
                  <a:latin typeface="Calibri"/>
                  <a:ea typeface="Calibri"/>
                  <a:cs typeface="Calibri"/>
                  <a:sym typeface="Calibri"/>
                </a:rPr>
                <a:t> be implemented by every (billions) of Internet-connected devices</a:t>
              </a:r>
              <a:endParaRPr/>
            </a:p>
          </p:txBody>
        </p:sp>
        <p:cxnSp>
          <p:nvCxnSpPr>
            <p:cNvPr id="620" name="Google Shape;620;p10"/>
            <p:cNvCxnSpPr/>
            <p:nvPr/>
          </p:nvCxnSpPr>
          <p:spPr>
            <a:xfrm>
              <a:off x="4103650" y="3657601"/>
              <a:ext cx="1416205" cy="0"/>
            </a:xfrm>
            <a:prstGeom prst="straightConnector1">
              <a:avLst/>
            </a:prstGeom>
            <a:noFill/>
            <a:ln cap="flat" cmpd="sng" w="31750">
              <a:solidFill>
                <a:srgbClr val="C00000"/>
              </a:solidFill>
              <a:prstDash val="solid"/>
              <a:miter lim="800000"/>
              <a:headEnd len="sm" w="sm" type="none"/>
              <a:tailEnd len="sm" w="sm" type="none"/>
            </a:ln>
          </p:spPr>
        </p:cxnSp>
      </p:grpSp>
      <p:grpSp>
        <p:nvGrpSpPr>
          <p:cNvPr id="621" name="Google Shape;621;p10"/>
          <p:cNvGrpSpPr/>
          <p:nvPr/>
        </p:nvGrpSpPr>
        <p:grpSpPr>
          <a:xfrm>
            <a:off x="6761019" y="2397851"/>
            <a:ext cx="5180585" cy="2520510"/>
            <a:chOff x="6761019" y="2397851"/>
            <a:chExt cx="5180585" cy="2520510"/>
          </a:xfrm>
        </p:grpSpPr>
        <p:sp>
          <p:nvSpPr>
            <p:cNvPr id="622" name="Google Shape;622;p10"/>
            <p:cNvSpPr txBox="1"/>
            <p:nvPr/>
          </p:nvSpPr>
          <p:spPr>
            <a:xfrm>
              <a:off x="9309916" y="2397851"/>
              <a:ext cx="2631688"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1" lang="en-US" sz="2800" u="none" cap="none" strike="noStrike">
                  <a:solidFill>
                    <a:srgbClr val="0000A8"/>
                  </a:solidFill>
                  <a:latin typeface="Calibri"/>
                  <a:ea typeface="Calibri"/>
                  <a:cs typeface="Calibri"/>
                  <a:sym typeface="Calibri"/>
                </a:rPr>
                <a:t>many</a:t>
              </a:r>
              <a:r>
                <a:rPr b="0" i="0" lang="en-US" sz="2800" u="none" cap="none" strike="noStrike">
                  <a:solidFill>
                    <a:srgbClr val="000000"/>
                  </a:solidFill>
                  <a:latin typeface="Calibri"/>
                  <a:ea typeface="Calibri"/>
                  <a:cs typeface="Calibri"/>
                  <a:sym typeface="Calibri"/>
                </a:rPr>
                <a:t> protocols in physical, link, transport, and application layers </a:t>
              </a:r>
              <a:endParaRPr/>
            </a:p>
          </p:txBody>
        </p:sp>
        <p:grpSp>
          <p:nvGrpSpPr>
            <p:cNvPr id="623" name="Google Shape;623;p10"/>
            <p:cNvGrpSpPr/>
            <p:nvPr/>
          </p:nvGrpSpPr>
          <p:grpSpPr>
            <a:xfrm>
              <a:off x="7232069" y="2410687"/>
              <a:ext cx="2036621" cy="2507674"/>
              <a:chOff x="7315200" y="2521527"/>
              <a:chExt cx="1427018" cy="2507674"/>
            </a:xfrm>
          </p:grpSpPr>
          <p:cxnSp>
            <p:nvCxnSpPr>
              <p:cNvPr id="624" name="Google Shape;624;p10"/>
              <p:cNvCxnSpPr/>
              <p:nvPr/>
            </p:nvCxnSpPr>
            <p:spPr>
              <a:xfrm flipH="1" rot="10800000">
                <a:off x="7329055" y="3768436"/>
                <a:ext cx="1413163" cy="1260765"/>
              </a:xfrm>
              <a:prstGeom prst="straightConnector1">
                <a:avLst/>
              </a:prstGeom>
              <a:noFill/>
              <a:ln cap="flat" cmpd="sng" w="25400">
                <a:solidFill>
                  <a:srgbClr val="C00000"/>
                </a:solidFill>
                <a:prstDash val="solid"/>
                <a:miter lim="800000"/>
                <a:headEnd len="sm" w="sm" type="none"/>
                <a:tailEnd len="sm" w="sm" type="none"/>
              </a:ln>
            </p:spPr>
          </p:cxnSp>
          <p:cxnSp>
            <p:nvCxnSpPr>
              <p:cNvPr id="625" name="Google Shape;625;p10"/>
              <p:cNvCxnSpPr/>
              <p:nvPr/>
            </p:nvCxnSpPr>
            <p:spPr>
              <a:xfrm rot="10800000">
                <a:off x="7315200" y="2521527"/>
                <a:ext cx="1413163" cy="1260765"/>
              </a:xfrm>
              <a:prstGeom prst="straightConnector1">
                <a:avLst/>
              </a:prstGeom>
              <a:noFill/>
              <a:ln cap="flat" cmpd="sng" w="25400">
                <a:solidFill>
                  <a:srgbClr val="C00000"/>
                </a:solidFill>
                <a:prstDash val="solid"/>
                <a:miter lim="800000"/>
                <a:headEnd len="sm" w="sm" type="none"/>
                <a:tailEnd len="sm" w="sm" type="none"/>
              </a:ln>
            </p:spPr>
          </p:cxnSp>
        </p:grpSp>
        <p:cxnSp>
          <p:nvCxnSpPr>
            <p:cNvPr id="626" name="Google Shape;626;p10"/>
            <p:cNvCxnSpPr/>
            <p:nvPr/>
          </p:nvCxnSpPr>
          <p:spPr>
            <a:xfrm rot="10800000">
              <a:off x="6788728" y="2978728"/>
              <a:ext cx="2466108" cy="678872"/>
            </a:xfrm>
            <a:prstGeom prst="straightConnector1">
              <a:avLst/>
            </a:prstGeom>
            <a:noFill/>
            <a:ln cap="flat" cmpd="sng" w="25400">
              <a:solidFill>
                <a:srgbClr val="C00000"/>
              </a:solidFill>
              <a:prstDash val="solid"/>
              <a:miter lim="800000"/>
              <a:headEnd len="sm" w="sm" type="none"/>
              <a:tailEnd len="sm" w="sm" type="none"/>
            </a:ln>
          </p:spPr>
        </p:cxnSp>
        <p:cxnSp>
          <p:nvCxnSpPr>
            <p:cNvPr id="627" name="Google Shape;627;p10"/>
            <p:cNvCxnSpPr/>
            <p:nvPr/>
          </p:nvCxnSpPr>
          <p:spPr>
            <a:xfrm flipH="1">
              <a:off x="6761019" y="3671455"/>
              <a:ext cx="2466108" cy="678872"/>
            </a:xfrm>
            <a:prstGeom prst="straightConnector1">
              <a:avLst/>
            </a:prstGeom>
            <a:noFill/>
            <a:ln cap="flat" cmpd="sng" w="25400">
              <a:solidFill>
                <a:srgbClr val="C00000"/>
              </a:solidFill>
              <a:prstDash val="solid"/>
              <a:miter lim="800000"/>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500"/>
                                        <p:tgtEl>
                                          <p:spTgt spid="6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1"/>
                                        </p:tgtEl>
                                        <p:attrNameLst>
                                          <p:attrName>style.visibility</p:attrName>
                                        </p:attrNameLst>
                                      </p:cBhvr>
                                      <p:to>
                                        <p:strVal val="visible"/>
                                      </p:to>
                                    </p:set>
                                    <p:animEffect filter="fade" transition="in">
                                      <p:cBhvr>
                                        <p:cTn dur="500"/>
                                        <p:tgtEl>
                                          <p:spTgt spid="6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The IP hourglass, at middle age</a:t>
            </a:r>
            <a:endParaRPr/>
          </a:p>
        </p:txBody>
      </p:sp>
      <p:grpSp>
        <p:nvGrpSpPr>
          <p:cNvPr id="634" name="Google Shape;634;p11"/>
          <p:cNvGrpSpPr/>
          <p:nvPr/>
        </p:nvGrpSpPr>
        <p:grpSpPr>
          <a:xfrm>
            <a:off x="4090857" y="1806499"/>
            <a:ext cx="3614635" cy="3698754"/>
            <a:chOff x="638638" y="3966449"/>
            <a:chExt cx="2486251" cy="2981899"/>
          </a:xfrm>
        </p:grpSpPr>
        <p:sp>
          <p:nvSpPr>
            <p:cNvPr id="635" name="Google Shape;635;p11"/>
            <p:cNvSpPr/>
            <p:nvPr/>
          </p:nvSpPr>
          <p:spPr>
            <a:xfrm>
              <a:off x="698244" y="3966449"/>
              <a:ext cx="850271" cy="2960494"/>
            </a:xfrm>
            <a:custGeom>
              <a:rect b="b" l="l" r="r" t="t"/>
              <a:pathLst>
                <a:path extrusionOk="0" h="5030587" w="1475374">
                  <a:moveTo>
                    <a:pt x="15329" y="0"/>
                  </a:moveTo>
                  <a:cubicBezTo>
                    <a:pt x="11506" y="126358"/>
                    <a:pt x="-8193" y="338440"/>
                    <a:pt x="22909" y="490198"/>
                  </a:cubicBezTo>
                  <a:cubicBezTo>
                    <a:pt x="582101" y="1884724"/>
                    <a:pt x="1488947" y="1931578"/>
                    <a:pt x="1475220" y="2463970"/>
                  </a:cubicBezTo>
                  <a:cubicBezTo>
                    <a:pt x="1461493" y="2996362"/>
                    <a:pt x="432418" y="3246650"/>
                    <a:pt x="34630" y="4625210"/>
                  </a:cubicBezTo>
                  <a:cubicBezTo>
                    <a:pt x="-13183" y="4820661"/>
                    <a:pt x="2505" y="4908161"/>
                    <a:pt x="2317" y="5030587"/>
                  </a:cubicBezTo>
                </a:path>
              </a:pathLst>
            </a:custGeom>
            <a:no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636" name="Google Shape;636;p11"/>
            <p:cNvSpPr/>
            <p:nvPr/>
          </p:nvSpPr>
          <p:spPr>
            <a:xfrm flipH="1">
              <a:off x="2208181" y="3968317"/>
              <a:ext cx="848879" cy="2945546"/>
            </a:xfrm>
            <a:custGeom>
              <a:rect b="b" l="l" r="r" t="t"/>
              <a:pathLst>
                <a:path extrusionOk="0" h="5005187" w="1472959">
                  <a:moveTo>
                    <a:pt x="6564" y="0"/>
                  </a:moveTo>
                  <a:cubicBezTo>
                    <a:pt x="18616" y="167633"/>
                    <a:pt x="-23308" y="297165"/>
                    <a:pt x="20494" y="487023"/>
                  </a:cubicBezTo>
                  <a:cubicBezTo>
                    <a:pt x="579686" y="1881549"/>
                    <a:pt x="1486532" y="1928403"/>
                    <a:pt x="1472805" y="2460795"/>
                  </a:cubicBezTo>
                  <a:cubicBezTo>
                    <a:pt x="1459078" y="2993187"/>
                    <a:pt x="430003" y="3243475"/>
                    <a:pt x="32215" y="4622035"/>
                  </a:cubicBezTo>
                  <a:cubicBezTo>
                    <a:pt x="6627" y="4811136"/>
                    <a:pt x="-3085" y="4835136"/>
                    <a:pt x="12602" y="5005187"/>
                  </a:cubicBezTo>
                </a:path>
              </a:pathLst>
            </a:custGeom>
            <a:no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nvGrpSpPr>
            <p:cNvPr id="637" name="Google Shape;637;p11"/>
            <p:cNvGrpSpPr/>
            <p:nvPr/>
          </p:nvGrpSpPr>
          <p:grpSpPr>
            <a:xfrm>
              <a:off x="638638" y="3975358"/>
              <a:ext cx="2477214" cy="120420"/>
              <a:chOff x="551293" y="7597774"/>
              <a:chExt cx="4298417" cy="204622"/>
            </a:xfrm>
          </p:grpSpPr>
          <p:sp>
            <p:nvSpPr>
              <p:cNvPr id="638" name="Google Shape;638;p11"/>
              <p:cNvSpPr/>
              <p:nvPr/>
            </p:nvSpPr>
            <p:spPr>
              <a:xfrm>
                <a:off x="669925" y="7597775"/>
                <a:ext cx="4064730" cy="204621"/>
              </a:xfrm>
              <a:prstGeom prst="rect">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639" name="Google Shape;639;p11"/>
              <p:cNvGrpSpPr/>
              <p:nvPr/>
            </p:nvGrpSpPr>
            <p:grpSpPr>
              <a:xfrm>
                <a:off x="551293" y="7597774"/>
                <a:ext cx="360960" cy="204621"/>
                <a:chOff x="551293" y="7597774"/>
                <a:chExt cx="360960" cy="204621"/>
              </a:xfrm>
            </p:grpSpPr>
            <p:sp>
              <p:nvSpPr>
                <p:cNvPr id="640" name="Google Shape;640;p11"/>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41" name="Google Shape;641;p11"/>
                <p:cNvSpPr/>
                <p:nvPr/>
              </p:nvSpPr>
              <p:spPr>
                <a:xfrm rot="5400000">
                  <a:off x="710751" y="7569338"/>
                  <a:ext cx="142860" cy="2601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nvGrpSpPr>
              <p:cNvPr id="642" name="Google Shape;642;p11"/>
              <p:cNvGrpSpPr/>
              <p:nvPr/>
            </p:nvGrpSpPr>
            <p:grpSpPr>
              <a:xfrm flipH="1">
                <a:off x="4488749" y="7597775"/>
                <a:ext cx="360961" cy="204621"/>
                <a:chOff x="551293" y="7597774"/>
                <a:chExt cx="360962" cy="204621"/>
              </a:xfrm>
            </p:grpSpPr>
            <p:sp>
              <p:nvSpPr>
                <p:cNvPr id="643" name="Google Shape;643;p11"/>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44" name="Google Shape;644;p11"/>
                <p:cNvSpPr/>
                <p:nvPr/>
              </p:nvSpPr>
              <p:spPr>
                <a:xfrm rot="5400000">
                  <a:off x="712127" y="7566745"/>
                  <a:ext cx="140106" cy="2601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cxnSp>
          <p:nvCxnSpPr>
            <p:cNvPr id="645" name="Google Shape;645;p11"/>
            <p:cNvCxnSpPr/>
            <p:nvPr/>
          </p:nvCxnSpPr>
          <p:spPr>
            <a:xfrm>
              <a:off x="1363009" y="5119694"/>
              <a:ext cx="1037440" cy="0"/>
            </a:xfrm>
            <a:prstGeom prst="straightConnector1">
              <a:avLst/>
            </a:prstGeom>
            <a:noFill/>
            <a:ln cap="flat" cmpd="sng" w="38100">
              <a:solidFill>
                <a:srgbClr val="000090"/>
              </a:solidFill>
              <a:prstDash val="solid"/>
              <a:miter lim="800000"/>
              <a:headEnd len="sm" w="sm" type="none"/>
              <a:tailEnd len="sm" w="sm" type="none"/>
            </a:ln>
          </p:spPr>
        </p:cxnSp>
        <p:cxnSp>
          <p:nvCxnSpPr>
            <p:cNvPr id="646" name="Google Shape;646;p11"/>
            <p:cNvCxnSpPr/>
            <p:nvPr/>
          </p:nvCxnSpPr>
          <p:spPr>
            <a:xfrm>
              <a:off x="864736" y="4572767"/>
              <a:ext cx="2029754" cy="0"/>
            </a:xfrm>
            <a:prstGeom prst="straightConnector1">
              <a:avLst/>
            </a:prstGeom>
            <a:noFill/>
            <a:ln cap="flat" cmpd="sng" w="38100">
              <a:solidFill>
                <a:srgbClr val="000090"/>
              </a:solidFill>
              <a:prstDash val="solid"/>
              <a:miter lim="800000"/>
              <a:headEnd len="sm" w="sm" type="none"/>
              <a:tailEnd len="sm" w="sm" type="none"/>
            </a:ln>
          </p:spPr>
        </p:cxnSp>
        <p:cxnSp>
          <p:nvCxnSpPr>
            <p:cNvPr id="647" name="Google Shape;647;p11"/>
            <p:cNvCxnSpPr/>
            <p:nvPr/>
          </p:nvCxnSpPr>
          <p:spPr>
            <a:xfrm>
              <a:off x="904423" y="6258602"/>
              <a:ext cx="1951641" cy="0"/>
            </a:xfrm>
            <a:prstGeom prst="straightConnector1">
              <a:avLst/>
            </a:prstGeom>
            <a:noFill/>
            <a:ln cap="flat" cmpd="sng" w="38100">
              <a:solidFill>
                <a:srgbClr val="000090"/>
              </a:solidFill>
              <a:prstDash val="solid"/>
              <a:miter lim="800000"/>
              <a:headEnd len="sm" w="sm" type="none"/>
              <a:tailEnd len="sm" w="sm" type="none"/>
            </a:ln>
          </p:spPr>
        </p:cxnSp>
        <p:cxnSp>
          <p:nvCxnSpPr>
            <p:cNvPr id="648" name="Google Shape;648;p11"/>
            <p:cNvCxnSpPr/>
            <p:nvPr/>
          </p:nvCxnSpPr>
          <p:spPr>
            <a:xfrm>
              <a:off x="1336990" y="5748580"/>
              <a:ext cx="1083587" cy="0"/>
            </a:xfrm>
            <a:prstGeom prst="straightConnector1">
              <a:avLst/>
            </a:prstGeom>
            <a:noFill/>
            <a:ln cap="flat" cmpd="sng" w="38100">
              <a:solidFill>
                <a:srgbClr val="000090"/>
              </a:solidFill>
              <a:prstDash val="solid"/>
              <a:miter lim="800000"/>
              <a:headEnd len="sm" w="sm" type="none"/>
              <a:tailEnd len="sm" w="sm" type="none"/>
            </a:ln>
          </p:spPr>
        </p:cxnSp>
        <p:sp>
          <p:nvSpPr>
            <p:cNvPr id="649" name="Google Shape;649;p11"/>
            <p:cNvSpPr txBox="1"/>
            <p:nvPr/>
          </p:nvSpPr>
          <p:spPr>
            <a:xfrm>
              <a:off x="1701671" y="5248774"/>
              <a:ext cx="31666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IP</a:t>
              </a:r>
              <a:endParaRPr/>
            </a:p>
          </p:txBody>
        </p:sp>
        <p:sp>
          <p:nvSpPr>
            <p:cNvPr id="650" name="Google Shape;650;p11"/>
            <p:cNvSpPr txBox="1"/>
            <p:nvPr/>
          </p:nvSpPr>
          <p:spPr>
            <a:xfrm>
              <a:off x="1317827" y="4665231"/>
              <a:ext cx="557470"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TCP </a:t>
              </a:r>
              <a:endParaRPr/>
            </a:p>
          </p:txBody>
        </p:sp>
        <p:sp>
          <p:nvSpPr>
            <p:cNvPr id="651" name="Google Shape;651;p11"/>
            <p:cNvSpPr txBox="1"/>
            <p:nvPr/>
          </p:nvSpPr>
          <p:spPr>
            <a:xfrm>
              <a:off x="1921463" y="4672273"/>
              <a:ext cx="565850"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UDP</a:t>
              </a:r>
              <a:endParaRPr/>
            </a:p>
          </p:txBody>
        </p:sp>
        <p:sp>
          <p:nvSpPr>
            <p:cNvPr id="652" name="Google Shape;652;p11"/>
            <p:cNvSpPr txBox="1"/>
            <p:nvPr/>
          </p:nvSpPr>
          <p:spPr>
            <a:xfrm>
              <a:off x="929163" y="4095202"/>
              <a:ext cx="50322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HTTP</a:t>
              </a:r>
              <a:endParaRPr/>
            </a:p>
          </p:txBody>
        </p:sp>
        <p:sp>
          <p:nvSpPr>
            <p:cNvPr id="653" name="Google Shape;653;p11"/>
            <p:cNvSpPr txBox="1"/>
            <p:nvPr/>
          </p:nvSpPr>
          <p:spPr>
            <a:xfrm>
              <a:off x="1538498" y="4104718"/>
              <a:ext cx="53718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SMTP</a:t>
              </a:r>
              <a:endParaRPr/>
            </a:p>
          </p:txBody>
        </p:sp>
        <p:sp>
          <p:nvSpPr>
            <p:cNvPr id="654" name="Google Shape;654;p11"/>
            <p:cNvSpPr txBox="1"/>
            <p:nvPr/>
          </p:nvSpPr>
          <p:spPr>
            <a:xfrm>
              <a:off x="1222850" y="4267665"/>
              <a:ext cx="497490"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a:t>
              </a:r>
              <a:endParaRPr/>
            </a:p>
          </p:txBody>
        </p:sp>
        <p:sp>
          <p:nvSpPr>
            <p:cNvPr id="655" name="Google Shape;655;p11"/>
            <p:cNvSpPr txBox="1"/>
            <p:nvPr/>
          </p:nvSpPr>
          <p:spPr>
            <a:xfrm>
              <a:off x="1867426" y="4272536"/>
              <a:ext cx="52686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DASH</a:t>
              </a:r>
              <a:endParaRPr/>
            </a:p>
          </p:txBody>
        </p:sp>
        <p:sp>
          <p:nvSpPr>
            <p:cNvPr id="656" name="Google Shape;656;p11"/>
            <p:cNvSpPr txBox="1"/>
            <p:nvPr/>
          </p:nvSpPr>
          <p:spPr>
            <a:xfrm>
              <a:off x="2165480" y="4095316"/>
              <a:ext cx="398741"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RTP</a:t>
              </a:r>
              <a:endParaRPr/>
            </a:p>
          </p:txBody>
        </p:sp>
        <p:sp>
          <p:nvSpPr>
            <p:cNvPr id="657" name="Google Shape;657;p11"/>
            <p:cNvSpPr txBox="1"/>
            <p:nvPr/>
          </p:nvSpPr>
          <p:spPr>
            <a:xfrm>
              <a:off x="2555094" y="4099819"/>
              <a:ext cx="35273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grpSp>
          <p:nvGrpSpPr>
            <p:cNvPr id="658" name="Google Shape;658;p11"/>
            <p:cNvGrpSpPr/>
            <p:nvPr/>
          </p:nvGrpSpPr>
          <p:grpSpPr>
            <a:xfrm>
              <a:off x="647675" y="6827928"/>
              <a:ext cx="2477214" cy="120420"/>
              <a:chOff x="551293" y="7597774"/>
              <a:chExt cx="4298417" cy="204622"/>
            </a:xfrm>
          </p:grpSpPr>
          <p:sp>
            <p:nvSpPr>
              <p:cNvPr id="659" name="Google Shape;659;p11"/>
              <p:cNvSpPr/>
              <p:nvPr/>
            </p:nvSpPr>
            <p:spPr>
              <a:xfrm>
                <a:off x="669925" y="7597775"/>
                <a:ext cx="4064730" cy="204621"/>
              </a:xfrm>
              <a:prstGeom prst="rect">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660" name="Google Shape;660;p11"/>
              <p:cNvGrpSpPr/>
              <p:nvPr/>
            </p:nvGrpSpPr>
            <p:grpSpPr>
              <a:xfrm>
                <a:off x="551293" y="7597774"/>
                <a:ext cx="360959" cy="204621"/>
                <a:chOff x="551293" y="7597774"/>
                <a:chExt cx="360959" cy="204621"/>
              </a:xfrm>
            </p:grpSpPr>
            <p:sp>
              <p:nvSpPr>
                <p:cNvPr id="661" name="Google Shape;661;p11"/>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62" name="Google Shape;662;p11"/>
                <p:cNvSpPr/>
                <p:nvPr/>
              </p:nvSpPr>
              <p:spPr>
                <a:xfrm rot="5400000">
                  <a:off x="712127" y="7567955"/>
                  <a:ext cx="140106" cy="2601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nvGrpSpPr>
              <p:cNvPr id="663" name="Google Shape;663;p11"/>
              <p:cNvGrpSpPr/>
              <p:nvPr/>
            </p:nvGrpSpPr>
            <p:grpSpPr>
              <a:xfrm flipH="1">
                <a:off x="4488749" y="7597775"/>
                <a:ext cx="360961" cy="204621"/>
                <a:chOff x="551293" y="7597774"/>
                <a:chExt cx="360962" cy="204621"/>
              </a:xfrm>
            </p:grpSpPr>
            <p:sp>
              <p:nvSpPr>
                <p:cNvPr id="664" name="Google Shape;664;p11"/>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65" name="Google Shape;665;p11"/>
                <p:cNvSpPr/>
                <p:nvPr/>
              </p:nvSpPr>
              <p:spPr>
                <a:xfrm rot="5400000">
                  <a:off x="712127" y="7572322"/>
                  <a:ext cx="140106" cy="2601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sp>
          <p:nvSpPr>
            <p:cNvPr id="666" name="Google Shape;666;p11"/>
            <p:cNvSpPr txBox="1"/>
            <p:nvPr/>
          </p:nvSpPr>
          <p:spPr>
            <a:xfrm>
              <a:off x="1260427" y="5749165"/>
              <a:ext cx="843878"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Ethernet</a:t>
              </a:r>
              <a:endParaRPr b="0" i="0" sz="2000" u="none" cap="none" strike="noStrike">
                <a:solidFill>
                  <a:srgbClr val="000000"/>
                </a:solidFill>
                <a:latin typeface="Calibri"/>
                <a:ea typeface="Calibri"/>
                <a:cs typeface="Calibri"/>
                <a:sym typeface="Calibri"/>
              </a:endParaRPr>
            </a:p>
          </p:txBody>
        </p:sp>
        <p:sp>
          <p:nvSpPr>
            <p:cNvPr id="667" name="Google Shape;667;p11"/>
            <p:cNvSpPr txBox="1"/>
            <p:nvPr/>
          </p:nvSpPr>
          <p:spPr>
            <a:xfrm>
              <a:off x="1474067" y="5962529"/>
              <a:ext cx="556746"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WiFi</a:t>
              </a:r>
              <a:endParaRPr b="0" i="0" sz="2000" u="none" cap="none" strike="noStrike">
                <a:solidFill>
                  <a:srgbClr val="000000"/>
                </a:solidFill>
                <a:latin typeface="Calibri"/>
                <a:ea typeface="Calibri"/>
                <a:cs typeface="Calibri"/>
                <a:sym typeface="Calibri"/>
              </a:endParaRPr>
            </a:p>
          </p:txBody>
        </p:sp>
        <p:sp>
          <p:nvSpPr>
            <p:cNvPr id="668" name="Google Shape;668;p11"/>
            <p:cNvSpPr txBox="1"/>
            <p:nvPr/>
          </p:nvSpPr>
          <p:spPr>
            <a:xfrm>
              <a:off x="1841467" y="5962479"/>
              <a:ext cx="818760"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Bluetooth</a:t>
              </a:r>
              <a:endParaRPr b="0" i="0" sz="2000" u="none" cap="none" strike="noStrike">
                <a:solidFill>
                  <a:srgbClr val="000000"/>
                </a:solidFill>
                <a:latin typeface="Calibri"/>
                <a:ea typeface="Calibri"/>
                <a:cs typeface="Calibri"/>
                <a:sym typeface="Calibri"/>
              </a:endParaRPr>
            </a:p>
          </p:txBody>
        </p:sp>
        <p:sp>
          <p:nvSpPr>
            <p:cNvPr id="669" name="Google Shape;669;p11"/>
            <p:cNvSpPr txBox="1"/>
            <p:nvPr/>
          </p:nvSpPr>
          <p:spPr>
            <a:xfrm>
              <a:off x="1889184" y="5749647"/>
              <a:ext cx="414591"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PPP</a:t>
              </a:r>
              <a:endParaRPr b="0" i="0" sz="2000" u="none" cap="none" strike="noStrike">
                <a:solidFill>
                  <a:srgbClr val="000000"/>
                </a:solidFill>
                <a:latin typeface="Calibri"/>
                <a:ea typeface="Calibri"/>
                <a:cs typeface="Calibri"/>
                <a:sym typeface="Calibri"/>
              </a:endParaRPr>
            </a:p>
          </p:txBody>
        </p:sp>
        <p:sp>
          <p:nvSpPr>
            <p:cNvPr id="670" name="Google Shape;670;p11"/>
            <p:cNvSpPr txBox="1"/>
            <p:nvPr/>
          </p:nvSpPr>
          <p:spPr>
            <a:xfrm>
              <a:off x="1065185" y="5963701"/>
              <a:ext cx="526455"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PDCP</a:t>
              </a:r>
              <a:endParaRPr b="0" i="0" sz="2000" u="none" cap="none" strike="noStrike">
                <a:solidFill>
                  <a:srgbClr val="000000"/>
                </a:solidFill>
                <a:latin typeface="Calibri"/>
                <a:ea typeface="Calibri"/>
                <a:cs typeface="Calibri"/>
                <a:sym typeface="Calibri"/>
              </a:endParaRPr>
            </a:p>
          </p:txBody>
        </p:sp>
        <p:sp>
          <p:nvSpPr>
            <p:cNvPr id="671" name="Google Shape;671;p11"/>
            <p:cNvSpPr txBox="1"/>
            <p:nvPr/>
          </p:nvSpPr>
          <p:spPr>
            <a:xfrm>
              <a:off x="2174516" y="5708035"/>
              <a:ext cx="35273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sp>
          <p:nvSpPr>
            <p:cNvPr id="672" name="Google Shape;672;p11"/>
            <p:cNvSpPr txBox="1"/>
            <p:nvPr/>
          </p:nvSpPr>
          <p:spPr>
            <a:xfrm>
              <a:off x="1050427" y="6388801"/>
              <a:ext cx="1818080"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copper   radio   fiber</a:t>
              </a:r>
              <a:endParaRPr b="0" i="0" sz="2400" u="none" cap="none" strike="noStrike">
                <a:solidFill>
                  <a:srgbClr val="000000"/>
                </a:solidFill>
                <a:latin typeface="Calibri"/>
                <a:ea typeface="Calibri"/>
                <a:cs typeface="Calibri"/>
                <a:sym typeface="Calibri"/>
              </a:endParaRPr>
            </a:p>
          </p:txBody>
        </p:sp>
      </p:grpSp>
      <p:grpSp>
        <p:nvGrpSpPr>
          <p:cNvPr id="673" name="Google Shape;673;p11"/>
          <p:cNvGrpSpPr/>
          <p:nvPr/>
        </p:nvGrpSpPr>
        <p:grpSpPr>
          <a:xfrm>
            <a:off x="841747" y="2689811"/>
            <a:ext cx="3722144" cy="1938992"/>
            <a:chOff x="814038" y="2315737"/>
            <a:chExt cx="3722144" cy="1938992"/>
          </a:xfrm>
        </p:grpSpPr>
        <p:sp>
          <p:nvSpPr>
            <p:cNvPr id="674" name="Google Shape;674;p11"/>
            <p:cNvSpPr txBox="1"/>
            <p:nvPr/>
          </p:nvSpPr>
          <p:spPr>
            <a:xfrm>
              <a:off x="814038" y="2315737"/>
              <a:ext cx="3300761"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Internet’s middle age “love handles”? </a:t>
              </a:r>
              <a:endParaRPr/>
            </a:p>
            <a:p>
              <a:pPr indent="-342900" lvl="0" marL="342900" marR="0" rtl="0" algn="l">
                <a:lnSpc>
                  <a:spcPct val="10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middleboxes, operating inside the network</a:t>
              </a:r>
              <a:endParaRPr/>
            </a:p>
          </p:txBody>
        </p:sp>
        <p:cxnSp>
          <p:nvCxnSpPr>
            <p:cNvPr id="675" name="Google Shape;675;p11"/>
            <p:cNvCxnSpPr/>
            <p:nvPr/>
          </p:nvCxnSpPr>
          <p:spPr>
            <a:xfrm>
              <a:off x="3119977" y="3283528"/>
              <a:ext cx="1416205" cy="0"/>
            </a:xfrm>
            <a:prstGeom prst="straightConnector1">
              <a:avLst/>
            </a:prstGeom>
            <a:noFill/>
            <a:ln cap="flat" cmpd="sng" w="31750">
              <a:solidFill>
                <a:srgbClr val="C00000"/>
              </a:solidFill>
              <a:prstDash val="solid"/>
              <a:miter lim="800000"/>
              <a:headEnd len="sm" w="sm" type="none"/>
              <a:tailEnd len="sm" w="sm" type="none"/>
            </a:ln>
          </p:spPr>
        </p:cxnSp>
      </p:grpSp>
      <p:sp>
        <p:nvSpPr>
          <p:cNvPr id="676" name="Google Shape;676;p11"/>
          <p:cNvSpPr/>
          <p:nvPr/>
        </p:nvSpPr>
        <p:spPr>
          <a:xfrm>
            <a:off x="5165725" y="3255382"/>
            <a:ext cx="1473200" cy="10593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7" name="Google Shape;677;p11"/>
          <p:cNvSpPr/>
          <p:nvPr/>
        </p:nvSpPr>
        <p:spPr>
          <a:xfrm>
            <a:off x="5149849" y="3890382"/>
            <a:ext cx="1501775" cy="10593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8" name="Google Shape;678;p11"/>
          <p:cNvSpPr/>
          <p:nvPr/>
        </p:nvSpPr>
        <p:spPr>
          <a:xfrm flipH="1">
            <a:off x="6637380" y="3217837"/>
            <a:ext cx="369715" cy="828053"/>
          </a:xfrm>
          <a:custGeom>
            <a:rect b="b" l="l" r="r" t="t"/>
            <a:pathLst>
              <a:path extrusionOk="0" h="800239" w="369715">
                <a:moveTo>
                  <a:pt x="344127" y="0"/>
                </a:moveTo>
                <a:cubicBezTo>
                  <a:pt x="336312" y="14328"/>
                  <a:pt x="408361" y="83641"/>
                  <a:pt x="339976" y="142907"/>
                </a:cubicBezTo>
                <a:cubicBezTo>
                  <a:pt x="271591" y="202174"/>
                  <a:pt x="-1297" y="210639"/>
                  <a:pt x="5" y="408629"/>
                </a:cubicBezTo>
                <a:cubicBezTo>
                  <a:pt x="1307" y="606619"/>
                  <a:pt x="257915" y="604667"/>
                  <a:pt x="324346" y="674354"/>
                </a:cubicBezTo>
                <a:cubicBezTo>
                  <a:pt x="390777" y="744041"/>
                  <a:pt x="308714" y="782003"/>
                  <a:pt x="314575" y="800239"/>
                </a:cubicBezTo>
              </a:path>
            </a:pathLst>
          </a:custGeom>
          <a:noFill/>
          <a:ln cap="flat" cmpd="sng" w="34925">
            <a:solidFill>
              <a:srgbClr val="010F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9" name="Google Shape;679;p11"/>
          <p:cNvSpPr/>
          <p:nvPr/>
        </p:nvSpPr>
        <p:spPr>
          <a:xfrm>
            <a:off x="4783916" y="3219154"/>
            <a:ext cx="366191" cy="818528"/>
          </a:xfrm>
          <a:custGeom>
            <a:rect b="b" l="l" r="r" t="t"/>
            <a:pathLst>
              <a:path extrusionOk="0" h="791033" w="366191">
                <a:moveTo>
                  <a:pt x="328252" y="0"/>
                </a:moveTo>
                <a:cubicBezTo>
                  <a:pt x="320437" y="14328"/>
                  <a:pt x="408361" y="77504"/>
                  <a:pt x="339976" y="136770"/>
                </a:cubicBezTo>
                <a:cubicBezTo>
                  <a:pt x="271591" y="196037"/>
                  <a:pt x="-1297" y="204502"/>
                  <a:pt x="5" y="402492"/>
                </a:cubicBezTo>
                <a:cubicBezTo>
                  <a:pt x="1307" y="600482"/>
                  <a:pt x="257915" y="598530"/>
                  <a:pt x="324346" y="668217"/>
                </a:cubicBezTo>
                <a:cubicBezTo>
                  <a:pt x="390777" y="737904"/>
                  <a:pt x="311889" y="772797"/>
                  <a:pt x="317750" y="791033"/>
                </a:cubicBezTo>
              </a:path>
            </a:pathLst>
          </a:custGeom>
          <a:noFill/>
          <a:ln cap="flat" cmpd="sng" w="34925">
            <a:solidFill>
              <a:srgbClr val="010F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0" name="Google Shape;680;p11"/>
          <p:cNvSpPr/>
          <p:nvPr/>
        </p:nvSpPr>
        <p:spPr>
          <a:xfrm>
            <a:off x="6229349" y="3311525"/>
            <a:ext cx="371475" cy="6349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1" name="Google Shape;681;p11"/>
          <p:cNvSpPr/>
          <p:nvPr/>
        </p:nvSpPr>
        <p:spPr>
          <a:xfrm>
            <a:off x="5191123" y="3310518"/>
            <a:ext cx="371475" cy="6349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82" name="Google Shape;682;p11"/>
          <p:cNvGrpSpPr/>
          <p:nvPr/>
        </p:nvGrpSpPr>
        <p:grpSpPr>
          <a:xfrm>
            <a:off x="4789786" y="3158838"/>
            <a:ext cx="2248918" cy="926583"/>
            <a:chOff x="4789786" y="3158838"/>
            <a:chExt cx="2248918" cy="926583"/>
          </a:xfrm>
        </p:grpSpPr>
        <p:sp>
          <p:nvSpPr>
            <p:cNvPr id="683" name="Google Shape;683;p11"/>
            <p:cNvSpPr txBox="1"/>
            <p:nvPr/>
          </p:nvSpPr>
          <p:spPr>
            <a:xfrm rot="-1239059">
              <a:off x="4849091" y="3366655"/>
              <a:ext cx="68800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NAT</a:t>
              </a:r>
              <a:endParaRPr b="0" i="0" sz="1800" u="none" cap="none" strike="noStrike">
                <a:solidFill>
                  <a:srgbClr val="000000"/>
                </a:solidFill>
                <a:latin typeface="Calibri"/>
                <a:ea typeface="Calibri"/>
                <a:cs typeface="Calibri"/>
                <a:sym typeface="Calibri"/>
              </a:endParaRPr>
            </a:p>
          </p:txBody>
        </p:sp>
        <p:sp>
          <p:nvSpPr>
            <p:cNvPr id="684" name="Google Shape;684;p11"/>
            <p:cNvSpPr txBox="1"/>
            <p:nvPr/>
          </p:nvSpPr>
          <p:spPr>
            <a:xfrm rot="2147458">
              <a:off x="6270499" y="3366656"/>
              <a:ext cx="69923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NFV</a:t>
              </a:r>
              <a:endParaRPr b="0" i="0" sz="1800" u="none" cap="none" strike="noStrike">
                <a:solidFill>
                  <a:srgbClr val="000000"/>
                </a:solidFill>
                <a:latin typeface="Calibri"/>
                <a:ea typeface="Calibri"/>
                <a:cs typeface="Calibri"/>
                <a:sym typeface="Calibri"/>
              </a:endParaRPr>
            </a:p>
          </p:txBody>
        </p:sp>
        <p:sp>
          <p:nvSpPr>
            <p:cNvPr id="685" name="Google Shape;685;p11"/>
            <p:cNvSpPr txBox="1"/>
            <p:nvPr/>
          </p:nvSpPr>
          <p:spPr>
            <a:xfrm>
              <a:off x="5369952" y="3685311"/>
              <a:ext cx="109882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Firewalls</a:t>
              </a:r>
              <a:endParaRPr b="0" i="0" sz="1800" u="none" cap="none" strike="noStrike">
                <a:solidFill>
                  <a:srgbClr val="000000"/>
                </a:solidFill>
                <a:latin typeface="Calibri"/>
                <a:ea typeface="Calibri"/>
                <a:cs typeface="Calibri"/>
                <a:sym typeface="Calibri"/>
              </a:endParaRPr>
            </a:p>
          </p:txBody>
        </p:sp>
        <p:sp>
          <p:nvSpPr>
            <p:cNvPr id="686" name="Google Shape;686;p11"/>
            <p:cNvSpPr txBox="1"/>
            <p:nvPr/>
          </p:nvSpPr>
          <p:spPr>
            <a:xfrm>
              <a:off x="5453078" y="3158838"/>
              <a:ext cx="97283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caching</a:t>
              </a:r>
              <a:endParaRPr b="0" i="0" sz="1800" u="none" cap="none" strike="noStrike">
                <a:solidFill>
                  <a:srgbClr val="000000"/>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gtEl>
                                        <p:attrNameLst>
                                          <p:attrName>style.visibility</p:attrName>
                                        </p:attrNameLst>
                                      </p:cBhvr>
                                      <p:to>
                                        <p:strVal val="visible"/>
                                      </p:to>
                                    </p:set>
                                    <p:animEffect filter="fade" transition="in">
                                      <p:cBhvr>
                                        <p:cTn dur="500"/>
                                        <p:tgtEl>
                                          <p:spTgt spid="6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12"/>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Architectural Principles of the Internet</a:t>
            </a:r>
            <a:endParaRPr/>
          </a:p>
        </p:txBody>
      </p:sp>
      <p:sp>
        <p:nvSpPr>
          <p:cNvPr id="693" name="Google Shape;693;p12"/>
          <p:cNvSpPr txBox="1"/>
          <p:nvPr/>
        </p:nvSpPr>
        <p:spPr>
          <a:xfrm>
            <a:off x="1111205" y="2084451"/>
            <a:ext cx="10513191" cy="8402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“Many members of the Internet community would argue that there is no architecture, but only a tradition, which was not written down for the first 25 years (or at least not by the IAB).  However, in very general terms, the community believes that</a:t>
            </a:r>
            <a:endParaRPr/>
          </a:p>
        </p:txBody>
      </p:sp>
      <p:sp>
        <p:nvSpPr>
          <p:cNvPr id="694" name="Google Shape;694;p12"/>
          <p:cNvSpPr/>
          <p:nvPr/>
        </p:nvSpPr>
        <p:spPr>
          <a:xfrm>
            <a:off x="941941" y="1923014"/>
            <a:ext cx="10917982" cy="1995658"/>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5" name="Google Shape;695;p12"/>
          <p:cNvSpPr txBox="1"/>
          <p:nvPr/>
        </p:nvSpPr>
        <p:spPr>
          <a:xfrm>
            <a:off x="1366008" y="1671224"/>
            <a:ext cx="1413079"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RFC  1958</a:t>
            </a:r>
            <a:endParaRPr/>
          </a:p>
        </p:txBody>
      </p:sp>
      <p:sp>
        <p:nvSpPr>
          <p:cNvPr id="696" name="Google Shape;696;p12"/>
          <p:cNvSpPr txBox="1"/>
          <p:nvPr/>
        </p:nvSpPr>
        <p:spPr>
          <a:xfrm>
            <a:off x="1429860" y="2583215"/>
            <a:ext cx="10513191" cy="125572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r>
              <a:rPr b="0" i="0" lang="en-US" sz="2800" u="none" cap="none" strike="noStrike">
                <a:solidFill>
                  <a:srgbClr val="C00000"/>
                </a:solidFill>
                <a:latin typeface="Calibri"/>
                <a:ea typeface="Calibri"/>
                <a:cs typeface="Calibri"/>
                <a:sym typeface="Calibri"/>
              </a:rPr>
              <a:t>the goal is connectivity, the tool is the Internet Protocol, and the intelligence is end to end rather than hidden in the network.”</a:t>
            </a:r>
            <a:endParaRPr/>
          </a:p>
        </p:txBody>
      </p:sp>
      <p:sp>
        <p:nvSpPr>
          <p:cNvPr id="697" name="Google Shape;697;p12"/>
          <p:cNvSpPr txBox="1"/>
          <p:nvPr/>
        </p:nvSpPr>
        <p:spPr>
          <a:xfrm>
            <a:off x="1959984" y="4274126"/>
            <a:ext cx="9084254" cy="23391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200" u="none" cap="none" strike="noStrike">
                <a:solidFill>
                  <a:srgbClr val="000000"/>
                </a:solidFill>
                <a:latin typeface="Calibri"/>
                <a:ea typeface="Calibri"/>
                <a:cs typeface="Calibri"/>
                <a:sym typeface="Calibri"/>
              </a:rPr>
              <a:t>Three cornerstone beliefs:</a:t>
            </a:r>
            <a:endParaRPr/>
          </a:p>
          <a:p>
            <a:pPr indent="-311150" lvl="0" marL="577850" marR="0" rtl="0" algn="l">
              <a:lnSpc>
                <a:spcPct val="100000"/>
              </a:lnSpc>
              <a:spcBef>
                <a:spcPts val="0"/>
              </a:spcBef>
              <a:spcAft>
                <a:spcPts val="0"/>
              </a:spcAft>
              <a:buClr>
                <a:srgbClr val="010F90"/>
              </a:buClr>
              <a:buSzPts val="3200"/>
              <a:buFont typeface="Noto Sans Symbols"/>
              <a:buChar char="▪"/>
            </a:pPr>
            <a:r>
              <a:rPr b="0" i="0" lang="en-US" sz="3200" u="none" cap="none" strike="noStrike">
                <a:solidFill>
                  <a:srgbClr val="000000"/>
                </a:solidFill>
                <a:latin typeface="Calibri"/>
                <a:ea typeface="Calibri"/>
                <a:cs typeface="Calibri"/>
                <a:sym typeface="Calibri"/>
              </a:rPr>
              <a:t>simple connectivity</a:t>
            </a:r>
            <a:endParaRPr/>
          </a:p>
          <a:p>
            <a:pPr indent="-311150" lvl="0" marL="577850" marR="0" rtl="0" algn="l">
              <a:lnSpc>
                <a:spcPct val="100000"/>
              </a:lnSpc>
              <a:spcBef>
                <a:spcPts val="0"/>
              </a:spcBef>
              <a:spcAft>
                <a:spcPts val="0"/>
              </a:spcAft>
              <a:buClr>
                <a:srgbClr val="010F90"/>
              </a:buClr>
              <a:buSzPts val="3200"/>
              <a:buFont typeface="Noto Sans Symbols"/>
              <a:buChar char="▪"/>
            </a:pPr>
            <a:r>
              <a:rPr b="0" i="0" lang="en-US" sz="3200" u="none" cap="none" strike="noStrike">
                <a:solidFill>
                  <a:srgbClr val="000000"/>
                </a:solidFill>
                <a:latin typeface="Calibri"/>
                <a:ea typeface="Calibri"/>
                <a:cs typeface="Calibri"/>
                <a:sym typeface="Calibri"/>
              </a:rPr>
              <a:t>IP protocol: that narrow waist</a:t>
            </a:r>
            <a:endParaRPr/>
          </a:p>
          <a:p>
            <a:pPr indent="-311150" lvl="0" marL="577850" marR="0" rtl="0" algn="l">
              <a:lnSpc>
                <a:spcPct val="100000"/>
              </a:lnSpc>
              <a:spcBef>
                <a:spcPts val="0"/>
              </a:spcBef>
              <a:spcAft>
                <a:spcPts val="0"/>
              </a:spcAft>
              <a:buClr>
                <a:srgbClr val="010F90"/>
              </a:buClr>
              <a:buSzPts val="3200"/>
              <a:buFont typeface="Noto Sans Symbols"/>
              <a:buChar char="▪"/>
            </a:pPr>
            <a:r>
              <a:rPr b="0" i="0" lang="en-US" sz="3200" u="none" cap="none" strike="noStrike">
                <a:solidFill>
                  <a:srgbClr val="000000"/>
                </a:solidFill>
                <a:latin typeface="Calibri"/>
                <a:ea typeface="Calibri"/>
                <a:cs typeface="Calibri"/>
                <a:sym typeface="Calibri"/>
              </a:rPr>
              <a:t>intelligence, complexity at network edge</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7">
                                            <p:txEl>
                                              <p:pRg end="0" st="0"/>
                                            </p:txEl>
                                          </p:spTgt>
                                        </p:tgtEl>
                                        <p:attrNameLst>
                                          <p:attrName>style.visibility</p:attrName>
                                        </p:attrNameLst>
                                      </p:cBhvr>
                                      <p:to>
                                        <p:strVal val="visible"/>
                                      </p:to>
                                    </p:set>
                                    <p:animEffect filter="fade" transition="in">
                                      <p:cBhvr>
                                        <p:cTn dur="500"/>
                                        <p:tgtEl>
                                          <p:spTgt spid="6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7">
                                            <p:txEl>
                                              <p:pRg end="1" st="1"/>
                                            </p:txEl>
                                          </p:spTgt>
                                        </p:tgtEl>
                                        <p:attrNameLst>
                                          <p:attrName>style.visibility</p:attrName>
                                        </p:attrNameLst>
                                      </p:cBhvr>
                                      <p:to>
                                        <p:strVal val="visible"/>
                                      </p:to>
                                    </p:set>
                                    <p:animEffect filter="fade" transition="in">
                                      <p:cBhvr>
                                        <p:cTn dur="500"/>
                                        <p:tgtEl>
                                          <p:spTgt spid="6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7">
                                            <p:txEl>
                                              <p:pRg end="2" st="2"/>
                                            </p:txEl>
                                          </p:spTgt>
                                        </p:tgtEl>
                                        <p:attrNameLst>
                                          <p:attrName>style.visibility</p:attrName>
                                        </p:attrNameLst>
                                      </p:cBhvr>
                                      <p:to>
                                        <p:strVal val="visible"/>
                                      </p:to>
                                    </p:set>
                                    <p:animEffect filter="fade" transition="in">
                                      <p:cBhvr>
                                        <p:cTn dur="500"/>
                                        <p:tgtEl>
                                          <p:spTgt spid="6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7">
                                            <p:txEl>
                                              <p:pRg end="3" st="3"/>
                                            </p:txEl>
                                          </p:spTgt>
                                        </p:tgtEl>
                                        <p:attrNameLst>
                                          <p:attrName>style.visibility</p:attrName>
                                        </p:attrNameLst>
                                      </p:cBhvr>
                                      <p:to>
                                        <p:strVal val="visible"/>
                                      </p:to>
                                    </p:set>
                                    <p:animEffect filter="fade" transition="in">
                                      <p:cBhvr>
                                        <p:cTn dur="500"/>
                                        <p:tgtEl>
                                          <p:spTgt spid="69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7">
                                            <p:txEl>
                                              <p:pRg end="4" st="4"/>
                                            </p:txEl>
                                          </p:spTgt>
                                        </p:tgtEl>
                                        <p:attrNameLst>
                                          <p:attrName>style.visibility</p:attrName>
                                        </p:attrNameLst>
                                      </p:cBhvr>
                                      <p:to>
                                        <p:strVal val="visible"/>
                                      </p:to>
                                    </p:set>
                                    <p:animEffect filter="fade" transition="in">
                                      <p:cBhvr>
                                        <p:cTn dur="500"/>
                                        <p:tgtEl>
                                          <p:spTgt spid="69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13"/>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The end-end argument</a:t>
            </a:r>
            <a:endParaRPr/>
          </a:p>
        </p:txBody>
      </p:sp>
      <p:sp>
        <p:nvSpPr>
          <p:cNvPr id="704" name="Google Shape;704;p13"/>
          <p:cNvSpPr txBox="1"/>
          <p:nvPr/>
        </p:nvSpPr>
        <p:spPr>
          <a:xfrm>
            <a:off x="872836" y="1256363"/>
            <a:ext cx="10474037" cy="9541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10F90"/>
              </a:buClr>
              <a:buSzPts val="2800"/>
              <a:buFont typeface="Noto Sans Symbols"/>
              <a:buChar char="▪"/>
            </a:pPr>
            <a:r>
              <a:rPr b="0" i="0" lang="en-US" sz="2800" u="none" cap="none" strike="noStrike">
                <a:solidFill>
                  <a:srgbClr val="000000"/>
                </a:solidFill>
                <a:latin typeface="Calibri"/>
                <a:ea typeface="Calibri"/>
                <a:cs typeface="Calibri"/>
                <a:sym typeface="Calibri"/>
              </a:rPr>
              <a:t>some network functionality (e.g., reliable data transfer, congestion) can be implemented </a:t>
            </a:r>
            <a:r>
              <a:rPr b="0" i="0" lang="en-US" sz="2800" u="none" cap="none" strike="noStrike">
                <a:solidFill>
                  <a:srgbClr val="010F90"/>
                </a:solidFill>
                <a:latin typeface="Calibri"/>
                <a:ea typeface="Calibri"/>
                <a:cs typeface="Calibri"/>
                <a:sym typeface="Calibri"/>
              </a:rPr>
              <a:t>in network</a:t>
            </a:r>
            <a:r>
              <a:rPr b="0" i="0" lang="en-US" sz="2800" u="none" cap="none" strike="noStrike">
                <a:solidFill>
                  <a:srgbClr val="000000"/>
                </a:solidFill>
                <a:latin typeface="Calibri"/>
                <a:ea typeface="Calibri"/>
                <a:cs typeface="Calibri"/>
                <a:sym typeface="Calibri"/>
              </a:rPr>
              <a:t>, or at </a:t>
            </a:r>
            <a:r>
              <a:rPr b="0" i="0" lang="en-US" sz="2800" u="none" cap="none" strike="noStrike">
                <a:solidFill>
                  <a:srgbClr val="010F90"/>
                </a:solidFill>
                <a:latin typeface="Calibri"/>
                <a:ea typeface="Calibri"/>
                <a:cs typeface="Calibri"/>
                <a:sym typeface="Calibri"/>
              </a:rPr>
              <a:t>network edge</a:t>
            </a:r>
            <a:endParaRPr/>
          </a:p>
        </p:txBody>
      </p:sp>
      <p:grpSp>
        <p:nvGrpSpPr>
          <p:cNvPr id="705" name="Google Shape;705;p13"/>
          <p:cNvGrpSpPr/>
          <p:nvPr/>
        </p:nvGrpSpPr>
        <p:grpSpPr>
          <a:xfrm>
            <a:off x="1874509" y="2628915"/>
            <a:ext cx="7991761" cy="1770965"/>
            <a:chOff x="1218293" y="1951181"/>
            <a:chExt cx="7991761" cy="1770965"/>
          </a:xfrm>
        </p:grpSpPr>
        <p:cxnSp>
          <p:nvCxnSpPr>
            <p:cNvPr id="706" name="Google Shape;706;p13"/>
            <p:cNvCxnSpPr/>
            <p:nvPr/>
          </p:nvCxnSpPr>
          <p:spPr>
            <a:xfrm>
              <a:off x="2053652" y="2320066"/>
              <a:ext cx="6316843" cy="0"/>
            </a:xfrm>
            <a:prstGeom prst="straightConnector1">
              <a:avLst/>
            </a:prstGeom>
            <a:noFill/>
            <a:ln cap="flat" cmpd="sng" w="41275">
              <a:solidFill>
                <a:srgbClr val="C00000"/>
              </a:solidFill>
              <a:prstDash val="solid"/>
              <a:miter lim="800000"/>
              <a:headEnd len="med" w="med" type="triangle"/>
              <a:tailEnd len="med" w="med" type="triangle"/>
            </a:ln>
          </p:spPr>
        </p:cxnSp>
        <p:sp>
          <p:nvSpPr>
            <p:cNvPr id="707" name="Google Shape;707;p13"/>
            <p:cNvSpPr txBox="1"/>
            <p:nvPr/>
          </p:nvSpPr>
          <p:spPr>
            <a:xfrm>
              <a:off x="3228340" y="1951181"/>
              <a:ext cx="425719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dk1"/>
                  </a:solidFill>
                  <a:latin typeface="Calibri"/>
                  <a:ea typeface="Calibri"/>
                  <a:cs typeface="Calibri"/>
                  <a:sym typeface="Calibri"/>
                </a:rPr>
                <a:t>end-end implementation of reliable data transfer</a:t>
              </a:r>
              <a:endParaRPr/>
            </a:p>
          </p:txBody>
        </p:sp>
        <p:grpSp>
          <p:nvGrpSpPr>
            <p:cNvPr id="708" name="Google Shape;708;p13"/>
            <p:cNvGrpSpPr/>
            <p:nvPr/>
          </p:nvGrpSpPr>
          <p:grpSpPr>
            <a:xfrm>
              <a:off x="1218293" y="2035635"/>
              <a:ext cx="1045784" cy="954793"/>
              <a:chOff x="1334466" y="2020644"/>
              <a:chExt cx="1045784" cy="954793"/>
            </a:xfrm>
          </p:grpSpPr>
          <p:sp>
            <p:nvSpPr>
              <p:cNvPr id="709" name="Google Shape;709;p13"/>
              <p:cNvSpPr/>
              <p:nvPr/>
            </p:nvSpPr>
            <p:spPr>
              <a:xfrm flipH="1">
                <a:off x="2065300" y="2032462"/>
                <a:ext cx="314950" cy="942975"/>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0" name="Google Shape;710;p13"/>
              <p:cNvSpPr/>
              <p:nvPr/>
            </p:nvSpPr>
            <p:spPr>
              <a:xfrm>
                <a:off x="1435419" y="2060250"/>
                <a:ext cx="618744" cy="779122"/>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1" name="Google Shape;711;p13"/>
              <p:cNvSpPr/>
              <p:nvPr/>
            </p:nvSpPr>
            <p:spPr>
              <a:xfrm>
                <a:off x="1442562" y="2215173"/>
                <a:ext cx="611601"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2" name="Google Shape;712;p13"/>
              <p:cNvSpPr txBox="1"/>
              <p:nvPr/>
            </p:nvSpPr>
            <p:spPr>
              <a:xfrm>
                <a:off x="1334466" y="2020644"/>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data 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713" name="Google Shape;713;p13"/>
              <p:cNvCxnSpPr/>
              <p:nvPr/>
            </p:nvCxnSpPr>
            <p:spPr>
              <a:xfrm>
                <a:off x="1434403" y="2216226"/>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714" name="Google Shape;714;p13"/>
              <p:cNvCxnSpPr/>
              <p:nvPr/>
            </p:nvCxnSpPr>
            <p:spPr>
              <a:xfrm>
                <a:off x="1434547" y="2372157"/>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715" name="Google Shape;715;p13"/>
              <p:cNvCxnSpPr/>
              <p:nvPr/>
            </p:nvCxnSpPr>
            <p:spPr>
              <a:xfrm>
                <a:off x="1441177" y="2521026"/>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716" name="Google Shape;716;p13"/>
              <p:cNvCxnSpPr/>
              <p:nvPr/>
            </p:nvCxnSpPr>
            <p:spPr>
              <a:xfrm>
                <a:off x="1444564" y="2673426"/>
                <a:ext cx="619760" cy="0"/>
              </a:xfrm>
              <a:prstGeom prst="straightConnector1">
                <a:avLst/>
              </a:prstGeom>
              <a:noFill/>
              <a:ln cap="flat" cmpd="sng" w="12700">
                <a:solidFill>
                  <a:schemeClr val="dk1"/>
                </a:solidFill>
                <a:prstDash val="solid"/>
                <a:miter lim="800000"/>
                <a:headEnd len="sm" w="sm" type="none"/>
                <a:tailEnd len="sm" w="sm" type="none"/>
              </a:ln>
            </p:spPr>
          </p:cxnSp>
        </p:grpSp>
        <p:grpSp>
          <p:nvGrpSpPr>
            <p:cNvPr id="717" name="Google Shape;717;p13"/>
            <p:cNvGrpSpPr/>
            <p:nvPr/>
          </p:nvGrpSpPr>
          <p:grpSpPr>
            <a:xfrm>
              <a:off x="8189615" y="2033344"/>
              <a:ext cx="1020439" cy="962288"/>
              <a:chOff x="1031745" y="1247139"/>
              <a:chExt cx="1020439" cy="962288"/>
            </a:xfrm>
          </p:grpSpPr>
          <p:sp>
            <p:nvSpPr>
              <p:cNvPr id="718" name="Google Shape;718;p13"/>
              <p:cNvSpPr/>
              <p:nvPr/>
            </p:nvSpPr>
            <p:spPr>
              <a:xfrm>
                <a:off x="1031745" y="1266452"/>
                <a:ext cx="314950" cy="942975"/>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9" name="Google Shape;719;p13"/>
              <p:cNvSpPr/>
              <p:nvPr/>
            </p:nvSpPr>
            <p:spPr>
              <a:xfrm>
                <a:off x="1338749" y="1286745"/>
                <a:ext cx="618744" cy="779122"/>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20" name="Google Shape;720;p13"/>
              <p:cNvSpPr/>
              <p:nvPr/>
            </p:nvSpPr>
            <p:spPr>
              <a:xfrm>
                <a:off x="1345892" y="1441668"/>
                <a:ext cx="611601"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21" name="Google Shape;721;p13"/>
              <p:cNvSpPr txBox="1"/>
              <p:nvPr/>
            </p:nvSpPr>
            <p:spPr>
              <a:xfrm>
                <a:off x="1237796" y="1247139"/>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data 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722" name="Google Shape;722;p13"/>
              <p:cNvCxnSpPr/>
              <p:nvPr/>
            </p:nvCxnSpPr>
            <p:spPr>
              <a:xfrm>
                <a:off x="1337733" y="1442721"/>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723" name="Google Shape;723;p13"/>
              <p:cNvCxnSpPr/>
              <p:nvPr/>
            </p:nvCxnSpPr>
            <p:spPr>
              <a:xfrm>
                <a:off x="1337877" y="1598652"/>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724" name="Google Shape;724;p13"/>
              <p:cNvCxnSpPr/>
              <p:nvPr/>
            </p:nvCxnSpPr>
            <p:spPr>
              <a:xfrm>
                <a:off x="1344507" y="1747521"/>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725" name="Google Shape;725;p13"/>
              <p:cNvCxnSpPr/>
              <p:nvPr/>
            </p:nvCxnSpPr>
            <p:spPr>
              <a:xfrm>
                <a:off x="1347894" y="1899921"/>
                <a:ext cx="619760" cy="0"/>
              </a:xfrm>
              <a:prstGeom prst="straightConnector1">
                <a:avLst/>
              </a:prstGeom>
              <a:noFill/>
              <a:ln cap="flat" cmpd="sng" w="12700">
                <a:solidFill>
                  <a:schemeClr val="dk1"/>
                </a:solidFill>
                <a:prstDash val="solid"/>
                <a:miter lim="800000"/>
                <a:headEnd len="sm" w="sm" type="none"/>
                <a:tailEnd len="sm" w="sm" type="none"/>
              </a:ln>
            </p:spPr>
          </p:cxnSp>
        </p:grpSp>
        <p:grpSp>
          <p:nvGrpSpPr>
            <p:cNvPr id="726" name="Google Shape;726;p13"/>
            <p:cNvGrpSpPr/>
            <p:nvPr/>
          </p:nvGrpSpPr>
          <p:grpSpPr>
            <a:xfrm>
              <a:off x="1749876" y="2642212"/>
              <a:ext cx="7135940" cy="1079934"/>
              <a:chOff x="1749876" y="2642212"/>
              <a:chExt cx="7135940" cy="1079934"/>
            </a:xfrm>
          </p:grpSpPr>
          <p:sp>
            <p:nvSpPr>
              <p:cNvPr id="727" name="Google Shape;727;p13"/>
              <p:cNvSpPr/>
              <p:nvPr/>
            </p:nvSpPr>
            <p:spPr>
              <a:xfrm flipH="1" rot="10800000">
                <a:off x="7164592" y="3041210"/>
                <a:ext cx="1721224" cy="680936"/>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8" name="Google Shape;728;p13"/>
              <p:cNvSpPr/>
              <p:nvPr/>
            </p:nvSpPr>
            <p:spPr>
              <a:xfrm>
                <a:off x="3602816" y="2963532"/>
                <a:ext cx="3498815" cy="627560"/>
              </a:xfrm>
              <a:custGeom>
                <a:rect b="b" l="l" r="r" t="t"/>
                <a:pathLst>
                  <a:path extrusionOk="0" h="1800235" w="153955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14651" y="1329420"/>
                      <a:pt x="1514186" y="1190207"/>
                    </a:cubicBezTo>
                    <a:cubicBezTo>
                      <a:pt x="1513721" y="1050994"/>
                      <a:pt x="1395410" y="1107931"/>
                      <a:pt x="1386703" y="889068"/>
                    </a:cubicBezTo>
                    <a:cubicBezTo>
                      <a:pt x="1403366" y="652864"/>
                      <a:pt x="1524555" y="649456"/>
                      <a:pt x="1509771" y="523246"/>
                    </a:cubicBezTo>
                    <a:cubicBezTo>
                      <a:pt x="1494987" y="39703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9" name="Google Shape;729;p13"/>
              <p:cNvSpPr/>
              <p:nvPr/>
            </p:nvSpPr>
            <p:spPr>
              <a:xfrm>
                <a:off x="1983600" y="2906040"/>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1" i="0" sz="2400" u="none" cap="none" strike="noStrike">
                  <a:solidFill>
                    <a:srgbClr val="000000"/>
                  </a:solidFill>
                  <a:latin typeface="Arial"/>
                  <a:ea typeface="Arial"/>
                  <a:cs typeface="Arial"/>
                  <a:sym typeface="Arial"/>
                </a:endParaRPr>
              </a:p>
            </p:txBody>
          </p:sp>
          <p:sp>
            <p:nvSpPr>
              <p:cNvPr id="730" name="Google Shape;730;p13"/>
              <p:cNvSpPr/>
              <p:nvPr/>
            </p:nvSpPr>
            <p:spPr>
              <a:xfrm>
                <a:off x="1749876" y="2642212"/>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pic>
            <p:nvPicPr>
              <p:cNvPr descr="antenna_radiation_stylized" id="731" name="Google Shape;731;p13"/>
              <p:cNvPicPr preferRelativeResize="0"/>
              <p:nvPr/>
            </p:nvPicPr>
            <p:blipFill rotWithShape="1">
              <a:blip r:embed="rId3">
                <a:alphaModFix/>
              </a:blip>
              <a:srcRect b="0" l="0" r="0" t="0"/>
              <a:stretch/>
            </p:blipFill>
            <p:spPr>
              <a:xfrm>
                <a:off x="2126484" y="3177185"/>
                <a:ext cx="506412" cy="106009"/>
              </a:xfrm>
              <a:prstGeom prst="rect">
                <a:avLst/>
              </a:prstGeom>
              <a:noFill/>
              <a:ln>
                <a:noFill/>
              </a:ln>
            </p:spPr>
          </p:pic>
          <p:cxnSp>
            <p:nvCxnSpPr>
              <p:cNvPr id="732" name="Google Shape;732;p13"/>
              <p:cNvCxnSpPr/>
              <p:nvPr/>
            </p:nvCxnSpPr>
            <p:spPr>
              <a:xfrm>
                <a:off x="2807672" y="3216792"/>
                <a:ext cx="0" cy="131762"/>
              </a:xfrm>
              <a:prstGeom prst="straightConnector1">
                <a:avLst/>
              </a:prstGeom>
              <a:noFill/>
              <a:ln cap="flat" cmpd="sng" w="9525">
                <a:solidFill>
                  <a:schemeClr val="dk1"/>
                </a:solidFill>
                <a:prstDash val="solid"/>
                <a:round/>
                <a:headEnd len="med" w="med" type="none"/>
                <a:tailEnd len="med" w="med" type="none"/>
              </a:ln>
            </p:spPr>
          </p:cxnSp>
          <p:cxnSp>
            <p:nvCxnSpPr>
              <p:cNvPr id="733" name="Google Shape;733;p13"/>
              <p:cNvCxnSpPr/>
              <p:nvPr/>
            </p:nvCxnSpPr>
            <p:spPr>
              <a:xfrm flipH="1" rot="10800000">
                <a:off x="2417147" y="3427929"/>
                <a:ext cx="168275" cy="3175"/>
              </a:xfrm>
              <a:prstGeom prst="straightConnector1">
                <a:avLst/>
              </a:prstGeom>
              <a:noFill/>
              <a:ln cap="flat" cmpd="sng" w="9525">
                <a:solidFill>
                  <a:schemeClr val="dk1"/>
                </a:solidFill>
                <a:prstDash val="solid"/>
                <a:round/>
                <a:headEnd len="med" w="med" type="none"/>
                <a:tailEnd len="med" w="med" type="none"/>
              </a:ln>
            </p:spPr>
          </p:cxnSp>
          <p:grpSp>
            <p:nvGrpSpPr>
              <p:cNvPr id="734" name="Google Shape;734;p13"/>
              <p:cNvGrpSpPr/>
              <p:nvPr/>
            </p:nvGrpSpPr>
            <p:grpSpPr>
              <a:xfrm flipH="1">
                <a:off x="2536522" y="2920104"/>
                <a:ext cx="359261" cy="342045"/>
                <a:chOff x="2839" y="3501"/>
                <a:chExt cx="755" cy="803"/>
              </a:xfrm>
            </p:grpSpPr>
            <p:pic>
              <p:nvPicPr>
                <p:cNvPr descr="desktop_computer_stylized_medium" id="735" name="Google Shape;735;p13"/>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736" name="Google Shape;736;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37" name="Google Shape;737;p13"/>
              <p:cNvGrpSpPr/>
              <p:nvPr/>
            </p:nvGrpSpPr>
            <p:grpSpPr>
              <a:xfrm>
                <a:off x="2347961" y="2678385"/>
                <a:ext cx="347997" cy="396620"/>
                <a:chOff x="7797061" y="3296104"/>
                <a:chExt cx="347997" cy="396620"/>
              </a:xfrm>
            </p:grpSpPr>
            <p:pic>
              <p:nvPicPr>
                <p:cNvPr descr="fridge2.png" id="738" name="Google Shape;738;p13"/>
                <p:cNvPicPr preferRelativeResize="0"/>
                <p:nvPr/>
              </p:nvPicPr>
              <p:blipFill rotWithShape="1">
                <a:blip r:embed="rId5">
                  <a:alphaModFix/>
                </a:blip>
                <a:srcRect b="0" l="0" r="0" t="0"/>
                <a:stretch/>
              </p:blipFill>
              <p:spPr>
                <a:xfrm>
                  <a:off x="7896825" y="3355697"/>
                  <a:ext cx="189578" cy="337027"/>
                </a:xfrm>
                <a:prstGeom prst="rect">
                  <a:avLst/>
                </a:prstGeom>
                <a:noFill/>
                <a:ln>
                  <a:noFill/>
                </a:ln>
              </p:spPr>
            </p:pic>
            <p:pic>
              <p:nvPicPr>
                <p:cNvPr descr="antenna_stylized" id="739" name="Google Shape;739;p13"/>
                <p:cNvPicPr preferRelativeResize="0"/>
                <p:nvPr/>
              </p:nvPicPr>
              <p:blipFill rotWithShape="1">
                <a:blip r:embed="rId6">
                  <a:alphaModFix/>
                </a:blip>
                <a:srcRect b="0" l="0" r="0" t="0"/>
                <a:stretch/>
              </p:blipFill>
              <p:spPr>
                <a:xfrm>
                  <a:off x="7797061" y="3296104"/>
                  <a:ext cx="347997" cy="167557"/>
                </a:xfrm>
                <a:prstGeom prst="rect">
                  <a:avLst/>
                </a:prstGeom>
                <a:noFill/>
                <a:ln>
                  <a:noFill/>
                </a:ln>
              </p:spPr>
            </p:pic>
          </p:grpSp>
          <p:grpSp>
            <p:nvGrpSpPr>
              <p:cNvPr id="740" name="Google Shape;740;p13"/>
              <p:cNvGrpSpPr/>
              <p:nvPr/>
            </p:nvGrpSpPr>
            <p:grpSpPr>
              <a:xfrm>
                <a:off x="2594596" y="3318955"/>
                <a:ext cx="354986" cy="175668"/>
                <a:chOff x="7493876" y="2774731"/>
                <a:chExt cx="1481958" cy="894622"/>
              </a:xfrm>
            </p:grpSpPr>
            <p:sp>
              <p:nvSpPr>
                <p:cNvPr id="741" name="Google Shape;741;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42" name="Google Shape;742;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43" name="Google Shape;743;p13"/>
                <p:cNvGrpSpPr/>
                <p:nvPr/>
              </p:nvGrpSpPr>
              <p:grpSpPr>
                <a:xfrm>
                  <a:off x="7713663" y="2848339"/>
                  <a:ext cx="1042107" cy="425543"/>
                  <a:chOff x="7786941" y="2884917"/>
                  <a:chExt cx="897649" cy="353919"/>
                </a:xfrm>
              </p:grpSpPr>
              <p:sp>
                <p:nvSpPr>
                  <p:cNvPr id="744" name="Google Shape;744;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5" name="Google Shape;745;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6" name="Google Shape;746;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7" name="Google Shape;747;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ccess_point_stylized_small" id="748" name="Google Shape;748;p13"/>
              <p:cNvPicPr preferRelativeResize="0"/>
              <p:nvPr/>
            </p:nvPicPr>
            <p:blipFill rotWithShape="1">
              <a:blip r:embed="rId7">
                <a:alphaModFix/>
              </a:blip>
              <a:srcRect b="0" l="0" r="0" t="0"/>
              <a:stretch/>
            </p:blipFill>
            <p:spPr>
              <a:xfrm>
                <a:off x="2158408" y="3214860"/>
                <a:ext cx="370169" cy="306751"/>
              </a:xfrm>
              <a:prstGeom prst="rect">
                <a:avLst/>
              </a:prstGeom>
              <a:noFill/>
              <a:ln>
                <a:noFill/>
              </a:ln>
            </p:spPr>
          </p:pic>
          <p:cxnSp>
            <p:nvCxnSpPr>
              <p:cNvPr id="749" name="Google Shape;749;p13"/>
              <p:cNvCxnSpPr/>
              <p:nvPr/>
            </p:nvCxnSpPr>
            <p:spPr>
              <a:xfrm>
                <a:off x="2942945" y="3429728"/>
                <a:ext cx="5562600" cy="0"/>
              </a:xfrm>
              <a:prstGeom prst="straightConnector1">
                <a:avLst/>
              </a:prstGeom>
              <a:noFill/>
              <a:ln cap="flat" cmpd="sng" w="15875">
                <a:solidFill>
                  <a:schemeClr val="dk1"/>
                </a:solidFill>
                <a:prstDash val="solid"/>
                <a:miter lim="800000"/>
                <a:headEnd len="sm" w="sm" type="none"/>
                <a:tailEnd len="sm" w="sm" type="none"/>
              </a:ln>
            </p:spPr>
          </p:cxnSp>
          <p:grpSp>
            <p:nvGrpSpPr>
              <p:cNvPr id="750" name="Google Shape;750;p13"/>
              <p:cNvGrpSpPr/>
              <p:nvPr/>
            </p:nvGrpSpPr>
            <p:grpSpPr>
              <a:xfrm>
                <a:off x="5931972" y="3301911"/>
                <a:ext cx="397110" cy="220011"/>
                <a:chOff x="7493876" y="2774731"/>
                <a:chExt cx="1481958" cy="894622"/>
              </a:xfrm>
            </p:grpSpPr>
            <p:sp>
              <p:nvSpPr>
                <p:cNvPr id="751" name="Google Shape;751;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52" name="Google Shape;752;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53" name="Google Shape;753;p13"/>
                <p:cNvGrpSpPr/>
                <p:nvPr/>
              </p:nvGrpSpPr>
              <p:grpSpPr>
                <a:xfrm>
                  <a:off x="7713663" y="2848339"/>
                  <a:ext cx="1042107" cy="425543"/>
                  <a:chOff x="7786941" y="2884917"/>
                  <a:chExt cx="897649" cy="353919"/>
                </a:xfrm>
              </p:grpSpPr>
              <p:sp>
                <p:nvSpPr>
                  <p:cNvPr id="754" name="Google Shape;754;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5" name="Google Shape;755;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6" name="Google Shape;756;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7" name="Google Shape;757;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758" name="Google Shape;758;p13"/>
              <p:cNvCxnSpPr/>
              <p:nvPr/>
            </p:nvCxnSpPr>
            <p:spPr>
              <a:xfrm>
                <a:off x="8002192" y="3160324"/>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759" name="Google Shape;759;p13"/>
              <p:cNvCxnSpPr/>
              <p:nvPr/>
            </p:nvCxnSpPr>
            <p:spPr>
              <a:xfrm flipH="1" rot="10800000">
                <a:off x="7419299" y="3160324"/>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760" name="Google Shape;760;p13"/>
              <p:cNvCxnSpPr/>
              <p:nvPr/>
            </p:nvCxnSpPr>
            <p:spPr>
              <a:xfrm>
                <a:off x="7390977" y="3430683"/>
                <a:ext cx="1030502" cy="0"/>
              </a:xfrm>
              <a:prstGeom prst="straightConnector1">
                <a:avLst/>
              </a:prstGeom>
              <a:noFill/>
              <a:ln cap="flat" cmpd="sng" w="9525">
                <a:solidFill>
                  <a:schemeClr val="dk1"/>
                </a:solidFill>
                <a:prstDash val="solid"/>
                <a:round/>
                <a:headEnd len="med" w="med" type="none"/>
                <a:tailEnd len="med" w="med" type="none"/>
              </a:ln>
            </p:spPr>
          </p:cxnSp>
          <p:grpSp>
            <p:nvGrpSpPr>
              <p:cNvPr id="761" name="Google Shape;761;p13"/>
              <p:cNvGrpSpPr/>
              <p:nvPr/>
            </p:nvGrpSpPr>
            <p:grpSpPr>
              <a:xfrm>
                <a:off x="4827559" y="3298669"/>
                <a:ext cx="397110" cy="220011"/>
                <a:chOff x="7493876" y="2774731"/>
                <a:chExt cx="1481958" cy="894622"/>
              </a:xfrm>
            </p:grpSpPr>
            <p:sp>
              <p:nvSpPr>
                <p:cNvPr id="762" name="Google Shape;762;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63" name="Google Shape;763;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64" name="Google Shape;764;p13"/>
                <p:cNvGrpSpPr/>
                <p:nvPr/>
              </p:nvGrpSpPr>
              <p:grpSpPr>
                <a:xfrm>
                  <a:off x="7713663" y="2848339"/>
                  <a:ext cx="1042107" cy="425543"/>
                  <a:chOff x="7786941" y="2884917"/>
                  <a:chExt cx="897649" cy="353919"/>
                </a:xfrm>
              </p:grpSpPr>
              <p:sp>
                <p:nvSpPr>
                  <p:cNvPr id="765" name="Google Shape;765;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6" name="Google Shape;766;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7" name="Google Shape;767;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8" name="Google Shape;768;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9" name="Google Shape;769;p13"/>
              <p:cNvGrpSpPr/>
              <p:nvPr/>
            </p:nvGrpSpPr>
            <p:grpSpPr>
              <a:xfrm>
                <a:off x="3863224" y="3299318"/>
                <a:ext cx="397110" cy="220011"/>
                <a:chOff x="7493876" y="2774731"/>
                <a:chExt cx="1481958" cy="894622"/>
              </a:xfrm>
            </p:grpSpPr>
            <p:sp>
              <p:nvSpPr>
                <p:cNvPr id="770" name="Google Shape;770;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1" name="Google Shape;771;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2" name="Google Shape;772;p13"/>
                <p:cNvGrpSpPr/>
                <p:nvPr/>
              </p:nvGrpSpPr>
              <p:grpSpPr>
                <a:xfrm>
                  <a:off x="7713663" y="2848339"/>
                  <a:ext cx="1042107" cy="425543"/>
                  <a:chOff x="7786941" y="2884917"/>
                  <a:chExt cx="897649" cy="353919"/>
                </a:xfrm>
              </p:grpSpPr>
              <p:sp>
                <p:nvSpPr>
                  <p:cNvPr id="773" name="Google Shape;773;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4" name="Google Shape;774;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5" name="Google Shape;775;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6" name="Google Shape;776;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7" name="Google Shape;777;p13"/>
              <p:cNvGrpSpPr/>
              <p:nvPr/>
            </p:nvGrpSpPr>
            <p:grpSpPr>
              <a:xfrm>
                <a:off x="7232235" y="3290887"/>
                <a:ext cx="397110" cy="220011"/>
                <a:chOff x="7493876" y="2774731"/>
                <a:chExt cx="1481958" cy="894622"/>
              </a:xfrm>
            </p:grpSpPr>
            <p:sp>
              <p:nvSpPr>
                <p:cNvPr id="778" name="Google Shape;778;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9" name="Google Shape;779;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0" name="Google Shape;780;p13"/>
                <p:cNvGrpSpPr/>
                <p:nvPr/>
              </p:nvGrpSpPr>
              <p:grpSpPr>
                <a:xfrm>
                  <a:off x="7713663" y="2848339"/>
                  <a:ext cx="1042107" cy="425543"/>
                  <a:chOff x="7786941" y="2884917"/>
                  <a:chExt cx="897649" cy="353919"/>
                </a:xfrm>
              </p:grpSpPr>
              <p:sp>
                <p:nvSpPr>
                  <p:cNvPr id="781" name="Google Shape;781;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 name="Google Shape;782;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3" name="Google Shape;783;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4" name="Google Shape;784;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5" name="Google Shape;785;p13"/>
              <p:cNvGrpSpPr/>
              <p:nvPr/>
            </p:nvGrpSpPr>
            <p:grpSpPr>
              <a:xfrm>
                <a:off x="8279579" y="3291536"/>
                <a:ext cx="397110" cy="220011"/>
                <a:chOff x="7493876" y="2774731"/>
                <a:chExt cx="1481958" cy="894622"/>
              </a:xfrm>
            </p:grpSpPr>
            <p:sp>
              <p:nvSpPr>
                <p:cNvPr id="786" name="Google Shape;786;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7" name="Google Shape;787;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8" name="Google Shape;788;p13"/>
                <p:cNvGrpSpPr/>
                <p:nvPr/>
              </p:nvGrpSpPr>
              <p:grpSpPr>
                <a:xfrm>
                  <a:off x="7713663" y="2848339"/>
                  <a:ext cx="1042107" cy="425543"/>
                  <a:chOff x="7786941" y="2884917"/>
                  <a:chExt cx="897649" cy="353919"/>
                </a:xfrm>
              </p:grpSpPr>
              <p:sp>
                <p:nvSpPr>
                  <p:cNvPr id="789" name="Google Shape;789;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 name="Google Shape;790;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 name="Google Shape;791;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2" name="Google Shape;792;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3" name="Google Shape;793;p13"/>
              <p:cNvGrpSpPr/>
              <p:nvPr/>
            </p:nvGrpSpPr>
            <p:grpSpPr>
              <a:xfrm>
                <a:off x="7821081" y="3120979"/>
                <a:ext cx="397110" cy="220011"/>
                <a:chOff x="7493876" y="2774731"/>
                <a:chExt cx="1481958" cy="894622"/>
              </a:xfrm>
            </p:grpSpPr>
            <p:sp>
              <p:nvSpPr>
                <p:cNvPr id="794" name="Google Shape;794;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5" name="Google Shape;795;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6" name="Google Shape;796;p13"/>
                <p:cNvGrpSpPr/>
                <p:nvPr/>
              </p:nvGrpSpPr>
              <p:grpSpPr>
                <a:xfrm>
                  <a:off x="7713663" y="2848339"/>
                  <a:ext cx="1042107" cy="425543"/>
                  <a:chOff x="7786941" y="2884917"/>
                  <a:chExt cx="897649" cy="353919"/>
                </a:xfrm>
              </p:grpSpPr>
              <p:sp>
                <p:nvSpPr>
                  <p:cNvPr id="797" name="Google Shape;797;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8" name="Google Shape;798;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 name="Google Shape;799;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0" name="Google Shape;800;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01" name="Google Shape;801;p13"/>
              <p:cNvGrpSpPr/>
              <p:nvPr/>
            </p:nvGrpSpPr>
            <p:grpSpPr>
              <a:xfrm>
                <a:off x="8090784" y="2648336"/>
                <a:ext cx="214974" cy="403920"/>
                <a:chOff x="4140" y="429"/>
                <a:chExt cx="1425" cy="2396"/>
              </a:xfrm>
            </p:grpSpPr>
            <p:sp>
              <p:nvSpPr>
                <p:cNvPr id="802" name="Google Shape;802;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03" name="Google Shape;803;p1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804" name="Google Shape;804;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05" name="Google Shape;805;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06" name="Google Shape;806;p13"/>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807" name="Google Shape;807;p13"/>
                <p:cNvGrpSpPr/>
                <p:nvPr/>
              </p:nvGrpSpPr>
              <p:grpSpPr>
                <a:xfrm>
                  <a:off x="4748" y="666"/>
                  <a:ext cx="578" cy="150"/>
                  <a:chOff x="613" y="2566"/>
                  <a:chExt cx="721" cy="144"/>
                </a:xfrm>
              </p:grpSpPr>
              <p:sp>
                <p:nvSpPr>
                  <p:cNvPr id="808" name="Google Shape;808;p1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809" name="Google Shape;809;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810" name="Google Shape;810;p13"/>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811" name="Google Shape;811;p13"/>
                <p:cNvGrpSpPr/>
                <p:nvPr/>
              </p:nvGrpSpPr>
              <p:grpSpPr>
                <a:xfrm>
                  <a:off x="4748" y="990"/>
                  <a:ext cx="578" cy="134"/>
                  <a:chOff x="615" y="2564"/>
                  <a:chExt cx="721" cy="139"/>
                </a:xfrm>
              </p:grpSpPr>
              <p:sp>
                <p:nvSpPr>
                  <p:cNvPr id="812" name="Google Shape;812;p1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813" name="Google Shape;813;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814" name="Google Shape;814;p13"/>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815" name="Google Shape;815;p13"/>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816" name="Google Shape;816;p13"/>
                <p:cNvGrpSpPr/>
                <p:nvPr/>
              </p:nvGrpSpPr>
              <p:grpSpPr>
                <a:xfrm>
                  <a:off x="4738" y="1647"/>
                  <a:ext cx="578" cy="135"/>
                  <a:chOff x="618" y="2586"/>
                  <a:chExt cx="720" cy="124"/>
                </a:xfrm>
              </p:grpSpPr>
              <p:sp>
                <p:nvSpPr>
                  <p:cNvPr id="817" name="Google Shape;817;p1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818" name="Google Shape;818;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819" name="Google Shape;819;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20" name="Google Shape;820;p13"/>
                <p:cNvGrpSpPr/>
                <p:nvPr/>
              </p:nvGrpSpPr>
              <p:grpSpPr>
                <a:xfrm>
                  <a:off x="4738" y="1330"/>
                  <a:ext cx="588" cy="134"/>
                  <a:chOff x="613" y="2571"/>
                  <a:chExt cx="732" cy="134"/>
                </a:xfrm>
              </p:grpSpPr>
              <p:sp>
                <p:nvSpPr>
                  <p:cNvPr id="821" name="Google Shape;821;p1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822" name="Google Shape;822;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823" name="Google Shape;823;p1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824" name="Google Shape;824;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5" name="Google Shape;825;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6" name="Google Shape;826;p1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827" name="Google Shape;827;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8" name="Google Shape;828;p1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829" name="Google Shape;829;p1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830" name="Google Shape;830;p1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831" name="Google Shape;831;p1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832" name="Google Shape;832;p1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833" name="Google Shape;833;p13"/>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834" name="Google Shape;834;p13"/>
              <p:cNvGrpSpPr/>
              <p:nvPr/>
            </p:nvGrpSpPr>
            <p:grpSpPr>
              <a:xfrm>
                <a:off x="2038044" y="2772101"/>
                <a:ext cx="350807" cy="310034"/>
                <a:chOff x="7487144" y="3389820"/>
                <a:chExt cx="350807" cy="310034"/>
              </a:xfrm>
            </p:grpSpPr>
            <p:pic>
              <p:nvPicPr>
                <p:cNvPr descr="antenna_stylized" id="835" name="Google Shape;835;p13"/>
                <p:cNvPicPr preferRelativeResize="0"/>
                <p:nvPr/>
              </p:nvPicPr>
              <p:blipFill rotWithShape="1">
                <a:blip r:embed="rId6">
                  <a:alphaModFix/>
                </a:blip>
                <a:srcRect b="0" l="0" r="0" t="0"/>
                <a:stretch/>
              </p:blipFill>
              <p:spPr>
                <a:xfrm>
                  <a:off x="7487144" y="3389820"/>
                  <a:ext cx="347997" cy="167557"/>
                </a:xfrm>
                <a:prstGeom prst="rect">
                  <a:avLst/>
                </a:prstGeom>
                <a:noFill/>
                <a:ln>
                  <a:noFill/>
                </a:ln>
              </p:spPr>
            </p:pic>
            <p:pic>
              <p:nvPicPr>
                <p:cNvPr descr="laptop_keyboard" id="836" name="Google Shape;836;p13"/>
                <p:cNvPicPr preferRelativeResize="0"/>
                <p:nvPr/>
              </p:nvPicPr>
              <p:blipFill rotWithShape="1">
                <a:blip r:embed="rId8">
                  <a:alphaModFix/>
                </a:blip>
                <a:srcRect b="0" l="0" r="0" t="0"/>
                <a:stretch/>
              </p:blipFill>
              <p:spPr>
                <a:xfrm flipH="1" rot="109064">
                  <a:off x="7504001" y="3575889"/>
                  <a:ext cx="286699" cy="119448"/>
                </a:xfrm>
                <a:prstGeom prst="rect">
                  <a:avLst/>
                </a:prstGeom>
                <a:noFill/>
                <a:ln>
                  <a:noFill/>
                </a:ln>
              </p:spPr>
            </p:pic>
            <p:sp>
              <p:nvSpPr>
                <p:cNvPr id="837" name="Google Shape;837;p13"/>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8" name="Google Shape;838;p13"/>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9" name="Google Shape;839;p13"/>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0" name="Google Shape;840;p13"/>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1" name="Google Shape;841;p13"/>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2" name="Google Shape;842;p13"/>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3" name="Google Shape;843;p13"/>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44" name="Google Shape;844;p13"/>
                <p:cNvGrpSpPr/>
                <p:nvPr/>
              </p:nvGrpSpPr>
              <p:grpSpPr>
                <a:xfrm>
                  <a:off x="7593395" y="3625649"/>
                  <a:ext cx="64747" cy="27592"/>
                  <a:chOff x="1740" y="2642"/>
                  <a:chExt cx="752" cy="327"/>
                </a:xfrm>
              </p:grpSpPr>
              <p:sp>
                <p:nvSpPr>
                  <p:cNvPr id="845" name="Google Shape;845;p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6" name="Google Shape;846;p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7" name="Google Shape;847;p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8" name="Google Shape;848;p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9" name="Google Shape;849;p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0" name="Google Shape;850;p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51" name="Google Shape;851;p13"/>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2" name="Google Shape;852;p13"/>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3" name="Google Shape;853;p13"/>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4" name="Google Shape;854;p13"/>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5" name="Google Shape;855;p13"/>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6" name="Google Shape;856;p13"/>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857" name="Google Shape;857;p13"/>
                <p:cNvPicPr preferRelativeResize="0"/>
                <p:nvPr/>
              </p:nvPicPr>
              <p:blipFill rotWithShape="1">
                <a:blip r:embed="rId9">
                  <a:alphaModFix/>
                </a:blip>
                <a:srcRect b="0" l="0" r="0" t="0"/>
                <a:stretch/>
              </p:blipFill>
              <p:spPr>
                <a:xfrm>
                  <a:off x="7610380" y="3463988"/>
                  <a:ext cx="209692" cy="141851"/>
                </a:xfrm>
                <a:prstGeom prst="rect">
                  <a:avLst/>
                </a:prstGeom>
                <a:noFill/>
                <a:ln>
                  <a:noFill/>
                </a:ln>
              </p:spPr>
            </p:pic>
          </p:grpSp>
          <p:cxnSp>
            <p:nvCxnSpPr>
              <p:cNvPr id="858" name="Google Shape;858;p13"/>
              <p:cNvCxnSpPr/>
              <p:nvPr/>
            </p:nvCxnSpPr>
            <p:spPr>
              <a:xfrm flipH="1" rot="10800000">
                <a:off x="8093653" y="3049307"/>
                <a:ext cx="69231" cy="77991"/>
              </a:xfrm>
              <a:prstGeom prst="straightConnector1">
                <a:avLst/>
              </a:prstGeom>
              <a:noFill/>
              <a:ln cap="flat" cmpd="sng" w="9525">
                <a:solidFill>
                  <a:schemeClr val="dk1"/>
                </a:solidFill>
                <a:prstDash val="solid"/>
                <a:round/>
                <a:headEnd len="med" w="med" type="none"/>
                <a:tailEnd len="med" w="med" type="none"/>
              </a:ln>
            </p:spPr>
          </p:cxnSp>
        </p:grpSp>
      </p:grpSp>
      <p:grpSp>
        <p:nvGrpSpPr>
          <p:cNvPr id="859" name="Google Shape;859;p13"/>
          <p:cNvGrpSpPr/>
          <p:nvPr/>
        </p:nvGrpSpPr>
        <p:grpSpPr>
          <a:xfrm>
            <a:off x="1893346" y="4744519"/>
            <a:ext cx="7964014" cy="1722627"/>
            <a:chOff x="1247888" y="3937689"/>
            <a:chExt cx="7964014" cy="1722627"/>
          </a:xfrm>
        </p:grpSpPr>
        <p:sp>
          <p:nvSpPr>
            <p:cNvPr id="860" name="Google Shape;860;p13"/>
            <p:cNvSpPr/>
            <p:nvPr/>
          </p:nvSpPr>
          <p:spPr>
            <a:xfrm flipH="1" rot="10800000">
              <a:off x="7166385" y="4979380"/>
              <a:ext cx="1721224" cy="680936"/>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1" name="Google Shape;861;p13"/>
            <p:cNvSpPr/>
            <p:nvPr/>
          </p:nvSpPr>
          <p:spPr>
            <a:xfrm>
              <a:off x="3604609" y="4901702"/>
              <a:ext cx="3498815" cy="627560"/>
            </a:xfrm>
            <a:custGeom>
              <a:rect b="b" l="l" r="r" t="t"/>
              <a:pathLst>
                <a:path extrusionOk="0" h="1800235" w="153955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14651" y="1329420"/>
                    <a:pt x="1514186" y="1190207"/>
                  </a:cubicBezTo>
                  <a:cubicBezTo>
                    <a:pt x="1513721" y="1050994"/>
                    <a:pt x="1395410" y="1107931"/>
                    <a:pt x="1386703" y="889068"/>
                  </a:cubicBezTo>
                  <a:cubicBezTo>
                    <a:pt x="1403366" y="652864"/>
                    <a:pt x="1524555" y="649456"/>
                    <a:pt x="1509771" y="523246"/>
                  </a:cubicBezTo>
                  <a:cubicBezTo>
                    <a:pt x="1494987" y="39703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2" name="Google Shape;862;p13"/>
            <p:cNvSpPr/>
            <p:nvPr/>
          </p:nvSpPr>
          <p:spPr>
            <a:xfrm>
              <a:off x="1985393" y="4844210"/>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1" i="0" sz="2400" u="none" cap="none" strike="noStrike">
                <a:solidFill>
                  <a:srgbClr val="000000"/>
                </a:solidFill>
                <a:latin typeface="Arial"/>
                <a:ea typeface="Arial"/>
                <a:cs typeface="Arial"/>
                <a:sym typeface="Arial"/>
              </a:endParaRPr>
            </a:p>
          </p:txBody>
        </p:sp>
        <p:sp>
          <p:nvSpPr>
            <p:cNvPr id="863" name="Google Shape;863;p13"/>
            <p:cNvSpPr/>
            <p:nvPr/>
          </p:nvSpPr>
          <p:spPr>
            <a:xfrm>
              <a:off x="1751669" y="4580382"/>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pic>
          <p:nvPicPr>
            <p:cNvPr descr="antenna_radiation_stylized" id="864" name="Google Shape;864;p13"/>
            <p:cNvPicPr preferRelativeResize="0"/>
            <p:nvPr/>
          </p:nvPicPr>
          <p:blipFill rotWithShape="1">
            <a:blip r:embed="rId3">
              <a:alphaModFix/>
            </a:blip>
            <a:srcRect b="0" l="0" r="0" t="0"/>
            <a:stretch/>
          </p:blipFill>
          <p:spPr>
            <a:xfrm>
              <a:off x="2128277" y="5115355"/>
              <a:ext cx="506412" cy="106009"/>
            </a:xfrm>
            <a:prstGeom prst="rect">
              <a:avLst/>
            </a:prstGeom>
            <a:noFill/>
            <a:ln>
              <a:noFill/>
            </a:ln>
          </p:spPr>
        </p:pic>
        <p:cxnSp>
          <p:nvCxnSpPr>
            <p:cNvPr id="865" name="Google Shape;865;p13"/>
            <p:cNvCxnSpPr/>
            <p:nvPr/>
          </p:nvCxnSpPr>
          <p:spPr>
            <a:xfrm>
              <a:off x="2809465" y="5154962"/>
              <a:ext cx="0" cy="131762"/>
            </a:xfrm>
            <a:prstGeom prst="straightConnector1">
              <a:avLst/>
            </a:prstGeom>
            <a:noFill/>
            <a:ln cap="flat" cmpd="sng" w="9525">
              <a:solidFill>
                <a:schemeClr val="dk1"/>
              </a:solidFill>
              <a:prstDash val="solid"/>
              <a:round/>
              <a:headEnd len="med" w="med" type="none"/>
              <a:tailEnd len="med" w="med" type="none"/>
            </a:ln>
          </p:spPr>
        </p:cxnSp>
        <p:cxnSp>
          <p:nvCxnSpPr>
            <p:cNvPr id="866" name="Google Shape;866;p13"/>
            <p:cNvCxnSpPr/>
            <p:nvPr/>
          </p:nvCxnSpPr>
          <p:spPr>
            <a:xfrm flipH="1" rot="10800000">
              <a:off x="2418940" y="5366099"/>
              <a:ext cx="168275" cy="3175"/>
            </a:xfrm>
            <a:prstGeom prst="straightConnector1">
              <a:avLst/>
            </a:prstGeom>
            <a:noFill/>
            <a:ln cap="flat" cmpd="sng" w="9525">
              <a:solidFill>
                <a:schemeClr val="dk1"/>
              </a:solidFill>
              <a:prstDash val="solid"/>
              <a:round/>
              <a:headEnd len="med" w="med" type="none"/>
              <a:tailEnd len="med" w="med" type="none"/>
            </a:ln>
          </p:spPr>
        </p:cxnSp>
        <p:grpSp>
          <p:nvGrpSpPr>
            <p:cNvPr id="867" name="Google Shape;867;p13"/>
            <p:cNvGrpSpPr/>
            <p:nvPr/>
          </p:nvGrpSpPr>
          <p:grpSpPr>
            <a:xfrm flipH="1">
              <a:off x="2538315" y="4858274"/>
              <a:ext cx="359261" cy="342045"/>
              <a:chOff x="2839" y="3501"/>
              <a:chExt cx="755" cy="803"/>
            </a:xfrm>
          </p:grpSpPr>
          <p:pic>
            <p:nvPicPr>
              <p:cNvPr descr="desktop_computer_stylized_medium" id="868" name="Google Shape;868;p13"/>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869" name="Google Shape;869;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70" name="Google Shape;870;p13"/>
            <p:cNvGrpSpPr/>
            <p:nvPr/>
          </p:nvGrpSpPr>
          <p:grpSpPr>
            <a:xfrm>
              <a:off x="2349754" y="4616555"/>
              <a:ext cx="347997" cy="396620"/>
              <a:chOff x="7797061" y="3296104"/>
              <a:chExt cx="347997" cy="396620"/>
            </a:xfrm>
          </p:grpSpPr>
          <p:pic>
            <p:nvPicPr>
              <p:cNvPr descr="fridge2.png" id="871" name="Google Shape;871;p13"/>
              <p:cNvPicPr preferRelativeResize="0"/>
              <p:nvPr/>
            </p:nvPicPr>
            <p:blipFill rotWithShape="1">
              <a:blip r:embed="rId5">
                <a:alphaModFix/>
              </a:blip>
              <a:srcRect b="0" l="0" r="0" t="0"/>
              <a:stretch/>
            </p:blipFill>
            <p:spPr>
              <a:xfrm>
                <a:off x="7896825" y="3355697"/>
                <a:ext cx="189578" cy="337027"/>
              </a:xfrm>
              <a:prstGeom prst="rect">
                <a:avLst/>
              </a:prstGeom>
              <a:noFill/>
              <a:ln>
                <a:noFill/>
              </a:ln>
            </p:spPr>
          </p:pic>
          <p:pic>
            <p:nvPicPr>
              <p:cNvPr descr="antenna_stylized" id="872" name="Google Shape;872;p13"/>
              <p:cNvPicPr preferRelativeResize="0"/>
              <p:nvPr/>
            </p:nvPicPr>
            <p:blipFill rotWithShape="1">
              <a:blip r:embed="rId6">
                <a:alphaModFix/>
              </a:blip>
              <a:srcRect b="0" l="0" r="0" t="0"/>
              <a:stretch/>
            </p:blipFill>
            <p:spPr>
              <a:xfrm>
                <a:off x="7797061" y="3296104"/>
                <a:ext cx="347997" cy="167557"/>
              </a:xfrm>
              <a:prstGeom prst="rect">
                <a:avLst/>
              </a:prstGeom>
              <a:noFill/>
              <a:ln>
                <a:noFill/>
              </a:ln>
            </p:spPr>
          </p:pic>
        </p:grpSp>
        <p:grpSp>
          <p:nvGrpSpPr>
            <p:cNvPr id="873" name="Google Shape;873;p13"/>
            <p:cNvGrpSpPr/>
            <p:nvPr/>
          </p:nvGrpSpPr>
          <p:grpSpPr>
            <a:xfrm>
              <a:off x="2596389" y="5257125"/>
              <a:ext cx="354986" cy="175668"/>
              <a:chOff x="7493876" y="2774731"/>
              <a:chExt cx="1481958" cy="894622"/>
            </a:xfrm>
          </p:grpSpPr>
          <p:sp>
            <p:nvSpPr>
              <p:cNvPr id="874" name="Google Shape;874;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75" name="Google Shape;875;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76" name="Google Shape;876;p13"/>
              <p:cNvGrpSpPr/>
              <p:nvPr/>
            </p:nvGrpSpPr>
            <p:grpSpPr>
              <a:xfrm>
                <a:off x="7713663" y="2848339"/>
                <a:ext cx="1042107" cy="425543"/>
                <a:chOff x="7786941" y="2884917"/>
                <a:chExt cx="897649" cy="353919"/>
              </a:xfrm>
            </p:grpSpPr>
            <p:sp>
              <p:nvSpPr>
                <p:cNvPr id="877" name="Google Shape;877;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8" name="Google Shape;878;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9" name="Google Shape;879;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0" name="Google Shape;880;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ccess_point_stylized_small" id="881" name="Google Shape;881;p13"/>
            <p:cNvPicPr preferRelativeResize="0"/>
            <p:nvPr/>
          </p:nvPicPr>
          <p:blipFill rotWithShape="1">
            <a:blip r:embed="rId7">
              <a:alphaModFix/>
            </a:blip>
            <a:srcRect b="0" l="0" r="0" t="0"/>
            <a:stretch/>
          </p:blipFill>
          <p:spPr>
            <a:xfrm>
              <a:off x="2160201" y="5153030"/>
              <a:ext cx="370169" cy="306751"/>
            </a:xfrm>
            <a:prstGeom prst="rect">
              <a:avLst/>
            </a:prstGeom>
            <a:noFill/>
            <a:ln>
              <a:noFill/>
            </a:ln>
          </p:spPr>
        </p:pic>
        <p:cxnSp>
          <p:nvCxnSpPr>
            <p:cNvPr id="882" name="Google Shape;882;p13"/>
            <p:cNvCxnSpPr/>
            <p:nvPr/>
          </p:nvCxnSpPr>
          <p:spPr>
            <a:xfrm>
              <a:off x="2944738" y="5367898"/>
              <a:ext cx="5562600" cy="0"/>
            </a:xfrm>
            <a:prstGeom prst="straightConnector1">
              <a:avLst/>
            </a:prstGeom>
            <a:noFill/>
            <a:ln cap="flat" cmpd="sng" w="15875">
              <a:solidFill>
                <a:schemeClr val="dk1"/>
              </a:solidFill>
              <a:prstDash val="solid"/>
              <a:miter lim="800000"/>
              <a:headEnd len="sm" w="sm" type="none"/>
              <a:tailEnd len="sm" w="sm" type="none"/>
            </a:ln>
          </p:spPr>
        </p:cxnSp>
        <p:cxnSp>
          <p:nvCxnSpPr>
            <p:cNvPr id="883" name="Google Shape;883;p13"/>
            <p:cNvCxnSpPr/>
            <p:nvPr/>
          </p:nvCxnSpPr>
          <p:spPr>
            <a:xfrm>
              <a:off x="8003985" y="5098494"/>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884" name="Google Shape;884;p13"/>
            <p:cNvCxnSpPr/>
            <p:nvPr/>
          </p:nvCxnSpPr>
          <p:spPr>
            <a:xfrm flipH="1" rot="10800000">
              <a:off x="7421092" y="5098494"/>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885" name="Google Shape;885;p13"/>
            <p:cNvCxnSpPr/>
            <p:nvPr/>
          </p:nvCxnSpPr>
          <p:spPr>
            <a:xfrm>
              <a:off x="7392770" y="5368853"/>
              <a:ext cx="1030502" cy="0"/>
            </a:xfrm>
            <a:prstGeom prst="straightConnector1">
              <a:avLst/>
            </a:prstGeom>
            <a:noFill/>
            <a:ln cap="flat" cmpd="sng" w="9525">
              <a:solidFill>
                <a:schemeClr val="dk1"/>
              </a:solidFill>
              <a:prstDash val="solid"/>
              <a:round/>
              <a:headEnd len="med" w="med" type="none"/>
              <a:tailEnd len="med" w="med" type="none"/>
            </a:ln>
          </p:spPr>
        </p:cxnSp>
        <p:grpSp>
          <p:nvGrpSpPr>
            <p:cNvPr id="886" name="Google Shape;886;p13"/>
            <p:cNvGrpSpPr/>
            <p:nvPr/>
          </p:nvGrpSpPr>
          <p:grpSpPr>
            <a:xfrm>
              <a:off x="8281372" y="5229706"/>
              <a:ext cx="397110" cy="220011"/>
              <a:chOff x="7493876" y="2774731"/>
              <a:chExt cx="1481958" cy="894622"/>
            </a:xfrm>
          </p:grpSpPr>
          <p:sp>
            <p:nvSpPr>
              <p:cNvPr id="887" name="Google Shape;887;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88" name="Google Shape;888;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89" name="Google Shape;889;p13"/>
              <p:cNvGrpSpPr/>
              <p:nvPr/>
            </p:nvGrpSpPr>
            <p:grpSpPr>
              <a:xfrm>
                <a:off x="7713663" y="2848339"/>
                <a:ext cx="1042107" cy="425543"/>
                <a:chOff x="7786941" y="2884917"/>
                <a:chExt cx="897649" cy="353919"/>
              </a:xfrm>
            </p:grpSpPr>
            <p:sp>
              <p:nvSpPr>
                <p:cNvPr id="890" name="Google Shape;890;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1" name="Google Shape;891;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2" name="Google Shape;892;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3" name="Google Shape;893;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94" name="Google Shape;894;p13"/>
            <p:cNvGrpSpPr/>
            <p:nvPr/>
          </p:nvGrpSpPr>
          <p:grpSpPr>
            <a:xfrm>
              <a:off x="1247888" y="3937689"/>
              <a:ext cx="1045784" cy="958635"/>
              <a:chOff x="1334466" y="2016802"/>
              <a:chExt cx="1045784" cy="958635"/>
            </a:xfrm>
          </p:grpSpPr>
          <p:sp>
            <p:nvSpPr>
              <p:cNvPr id="895" name="Google Shape;895;p13"/>
              <p:cNvSpPr/>
              <p:nvPr/>
            </p:nvSpPr>
            <p:spPr>
              <a:xfrm flipH="1">
                <a:off x="2065300" y="2032462"/>
                <a:ext cx="314950" cy="942975"/>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6" name="Google Shape;896;p13"/>
              <p:cNvSpPr/>
              <p:nvPr/>
            </p:nvSpPr>
            <p:spPr>
              <a:xfrm>
                <a:off x="1435419" y="2060250"/>
                <a:ext cx="618744" cy="779122"/>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897" name="Google Shape;897;p13"/>
              <p:cNvSpPr/>
              <p:nvPr/>
            </p:nvSpPr>
            <p:spPr>
              <a:xfrm>
                <a:off x="1438720" y="2372695"/>
                <a:ext cx="611601"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898" name="Google Shape;898;p13"/>
              <p:cNvSpPr txBox="1"/>
              <p:nvPr/>
            </p:nvSpPr>
            <p:spPr>
              <a:xfrm>
                <a:off x="1334466" y="2016802"/>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chemeClr val="dk1"/>
                  </a:buClr>
                  <a:buSzPts val="1000"/>
                  <a:buFont typeface="Calibri"/>
                  <a:buNone/>
                </a:pPr>
                <a:r>
                  <a:rPr b="0" i="0" lang="en-US" sz="1000" u="none" cap="none" strike="noStrike">
                    <a:solidFill>
                      <a:schemeClr val="dk1"/>
                    </a:solidFill>
                    <a:latin typeface="Calibri"/>
                    <a:ea typeface="Calibri"/>
                    <a:cs typeface="Calibri"/>
                    <a:sym typeface="Calibri"/>
                  </a:rPr>
                  <a:t>transport</a:t>
                </a:r>
                <a:endParaRPr/>
              </a:p>
              <a:p>
                <a:pPr indent="0" lvl="0" marL="0" marR="0" rtl="0" algn="ctr">
                  <a:lnSpc>
                    <a:spcPct val="100000"/>
                  </a:lnSpc>
                  <a:spcBef>
                    <a:spcPts val="0"/>
                  </a:spcBef>
                  <a:spcAft>
                    <a:spcPts val="0"/>
                  </a:spcAft>
                  <a:buClr>
                    <a:schemeClr val="lt1"/>
                  </a:buClr>
                  <a:buSzPts val="1000"/>
                  <a:buFont typeface="Calibri"/>
                  <a:buNone/>
                </a:pPr>
                <a:r>
                  <a:rPr b="0" i="0" lang="en-US" sz="1000" u="none" cap="none" strike="noStrike">
                    <a:solidFill>
                      <a:schemeClr val="lt1"/>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data 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899" name="Google Shape;899;p13"/>
              <p:cNvCxnSpPr/>
              <p:nvPr/>
            </p:nvCxnSpPr>
            <p:spPr>
              <a:xfrm>
                <a:off x="1434403" y="2216226"/>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900" name="Google Shape;900;p13"/>
              <p:cNvCxnSpPr/>
              <p:nvPr/>
            </p:nvCxnSpPr>
            <p:spPr>
              <a:xfrm>
                <a:off x="1434547" y="2372157"/>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901" name="Google Shape;901;p13"/>
              <p:cNvCxnSpPr/>
              <p:nvPr/>
            </p:nvCxnSpPr>
            <p:spPr>
              <a:xfrm>
                <a:off x="1433493" y="2521026"/>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902" name="Google Shape;902;p13"/>
              <p:cNvCxnSpPr/>
              <p:nvPr/>
            </p:nvCxnSpPr>
            <p:spPr>
              <a:xfrm>
                <a:off x="1433038" y="2673426"/>
                <a:ext cx="619760" cy="0"/>
              </a:xfrm>
              <a:prstGeom prst="straightConnector1">
                <a:avLst/>
              </a:prstGeom>
              <a:noFill/>
              <a:ln cap="flat" cmpd="sng" w="12700">
                <a:solidFill>
                  <a:schemeClr val="dk1"/>
                </a:solidFill>
                <a:prstDash val="solid"/>
                <a:miter lim="800000"/>
                <a:headEnd len="sm" w="sm" type="none"/>
                <a:tailEnd len="sm" w="sm" type="none"/>
              </a:ln>
            </p:spPr>
          </p:cxnSp>
        </p:grpSp>
        <p:grpSp>
          <p:nvGrpSpPr>
            <p:cNvPr id="903" name="Google Shape;903;p13"/>
            <p:cNvGrpSpPr/>
            <p:nvPr/>
          </p:nvGrpSpPr>
          <p:grpSpPr>
            <a:xfrm>
              <a:off x="2039837" y="4710271"/>
              <a:ext cx="350807" cy="310034"/>
              <a:chOff x="7487144" y="3389820"/>
              <a:chExt cx="350807" cy="310034"/>
            </a:xfrm>
          </p:grpSpPr>
          <p:pic>
            <p:nvPicPr>
              <p:cNvPr descr="antenna_stylized" id="904" name="Google Shape;904;p13"/>
              <p:cNvPicPr preferRelativeResize="0"/>
              <p:nvPr/>
            </p:nvPicPr>
            <p:blipFill rotWithShape="1">
              <a:blip r:embed="rId6">
                <a:alphaModFix/>
              </a:blip>
              <a:srcRect b="0" l="0" r="0" t="0"/>
              <a:stretch/>
            </p:blipFill>
            <p:spPr>
              <a:xfrm>
                <a:off x="7487144" y="3389820"/>
                <a:ext cx="347997" cy="167557"/>
              </a:xfrm>
              <a:prstGeom prst="rect">
                <a:avLst/>
              </a:prstGeom>
              <a:noFill/>
              <a:ln>
                <a:noFill/>
              </a:ln>
            </p:spPr>
          </p:pic>
          <p:pic>
            <p:nvPicPr>
              <p:cNvPr descr="laptop_keyboard" id="905" name="Google Shape;905;p13"/>
              <p:cNvPicPr preferRelativeResize="0"/>
              <p:nvPr/>
            </p:nvPicPr>
            <p:blipFill rotWithShape="1">
              <a:blip r:embed="rId8">
                <a:alphaModFix/>
              </a:blip>
              <a:srcRect b="0" l="0" r="0" t="0"/>
              <a:stretch/>
            </p:blipFill>
            <p:spPr>
              <a:xfrm flipH="1" rot="109064">
                <a:off x="7504001" y="3575889"/>
                <a:ext cx="286699" cy="119448"/>
              </a:xfrm>
              <a:prstGeom prst="rect">
                <a:avLst/>
              </a:prstGeom>
              <a:noFill/>
              <a:ln>
                <a:noFill/>
              </a:ln>
            </p:spPr>
          </p:pic>
          <p:sp>
            <p:nvSpPr>
              <p:cNvPr id="906" name="Google Shape;906;p13"/>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7" name="Google Shape;907;p13"/>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8" name="Google Shape;908;p13"/>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9" name="Google Shape;909;p13"/>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0" name="Google Shape;910;p13"/>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1" name="Google Shape;911;p13"/>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2" name="Google Shape;912;p13"/>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13" name="Google Shape;913;p13"/>
              <p:cNvGrpSpPr/>
              <p:nvPr/>
            </p:nvGrpSpPr>
            <p:grpSpPr>
              <a:xfrm>
                <a:off x="7593395" y="3625649"/>
                <a:ext cx="64747" cy="27592"/>
                <a:chOff x="1740" y="2642"/>
                <a:chExt cx="752" cy="327"/>
              </a:xfrm>
            </p:grpSpPr>
            <p:sp>
              <p:nvSpPr>
                <p:cNvPr id="914" name="Google Shape;914;p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5" name="Google Shape;915;p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6" name="Google Shape;916;p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7" name="Google Shape;917;p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8" name="Google Shape;918;p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9" name="Google Shape;919;p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20" name="Google Shape;920;p13"/>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1" name="Google Shape;921;p13"/>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2" name="Google Shape;922;p13"/>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3" name="Google Shape;923;p13"/>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4" name="Google Shape;924;p13"/>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5" name="Google Shape;925;p13"/>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926" name="Google Shape;926;p13"/>
              <p:cNvPicPr preferRelativeResize="0"/>
              <p:nvPr/>
            </p:nvPicPr>
            <p:blipFill rotWithShape="1">
              <a:blip r:embed="rId9">
                <a:alphaModFix/>
              </a:blip>
              <a:srcRect b="0" l="0" r="0" t="0"/>
              <a:stretch/>
            </p:blipFill>
            <p:spPr>
              <a:xfrm>
                <a:off x="7610380" y="3463988"/>
                <a:ext cx="209692" cy="141851"/>
              </a:xfrm>
              <a:prstGeom prst="rect">
                <a:avLst/>
              </a:prstGeom>
              <a:noFill/>
              <a:ln>
                <a:noFill/>
              </a:ln>
            </p:spPr>
          </p:pic>
        </p:grpSp>
        <p:grpSp>
          <p:nvGrpSpPr>
            <p:cNvPr id="927" name="Google Shape;927;p13"/>
            <p:cNvGrpSpPr/>
            <p:nvPr/>
          </p:nvGrpSpPr>
          <p:grpSpPr>
            <a:xfrm>
              <a:off x="8203190" y="4015802"/>
              <a:ext cx="1008712" cy="969393"/>
              <a:chOff x="8854651" y="4004028"/>
              <a:chExt cx="1008712" cy="969393"/>
            </a:xfrm>
          </p:grpSpPr>
          <p:sp>
            <p:nvSpPr>
              <p:cNvPr id="928" name="Google Shape;928;p13"/>
              <p:cNvSpPr/>
              <p:nvPr/>
            </p:nvSpPr>
            <p:spPr>
              <a:xfrm>
                <a:off x="8854651" y="4030446"/>
                <a:ext cx="314950" cy="942975"/>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9" name="Google Shape;929;p13"/>
              <p:cNvSpPr/>
              <p:nvPr/>
            </p:nvSpPr>
            <p:spPr>
              <a:xfrm>
                <a:off x="9149928" y="4047476"/>
                <a:ext cx="618744" cy="779122"/>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30" name="Google Shape;930;p13"/>
              <p:cNvSpPr/>
              <p:nvPr/>
            </p:nvSpPr>
            <p:spPr>
              <a:xfrm>
                <a:off x="9153229" y="4359921"/>
                <a:ext cx="611601"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31" name="Google Shape;931;p13"/>
              <p:cNvSpPr txBox="1"/>
              <p:nvPr/>
            </p:nvSpPr>
            <p:spPr>
              <a:xfrm>
                <a:off x="9048975" y="4004028"/>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chemeClr val="dk1"/>
                  </a:buClr>
                  <a:buSzPts val="1000"/>
                  <a:buFont typeface="Calibri"/>
                  <a:buNone/>
                </a:pPr>
                <a:r>
                  <a:rPr b="0" i="0" lang="en-US" sz="1000" u="none" cap="none" strike="noStrike">
                    <a:solidFill>
                      <a:schemeClr val="dk1"/>
                    </a:solidFill>
                    <a:latin typeface="Calibri"/>
                    <a:ea typeface="Calibri"/>
                    <a:cs typeface="Calibri"/>
                    <a:sym typeface="Calibri"/>
                  </a:rPr>
                  <a:t>transport</a:t>
                </a:r>
                <a:endParaRPr/>
              </a:p>
              <a:p>
                <a:pPr indent="0" lvl="0" marL="0" marR="0" rtl="0" algn="ctr">
                  <a:lnSpc>
                    <a:spcPct val="100000"/>
                  </a:lnSpc>
                  <a:spcBef>
                    <a:spcPts val="0"/>
                  </a:spcBef>
                  <a:spcAft>
                    <a:spcPts val="0"/>
                  </a:spcAft>
                  <a:buClr>
                    <a:schemeClr val="lt1"/>
                  </a:buClr>
                  <a:buSzPts val="1000"/>
                  <a:buFont typeface="Calibri"/>
                  <a:buNone/>
                </a:pPr>
                <a:r>
                  <a:rPr b="0" i="0" lang="en-US" sz="1000" u="none" cap="none" strike="noStrike">
                    <a:solidFill>
                      <a:schemeClr val="lt1"/>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data 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932" name="Google Shape;932;p13"/>
              <p:cNvCxnSpPr/>
              <p:nvPr/>
            </p:nvCxnSpPr>
            <p:spPr>
              <a:xfrm>
                <a:off x="9148912" y="4203452"/>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933" name="Google Shape;933;p13"/>
              <p:cNvCxnSpPr/>
              <p:nvPr/>
            </p:nvCxnSpPr>
            <p:spPr>
              <a:xfrm>
                <a:off x="9149056" y="4359383"/>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934" name="Google Shape;934;p13"/>
              <p:cNvCxnSpPr/>
              <p:nvPr/>
            </p:nvCxnSpPr>
            <p:spPr>
              <a:xfrm>
                <a:off x="9148002" y="4508252"/>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935" name="Google Shape;935;p13"/>
              <p:cNvCxnSpPr/>
              <p:nvPr/>
            </p:nvCxnSpPr>
            <p:spPr>
              <a:xfrm>
                <a:off x="9147547" y="4660652"/>
                <a:ext cx="619760" cy="0"/>
              </a:xfrm>
              <a:prstGeom prst="straightConnector1">
                <a:avLst/>
              </a:prstGeom>
              <a:noFill/>
              <a:ln cap="flat" cmpd="sng" w="12700">
                <a:solidFill>
                  <a:schemeClr val="dk1"/>
                </a:solidFill>
                <a:prstDash val="solid"/>
                <a:miter lim="800000"/>
                <a:headEnd len="sm" w="sm" type="none"/>
                <a:tailEnd len="sm" w="sm" type="none"/>
              </a:ln>
            </p:spPr>
          </p:cxnSp>
        </p:grpSp>
        <p:grpSp>
          <p:nvGrpSpPr>
            <p:cNvPr id="936" name="Google Shape;936;p13"/>
            <p:cNvGrpSpPr/>
            <p:nvPr/>
          </p:nvGrpSpPr>
          <p:grpSpPr>
            <a:xfrm>
              <a:off x="8092577" y="4586506"/>
              <a:ext cx="214974" cy="403920"/>
              <a:chOff x="4140" y="429"/>
              <a:chExt cx="1425" cy="2396"/>
            </a:xfrm>
          </p:grpSpPr>
          <p:sp>
            <p:nvSpPr>
              <p:cNvPr id="937" name="Google Shape;937;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8" name="Google Shape;938;p1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39" name="Google Shape;939;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0" name="Google Shape;940;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1" name="Google Shape;941;p13"/>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42" name="Google Shape;942;p13"/>
              <p:cNvGrpSpPr/>
              <p:nvPr/>
            </p:nvGrpSpPr>
            <p:grpSpPr>
              <a:xfrm>
                <a:off x="4748" y="666"/>
                <a:ext cx="578" cy="150"/>
                <a:chOff x="613" y="2566"/>
                <a:chExt cx="721" cy="144"/>
              </a:xfrm>
            </p:grpSpPr>
            <p:sp>
              <p:nvSpPr>
                <p:cNvPr id="943" name="Google Shape;943;p1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44" name="Google Shape;944;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45" name="Google Shape;945;p13"/>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46" name="Google Shape;946;p13"/>
              <p:cNvGrpSpPr/>
              <p:nvPr/>
            </p:nvGrpSpPr>
            <p:grpSpPr>
              <a:xfrm>
                <a:off x="4748" y="990"/>
                <a:ext cx="578" cy="134"/>
                <a:chOff x="615" y="2564"/>
                <a:chExt cx="721" cy="139"/>
              </a:xfrm>
            </p:grpSpPr>
            <p:sp>
              <p:nvSpPr>
                <p:cNvPr id="947" name="Google Shape;947;p1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48" name="Google Shape;948;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49" name="Google Shape;949;p13"/>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0" name="Google Shape;950;p13"/>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51" name="Google Shape;951;p13"/>
              <p:cNvGrpSpPr/>
              <p:nvPr/>
            </p:nvGrpSpPr>
            <p:grpSpPr>
              <a:xfrm>
                <a:off x="4738" y="1647"/>
                <a:ext cx="578" cy="135"/>
                <a:chOff x="618" y="2586"/>
                <a:chExt cx="720" cy="124"/>
              </a:xfrm>
            </p:grpSpPr>
            <p:sp>
              <p:nvSpPr>
                <p:cNvPr id="952" name="Google Shape;952;p1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3" name="Google Shape;953;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54" name="Google Shape;954;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55" name="Google Shape;955;p13"/>
              <p:cNvGrpSpPr/>
              <p:nvPr/>
            </p:nvGrpSpPr>
            <p:grpSpPr>
              <a:xfrm>
                <a:off x="4738" y="1330"/>
                <a:ext cx="588" cy="134"/>
                <a:chOff x="613" y="2571"/>
                <a:chExt cx="732" cy="134"/>
              </a:xfrm>
            </p:grpSpPr>
            <p:sp>
              <p:nvSpPr>
                <p:cNvPr id="956" name="Google Shape;956;p1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7" name="Google Shape;957;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58" name="Google Shape;958;p1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9" name="Google Shape;959;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0" name="Google Shape;960;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1" name="Google Shape;961;p1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2" name="Google Shape;962;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3" name="Google Shape;963;p1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4" name="Google Shape;964;p1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5" name="Google Shape;965;p1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6" name="Google Shape;966;p1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967" name="Google Shape;967;p1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8" name="Google Shape;968;p13"/>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969" name="Google Shape;969;p13"/>
            <p:cNvCxnSpPr>
              <a:endCxn id="964" idx="0"/>
            </p:cNvCxnSpPr>
            <p:nvPr/>
          </p:nvCxnSpPr>
          <p:spPr>
            <a:xfrm flipH="1" rot="10800000">
              <a:off x="8100145" y="4971714"/>
              <a:ext cx="83400" cy="94800"/>
            </a:xfrm>
            <a:prstGeom prst="straightConnector1">
              <a:avLst/>
            </a:prstGeom>
            <a:noFill/>
            <a:ln cap="flat" cmpd="sng" w="9525">
              <a:solidFill>
                <a:schemeClr val="dk1"/>
              </a:solidFill>
              <a:prstDash val="solid"/>
              <a:miter lim="800000"/>
              <a:headEnd len="sm" w="sm" type="none"/>
              <a:tailEnd len="sm" w="sm" type="none"/>
            </a:ln>
          </p:spPr>
        </p:cxnSp>
        <p:grpSp>
          <p:nvGrpSpPr>
            <p:cNvPr id="970" name="Google Shape;970;p13"/>
            <p:cNvGrpSpPr/>
            <p:nvPr/>
          </p:nvGrpSpPr>
          <p:grpSpPr>
            <a:xfrm>
              <a:off x="2821259" y="4737483"/>
              <a:ext cx="806605" cy="606348"/>
              <a:chOff x="2821259" y="5835340"/>
              <a:chExt cx="806605" cy="606348"/>
            </a:xfrm>
          </p:grpSpPr>
          <p:sp>
            <p:nvSpPr>
              <p:cNvPr id="971" name="Google Shape;971;p13"/>
              <p:cNvSpPr/>
              <p:nvPr/>
            </p:nvSpPr>
            <p:spPr>
              <a:xfrm>
                <a:off x="2821259" y="5861824"/>
                <a:ext cx="227300" cy="579864"/>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72" name="Google Shape;972;p13"/>
              <p:cNvSpPr/>
              <p:nvPr/>
            </p:nvSpPr>
            <p:spPr>
              <a:xfrm>
                <a:off x="3028886" y="5876693"/>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73" name="Google Shape;973;p13"/>
              <p:cNvSpPr/>
              <p:nvPr/>
            </p:nvSpPr>
            <p:spPr>
              <a:xfrm>
                <a:off x="3032188" y="5882716"/>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74" name="Google Shape;974;p13"/>
              <p:cNvSpPr txBox="1"/>
              <p:nvPr/>
            </p:nvSpPr>
            <p:spPr>
              <a:xfrm>
                <a:off x="2950236" y="5835340"/>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000"/>
                  <a:buFont typeface="Calibri"/>
                  <a:buNone/>
                </a:pPr>
                <a:r>
                  <a:rPr b="0" i="0" lang="en-US" sz="1000" u="none" cap="none" strike="noStrike">
                    <a:solidFill>
                      <a:schemeClr val="lt1"/>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975" name="Google Shape;975;p13"/>
              <p:cNvCxnSpPr/>
              <p:nvPr/>
            </p:nvCxnSpPr>
            <p:spPr>
              <a:xfrm>
                <a:off x="3034394" y="6034764"/>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976" name="Google Shape;976;p13"/>
              <p:cNvCxnSpPr/>
              <p:nvPr/>
            </p:nvCxnSpPr>
            <p:spPr>
              <a:xfrm>
                <a:off x="3034394" y="6187164"/>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977" name="Google Shape;977;p13"/>
            <p:cNvGrpSpPr/>
            <p:nvPr/>
          </p:nvGrpSpPr>
          <p:grpSpPr>
            <a:xfrm>
              <a:off x="3977268" y="4735086"/>
              <a:ext cx="806605" cy="606348"/>
              <a:chOff x="2821259" y="5835340"/>
              <a:chExt cx="806605" cy="606348"/>
            </a:xfrm>
          </p:grpSpPr>
          <p:sp>
            <p:nvSpPr>
              <p:cNvPr id="978" name="Google Shape;978;p13"/>
              <p:cNvSpPr/>
              <p:nvPr/>
            </p:nvSpPr>
            <p:spPr>
              <a:xfrm>
                <a:off x="2821259" y="5861824"/>
                <a:ext cx="227300" cy="579864"/>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79" name="Google Shape;979;p13"/>
              <p:cNvSpPr/>
              <p:nvPr/>
            </p:nvSpPr>
            <p:spPr>
              <a:xfrm>
                <a:off x="3028886" y="5876693"/>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80" name="Google Shape;980;p13"/>
              <p:cNvSpPr/>
              <p:nvPr/>
            </p:nvSpPr>
            <p:spPr>
              <a:xfrm>
                <a:off x="3032188" y="5882716"/>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81" name="Google Shape;981;p13"/>
              <p:cNvSpPr txBox="1"/>
              <p:nvPr/>
            </p:nvSpPr>
            <p:spPr>
              <a:xfrm>
                <a:off x="2950236" y="5835340"/>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000"/>
                  <a:buFont typeface="Calibri"/>
                  <a:buNone/>
                </a:pPr>
                <a:r>
                  <a:rPr b="0" i="0" lang="en-US" sz="1000" u="none" cap="none" strike="noStrike">
                    <a:solidFill>
                      <a:schemeClr val="lt1"/>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982" name="Google Shape;982;p13"/>
              <p:cNvCxnSpPr/>
              <p:nvPr/>
            </p:nvCxnSpPr>
            <p:spPr>
              <a:xfrm>
                <a:off x="3034394" y="6034764"/>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983" name="Google Shape;983;p13"/>
              <p:cNvCxnSpPr/>
              <p:nvPr/>
            </p:nvCxnSpPr>
            <p:spPr>
              <a:xfrm>
                <a:off x="3034394" y="6187164"/>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984" name="Google Shape;984;p13"/>
            <p:cNvGrpSpPr/>
            <p:nvPr/>
          </p:nvGrpSpPr>
          <p:grpSpPr>
            <a:xfrm>
              <a:off x="4943707" y="4739525"/>
              <a:ext cx="806605" cy="606348"/>
              <a:chOff x="2821259" y="5835340"/>
              <a:chExt cx="806605" cy="606348"/>
            </a:xfrm>
          </p:grpSpPr>
          <p:sp>
            <p:nvSpPr>
              <p:cNvPr id="985" name="Google Shape;985;p13"/>
              <p:cNvSpPr/>
              <p:nvPr/>
            </p:nvSpPr>
            <p:spPr>
              <a:xfrm>
                <a:off x="2821259" y="5861824"/>
                <a:ext cx="227300" cy="579864"/>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6" name="Google Shape;986;p13"/>
              <p:cNvSpPr/>
              <p:nvPr/>
            </p:nvSpPr>
            <p:spPr>
              <a:xfrm>
                <a:off x="3028886" y="5876693"/>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87" name="Google Shape;987;p13"/>
              <p:cNvSpPr/>
              <p:nvPr/>
            </p:nvSpPr>
            <p:spPr>
              <a:xfrm>
                <a:off x="3032188" y="5882716"/>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88" name="Google Shape;988;p13"/>
              <p:cNvSpPr txBox="1"/>
              <p:nvPr/>
            </p:nvSpPr>
            <p:spPr>
              <a:xfrm>
                <a:off x="2950236" y="5835340"/>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000"/>
                  <a:buFont typeface="Calibri"/>
                  <a:buNone/>
                </a:pPr>
                <a:r>
                  <a:rPr b="0" i="0" lang="en-US" sz="1000" u="none" cap="none" strike="noStrike">
                    <a:solidFill>
                      <a:schemeClr val="lt1"/>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989" name="Google Shape;989;p13"/>
              <p:cNvCxnSpPr/>
              <p:nvPr/>
            </p:nvCxnSpPr>
            <p:spPr>
              <a:xfrm>
                <a:off x="3034394" y="6034764"/>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990" name="Google Shape;990;p13"/>
              <p:cNvCxnSpPr/>
              <p:nvPr/>
            </p:nvCxnSpPr>
            <p:spPr>
              <a:xfrm>
                <a:off x="3034394" y="6187164"/>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991" name="Google Shape;991;p13"/>
            <p:cNvGrpSpPr/>
            <p:nvPr/>
          </p:nvGrpSpPr>
          <p:grpSpPr>
            <a:xfrm>
              <a:off x="5820935" y="4737036"/>
              <a:ext cx="806605" cy="606348"/>
              <a:chOff x="2821259" y="5835340"/>
              <a:chExt cx="806605" cy="606348"/>
            </a:xfrm>
          </p:grpSpPr>
          <p:sp>
            <p:nvSpPr>
              <p:cNvPr id="992" name="Google Shape;992;p13"/>
              <p:cNvSpPr/>
              <p:nvPr/>
            </p:nvSpPr>
            <p:spPr>
              <a:xfrm>
                <a:off x="2821259" y="5861824"/>
                <a:ext cx="227300" cy="579864"/>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3" name="Google Shape;993;p13"/>
              <p:cNvSpPr/>
              <p:nvPr/>
            </p:nvSpPr>
            <p:spPr>
              <a:xfrm>
                <a:off x="3028886" y="5876693"/>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94" name="Google Shape;994;p13"/>
              <p:cNvSpPr/>
              <p:nvPr/>
            </p:nvSpPr>
            <p:spPr>
              <a:xfrm>
                <a:off x="3032188" y="5882716"/>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95" name="Google Shape;995;p13"/>
              <p:cNvSpPr txBox="1"/>
              <p:nvPr/>
            </p:nvSpPr>
            <p:spPr>
              <a:xfrm>
                <a:off x="2950236" y="5835340"/>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000"/>
                  <a:buFont typeface="Calibri"/>
                  <a:buNone/>
                </a:pPr>
                <a:r>
                  <a:rPr b="0" i="0" lang="en-US" sz="1000" u="none" cap="none" strike="noStrike">
                    <a:solidFill>
                      <a:schemeClr val="lt1"/>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996" name="Google Shape;996;p13"/>
              <p:cNvCxnSpPr/>
              <p:nvPr/>
            </p:nvCxnSpPr>
            <p:spPr>
              <a:xfrm>
                <a:off x="3034394" y="6034764"/>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997" name="Google Shape;997;p13"/>
              <p:cNvCxnSpPr/>
              <p:nvPr/>
            </p:nvCxnSpPr>
            <p:spPr>
              <a:xfrm>
                <a:off x="3034394" y="6187164"/>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998" name="Google Shape;998;p13"/>
            <p:cNvGrpSpPr/>
            <p:nvPr/>
          </p:nvGrpSpPr>
          <p:grpSpPr>
            <a:xfrm>
              <a:off x="6790401" y="4730432"/>
              <a:ext cx="677628" cy="553998"/>
              <a:chOff x="6839228" y="4734871"/>
              <a:chExt cx="677628" cy="553998"/>
            </a:xfrm>
          </p:grpSpPr>
          <p:sp>
            <p:nvSpPr>
              <p:cNvPr id="999" name="Google Shape;999;p13"/>
              <p:cNvSpPr/>
              <p:nvPr/>
            </p:nvSpPr>
            <p:spPr>
              <a:xfrm>
                <a:off x="6917878" y="4776224"/>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00" name="Google Shape;1000;p13"/>
              <p:cNvSpPr/>
              <p:nvPr/>
            </p:nvSpPr>
            <p:spPr>
              <a:xfrm>
                <a:off x="6921180" y="4782247"/>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01" name="Google Shape;1001;p13"/>
              <p:cNvSpPr txBox="1"/>
              <p:nvPr/>
            </p:nvSpPr>
            <p:spPr>
              <a:xfrm>
                <a:off x="6839228" y="4734871"/>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000"/>
                  <a:buFont typeface="Calibri"/>
                  <a:buNone/>
                </a:pPr>
                <a:r>
                  <a:rPr b="0" i="0" lang="en-US" sz="1000" u="none" cap="none" strike="noStrike">
                    <a:solidFill>
                      <a:schemeClr val="lt1"/>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1002" name="Google Shape;1002;p13"/>
              <p:cNvCxnSpPr/>
              <p:nvPr/>
            </p:nvCxnSpPr>
            <p:spPr>
              <a:xfrm>
                <a:off x="6923386" y="4934295"/>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1003" name="Google Shape;1003;p13"/>
              <p:cNvCxnSpPr/>
              <p:nvPr/>
            </p:nvCxnSpPr>
            <p:spPr>
              <a:xfrm>
                <a:off x="6923386" y="5086695"/>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1004" name="Google Shape;1004;p13"/>
            <p:cNvGrpSpPr/>
            <p:nvPr/>
          </p:nvGrpSpPr>
          <p:grpSpPr>
            <a:xfrm>
              <a:off x="3865017" y="5237488"/>
              <a:ext cx="397110" cy="220011"/>
              <a:chOff x="7493876" y="2774731"/>
              <a:chExt cx="1481958" cy="894622"/>
            </a:xfrm>
          </p:grpSpPr>
          <p:sp>
            <p:nvSpPr>
              <p:cNvPr id="1005" name="Google Shape;1005;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06" name="Google Shape;1006;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07" name="Google Shape;1007;p13"/>
              <p:cNvGrpSpPr/>
              <p:nvPr/>
            </p:nvGrpSpPr>
            <p:grpSpPr>
              <a:xfrm>
                <a:off x="7713663" y="2848339"/>
                <a:ext cx="1042107" cy="425543"/>
                <a:chOff x="7786941" y="2884917"/>
                <a:chExt cx="897649" cy="353919"/>
              </a:xfrm>
            </p:grpSpPr>
            <p:sp>
              <p:nvSpPr>
                <p:cNvPr id="1008" name="Google Shape;1008;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9" name="Google Shape;1009;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0" name="Google Shape;1010;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1" name="Google Shape;1011;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12" name="Google Shape;1012;p13"/>
            <p:cNvGrpSpPr/>
            <p:nvPr/>
          </p:nvGrpSpPr>
          <p:grpSpPr>
            <a:xfrm>
              <a:off x="4829352" y="5236839"/>
              <a:ext cx="397110" cy="220011"/>
              <a:chOff x="7493876" y="2774731"/>
              <a:chExt cx="1481958" cy="894622"/>
            </a:xfrm>
          </p:grpSpPr>
          <p:sp>
            <p:nvSpPr>
              <p:cNvPr id="1013" name="Google Shape;1013;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14" name="Google Shape;1014;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15" name="Google Shape;1015;p13"/>
              <p:cNvGrpSpPr/>
              <p:nvPr/>
            </p:nvGrpSpPr>
            <p:grpSpPr>
              <a:xfrm>
                <a:off x="7713663" y="2848339"/>
                <a:ext cx="1042107" cy="425543"/>
                <a:chOff x="7786941" y="2884917"/>
                <a:chExt cx="897649" cy="353919"/>
              </a:xfrm>
            </p:grpSpPr>
            <p:sp>
              <p:nvSpPr>
                <p:cNvPr id="1016" name="Google Shape;1016;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7" name="Google Shape;1017;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8" name="Google Shape;1018;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9" name="Google Shape;1019;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20" name="Google Shape;1020;p13"/>
            <p:cNvGrpSpPr/>
            <p:nvPr/>
          </p:nvGrpSpPr>
          <p:grpSpPr>
            <a:xfrm>
              <a:off x="5769528" y="5235642"/>
              <a:ext cx="397110" cy="220011"/>
              <a:chOff x="7493876" y="2774731"/>
              <a:chExt cx="1481958" cy="894622"/>
            </a:xfrm>
          </p:grpSpPr>
          <p:sp>
            <p:nvSpPr>
              <p:cNvPr id="1021" name="Google Shape;1021;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22" name="Google Shape;1022;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23" name="Google Shape;1023;p13"/>
              <p:cNvGrpSpPr/>
              <p:nvPr/>
            </p:nvGrpSpPr>
            <p:grpSpPr>
              <a:xfrm>
                <a:off x="7713663" y="2848339"/>
                <a:ext cx="1042107" cy="425543"/>
                <a:chOff x="7786941" y="2884917"/>
                <a:chExt cx="897649" cy="353919"/>
              </a:xfrm>
            </p:grpSpPr>
            <p:sp>
              <p:nvSpPr>
                <p:cNvPr id="1024" name="Google Shape;1024;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5" name="Google Shape;1025;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6" name="Google Shape;1026;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7" name="Google Shape;1027;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28" name="Google Shape;1028;p13"/>
            <p:cNvGrpSpPr/>
            <p:nvPr/>
          </p:nvGrpSpPr>
          <p:grpSpPr>
            <a:xfrm>
              <a:off x="7234028" y="5229057"/>
              <a:ext cx="397110" cy="220011"/>
              <a:chOff x="7493876" y="2774731"/>
              <a:chExt cx="1481958" cy="894622"/>
            </a:xfrm>
          </p:grpSpPr>
          <p:sp>
            <p:nvSpPr>
              <p:cNvPr id="1029" name="Google Shape;1029;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30" name="Google Shape;1030;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31" name="Google Shape;1031;p13"/>
              <p:cNvGrpSpPr/>
              <p:nvPr/>
            </p:nvGrpSpPr>
            <p:grpSpPr>
              <a:xfrm>
                <a:off x="7713663" y="2848339"/>
                <a:ext cx="1042107" cy="425543"/>
                <a:chOff x="7786941" y="2884917"/>
                <a:chExt cx="897649" cy="353919"/>
              </a:xfrm>
            </p:grpSpPr>
            <p:sp>
              <p:nvSpPr>
                <p:cNvPr id="1032" name="Google Shape;1032;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3" name="Google Shape;1033;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4" name="Google Shape;1034;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5" name="Google Shape;1035;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36" name="Google Shape;1036;p13"/>
            <p:cNvGrpSpPr/>
            <p:nvPr/>
          </p:nvGrpSpPr>
          <p:grpSpPr>
            <a:xfrm>
              <a:off x="7453267" y="4541042"/>
              <a:ext cx="677628" cy="553998"/>
              <a:chOff x="6839228" y="4734871"/>
              <a:chExt cx="677628" cy="553998"/>
            </a:xfrm>
          </p:grpSpPr>
          <p:sp>
            <p:nvSpPr>
              <p:cNvPr id="1037" name="Google Shape;1037;p13"/>
              <p:cNvSpPr/>
              <p:nvPr/>
            </p:nvSpPr>
            <p:spPr>
              <a:xfrm>
                <a:off x="6917878" y="4776224"/>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38" name="Google Shape;1038;p13"/>
              <p:cNvSpPr/>
              <p:nvPr/>
            </p:nvSpPr>
            <p:spPr>
              <a:xfrm>
                <a:off x="6921180" y="4782247"/>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39" name="Google Shape;1039;p13"/>
              <p:cNvSpPr txBox="1"/>
              <p:nvPr/>
            </p:nvSpPr>
            <p:spPr>
              <a:xfrm>
                <a:off x="6839228" y="4734871"/>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000"/>
                  <a:buFont typeface="Calibri"/>
                  <a:buNone/>
                </a:pPr>
                <a:r>
                  <a:rPr b="0" i="0" lang="en-US" sz="1000" u="none" cap="none" strike="noStrike">
                    <a:solidFill>
                      <a:schemeClr val="lt1"/>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1040" name="Google Shape;1040;p13"/>
              <p:cNvCxnSpPr/>
              <p:nvPr/>
            </p:nvCxnSpPr>
            <p:spPr>
              <a:xfrm>
                <a:off x="6923386" y="4934295"/>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1041" name="Google Shape;1041;p13"/>
              <p:cNvCxnSpPr/>
              <p:nvPr/>
            </p:nvCxnSpPr>
            <p:spPr>
              <a:xfrm>
                <a:off x="6923386" y="5086695"/>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1042" name="Google Shape;1042;p13"/>
            <p:cNvGrpSpPr/>
            <p:nvPr/>
          </p:nvGrpSpPr>
          <p:grpSpPr>
            <a:xfrm>
              <a:off x="7804288" y="5036846"/>
              <a:ext cx="397110" cy="220011"/>
              <a:chOff x="7493876" y="2774731"/>
              <a:chExt cx="1481958" cy="894622"/>
            </a:xfrm>
          </p:grpSpPr>
          <p:sp>
            <p:nvSpPr>
              <p:cNvPr id="1043" name="Google Shape;1043;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44" name="Google Shape;1044;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45" name="Google Shape;1045;p13"/>
              <p:cNvGrpSpPr/>
              <p:nvPr/>
            </p:nvGrpSpPr>
            <p:grpSpPr>
              <a:xfrm>
                <a:off x="7713663" y="2848339"/>
                <a:ext cx="1042107" cy="425543"/>
                <a:chOff x="7786941" y="2884917"/>
                <a:chExt cx="897649" cy="353919"/>
              </a:xfrm>
            </p:grpSpPr>
            <p:sp>
              <p:nvSpPr>
                <p:cNvPr id="1046" name="Google Shape;1046;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7" name="Google Shape;1047;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8" name="Google Shape;1048;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9" name="Google Shape;1049;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1050" name="Google Shape;1050;p13"/>
            <p:cNvCxnSpPr/>
            <p:nvPr/>
          </p:nvCxnSpPr>
          <p:spPr>
            <a:xfrm>
              <a:off x="3569596" y="4866525"/>
              <a:ext cx="589045" cy="0"/>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1051" name="Google Shape;1051;p13"/>
            <p:cNvCxnSpPr/>
            <p:nvPr/>
          </p:nvCxnSpPr>
          <p:spPr>
            <a:xfrm>
              <a:off x="4699026" y="4876800"/>
              <a:ext cx="432470" cy="0"/>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1052" name="Google Shape;1052;p13"/>
            <p:cNvCxnSpPr/>
            <p:nvPr/>
          </p:nvCxnSpPr>
          <p:spPr>
            <a:xfrm>
              <a:off x="5665618" y="4878724"/>
              <a:ext cx="359401" cy="0"/>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1053" name="Google Shape;1053;p13"/>
            <p:cNvCxnSpPr/>
            <p:nvPr/>
          </p:nvCxnSpPr>
          <p:spPr>
            <a:xfrm>
              <a:off x="6548703" y="4872297"/>
              <a:ext cx="307209" cy="4503"/>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1054" name="Google Shape;1054;p13"/>
            <p:cNvCxnSpPr/>
            <p:nvPr/>
          </p:nvCxnSpPr>
          <p:spPr>
            <a:xfrm flipH="1" rot="10800000">
              <a:off x="7390356" y="4659682"/>
              <a:ext cx="133611" cy="263048"/>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1055" name="Google Shape;1055;p13"/>
            <p:cNvCxnSpPr/>
            <p:nvPr/>
          </p:nvCxnSpPr>
          <p:spPr>
            <a:xfrm flipH="1" rot="10800000">
              <a:off x="8049738" y="4480142"/>
              <a:ext cx="446562" cy="185475"/>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1056" name="Google Shape;1056;p13"/>
            <p:cNvCxnSpPr/>
            <p:nvPr/>
          </p:nvCxnSpPr>
          <p:spPr>
            <a:xfrm>
              <a:off x="1972527" y="4375922"/>
              <a:ext cx="1046246" cy="480001"/>
            </a:xfrm>
            <a:prstGeom prst="straightConnector1">
              <a:avLst/>
            </a:prstGeom>
            <a:noFill/>
            <a:ln cap="flat" cmpd="sng" w="34925">
              <a:solidFill>
                <a:srgbClr val="C00000"/>
              </a:solidFill>
              <a:prstDash val="solid"/>
              <a:miter lim="800000"/>
              <a:headEnd len="med" w="med" type="triangle"/>
              <a:tailEnd len="med" w="med" type="triangle"/>
            </a:ln>
          </p:spPr>
        </p:cxnSp>
        <p:sp>
          <p:nvSpPr>
            <p:cNvPr id="1057" name="Google Shape;1057;p13"/>
            <p:cNvSpPr txBox="1"/>
            <p:nvPr/>
          </p:nvSpPr>
          <p:spPr>
            <a:xfrm>
              <a:off x="2595431" y="4190565"/>
              <a:ext cx="563686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hop-by-hop (in-network) implementation of reliable data transfer</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5"/>
                                        </p:tgtEl>
                                        <p:attrNameLst>
                                          <p:attrName>style.visibility</p:attrName>
                                        </p:attrNameLst>
                                      </p:cBhvr>
                                      <p:to>
                                        <p:strVal val="visible"/>
                                      </p:to>
                                    </p:set>
                                    <p:animEffect filter="fade" transition="in">
                                      <p:cBhvr>
                                        <p:cTn dur="500"/>
                                        <p:tgtEl>
                                          <p:spTgt spid="7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9"/>
                                        </p:tgtEl>
                                        <p:attrNameLst>
                                          <p:attrName>style.visibility</p:attrName>
                                        </p:attrNameLst>
                                      </p:cBhvr>
                                      <p:to>
                                        <p:strVal val="visible"/>
                                      </p:to>
                                    </p:set>
                                    <p:animEffect filter="fade" transition="in">
                                      <p:cBhvr>
                                        <p:cTn dur="500"/>
                                        <p:tgtEl>
                                          <p:spTgt spid="8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14"/>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The end-end argument</a:t>
            </a:r>
            <a:endParaRPr/>
          </a:p>
        </p:txBody>
      </p:sp>
      <p:grpSp>
        <p:nvGrpSpPr>
          <p:cNvPr id="1064" name="Google Shape;1064;p14"/>
          <p:cNvGrpSpPr/>
          <p:nvPr/>
        </p:nvGrpSpPr>
        <p:grpSpPr>
          <a:xfrm>
            <a:off x="622852" y="2604051"/>
            <a:ext cx="10917982" cy="3953614"/>
            <a:chOff x="622852" y="2604051"/>
            <a:chExt cx="10917982" cy="3953614"/>
          </a:xfrm>
        </p:grpSpPr>
        <p:sp>
          <p:nvSpPr>
            <p:cNvPr id="1065" name="Google Shape;1065;p14"/>
            <p:cNvSpPr txBox="1"/>
            <p:nvPr/>
          </p:nvSpPr>
          <p:spPr>
            <a:xfrm>
              <a:off x="833679" y="2696215"/>
              <a:ext cx="10513191" cy="3665619"/>
            </a:xfrm>
            <a:prstGeom prst="rect">
              <a:avLst/>
            </a:prstGeom>
            <a:noFill/>
            <a:ln>
              <a:noFill/>
            </a:ln>
          </p:spPr>
          <p:txBody>
            <a:bodyPr anchorCtr="0" anchor="t" bIns="45700" lIns="91425" spcFirstLastPara="1" rIns="91425" wrap="square" tIns="45700">
              <a:spAutoFit/>
            </a:bodyPr>
            <a:lstStyle/>
            <a:p>
              <a:pPr indent="0" lvl="0" marL="344488"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“The function in question can completely and correctly be implemented only with the knowledge and help of the application standing at the end points of the communication system. Therefore, providing that questioned function as a feature of the communication system itself is not possible. (Sometimes an incomplete version of the function provided by the communication system may be useful as a performance enhancement.)</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 </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We call this line of reasoning against low-level function implementation the “end-to-end argument.”</a:t>
              </a:r>
              <a:endParaRPr/>
            </a:p>
            <a:p>
              <a:pPr indent="0" lvl="0" marL="0" marR="0" rtl="0" algn="l">
                <a:lnSpc>
                  <a:spcPct val="9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6" name="Google Shape;1066;p14"/>
            <p:cNvSpPr/>
            <p:nvPr/>
          </p:nvSpPr>
          <p:spPr>
            <a:xfrm>
              <a:off x="622852" y="2604051"/>
              <a:ext cx="10917982" cy="3727476"/>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67" name="Google Shape;1067;p14"/>
            <p:cNvSpPr txBox="1"/>
            <p:nvPr/>
          </p:nvSpPr>
          <p:spPr>
            <a:xfrm>
              <a:off x="6622472" y="6096000"/>
              <a:ext cx="3238066"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Saltzer, Reed, Clark 1981</a:t>
              </a:r>
              <a:endParaRPr/>
            </a:p>
          </p:txBody>
        </p:sp>
      </p:grpSp>
      <p:sp>
        <p:nvSpPr>
          <p:cNvPr id="1068" name="Google Shape;1068;p14"/>
          <p:cNvSpPr txBox="1"/>
          <p:nvPr/>
        </p:nvSpPr>
        <p:spPr>
          <a:xfrm>
            <a:off x="872836" y="1256363"/>
            <a:ext cx="10474037" cy="9541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10F90"/>
              </a:buClr>
              <a:buSzPts val="2800"/>
              <a:buFont typeface="Noto Sans Symbols"/>
              <a:buChar char="▪"/>
            </a:pPr>
            <a:r>
              <a:rPr lang="en-US" sz="2800">
                <a:solidFill>
                  <a:srgbClr val="000000"/>
                </a:solidFill>
                <a:latin typeface="Calibri"/>
                <a:ea typeface="Calibri"/>
                <a:cs typeface="Calibri"/>
                <a:sym typeface="Calibri"/>
              </a:rPr>
              <a:t>some network f</a:t>
            </a:r>
            <a:r>
              <a:rPr b="0" i="0" lang="en-US" sz="2800" u="none" cap="none" strike="noStrike">
                <a:solidFill>
                  <a:srgbClr val="000000"/>
                </a:solidFill>
                <a:latin typeface="Calibri"/>
                <a:ea typeface="Calibri"/>
                <a:cs typeface="Calibri"/>
                <a:sym typeface="Calibri"/>
              </a:rPr>
              <a:t>unctionality (e.g., reliable</a:t>
            </a:r>
            <a:r>
              <a:rPr b="0" i="0" lang="en-US" sz="2800" u="none" cap="none" strike="noStrike">
                <a:solidFill>
                  <a:srgbClr val="000000"/>
                </a:solidFill>
                <a:latin typeface="Calibri"/>
                <a:ea typeface="Calibri"/>
                <a:cs typeface="Calibri"/>
                <a:sym typeface="Calibri"/>
              </a:rPr>
              <a:t> data transfer</a:t>
            </a:r>
            <a:r>
              <a:rPr b="0" i="0" lang="en-US" sz="2800" u="none" cap="none" strike="noStrike">
                <a:solidFill>
                  <a:srgbClr val="000000"/>
                </a:solidFill>
                <a:latin typeface="Calibri"/>
                <a:ea typeface="Calibri"/>
                <a:cs typeface="Calibri"/>
                <a:sym typeface="Calibri"/>
              </a:rPr>
              <a:t>, congestion) can be implemented </a:t>
            </a:r>
            <a:r>
              <a:rPr b="0" i="0" lang="en-US" sz="2800" u="none" cap="none" strike="noStrike">
                <a:solidFill>
                  <a:srgbClr val="010F90"/>
                </a:solidFill>
                <a:latin typeface="Calibri"/>
                <a:ea typeface="Calibri"/>
                <a:cs typeface="Calibri"/>
                <a:sym typeface="Calibri"/>
              </a:rPr>
              <a:t>in network</a:t>
            </a:r>
            <a:r>
              <a:rPr b="0" i="0" lang="en-US" sz="2800" u="none" cap="none" strike="noStrike">
                <a:solidFill>
                  <a:srgbClr val="000000"/>
                </a:solidFill>
                <a:latin typeface="Calibri"/>
                <a:ea typeface="Calibri"/>
                <a:cs typeface="Calibri"/>
                <a:sym typeface="Calibri"/>
              </a:rPr>
              <a:t>, or at </a:t>
            </a:r>
            <a:r>
              <a:rPr b="0" i="0" lang="en-US" sz="2800" u="none" cap="none" strike="noStrike">
                <a:solidFill>
                  <a:srgbClr val="010F90"/>
                </a:solidFill>
                <a:latin typeface="Calibri"/>
                <a:ea typeface="Calibri"/>
                <a:cs typeface="Calibri"/>
                <a:sym typeface="Calibri"/>
              </a:rPr>
              <a:t>network edge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
                                        </p:tgtEl>
                                        <p:attrNameLst>
                                          <p:attrName>style.visibility</p:attrName>
                                        </p:attrNameLst>
                                      </p:cBhvr>
                                      <p:to>
                                        <p:strVal val="visible"/>
                                      </p:to>
                                    </p:set>
                                    <p:animEffect filter="fade" transition="in">
                                      <p:cBhvr>
                                        <p:cTn dur="500"/>
                                        <p:tgtEl>
                                          <p:spTgt spid="10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1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Where’s the intelligence?</a:t>
            </a:r>
            <a:endParaRPr/>
          </a:p>
        </p:txBody>
      </p:sp>
      <p:grpSp>
        <p:nvGrpSpPr>
          <p:cNvPr id="1075" name="Google Shape;1075;p15"/>
          <p:cNvGrpSpPr/>
          <p:nvPr/>
        </p:nvGrpSpPr>
        <p:grpSpPr>
          <a:xfrm>
            <a:off x="435537" y="1971666"/>
            <a:ext cx="3436371" cy="3967162"/>
            <a:chOff x="692717" y="2243138"/>
            <a:chExt cx="3436371" cy="3967162"/>
          </a:xfrm>
        </p:grpSpPr>
        <p:sp>
          <p:nvSpPr>
            <p:cNvPr id="1076" name="Google Shape;1076;p15"/>
            <p:cNvSpPr/>
            <p:nvPr/>
          </p:nvSpPr>
          <p:spPr>
            <a:xfrm>
              <a:off x="1025226" y="2358375"/>
              <a:ext cx="2282947" cy="278166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A close up of a logo&#10;&#10;Description automatically generated" id="1077" name="Google Shape;1077;p15"/>
            <p:cNvPicPr preferRelativeResize="0"/>
            <p:nvPr/>
          </p:nvPicPr>
          <p:blipFill rotWithShape="1">
            <a:blip r:embed="rId3">
              <a:alphaModFix/>
            </a:blip>
            <a:srcRect b="0" l="0" r="0" t="0"/>
            <a:stretch/>
          </p:blipFill>
          <p:spPr>
            <a:xfrm>
              <a:off x="767764" y="2352964"/>
              <a:ext cx="3175000" cy="2540000"/>
            </a:xfrm>
            <a:prstGeom prst="rect">
              <a:avLst/>
            </a:prstGeom>
            <a:noFill/>
            <a:ln>
              <a:noFill/>
            </a:ln>
          </p:spPr>
        </p:pic>
        <p:grpSp>
          <p:nvGrpSpPr>
            <p:cNvPr id="1078" name="Google Shape;1078;p15"/>
            <p:cNvGrpSpPr/>
            <p:nvPr/>
          </p:nvGrpSpPr>
          <p:grpSpPr>
            <a:xfrm>
              <a:off x="1481138" y="4114740"/>
              <a:ext cx="670927" cy="642997"/>
              <a:chOff x="1709738" y="4400490"/>
              <a:chExt cx="670927" cy="642997"/>
            </a:xfrm>
          </p:grpSpPr>
          <p:pic>
            <p:nvPicPr>
              <p:cNvPr id="1079" name="Google Shape;1079;p15"/>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1080" name="Google Shape;1080;p15"/>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sp>
          <p:nvSpPr>
            <p:cNvPr id="1081" name="Google Shape;1081;p15"/>
            <p:cNvSpPr txBox="1"/>
            <p:nvPr/>
          </p:nvSpPr>
          <p:spPr>
            <a:xfrm>
              <a:off x="692717" y="5286970"/>
              <a:ext cx="3436371" cy="9233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0" i="0" lang="en-US" sz="2400" u="none" cap="none" strike="noStrike">
                  <a:solidFill>
                    <a:srgbClr val="010F90"/>
                  </a:solidFill>
                  <a:latin typeface="Calibri"/>
                  <a:ea typeface="Calibri"/>
                  <a:cs typeface="Calibri"/>
                  <a:sym typeface="Calibri"/>
                </a:rPr>
                <a:t>20</a:t>
              </a:r>
              <a:r>
                <a:rPr b="0" baseline="30000" i="0" lang="en-US" sz="2400" u="none" cap="none" strike="noStrike">
                  <a:solidFill>
                    <a:srgbClr val="010F90"/>
                  </a:solidFill>
                  <a:latin typeface="Calibri"/>
                  <a:ea typeface="Calibri"/>
                  <a:cs typeface="Calibri"/>
                  <a:sym typeface="Calibri"/>
                </a:rPr>
                <a:t>th</a:t>
              </a:r>
              <a:r>
                <a:rPr b="0" i="0" lang="en-US" sz="2400" u="none" cap="none" strike="noStrike">
                  <a:solidFill>
                    <a:srgbClr val="010F90"/>
                  </a:solidFill>
                  <a:latin typeface="Calibri"/>
                  <a:ea typeface="Calibri"/>
                  <a:cs typeface="Calibri"/>
                  <a:sym typeface="Calibri"/>
                </a:rPr>
                <a:t> century phone net:</a:t>
              </a:r>
              <a:endParaRPr/>
            </a:p>
            <a:p>
              <a:pPr indent="-285750" lvl="0" marL="285750" marR="0" rtl="0" algn="l">
                <a:lnSpc>
                  <a:spcPct val="90000"/>
                </a:lnSpc>
                <a:spcBef>
                  <a:spcPts val="0"/>
                </a:spcBef>
                <a:spcAft>
                  <a:spcPts val="0"/>
                </a:spcAft>
                <a:buClr>
                  <a:srgbClr val="0013A3"/>
                </a:buClr>
                <a:buSzPts val="1800"/>
                <a:buFont typeface="Arial"/>
                <a:buChar char="•"/>
              </a:pPr>
              <a:r>
                <a:rPr b="0" i="0" lang="en-US" sz="1800" u="none" cap="none" strike="noStrike">
                  <a:solidFill>
                    <a:srgbClr val="000000"/>
                  </a:solidFill>
                  <a:latin typeface="Calibri"/>
                  <a:ea typeface="Calibri"/>
                  <a:cs typeface="Calibri"/>
                  <a:sym typeface="Calibri"/>
                </a:rPr>
                <a:t>intelligence/computing at network switches</a:t>
              </a:r>
              <a:endParaRPr/>
            </a:p>
          </p:txBody>
        </p:sp>
        <p:grpSp>
          <p:nvGrpSpPr>
            <p:cNvPr id="1082" name="Google Shape;1082;p15"/>
            <p:cNvGrpSpPr/>
            <p:nvPr/>
          </p:nvGrpSpPr>
          <p:grpSpPr>
            <a:xfrm>
              <a:off x="2876551" y="4224277"/>
              <a:ext cx="670927" cy="642997"/>
              <a:chOff x="1709738" y="4400490"/>
              <a:chExt cx="670927" cy="642997"/>
            </a:xfrm>
          </p:grpSpPr>
          <p:pic>
            <p:nvPicPr>
              <p:cNvPr id="1083" name="Google Shape;1083;p15"/>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1084" name="Google Shape;1084;p15"/>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1085" name="Google Shape;1085;p15"/>
            <p:cNvGrpSpPr/>
            <p:nvPr/>
          </p:nvGrpSpPr>
          <p:grpSpPr>
            <a:xfrm>
              <a:off x="3000375" y="3171825"/>
              <a:ext cx="742368" cy="676275"/>
              <a:chOff x="1709738" y="4400490"/>
              <a:chExt cx="670927" cy="642997"/>
            </a:xfrm>
          </p:grpSpPr>
          <p:pic>
            <p:nvPicPr>
              <p:cNvPr id="1086" name="Google Shape;1086;p15"/>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1087" name="Google Shape;1087;p15"/>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1088" name="Google Shape;1088;p15"/>
            <p:cNvGrpSpPr/>
            <p:nvPr/>
          </p:nvGrpSpPr>
          <p:grpSpPr>
            <a:xfrm>
              <a:off x="1943099" y="2243138"/>
              <a:ext cx="494717" cy="500060"/>
              <a:chOff x="1709738" y="4400490"/>
              <a:chExt cx="670927" cy="642997"/>
            </a:xfrm>
          </p:grpSpPr>
          <p:pic>
            <p:nvPicPr>
              <p:cNvPr id="1089" name="Google Shape;1089;p15"/>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1090" name="Google Shape;1090;p15"/>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1091" name="Google Shape;1091;p15"/>
            <p:cNvGrpSpPr/>
            <p:nvPr/>
          </p:nvGrpSpPr>
          <p:grpSpPr>
            <a:xfrm>
              <a:off x="2867026" y="2424113"/>
              <a:ext cx="623304" cy="557210"/>
              <a:chOff x="1709738" y="4400490"/>
              <a:chExt cx="670927" cy="642997"/>
            </a:xfrm>
          </p:grpSpPr>
          <p:pic>
            <p:nvPicPr>
              <p:cNvPr id="1092" name="Google Shape;1092;p15"/>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1093" name="Google Shape;1093;p15"/>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1094" name="Google Shape;1094;p15"/>
            <p:cNvGrpSpPr/>
            <p:nvPr/>
          </p:nvGrpSpPr>
          <p:grpSpPr>
            <a:xfrm>
              <a:off x="1081089" y="2838451"/>
              <a:ext cx="623304" cy="557210"/>
              <a:chOff x="1709738" y="4400490"/>
              <a:chExt cx="670927" cy="642997"/>
            </a:xfrm>
          </p:grpSpPr>
          <p:pic>
            <p:nvPicPr>
              <p:cNvPr id="1095" name="Google Shape;1095;p15"/>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1096" name="Google Shape;1096;p15"/>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1097" name="Google Shape;1097;p15"/>
            <p:cNvGrpSpPr/>
            <p:nvPr/>
          </p:nvGrpSpPr>
          <p:grpSpPr>
            <a:xfrm>
              <a:off x="719139" y="3590926"/>
              <a:ext cx="623304" cy="557210"/>
              <a:chOff x="1709738" y="4400490"/>
              <a:chExt cx="670927" cy="642997"/>
            </a:xfrm>
          </p:grpSpPr>
          <p:pic>
            <p:nvPicPr>
              <p:cNvPr id="1098" name="Google Shape;1098;p15"/>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1099" name="Google Shape;1099;p15"/>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grpSp>
        <p:nvGrpSpPr>
          <p:cNvPr id="1100" name="Google Shape;1100;p15"/>
          <p:cNvGrpSpPr/>
          <p:nvPr/>
        </p:nvGrpSpPr>
        <p:grpSpPr>
          <a:xfrm>
            <a:off x="4169273" y="1790770"/>
            <a:ext cx="3360230" cy="4170668"/>
            <a:chOff x="4426457" y="2119394"/>
            <a:chExt cx="3360230" cy="4170668"/>
          </a:xfrm>
        </p:grpSpPr>
        <p:grpSp>
          <p:nvGrpSpPr>
            <p:cNvPr id="1101" name="Google Shape;1101;p15"/>
            <p:cNvGrpSpPr/>
            <p:nvPr/>
          </p:nvGrpSpPr>
          <p:grpSpPr>
            <a:xfrm>
              <a:off x="4426457" y="2119394"/>
              <a:ext cx="3360230" cy="4170668"/>
              <a:chOff x="4426457" y="2119394"/>
              <a:chExt cx="3360230" cy="4170668"/>
            </a:xfrm>
          </p:grpSpPr>
          <p:sp>
            <p:nvSpPr>
              <p:cNvPr id="1102" name="Google Shape;1102;p15"/>
              <p:cNvSpPr/>
              <p:nvPr/>
            </p:nvSpPr>
            <p:spPr>
              <a:xfrm>
                <a:off x="4807517" y="2372230"/>
                <a:ext cx="2282947" cy="278166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03" name="Google Shape;1103;p15"/>
              <p:cNvGrpSpPr/>
              <p:nvPr/>
            </p:nvGrpSpPr>
            <p:grpSpPr>
              <a:xfrm>
                <a:off x="4624853" y="3711377"/>
                <a:ext cx="310186" cy="312008"/>
                <a:chOff x="877" y="1008"/>
                <a:chExt cx="2747" cy="2626"/>
              </a:xfrm>
            </p:grpSpPr>
            <p:pic>
              <p:nvPicPr>
                <p:cNvPr descr="antenna_stylized" id="1104" name="Google Shape;1104;p15"/>
                <p:cNvPicPr preferRelativeResize="0"/>
                <p:nvPr/>
              </p:nvPicPr>
              <p:blipFill rotWithShape="1">
                <a:blip r:embed="rId6">
                  <a:alphaModFix/>
                </a:blip>
                <a:srcRect b="0" l="0" r="0" t="0"/>
                <a:stretch/>
              </p:blipFill>
              <p:spPr>
                <a:xfrm>
                  <a:off x="877" y="1008"/>
                  <a:ext cx="2725" cy="1421"/>
                </a:xfrm>
                <a:prstGeom prst="rect">
                  <a:avLst/>
                </a:prstGeom>
                <a:noFill/>
                <a:ln>
                  <a:noFill/>
                </a:ln>
              </p:spPr>
            </p:pic>
            <p:pic>
              <p:nvPicPr>
                <p:cNvPr descr="laptop_keyboard" id="1105" name="Google Shape;1105;p15"/>
                <p:cNvPicPr preferRelativeResize="0"/>
                <p:nvPr/>
              </p:nvPicPr>
              <p:blipFill rotWithShape="1">
                <a:blip r:embed="rId7">
                  <a:alphaModFix/>
                </a:blip>
                <a:srcRect b="0" l="0" r="0" t="0"/>
                <a:stretch/>
              </p:blipFill>
              <p:spPr>
                <a:xfrm flipH="1" rot="109064">
                  <a:off x="1009" y="2586"/>
                  <a:ext cx="2245" cy="1013"/>
                </a:xfrm>
                <a:prstGeom prst="rect">
                  <a:avLst/>
                </a:prstGeom>
                <a:noFill/>
                <a:ln>
                  <a:noFill/>
                </a:ln>
              </p:spPr>
            </p:pic>
            <p:sp>
              <p:nvSpPr>
                <p:cNvPr id="1106" name="Google Shape;1106;p15"/>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107" name="Google Shape;1107;p15"/>
                <p:cNvPicPr preferRelativeResize="0"/>
                <p:nvPr/>
              </p:nvPicPr>
              <p:blipFill rotWithShape="1">
                <a:blip r:embed="rId8">
                  <a:alphaModFix/>
                </a:blip>
                <a:srcRect b="0" l="0" r="0" t="0"/>
                <a:stretch/>
              </p:blipFill>
              <p:spPr>
                <a:xfrm>
                  <a:off x="1842" y="1637"/>
                  <a:ext cx="1642" cy="1203"/>
                </a:xfrm>
                <a:prstGeom prst="rect">
                  <a:avLst/>
                </a:prstGeom>
                <a:noFill/>
                <a:ln>
                  <a:noFill/>
                </a:ln>
              </p:spPr>
            </p:pic>
            <p:sp>
              <p:nvSpPr>
                <p:cNvPr id="1108" name="Google Shape;1108;p15"/>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9" name="Google Shape;1109;p15"/>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0" name="Google Shape;1110;p15"/>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1" name="Google Shape;1111;p15"/>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2" name="Google Shape;1112;p15"/>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3" name="Google Shape;1113;p15"/>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14" name="Google Shape;1114;p15"/>
                <p:cNvGrpSpPr/>
                <p:nvPr/>
              </p:nvGrpSpPr>
              <p:grpSpPr>
                <a:xfrm>
                  <a:off x="1709" y="3008"/>
                  <a:ext cx="507" cy="234"/>
                  <a:chOff x="1740" y="2642"/>
                  <a:chExt cx="752" cy="327"/>
                </a:xfrm>
              </p:grpSpPr>
              <p:sp>
                <p:nvSpPr>
                  <p:cNvPr id="1115" name="Google Shape;1115;p1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6" name="Google Shape;1116;p1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7" name="Google Shape;1117;p1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8" name="Google Shape;1118;p1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9" name="Google Shape;1119;p1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0" name="Google Shape;1120;p1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21" name="Google Shape;1121;p15"/>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2" name="Google Shape;1122;p15"/>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3" name="Google Shape;1123;p15"/>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4" name="Google Shape;1124;p15"/>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5" name="Google Shape;1125;p15"/>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6" name="Google Shape;1126;p15"/>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27" name="Google Shape;1127;p15"/>
              <p:cNvGrpSpPr/>
              <p:nvPr/>
            </p:nvGrpSpPr>
            <p:grpSpPr>
              <a:xfrm flipH="1">
                <a:off x="5139088" y="4243681"/>
                <a:ext cx="345630" cy="320302"/>
                <a:chOff x="2839" y="3501"/>
                <a:chExt cx="755" cy="803"/>
              </a:xfrm>
            </p:grpSpPr>
            <p:pic>
              <p:nvPicPr>
                <p:cNvPr descr="desktop_computer_stylized_medium" id="1128" name="Google Shape;1128;p15"/>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1129" name="Google Shape;1129;p1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30" name="Google Shape;1130;p15"/>
              <p:cNvGrpSpPr/>
              <p:nvPr/>
            </p:nvGrpSpPr>
            <p:grpSpPr>
              <a:xfrm>
                <a:off x="6854798" y="4517975"/>
                <a:ext cx="177192" cy="330833"/>
                <a:chOff x="4140" y="429"/>
                <a:chExt cx="1425" cy="2396"/>
              </a:xfrm>
            </p:grpSpPr>
            <p:sp>
              <p:nvSpPr>
                <p:cNvPr id="1131" name="Google Shape;1131;p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32" name="Google Shape;1132;p1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33" name="Google Shape;1133;p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34" name="Google Shape;1134;p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35" name="Google Shape;1135;p1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136" name="Google Shape;1136;p15"/>
                <p:cNvGrpSpPr/>
                <p:nvPr/>
              </p:nvGrpSpPr>
              <p:grpSpPr>
                <a:xfrm>
                  <a:off x="4748" y="666"/>
                  <a:ext cx="578" cy="150"/>
                  <a:chOff x="613" y="2566"/>
                  <a:chExt cx="721" cy="144"/>
                </a:xfrm>
              </p:grpSpPr>
              <p:sp>
                <p:nvSpPr>
                  <p:cNvPr id="1137" name="Google Shape;1137;p1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38" name="Google Shape;1138;p1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139" name="Google Shape;1139;p1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140" name="Google Shape;1140;p15"/>
                <p:cNvGrpSpPr/>
                <p:nvPr/>
              </p:nvGrpSpPr>
              <p:grpSpPr>
                <a:xfrm>
                  <a:off x="4748" y="990"/>
                  <a:ext cx="578" cy="134"/>
                  <a:chOff x="615" y="2564"/>
                  <a:chExt cx="721" cy="139"/>
                </a:xfrm>
              </p:grpSpPr>
              <p:sp>
                <p:nvSpPr>
                  <p:cNvPr id="1141" name="Google Shape;1141;p1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42" name="Google Shape;1142;p1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143" name="Google Shape;1143;p1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44" name="Google Shape;1144;p1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145" name="Google Shape;1145;p15"/>
                <p:cNvGrpSpPr/>
                <p:nvPr/>
              </p:nvGrpSpPr>
              <p:grpSpPr>
                <a:xfrm>
                  <a:off x="4738" y="1647"/>
                  <a:ext cx="578" cy="135"/>
                  <a:chOff x="618" y="2586"/>
                  <a:chExt cx="720" cy="124"/>
                </a:xfrm>
              </p:grpSpPr>
              <p:sp>
                <p:nvSpPr>
                  <p:cNvPr id="1146" name="Google Shape;1146;p1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47" name="Google Shape;1147;p1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148" name="Google Shape;1148;p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49" name="Google Shape;1149;p15"/>
                <p:cNvGrpSpPr/>
                <p:nvPr/>
              </p:nvGrpSpPr>
              <p:grpSpPr>
                <a:xfrm>
                  <a:off x="4738" y="1330"/>
                  <a:ext cx="588" cy="134"/>
                  <a:chOff x="613" y="2571"/>
                  <a:chExt cx="732" cy="134"/>
                </a:xfrm>
              </p:grpSpPr>
              <p:sp>
                <p:nvSpPr>
                  <p:cNvPr id="1150" name="Google Shape;1150;p1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51" name="Google Shape;1151;p1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152" name="Google Shape;1152;p1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53" name="Google Shape;1153;p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4" name="Google Shape;1154;p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5" name="Google Shape;1155;p1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56" name="Google Shape;1156;p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7" name="Google Shape;1157;p1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58" name="Google Shape;1158;p1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59" name="Google Shape;1159;p1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60" name="Google Shape;1160;p1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161" name="Google Shape;1161;p1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62" name="Google Shape;1162;p1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1163" name="Google Shape;1163;p15"/>
              <p:cNvGrpSpPr/>
              <p:nvPr/>
            </p:nvGrpSpPr>
            <p:grpSpPr>
              <a:xfrm>
                <a:off x="5095271" y="2910847"/>
                <a:ext cx="177192" cy="330833"/>
                <a:chOff x="4140" y="429"/>
                <a:chExt cx="1425" cy="2396"/>
              </a:xfrm>
            </p:grpSpPr>
            <p:sp>
              <p:nvSpPr>
                <p:cNvPr id="1164" name="Google Shape;1164;p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65" name="Google Shape;1165;p1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66" name="Google Shape;1166;p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67" name="Google Shape;1167;p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68" name="Google Shape;1168;p1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169" name="Google Shape;1169;p15"/>
                <p:cNvGrpSpPr/>
                <p:nvPr/>
              </p:nvGrpSpPr>
              <p:grpSpPr>
                <a:xfrm>
                  <a:off x="4748" y="666"/>
                  <a:ext cx="578" cy="150"/>
                  <a:chOff x="613" y="2566"/>
                  <a:chExt cx="721" cy="144"/>
                </a:xfrm>
              </p:grpSpPr>
              <p:sp>
                <p:nvSpPr>
                  <p:cNvPr id="1170" name="Google Shape;1170;p1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71" name="Google Shape;1171;p1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172" name="Google Shape;1172;p1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173" name="Google Shape;1173;p15"/>
                <p:cNvGrpSpPr/>
                <p:nvPr/>
              </p:nvGrpSpPr>
              <p:grpSpPr>
                <a:xfrm>
                  <a:off x="4748" y="990"/>
                  <a:ext cx="578" cy="134"/>
                  <a:chOff x="615" y="2564"/>
                  <a:chExt cx="721" cy="139"/>
                </a:xfrm>
              </p:grpSpPr>
              <p:sp>
                <p:nvSpPr>
                  <p:cNvPr id="1174" name="Google Shape;1174;p1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75" name="Google Shape;1175;p1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176" name="Google Shape;1176;p1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77" name="Google Shape;1177;p1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178" name="Google Shape;1178;p15"/>
                <p:cNvGrpSpPr/>
                <p:nvPr/>
              </p:nvGrpSpPr>
              <p:grpSpPr>
                <a:xfrm>
                  <a:off x="4738" y="1647"/>
                  <a:ext cx="578" cy="135"/>
                  <a:chOff x="618" y="2586"/>
                  <a:chExt cx="720" cy="124"/>
                </a:xfrm>
              </p:grpSpPr>
              <p:sp>
                <p:nvSpPr>
                  <p:cNvPr id="1179" name="Google Shape;1179;p1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80" name="Google Shape;1180;p1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181" name="Google Shape;1181;p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82" name="Google Shape;1182;p15"/>
                <p:cNvGrpSpPr/>
                <p:nvPr/>
              </p:nvGrpSpPr>
              <p:grpSpPr>
                <a:xfrm>
                  <a:off x="4738" y="1330"/>
                  <a:ext cx="588" cy="134"/>
                  <a:chOff x="613" y="2571"/>
                  <a:chExt cx="732" cy="134"/>
                </a:xfrm>
              </p:grpSpPr>
              <p:sp>
                <p:nvSpPr>
                  <p:cNvPr id="1183" name="Google Shape;1183;p1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84" name="Google Shape;1184;p1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185" name="Google Shape;1185;p1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86" name="Google Shape;1186;p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7" name="Google Shape;1187;p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8" name="Google Shape;1188;p1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89" name="Google Shape;1189;p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90" name="Google Shape;1190;p1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91" name="Google Shape;1191;p1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92" name="Google Shape;1192;p1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93" name="Google Shape;1193;p1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194" name="Google Shape;1194;p1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95" name="Google Shape;1195;p1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1196" name="Google Shape;1196;p15"/>
              <p:cNvGrpSpPr/>
              <p:nvPr/>
            </p:nvGrpSpPr>
            <p:grpSpPr>
              <a:xfrm flipH="1">
                <a:off x="5509918" y="2398512"/>
                <a:ext cx="345630" cy="320302"/>
                <a:chOff x="2839" y="3501"/>
                <a:chExt cx="755" cy="803"/>
              </a:xfrm>
            </p:grpSpPr>
            <p:pic>
              <p:nvPicPr>
                <p:cNvPr descr="desktop_computer_stylized_medium" id="1197" name="Google Shape;1197;p15"/>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1198" name="Google Shape;1198;p1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99" name="Google Shape;1199;p15"/>
              <p:cNvGrpSpPr/>
              <p:nvPr/>
            </p:nvGrpSpPr>
            <p:grpSpPr>
              <a:xfrm>
                <a:off x="6937925" y="4379430"/>
                <a:ext cx="177192" cy="330833"/>
                <a:chOff x="4140" y="429"/>
                <a:chExt cx="1425" cy="2396"/>
              </a:xfrm>
            </p:grpSpPr>
            <p:sp>
              <p:nvSpPr>
                <p:cNvPr id="1200" name="Google Shape;1200;p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01" name="Google Shape;1201;p1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02" name="Google Shape;1202;p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03" name="Google Shape;1203;p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04" name="Google Shape;1204;p1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05" name="Google Shape;1205;p15"/>
                <p:cNvGrpSpPr/>
                <p:nvPr/>
              </p:nvGrpSpPr>
              <p:grpSpPr>
                <a:xfrm>
                  <a:off x="4748" y="666"/>
                  <a:ext cx="578" cy="150"/>
                  <a:chOff x="613" y="2566"/>
                  <a:chExt cx="721" cy="144"/>
                </a:xfrm>
              </p:grpSpPr>
              <p:sp>
                <p:nvSpPr>
                  <p:cNvPr id="1206" name="Google Shape;1206;p1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07" name="Google Shape;1207;p1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08" name="Google Shape;1208;p1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09" name="Google Shape;1209;p15"/>
                <p:cNvGrpSpPr/>
                <p:nvPr/>
              </p:nvGrpSpPr>
              <p:grpSpPr>
                <a:xfrm>
                  <a:off x="4748" y="990"/>
                  <a:ext cx="578" cy="134"/>
                  <a:chOff x="615" y="2564"/>
                  <a:chExt cx="721" cy="139"/>
                </a:xfrm>
              </p:grpSpPr>
              <p:sp>
                <p:nvSpPr>
                  <p:cNvPr id="1210" name="Google Shape;1210;p1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1" name="Google Shape;1211;p1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12" name="Google Shape;1212;p1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3" name="Google Shape;1213;p1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14" name="Google Shape;1214;p15"/>
                <p:cNvGrpSpPr/>
                <p:nvPr/>
              </p:nvGrpSpPr>
              <p:grpSpPr>
                <a:xfrm>
                  <a:off x="4738" y="1647"/>
                  <a:ext cx="578" cy="135"/>
                  <a:chOff x="618" y="2586"/>
                  <a:chExt cx="720" cy="124"/>
                </a:xfrm>
              </p:grpSpPr>
              <p:sp>
                <p:nvSpPr>
                  <p:cNvPr id="1215" name="Google Shape;1215;p1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6" name="Google Shape;1216;p1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17" name="Google Shape;1217;p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18" name="Google Shape;1218;p15"/>
                <p:cNvGrpSpPr/>
                <p:nvPr/>
              </p:nvGrpSpPr>
              <p:grpSpPr>
                <a:xfrm>
                  <a:off x="4738" y="1330"/>
                  <a:ext cx="588" cy="134"/>
                  <a:chOff x="613" y="2571"/>
                  <a:chExt cx="732" cy="134"/>
                </a:xfrm>
              </p:grpSpPr>
              <p:sp>
                <p:nvSpPr>
                  <p:cNvPr id="1219" name="Google Shape;1219;p1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20" name="Google Shape;1220;p1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21" name="Google Shape;1221;p1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22" name="Google Shape;1222;p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3" name="Google Shape;1223;p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4" name="Google Shape;1224;p1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25" name="Google Shape;1225;p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6" name="Google Shape;1226;p1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27" name="Google Shape;1227;p1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28" name="Google Shape;1228;p1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29" name="Google Shape;1229;p1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230" name="Google Shape;1230;p1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31" name="Google Shape;1231;p1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1232" name="Google Shape;1232;p15"/>
              <p:cNvGrpSpPr/>
              <p:nvPr/>
            </p:nvGrpSpPr>
            <p:grpSpPr>
              <a:xfrm>
                <a:off x="6965634" y="2509067"/>
                <a:ext cx="177192" cy="330833"/>
                <a:chOff x="4140" y="429"/>
                <a:chExt cx="1425" cy="2396"/>
              </a:xfrm>
            </p:grpSpPr>
            <p:sp>
              <p:nvSpPr>
                <p:cNvPr id="1233" name="Google Shape;1233;p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4" name="Google Shape;1234;p1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35" name="Google Shape;1235;p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6" name="Google Shape;1236;p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7" name="Google Shape;1237;p1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38" name="Google Shape;1238;p15"/>
                <p:cNvGrpSpPr/>
                <p:nvPr/>
              </p:nvGrpSpPr>
              <p:grpSpPr>
                <a:xfrm>
                  <a:off x="4748" y="666"/>
                  <a:ext cx="578" cy="150"/>
                  <a:chOff x="613" y="2566"/>
                  <a:chExt cx="721" cy="144"/>
                </a:xfrm>
              </p:grpSpPr>
              <p:sp>
                <p:nvSpPr>
                  <p:cNvPr id="1239" name="Google Shape;1239;p1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40" name="Google Shape;1240;p1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41" name="Google Shape;1241;p1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42" name="Google Shape;1242;p15"/>
                <p:cNvGrpSpPr/>
                <p:nvPr/>
              </p:nvGrpSpPr>
              <p:grpSpPr>
                <a:xfrm>
                  <a:off x="4748" y="990"/>
                  <a:ext cx="578" cy="134"/>
                  <a:chOff x="615" y="2564"/>
                  <a:chExt cx="721" cy="139"/>
                </a:xfrm>
              </p:grpSpPr>
              <p:sp>
                <p:nvSpPr>
                  <p:cNvPr id="1243" name="Google Shape;1243;p1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44" name="Google Shape;1244;p1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45" name="Google Shape;1245;p1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46" name="Google Shape;1246;p1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47" name="Google Shape;1247;p15"/>
                <p:cNvGrpSpPr/>
                <p:nvPr/>
              </p:nvGrpSpPr>
              <p:grpSpPr>
                <a:xfrm>
                  <a:off x="4738" y="1647"/>
                  <a:ext cx="578" cy="135"/>
                  <a:chOff x="618" y="2586"/>
                  <a:chExt cx="720" cy="124"/>
                </a:xfrm>
              </p:grpSpPr>
              <p:sp>
                <p:nvSpPr>
                  <p:cNvPr id="1248" name="Google Shape;1248;p1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49" name="Google Shape;1249;p1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50" name="Google Shape;1250;p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51" name="Google Shape;1251;p15"/>
                <p:cNvGrpSpPr/>
                <p:nvPr/>
              </p:nvGrpSpPr>
              <p:grpSpPr>
                <a:xfrm>
                  <a:off x="4738" y="1330"/>
                  <a:ext cx="588" cy="134"/>
                  <a:chOff x="613" y="2571"/>
                  <a:chExt cx="732" cy="134"/>
                </a:xfrm>
              </p:grpSpPr>
              <p:sp>
                <p:nvSpPr>
                  <p:cNvPr id="1252" name="Google Shape;1252;p1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53" name="Google Shape;1253;p1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54" name="Google Shape;1254;p1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55" name="Google Shape;1255;p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6" name="Google Shape;1256;p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7" name="Google Shape;1257;p1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58" name="Google Shape;1258;p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9" name="Google Shape;1259;p1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60" name="Google Shape;1260;p1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61" name="Google Shape;1261;p1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62" name="Google Shape;1262;p1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263" name="Google Shape;1263;p1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64" name="Google Shape;1264;p1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1265" name="Google Shape;1265;p15"/>
              <p:cNvGrpSpPr/>
              <p:nvPr/>
            </p:nvGrpSpPr>
            <p:grpSpPr>
              <a:xfrm flipH="1">
                <a:off x="6829342" y="3343136"/>
                <a:ext cx="345630" cy="320302"/>
                <a:chOff x="2839" y="3501"/>
                <a:chExt cx="755" cy="803"/>
              </a:xfrm>
            </p:grpSpPr>
            <p:pic>
              <p:nvPicPr>
                <p:cNvPr descr="desktop_computer_stylized_medium" id="1266" name="Google Shape;1266;p15"/>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1267" name="Google Shape;1267;p1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A close up of a logo&#10;&#10;Description automatically generated" id="1268" name="Google Shape;1268;p15"/>
              <p:cNvPicPr preferRelativeResize="0"/>
              <p:nvPr/>
            </p:nvPicPr>
            <p:blipFill rotWithShape="1">
              <a:blip r:embed="rId10">
                <a:alphaModFix/>
              </a:blip>
              <a:srcRect b="0" l="0" r="0" t="0"/>
              <a:stretch/>
            </p:blipFill>
            <p:spPr>
              <a:xfrm>
                <a:off x="4426457" y="3527648"/>
                <a:ext cx="429108" cy="419677"/>
              </a:xfrm>
              <a:prstGeom prst="rect">
                <a:avLst/>
              </a:prstGeom>
              <a:noFill/>
              <a:ln>
                <a:noFill/>
              </a:ln>
            </p:spPr>
          </p:pic>
          <p:pic>
            <p:nvPicPr>
              <p:cNvPr descr="A close up of a logo&#10;&#10;Description automatically generated" id="1269" name="Google Shape;1269;p15"/>
              <p:cNvPicPr preferRelativeResize="0"/>
              <p:nvPr/>
            </p:nvPicPr>
            <p:blipFill rotWithShape="1">
              <a:blip r:embed="rId10">
                <a:alphaModFix/>
              </a:blip>
              <a:srcRect b="0" l="0" r="0" t="0"/>
              <a:stretch/>
            </p:blipFill>
            <p:spPr>
              <a:xfrm>
                <a:off x="4931884" y="4096736"/>
                <a:ext cx="429108" cy="419677"/>
              </a:xfrm>
              <a:prstGeom prst="rect">
                <a:avLst/>
              </a:prstGeom>
              <a:noFill/>
              <a:ln>
                <a:noFill/>
              </a:ln>
            </p:spPr>
          </p:pic>
          <p:pic>
            <p:nvPicPr>
              <p:cNvPr descr="A close up of a logo&#10;&#10;Description automatically generated" id="1270" name="Google Shape;1270;p15"/>
              <p:cNvPicPr preferRelativeResize="0"/>
              <p:nvPr/>
            </p:nvPicPr>
            <p:blipFill rotWithShape="1">
              <a:blip r:embed="rId10">
                <a:alphaModFix/>
              </a:blip>
              <a:srcRect b="0" l="0" r="0" t="0"/>
              <a:stretch/>
            </p:blipFill>
            <p:spPr>
              <a:xfrm>
                <a:off x="4833500" y="2632539"/>
                <a:ext cx="429108" cy="419677"/>
              </a:xfrm>
              <a:prstGeom prst="rect">
                <a:avLst/>
              </a:prstGeom>
              <a:noFill/>
              <a:ln>
                <a:noFill/>
              </a:ln>
            </p:spPr>
          </p:pic>
          <p:pic>
            <p:nvPicPr>
              <p:cNvPr descr="A close up of a logo&#10;&#10;Description automatically generated" id="1271" name="Google Shape;1271;p15"/>
              <p:cNvPicPr preferRelativeResize="0"/>
              <p:nvPr/>
            </p:nvPicPr>
            <p:blipFill rotWithShape="1">
              <a:blip r:embed="rId10">
                <a:alphaModFix/>
              </a:blip>
              <a:srcRect b="0" l="0" r="0" t="0"/>
              <a:stretch/>
            </p:blipFill>
            <p:spPr>
              <a:xfrm>
                <a:off x="5385227" y="2119394"/>
                <a:ext cx="429108" cy="419677"/>
              </a:xfrm>
              <a:prstGeom prst="rect">
                <a:avLst/>
              </a:prstGeom>
              <a:noFill/>
              <a:ln>
                <a:noFill/>
              </a:ln>
            </p:spPr>
          </p:pic>
          <p:pic>
            <p:nvPicPr>
              <p:cNvPr descr="A close up of a logo&#10;&#10;Description automatically generated" id="1272" name="Google Shape;1272;p15"/>
              <p:cNvPicPr preferRelativeResize="0"/>
              <p:nvPr/>
            </p:nvPicPr>
            <p:blipFill rotWithShape="1">
              <a:blip r:embed="rId10">
                <a:alphaModFix/>
              </a:blip>
              <a:srcRect b="0" l="0" r="0" t="0"/>
              <a:stretch/>
            </p:blipFill>
            <p:spPr>
              <a:xfrm>
                <a:off x="6695095" y="2213920"/>
                <a:ext cx="429108" cy="419677"/>
              </a:xfrm>
              <a:prstGeom prst="rect">
                <a:avLst/>
              </a:prstGeom>
              <a:noFill/>
              <a:ln>
                <a:noFill/>
              </a:ln>
            </p:spPr>
          </p:pic>
          <p:pic>
            <p:nvPicPr>
              <p:cNvPr descr="A close up of a logo&#10;&#10;Description automatically generated" id="1273" name="Google Shape;1273;p15"/>
              <p:cNvPicPr preferRelativeResize="0"/>
              <p:nvPr/>
            </p:nvPicPr>
            <p:blipFill rotWithShape="1">
              <a:blip r:embed="rId10">
                <a:alphaModFix/>
              </a:blip>
              <a:srcRect b="0" l="0" r="0" t="0"/>
              <a:stretch/>
            </p:blipFill>
            <p:spPr>
              <a:xfrm>
                <a:off x="6922731" y="3136036"/>
                <a:ext cx="429108" cy="419677"/>
              </a:xfrm>
              <a:prstGeom prst="rect">
                <a:avLst/>
              </a:prstGeom>
              <a:noFill/>
              <a:ln>
                <a:noFill/>
              </a:ln>
            </p:spPr>
          </p:pic>
          <p:pic>
            <p:nvPicPr>
              <p:cNvPr descr="A close up of a logo&#10;&#10;Description automatically generated" id="1274" name="Google Shape;1274;p15"/>
              <p:cNvPicPr preferRelativeResize="0"/>
              <p:nvPr/>
            </p:nvPicPr>
            <p:blipFill rotWithShape="1">
              <a:blip r:embed="rId10">
                <a:alphaModFix/>
              </a:blip>
              <a:srcRect b="0" l="0" r="0" t="0"/>
              <a:stretch/>
            </p:blipFill>
            <p:spPr>
              <a:xfrm>
                <a:off x="6872575" y="4168111"/>
                <a:ext cx="429108" cy="419677"/>
              </a:xfrm>
              <a:prstGeom prst="rect">
                <a:avLst/>
              </a:prstGeom>
              <a:noFill/>
              <a:ln>
                <a:noFill/>
              </a:ln>
            </p:spPr>
          </p:pic>
          <p:sp>
            <p:nvSpPr>
              <p:cNvPr id="1275" name="Google Shape;1275;p15"/>
              <p:cNvSpPr txBox="1"/>
              <p:nvPr/>
            </p:nvSpPr>
            <p:spPr>
              <a:xfrm>
                <a:off x="4538652" y="5366732"/>
                <a:ext cx="3248035" cy="9233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10F90"/>
                  </a:buClr>
                  <a:buSzPts val="2400"/>
                  <a:buFont typeface="Calibri"/>
                  <a:buNone/>
                </a:pPr>
                <a:r>
                  <a:rPr b="0" i="0" lang="en-US" sz="2400" u="none" cap="none" strike="noStrike">
                    <a:solidFill>
                      <a:srgbClr val="010F90"/>
                    </a:solidFill>
                    <a:latin typeface="Calibri"/>
                    <a:ea typeface="Calibri"/>
                    <a:cs typeface="Calibri"/>
                    <a:sym typeface="Calibri"/>
                  </a:rPr>
                  <a:t>Internet (pre-2005)</a:t>
                </a:r>
                <a:endParaRPr/>
              </a:p>
              <a:p>
                <a:pPr indent="-285750" lvl="0" marL="285750" marR="0" rtl="0" algn="l">
                  <a:lnSpc>
                    <a:spcPct val="90000"/>
                  </a:lnSpc>
                  <a:spcBef>
                    <a:spcPts val="0"/>
                  </a:spcBef>
                  <a:spcAft>
                    <a:spcPts val="0"/>
                  </a:spcAft>
                  <a:buClr>
                    <a:srgbClr val="0013A3"/>
                  </a:buClr>
                  <a:buSzPts val="1800"/>
                  <a:buFont typeface="Arial"/>
                  <a:buChar char="•"/>
                </a:pPr>
                <a:r>
                  <a:rPr b="0" i="0" lang="en-US" sz="1800" u="none" cap="none" strike="noStrike">
                    <a:solidFill>
                      <a:srgbClr val="000000"/>
                    </a:solidFill>
                    <a:latin typeface="Calibri"/>
                    <a:ea typeface="Calibri"/>
                    <a:cs typeface="Calibri"/>
                    <a:sym typeface="Calibri"/>
                  </a:rPr>
                  <a:t>intelligence, computing at edge</a:t>
                </a:r>
                <a:endParaRPr/>
              </a:p>
            </p:txBody>
          </p:sp>
        </p:grpSp>
        <p:pic>
          <p:nvPicPr>
            <p:cNvPr descr="A picture containing artifact, building, brick, cake&#10;&#10;Description automatically generated" id="1276" name="Google Shape;1276;p15"/>
            <p:cNvPicPr preferRelativeResize="0"/>
            <p:nvPr/>
          </p:nvPicPr>
          <p:blipFill rotWithShape="1">
            <a:blip r:embed="rId4">
              <a:alphaModFix/>
            </a:blip>
            <a:srcRect b="0" l="0" r="0" t="0"/>
            <a:stretch/>
          </p:blipFill>
          <p:spPr>
            <a:xfrm>
              <a:off x="5686424" y="3033711"/>
              <a:ext cx="914401" cy="914401"/>
            </a:xfrm>
            <a:prstGeom prst="rect">
              <a:avLst/>
            </a:prstGeom>
            <a:noFill/>
            <a:ln>
              <a:noFill/>
            </a:ln>
          </p:spPr>
        </p:pic>
      </p:grpSp>
      <p:grpSp>
        <p:nvGrpSpPr>
          <p:cNvPr id="1277" name="Google Shape;1277;p15"/>
          <p:cNvGrpSpPr/>
          <p:nvPr/>
        </p:nvGrpSpPr>
        <p:grpSpPr>
          <a:xfrm>
            <a:off x="7800957" y="1848355"/>
            <a:ext cx="4085350" cy="4354493"/>
            <a:chOff x="8272461" y="2105539"/>
            <a:chExt cx="4085350" cy="4354493"/>
          </a:xfrm>
        </p:grpSpPr>
        <p:grpSp>
          <p:nvGrpSpPr>
            <p:cNvPr id="1278" name="Google Shape;1278;p15"/>
            <p:cNvGrpSpPr/>
            <p:nvPr/>
          </p:nvGrpSpPr>
          <p:grpSpPr>
            <a:xfrm>
              <a:off x="8272461" y="2105539"/>
              <a:ext cx="4085350" cy="4354493"/>
              <a:chOff x="8272461" y="2105539"/>
              <a:chExt cx="4085350" cy="4354493"/>
            </a:xfrm>
          </p:grpSpPr>
          <p:sp>
            <p:nvSpPr>
              <p:cNvPr id="1279" name="Google Shape;1279;p15"/>
              <p:cNvSpPr/>
              <p:nvPr/>
            </p:nvSpPr>
            <p:spPr>
              <a:xfrm>
                <a:off x="8728353" y="2358375"/>
                <a:ext cx="2282947" cy="278166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80" name="Google Shape;1280;p15"/>
              <p:cNvGrpSpPr/>
              <p:nvPr/>
            </p:nvGrpSpPr>
            <p:grpSpPr>
              <a:xfrm>
                <a:off x="8545689" y="3697522"/>
                <a:ext cx="310186" cy="312008"/>
                <a:chOff x="877" y="1008"/>
                <a:chExt cx="2747" cy="2626"/>
              </a:xfrm>
            </p:grpSpPr>
            <p:pic>
              <p:nvPicPr>
                <p:cNvPr descr="antenna_stylized" id="1281" name="Google Shape;1281;p15"/>
                <p:cNvPicPr preferRelativeResize="0"/>
                <p:nvPr/>
              </p:nvPicPr>
              <p:blipFill rotWithShape="1">
                <a:blip r:embed="rId6">
                  <a:alphaModFix/>
                </a:blip>
                <a:srcRect b="0" l="0" r="0" t="0"/>
                <a:stretch/>
              </p:blipFill>
              <p:spPr>
                <a:xfrm>
                  <a:off x="877" y="1008"/>
                  <a:ext cx="2725" cy="1421"/>
                </a:xfrm>
                <a:prstGeom prst="rect">
                  <a:avLst/>
                </a:prstGeom>
                <a:noFill/>
                <a:ln>
                  <a:noFill/>
                </a:ln>
              </p:spPr>
            </p:pic>
            <p:pic>
              <p:nvPicPr>
                <p:cNvPr descr="laptop_keyboard" id="1282" name="Google Shape;1282;p15"/>
                <p:cNvPicPr preferRelativeResize="0"/>
                <p:nvPr/>
              </p:nvPicPr>
              <p:blipFill rotWithShape="1">
                <a:blip r:embed="rId7">
                  <a:alphaModFix/>
                </a:blip>
                <a:srcRect b="0" l="0" r="0" t="0"/>
                <a:stretch/>
              </p:blipFill>
              <p:spPr>
                <a:xfrm flipH="1" rot="109064">
                  <a:off x="1009" y="2586"/>
                  <a:ext cx="2245" cy="1013"/>
                </a:xfrm>
                <a:prstGeom prst="rect">
                  <a:avLst/>
                </a:prstGeom>
                <a:noFill/>
                <a:ln>
                  <a:noFill/>
                </a:ln>
              </p:spPr>
            </p:pic>
            <p:sp>
              <p:nvSpPr>
                <p:cNvPr id="1283" name="Google Shape;1283;p15"/>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284" name="Google Shape;1284;p15"/>
                <p:cNvPicPr preferRelativeResize="0"/>
                <p:nvPr/>
              </p:nvPicPr>
              <p:blipFill rotWithShape="1">
                <a:blip r:embed="rId8">
                  <a:alphaModFix/>
                </a:blip>
                <a:srcRect b="0" l="0" r="0" t="0"/>
                <a:stretch/>
              </p:blipFill>
              <p:spPr>
                <a:xfrm>
                  <a:off x="1842" y="1637"/>
                  <a:ext cx="1642" cy="1203"/>
                </a:xfrm>
                <a:prstGeom prst="rect">
                  <a:avLst/>
                </a:prstGeom>
                <a:noFill/>
                <a:ln>
                  <a:noFill/>
                </a:ln>
              </p:spPr>
            </p:pic>
            <p:sp>
              <p:nvSpPr>
                <p:cNvPr id="1285" name="Google Shape;1285;p15"/>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86" name="Google Shape;1286;p15"/>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87" name="Google Shape;1287;p15"/>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88" name="Google Shape;1288;p15"/>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89" name="Google Shape;1289;p15"/>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0" name="Google Shape;1290;p15"/>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91" name="Google Shape;1291;p15"/>
                <p:cNvGrpSpPr/>
                <p:nvPr/>
              </p:nvGrpSpPr>
              <p:grpSpPr>
                <a:xfrm>
                  <a:off x="1709" y="3008"/>
                  <a:ext cx="507" cy="234"/>
                  <a:chOff x="1740" y="2642"/>
                  <a:chExt cx="752" cy="327"/>
                </a:xfrm>
              </p:grpSpPr>
              <p:sp>
                <p:nvSpPr>
                  <p:cNvPr id="1292" name="Google Shape;1292;p1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3" name="Google Shape;1293;p1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4" name="Google Shape;1294;p1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5" name="Google Shape;1295;p1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6" name="Google Shape;1296;p1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7" name="Google Shape;1297;p1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298" name="Google Shape;1298;p15"/>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9" name="Google Shape;1299;p15"/>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00" name="Google Shape;1300;p15"/>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01" name="Google Shape;1301;p15"/>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02" name="Google Shape;1302;p15"/>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03" name="Google Shape;1303;p15"/>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304" name="Google Shape;1304;p15"/>
              <p:cNvGrpSpPr/>
              <p:nvPr/>
            </p:nvGrpSpPr>
            <p:grpSpPr>
              <a:xfrm flipH="1">
                <a:off x="9059924" y="4229826"/>
                <a:ext cx="345630" cy="320302"/>
                <a:chOff x="2839" y="3501"/>
                <a:chExt cx="755" cy="803"/>
              </a:xfrm>
            </p:grpSpPr>
            <p:pic>
              <p:nvPicPr>
                <p:cNvPr descr="desktop_computer_stylized_medium" id="1305" name="Google Shape;1305;p15"/>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1306" name="Google Shape;1306;p1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307" name="Google Shape;1307;p15"/>
              <p:cNvGrpSpPr/>
              <p:nvPr/>
            </p:nvGrpSpPr>
            <p:grpSpPr>
              <a:xfrm>
                <a:off x="10775634" y="4504120"/>
                <a:ext cx="177192" cy="330833"/>
                <a:chOff x="4140" y="429"/>
                <a:chExt cx="1425" cy="2396"/>
              </a:xfrm>
            </p:grpSpPr>
            <p:sp>
              <p:nvSpPr>
                <p:cNvPr id="1308" name="Google Shape;1308;p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09" name="Google Shape;1309;p1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10" name="Google Shape;1310;p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11" name="Google Shape;1311;p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12" name="Google Shape;1312;p1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13" name="Google Shape;1313;p15"/>
                <p:cNvGrpSpPr/>
                <p:nvPr/>
              </p:nvGrpSpPr>
              <p:grpSpPr>
                <a:xfrm>
                  <a:off x="4748" y="666"/>
                  <a:ext cx="578" cy="150"/>
                  <a:chOff x="613" y="2566"/>
                  <a:chExt cx="721" cy="144"/>
                </a:xfrm>
              </p:grpSpPr>
              <p:sp>
                <p:nvSpPr>
                  <p:cNvPr id="1314" name="Google Shape;1314;p1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15" name="Google Shape;1315;p1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16" name="Google Shape;1316;p1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17" name="Google Shape;1317;p15"/>
                <p:cNvGrpSpPr/>
                <p:nvPr/>
              </p:nvGrpSpPr>
              <p:grpSpPr>
                <a:xfrm>
                  <a:off x="4748" y="990"/>
                  <a:ext cx="578" cy="134"/>
                  <a:chOff x="615" y="2564"/>
                  <a:chExt cx="721" cy="139"/>
                </a:xfrm>
              </p:grpSpPr>
              <p:sp>
                <p:nvSpPr>
                  <p:cNvPr id="1318" name="Google Shape;1318;p1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19" name="Google Shape;1319;p1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20" name="Google Shape;1320;p1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21" name="Google Shape;1321;p1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22" name="Google Shape;1322;p15"/>
                <p:cNvGrpSpPr/>
                <p:nvPr/>
              </p:nvGrpSpPr>
              <p:grpSpPr>
                <a:xfrm>
                  <a:off x="4738" y="1647"/>
                  <a:ext cx="578" cy="135"/>
                  <a:chOff x="618" y="2586"/>
                  <a:chExt cx="720" cy="124"/>
                </a:xfrm>
              </p:grpSpPr>
              <p:sp>
                <p:nvSpPr>
                  <p:cNvPr id="1323" name="Google Shape;1323;p1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24" name="Google Shape;1324;p1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25" name="Google Shape;1325;p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326" name="Google Shape;1326;p15"/>
                <p:cNvGrpSpPr/>
                <p:nvPr/>
              </p:nvGrpSpPr>
              <p:grpSpPr>
                <a:xfrm>
                  <a:off x="4738" y="1330"/>
                  <a:ext cx="588" cy="134"/>
                  <a:chOff x="613" y="2571"/>
                  <a:chExt cx="732" cy="134"/>
                </a:xfrm>
              </p:grpSpPr>
              <p:sp>
                <p:nvSpPr>
                  <p:cNvPr id="1327" name="Google Shape;1327;p1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28" name="Google Shape;1328;p1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29" name="Google Shape;1329;p1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30" name="Google Shape;1330;p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31" name="Google Shape;1331;p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32" name="Google Shape;1332;p1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33" name="Google Shape;1333;p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34" name="Google Shape;1334;p1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35" name="Google Shape;1335;p1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36" name="Google Shape;1336;p1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37" name="Google Shape;1337;p1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338" name="Google Shape;1338;p1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39" name="Google Shape;1339;p1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1340" name="Google Shape;1340;p15"/>
              <p:cNvGrpSpPr/>
              <p:nvPr/>
            </p:nvGrpSpPr>
            <p:grpSpPr>
              <a:xfrm>
                <a:off x="9016107" y="2896992"/>
                <a:ext cx="177192" cy="330833"/>
                <a:chOff x="4140" y="429"/>
                <a:chExt cx="1425" cy="2396"/>
              </a:xfrm>
            </p:grpSpPr>
            <p:sp>
              <p:nvSpPr>
                <p:cNvPr id="1341" name="Google Shape;1341;p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42" name="Google Shape;1342;p1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43" name="Google Shape;1343;p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44" name="Google Shape;1344;p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45" name="Google Shape;1345;p1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46" name="Google Shape;1346;p15"/>
                <p:cNvGrpSpPr/>
                <p:nvPr/>
              </p:nvGrpSpPr>
              <p:grpSpPr>
                <a:xfrm>
                  <a:off x="4748" y="666"/>
                  <a:ext cx="578" cy="150"/>
                  <a:chOff x="613" y="2566"/>
                  <a:chExt cx="721" cy="144"/>
                </a:xfrm>
              </p:grpSpPr>
              <p:sp>
                <p:nvSpPr>
                  <p:cNvPr id="1347" name="Google Shape;1347;p1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48" name="Google Shape;1348;p1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49" name="Google Shape;1349;p1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50" name="Google Shape;1350;p15"/>
                <p:cNvGrpSpPr/>
                <p:nvPr/>
              </p:nvGrpSpPr>
              <p:grpSpPr>
                <a:xfrm>
                  <a:off x="4748" y="990"/>
                  <a:ext cx="578" cy="134"/>
                  <a:chOff x="615" y="2564"/>
                  <a:chExt cx="721" cy="139"/>
                </a:xfrm>
              </p:grpSpPr>
              <p:sp>
                <p:nvSpPr>
                  <p:cNvPr id="1351" name="Google Shape;1351;p1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52" name="Google Shape;1352;p1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53" name="Google Shape;1353;p1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54" name="Google Shape;1354;p1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55" name="Google Shape;1355;p15"/>
                <p:cNvGrpSpPr/>
                <p:nvPr/>
              </p:nvGrpSpPr>
              <p:grpSpPr>
                <a:xfrm>
                  <a:off x="4738" y="1647"/>
                  <a:ext cx="578" cy="135"/>
                  <a:chOff x="618" y="2586"/>
                  <a:chExt cx="720" cy="124"/>
                </a:xfrm>
              </p:grpSpPr>
              <p:sp>
                <p:nvSpPr>
                  <p:cNvPr id="1356" name="Google Shape;1356;p1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57" name="Google Shape;1357;p1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58" name="Google Shape;1358;p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359" name="Google Shape;1359;p15"/>
                <p:cNvGrpSpPr/>
                <p:nvPr/>
              </p:nvGrpSpPr>
              <p:grpSpPr>
                <a:xfrm>
                  <a:off x="4738" y="1330"/>
                  <a:ext cx="588" cy="134"/>
                  <a:chOff x="613" y="2571"/>
                  <a:chExt cx="732" cy="134"/>
                </a:xfrm>
              </p:grpSpPr>
              <p:sp>
                <p:nvSpPr>
                  <p:cNvPr id="1360" name="Google Shape;1360;p1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61" name="Google Shape;1361;p1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62" name="Google Shape;1362;p1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63" name="Google Shape;1363;p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64" name="Google Shape;1364;p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65" name="Google Shape;1365;p1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66" name="Google Shape;1366;p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67" name="Google Shape;1367;p1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68" name="Google Shape;1368;p1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69" name="Google Shape;1369;p1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70" name="Google Shape;1370;p1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371" name="Google Shape;1371;p1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72" name="Google Shape;1372;p1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1373" name="Google Shape;1373;p15"/>
              <p:cNvGrpSpPr/>
              <p:nvPr/>
            </p:nvGrpSpPr>
            <p:grpSpPr>
              <a:xfrm flipH="1">
                <a:off x="9430754" y="2384657"/>
                <a:ext cx="345630" cy="320302"/>
                <a:chOff x="2839" y="3501"/>
                <a:chExt cx="755" cy="803"/>
              </a:xfrm>
            </p:grpSpPr>
            <p:pic>
              <p:nvPicPr>
                <p:cNvPr descr="desktop_computer_stylized_medium" id="1374" name="Google Shape;1374;p15"/>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1375" name="Google Shape;1375;p1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376" name="Google Shape;1376;p15"/>
              <p:cNvGrpSpPr/>
              <p:nvPr/>
            </p:nvGrpSpPr>
            <p:grpSpPr>
              <a:xfrm>
                <a:off x="10858761" y="4365575"/>
                <a:ext cx="177192" cy="330833"/>
                <a:chOff x="4140" y="429"/>
                <a:chExt cx="1425" cy="2396"/>
              </a:xfrm>
            </p:grpSpPr>
            <p:sp>
              <p:nvSpPr>
                <p:cNvPr id="1377" name="Google Shape;1377;p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78" name="Google Shape;1378;p1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79" name="Google Shape;1379;p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80" name="Google Shape;1380;p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81" name="Google Shape;1381;p1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82" name="Google Shape;1382;p15"/>
                <p:cNvGrpSpPr/>
                <p:nvPr/>
              </p:nvGrpSpPr>
              <p:grpSpPr>
                <a:xfrm>
                  <a:off x="4748" y="666"/>
                  <a:ext cx="578" cy="150"/>
                  <a:chOff x="613" y="2566"/>
                  <a:chExt cx="721" cy="144"/>
                </a:xfrm>
              </p:grpSpPr>
              <p:sp>
                <p:nvSpPr>
                  <p:cNvPr id="1383" name="Google Shape;1383;p1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84" name="Google Shape;1384;p1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85" name="Google Shape;1385;p1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86" name="Google Shape;1386;p15"/>
                <p:cNvGrpSpPr/>
                <p:nvPr/>
              </p:nvGrpSpPr>
              <p:grpSpPr>
                <a:xfrm>
                  <a:off x="4748" y="990"/>
                  <a:ext cx="578" cy="134"/>
                  <a:chOff x="615" y="2564"/>
                  <a:chExt cx="721" cy="139"/>
                </a:xfrm>
              </p:grpSpPr>
              <p:sp>
                <p:nvSpPr>
                  <p:cNvPr id="1387" name="Google Shape;1387;p1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88" name="Google Shape;1388;p1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89" name="Google Shape;1389;p1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90" name="Google Shape;1390;p1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91" name="Google Shape;1391;p15"/>
                <p:cNvGrpSpPr/>
                <p:nvPr/>
              </p:nvGrpSpPr>
              <p:grpSpPr>
                <a:xfrm>
                  <a:off x="4738" y="1647"/>
                  <a:ext cx="578" cy="135"/>
                  <a:chOff x="618" y="2586"/>
                  <a:chExt cx="720" cy="124"/>
                </a:xfrm>
              </p:grpSpPr>
              <p:sp>
                <p:nvSpPr>
                  <p:cNvPr id="1392" name="Google Shape;1392;p1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93" name="Google Shape;1393;p1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94" name="Google Shape;1394;p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395" name="Google Shape;1395;p15"/>
                <p:cNvGrpSpPr/>
                <p:nvPr/>
              </p:nvGrpSpPr>
              <p:grpSpPr>
                <a:xfrm>
                  <a:off x="4738" y="1330"/>
                  <a:ext cx="588" cy="134"/>
                  <a:chOff x="613" y="2571"/>
                  <a:chExt cx="732" cy="134"/>
                </a:xfrm>
              </p:grpSpPr>
              <p:sp>
                <p:nvSpPr>
                  <p:cNvPr id="1396" name="Google Shape;1396;p1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97" name="Google Shape;1397;p1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98" name="Google Shape;1398;p1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99" name="Google Shape;1399;p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00" name="Google Shape;1400;p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01" name="Google Shape;1401;p1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02" name="Google Shape;1402;p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03" name="Google Shape;1403;p1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04" name="Google Shape;1404;p1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05" name="Google Shape;1405;p1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06" name="Google Shape;1406;p1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407" name="Google Shape;1407;p1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08" name="Google Shape;1408;p1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1409" name="Google Shape;1409;p15"/>
              <p:cNvGrpSpPr/>
              <p:nvPr/>
            </p:nvGrpSpPr>
            <p:grpSpPr>
              <a:xfrm>
                <a:off x="10886470" y="2495212"/>
                <a:ext cx="177192" cy="330833"/>
                <a:chOff x="4140" y="429"/>
                <a:chExt cx="1425" cy="2396"/>
              </a:xfrm>
            </p:grpSpPr>
            <p:sp>
              <p:nvSpPr>
                <p:cNvPr id="1410" name="Google Shape;1410;p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11" name="Google Shape;1411;p1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12" name="Google Shape;1412;p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13" name="Google Shape;1413;p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14" name="Google Shape;1414;p1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415" name="Google Shape;1415;p15"/>
                <p:cNvGrpSpPr/>
                <p:nvPr/>
              </p:nvGrpSpPr>
              <p:grpSpPr>
                <a:xfrm>
                  <a:off x="4748" y="666"/>
                  <a:ext cx="578" cy="150"/>
                  <a:chOff x="613" y="2566"/>
                  <a:chExt cx="721" cy="144"/>
                </a:xfrm>
              </p:grpSpPr>
              <p:sp>
                <p:nvSpPr>
                  <p:cNvPr id="1416" name="Google Shape;1416;p1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17" name="Google Shape;1417;p1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418" name="Google Shape;1418;p1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419" name="Google Shape;1419;p15"/>
                <p:cNvGrpSpPr/>
                <p:nvPr/>
              </p:nvGrpSpPr>
              <p:grpSpPr>
                <a:xfrm>
                  <a:off x="4748" y="990"/>
                  <a:ext cx="578" cy="134"/>
                  <a:chOff x="615" y="2564"/>
                  <a:chExt cx="721" cy="139"/>
                </a:xfrm>
              </p:grpSpPr>
              <p:sp>
                <p:nvSpPr>
                  <p:cNvPr id="1420" name="Google Shape;1420;p1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21" name="Google Shape;1421;p1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422" name="Google Shape;1422;p1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23" name="Google Shape;1423;p1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424" name="Google Shape;1424;p15"/>
                <p:cNvGrpSpPr/>
                <p:nvPr/>
              </p:nvGrpSpPr>
              <p:grpSpPr>
                <a:xfrm>
                  <a:off x="4738" y="1647"/>
                  <a:ext cx="578" cy="135"/>
                  <a:chOff x="618" y="2586"/>
                  <a:chExt cx="720" cy="124"/>
                </a:xfrm>
              </p:grpSpPr>
              <p:sp>
                <p:nvSpPr>
                  <p:cNvPr id="1425" name="Google Shape;1425;p1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26" name="Google Shape;1426;p1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427" name="Google Shape;1427;p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428" name="Google Shape;1428;p15"/>
                <p:cNvGrpSpPr/>
                <p:nvPr/>
              </p:nvGrpSpPr>
              <p:grpSpPr>
                <a:xfrm>
                  <a:off x="4738" y="1330"/>
                  <a:ext cx="588" cy="134"/>
                  <a:chOff x="613" y="2571"/>
                  <a:chExt cx="732" cy="134"/>
                </a:xfrm>
              </p:grpSpPr>
              <p:sp>
                <p:nvSpPr>
                  <p:cNvPr id="1429" name="Google Shape;1429;p1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30" name="Google Shape;1430;p1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431" name="Google Shape;1431;p1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32" name="Google Shape;1432;p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33" name="Google Shape;1433;p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34" name="Google Shape;1434;p1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35" name="Google Shape;1435;p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36" name="Google Shape;1436;p1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37" name="Google Shape;1437;p1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38" name="Google Shape;1438;p1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39" name="Google Shape;1439;p1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440" name="Google Shape;1440;p1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41" name="Google Shape;1441;p1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pic>
            <p:nvPicPr>
              <p:cNvPr descr="A close up of a logo&#10;&#10;Description automatically generated" id="1442" name="Google Shape;1442;p15"/>
              <p:cNvPicPr preferRelativeResize="0"/>
              <p:nvPr/>
            </p:nvPicPr>
            <p:blipFill rotWithShape="1">
              <a:blip r:embed="rId10">
                <a:alphaModFix/>
              </a:blip>
              <a:srcRect b="0" l="0" r="0" t="0"/>
              <a:stretch/>
            </p:blipFill>
            <p:spPr>
              <a:xfrm>
                <a:off x="8347293" y="3513793"/>
                <a:ext cx="429108" cy="419677"/>
              </a:xfrm>
              <a:prstGeom prst="rect">
                <a:avLst/>
              </a:prstGeom>
              <a:noFill/>
              <a:ln>
                <a:noFill/>
              </a:ln>
            </p:spPr>
          </p:pic>
          <p:pic>
            <p:nvPicPr>
              <p:cNvPr descr="A close up of a logo&#10;&#10;Description automatically generated" id="1443" name="Google Shape;1443;p15"/>
              <p:cNvPicPr preferRelativeResize="0"/>
              <p:nvPr/>
            </p:nvPicPr>
            <p:blipFill rotWithShape="1">
              <a:blip r:embed="rId10">
                <a:alphaModFix/>
              </a:blip>
              <a:srcRect b="0" l="0" r="0" t="0"/>
              <a:stretch/>
            </p:blipFill>
            <p:spPr>
              <a:xfrm>
                <a:off x="8852720" y="4082881"/>
                <a:ext cx="429108" cy="419677"/>
              </a:xfrm>
              <a:prstGeom prst="rect">
                <a:avLst/>
              </a:prstGeom>
              <a:noFill/>
              <a:ln>
                <a:noFill/>
              </a:ln>
            </p:spPr>
          </p:pic>
          <p:pic>
            <p:nvPicPr>
              <p:cNvPr descr="A close up of a logo&#10;&#10;Description automatically generated" id="1444" name="Google Shape;1444;p15"/>
              <p:cNvPicPr preferRelativeResize="0"/>
              <p:nvPr/>
            </p:nvPicPr>
            <p:blipFill rotWithShape="1">
              <a:blip r:embed="rId10">
                <a:alphaModFix/>
              </a:blip>
              <a:srcRect b="0" l="0" r="0" t="0"/>
              <a:stretch/>
            </p:blipFill>
            <p:spPr>
              <a:xfrm>
                <a:off x="8754336" y="2618684"/>
                <a:ext cx="429108" cy="419677"/>
              </a:xfrm>
              <a:prstGeom prst="rect">
                <a:avLst/>
              </a:prstGeom>
              <a:noFill/>
              <a:ln>
                <a:noFill/>
              </a:ln>
            </p:spPr>
          </p:pic>
          <p:pic>
            <p:nvPicPr>
              <p:cNvPr descr="A close up of a logo&#10;&#10;Description automatically generated" id="1445" name="Google Shape;1445;p15"/>
              <p:cNvPicPr preferRelativeResize="0"/>
              <p:nvPr/>
            </p:nvPicPr>
            <p:blipFill rotWithShape="1">
              <a:blip r:embed="rId10">
                <a:alphaModFix/>
              </a:blip>
              <a:srcRect b="0" l="0" r="0" t="0"/>
              <a:stretch/>
            </p:blipFill>
            <p:spPr>
              <a:xfrm>
                <a:off x="9306063" y="2105539"/>
                <a:ext cx="429108" cy="419677"/>
              </a:xfrm>
              <a:prstGeom prst="rect">
                <a:avLst/>
              </a:prstGeom>
              <a:noFill/>
              <a:ln>
                <a:noFill/>
              </a:ln>
            </p:spPr>
          </p:pic>
          <p:pic>
            <p:nvPicPr>
              <p:cNvPr descr="A close up of a logo&#10;&#10;Description automatically generated" id="1446" name="Google Shape;1446;p15"/>
              <p:cNvPicPr preferRelativeResize="0"/>
              <p:nvPr/>
            </p:nvPicPr>
            <p:blipFill rotWithShape="1">
              <a:blip r:embed="rId10">
                <a:alphaModFix/>
              </a:blip>
              <a:srcRect b="0" l="0" r="0" t="0"/>
              <a:stretch/>
            </p:blipFill>
            <p:spPr>
              <a:xfrm>
                <a:off x="10615931" y="2200065"/>
                <a:ext cx="429108" cy="419677"/>
              </a:xfrm>
              <a:prstGeom prst="rect">
                <a:avLst/>
              </a:prstGeom>
              <a:noFill/>
              <a:ln>
                <a:noFill/>
              </a:ln>
            </p:spPr>
          </p:pic>
          <p:pic>
            <p:nvPicPr>
              <p:cNvPr descr="A close up of a logo&#10;&#10;Description automatically generated" id="1447" name="Google Shape;1447;p15"/>
              <p:cNvPicPr preferRelativeResize="0"/>
              <p:nvPr/>
            </p:nvPicPr>
            <p:blipFill rotWithShape="1">
              <a:blip r:embed="rId10">
                <a:alphaModFix/>
              </a:blip>
              <a:srcRect b="0" l="0" r="0" t="0"/>
              <a:stretch/>
            </p:blipFill>
            <p:spPr>
              <a:xfrm>
                <a:off x="10793411" y="4154256"/>
                <a:ext cx="429108" cy="419677"/>
              </a:xfrm>
              <a:prstGeom prst="rect">
                <a:avLst/>
              </a:prstGeom>
              <a:noFill/>
              <a:ln>
                <a:noFill/>
              </a:ln>
            </p:spPr>
          </p:pic>
          <p:sp>
            <p:nvSpPr>
              <p:cNvPr id="1448" name="Google Shape;1448;p15"/>
              <p:cNvSpPr txBox="1"/>
              <p:nvPr/>
            </p:nvSpPr>
            <p:spPr>
              <a:xfrm>
                <a:off x="8272461" y="5287403"/>
                <a:ext cx="4085350" cy="11726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10F90"/>
                  </a:buClr>
                  <a:buSzPts val="2400"/>
                  <a:buFont typeface="Calibri"/>
                  <a:buNone/>
                </a:pPr>
                <a:r>
                  <a:rPr b="0" i="0" lang="en-US" sz="2400" u="none" cap="none" strike="noStrike">
                    <a:solidFill>
                      <a:srgbClr val="010F90"/>
                    </a:solidFill>
                    <a:latin typeface="Calibri"/>
                    <a:ea typeface="Calibri"/>
                    <a:cs typeface="Calibri"/>
                    <a:sym typeface="Calibri"/>
                  </a:rPr>
                  <a:t>Internet (post-2005)</a:t>
                </a:r>
                <a:endParaRPr/>
              </a:p>
              <a:p>
                <a:pPr indent="-215900" lvl="0" marL="285750" marR="0" rtl="0" algn="l">
                  <a:lnSpc>
                    <a:spcPct val="90000"/>
                  </a:lnSpc>
                  <a:spcBef>
                    <a:spcPts val="0"/>
                  </a:spcBef>
                  <a:spcAft>
                    <a:spcPts val="0"/>
                  </a:spcAft>
                  <a:buClr>
                    <a:srgbClr val="0013A3"/>
                  </a:buClr>
                  <a:buSzPts val="1800"/>
                  <a:buFont typeface="Arial"/>
                  <a:buChar char="•"/>
                </a:pPr>
                <a:r>
                  <a:rPr lang="en-US" sz="1800">
                    <a:solidFill>
                      <a:schemeClr val="dk1"/>
                    </a:solidFill>
                    <a:latin typeface="Calibri"/>
                    <a:ea typeface="Calibri"/>
                    <a:cs typeface="Calibri"/>
                    <a:sym typeface="Calibri"/>
                  </a:rPr>
                  <a:t>programmable network devices</a:t>
                </a:r>
                <a:endParaRPr/>
              </a:p>
              <a:p>
                <a:pPr indent="-215900" lvl="0" marL="285750" marR="0" rtl="0" algn="l">
                  <a:lnSpc>
                    <a:spcPct val="90000"/>
                  </a:lnSpc>
                  <a:spcBef>
                    <a:spcPts val="0"/>
                  </a:spcBef>
                  <a:spcAft>
                    <a:spcPts val="0"/>
                  </a:spcAft>
                  <a:buClr>
                    <a:srgbClr val="0013A3"/>
                  </a:buClr>
                  <a:buSzPts val="1800"/>
                  <a:buFont typeface="Arial"/>
                  <a:buChar char="•"/>
                </a:pPr>
                <a:r>
                  <a:rPr b="0" i="0" lang="en-US" sz="1800" u="none" cap="none" strike="noStrike">
                    <a:solidFill>
                      <a:srgbClr val="000000"/>
                    </a:solidFill>
                    <a:latin typeface="Calibri"/>
                    <a:ea typeface="Calibri"/>
                    <a:cs typeface="Calibri"/>
                    <a:sym typeface="Calibri"/>
                  </a:rPr>
                  <a:t>intelligence, computing, massive application-level infrastructure at edge</a:t>
                </a:r>
                <a:endParaRPr/>
              </a:p>
            </p:txBody>
          </p:sp>
          <p:grpSp>
            <p:nvGrpSpPr>
              <p:cNvPr id="1449" name="Google Shape;1449;p15"/>
              <p:cNvGrpSpPr/>
              <p:nvPr/>
            </p:nvGrpSpPr>
            <p:grpSpPr>
              <a:xfrm>
                <a:off x="8678469" y="3231324"/>
                <a:ext cx="415925" cy="454737"/>
                <a:chOff x="8221279" y="806779"/>
                <a:chExt cx="415925" cy="454737"/>
              </a:xfrm>
            </p:grpSpPr>
            <p:grpSp>
              <p:nvGrpSpPr>
                <p:cNvPr id="1450" name="Google Shape;1450;p15"/>
                <p:cNvGrpSpPr/>
                <p:nvPr/>
              </p:nvGrpSpPr>
              <p:grpSpPr>
                <a:xfrm>
                  <a:off x="8221279" y="806779"/>
                  <a:ext cx="415925" cy="385763"/>
                  <a:chOff x="2751" y="1851"/>
                  <a:chExt cx="462" cy="478"/>
                </a:xfrm>
              </p:grpSpPr>
              <p:pic>
                <p:nvPicPr>
                  <p:cNvPr descr="iphone_stylized_small" id="1451" name="Google Shape;1451;p15"/>
                  <p:cNvPicPr preferRelativeResize="0"/>
                  <p:nvPr/>
                </p:nvPicPr>
                <p:blipFill rotWithShape="1">
                  <a:blip r:embed="rId11">
                    <a:alphaModFix/>
                  </a:blip>
                  <a:srcRect b="0" l="0" r="0" t="0"/>
                  <a:stretch/>
                </p:blipFill>
                <p:spPr>
                  <a:xfrm>
                    <a:off x="2928" y="1922"/>
                    <a:ext cx="152" cy="407"/>
                  </a:xfrm>
                  <a:prstGeom prst="rect">
                    <a:avLst/>
                  </a:prstGeom>
                  <a:noFill/>
                  <a:ln>
                    <a:noFill/>
                  </a:ln>
                </p:spPr>
              </p:pic>
              <p:pic>
                <p:nvPicPr>
                  <p:cNvPr descr="antenna_radiation_stylized" id="1452" name="Google Shape;1452;p15"/>
                  <p:cNvPicPr preferRelativeResize="0"/>
                  <p:nvPr/>
                </p:nvPicPr>
                <p:blipFill rotWithShape="1">
                  <a:blip r:embed="rId12">
                    <a:alphaModFix/>
                  </a:blip>
                  <a:srcRect b="0" l="0" r="0" t="0"/>
                  <a:stretch/>
                </p:blipFill>
                <p:spPr>
                  <a:xfrm>
                    <a:off x="2751" y="1851"/>
                    <a:ext cx="462" cy="110"/>
                  </a:xfrm>
                  <a:prstGeom prst="rect">
                    <a:avLst/>
                  </a:prstGeom>
                  <a:noFill/>
                  <a:ln>
                    <a:noFill/>
                  </a:ln>
                </p:spPr>
              </p:pic>
            </p:grpSp>
            <p:pic>
              <p:nvPicPr>
                <p:cNvPr descr="A close up of a logo&#10;&#10;Description automatically generated" id="1453" name="Google Shape;1453;p15"/>
                <p:cNvPicPr preferRelativeResize="0"/>
                <p:nvPr/>
              </p:nvPicPr>
              <p:blipFill rotWithShape="1">
                <a:blip r:embed="rId10">
                  <a:alphaModFix/>
                </a:blip>
                <a:srcRect b="0" l="0" r="0" t="0"/>
                <a:stretch/>
              </p:blipFill>
              <p:spPr>
                <a:xfrm>
                  <a:off x="8319654" y="999354"/>
                  <a:ext cx="268053" cy="262162"/>
                </a:xfrm>
                <a:prstGeom prst="rect">
                  <a:avLst/>
                </a:prstGeom>
                <a:noFill/>
                <a:ln>
                  <a:noFill/>
                </a:ln>
              </p:spPr>
            </p:pic>
          </p:grpSp>
          <p:grpSp>
            <p:nvGrpSpPr>
              <p:cNvPr id="1454" name="Google Shape;1454;p15"/>
              <p:cNvGrpSpPr/>
              <p:nvPr/>
            </p:nvGrpSpPr>
            <p:grpSpPr>
              <a:xfrm>
                <a:off x="9135670" y="2455469"/>
                <a:ext cx="415925" cy="454737"/>
                <a:chOff x="8221279" y="806779"/>
                <a:chExt cx="415925" cy="454737"/>
              </a:xfrm>
            </p:grpSpPr>
            <p:grpSp>
              <p:nvGrpSpPr>
                <p:cNvPr id="1455" name="Google Shape;1455;p15"/>
                <p:cNvGrpSpPr/>
                <p:nvPr/>
              </p:nvGrpSpPr>
              <p:grpSpPr>
                <a:xfrm>
                  <a:off x="8221279" y="806779"/>
                  <a:ext cx="415925" cy="385763"/>
                  <a:chOff x="2751" y="1851"/>
                  <a:chExt cx="462" cy="478"/>
                </a:xfrm>
              </p:grpSpPr>
              <p:pic>
                <p:nvPicPr>
                  <p:cNvPr descr="iphone_stylized_small" id="1456" name="Google Shape;1456;p15"/>
                  <p:cNvPicPr preferRelativeResize="0"/>
                  <p:nvPr/>
                </p:nvPicPr>
                <p:blipFill rotWithShape="1">
                  <a:blip r:embed="rId11">
                    <a:alphaModFix/>
                  </a:blip>
                  <a:srcRect b="0" l="0" r="0" t="0"/>
                  <a:stretch/>
                </p:blipFill>
                <p:spPr>
                  <a:xfrm>
                    <a:off x="2928" y="1922"/>
                    <a:ext cx="152" cy="407"/>
                  </a:xfrm>
                  <a:prstGeom prst="rect">
                    <a:avLst/>
                  </a:prstGeom>
                  <a:noFill/>
                  <a:ln>
                    <a:noFill/>
                  </a:ln>
                </p:spPr>
              </p:pic>
              <p:pic>
                <p:nvPicPr>
                  <p:cNvPr descr="antenna_radiation_stylized" id="1457" name="Google Shape;1457;p15"/>
                  <p:cNvPicPr preferRelativeResize="0"/>
                  <p:nvPr/>
                </p:nvPicPr>
                <p:blipFill rotWithShape="1">
                  <a:blip r:embed="rId12">
                    <a:alphaModFix/>
                  </a:blip>
                  <a:srcRect b="0" l="0" r="0" t="0"/>
                  <a:stretch/>
                </p:blipFill>
                <p:spPr>
                  <a:xfrm>
                    <a:off x="2751" y="1851"/>
                    <a:ext cx="462" cy="110"/>
                  </a:xfrm>
                  <a:prstGeom prst="rect">
                    <a:avLst/>
                  </a:prstGeom>
                  <a:noFill/>
                  <a:ln>
                    <a:noFill/>
                  </a:ln>
                </p:spPr>
              </p:pic>
            </p:grpSp>
            <p:pic>
              <p:nvPicPr>
                <p:cNvPr descr="A close up of a logo&#10;&#10;Description automatically generated" id="1458" name="Google Shape;1458;p15"/>
                <p:cNvPicPr preferRelativeResize="0"/>
                <p:nvPr/>
              </p:nvPicPr>
              <p:blipFill rotWithShape="1">
                <a:blip r:embed="rId10">
                  <a:alphaModFix/>
                </a:blip>
                <a:srcRect b="0" l="0" r="0" t="0"/>
                <a:stretch/>
              </p:blipFill>
              <p:spPr>
                <a:xfrm>
                  <a:off x="8319654" y="999354"/>
                  <a:ext cx="268053" cy="262162"/>
                </a:xfrm>
                <a:prstGeom prst="rect">
                  <a:avLst/>
                </a:prstGeom>
                <a:noFill/>
                <a:ln>
                  <a:noFill/>
                </a:ln>
              </p:spPr>
            </p:pic>
          </p:grpSp>
        </p:grpSp>
        <p:pic>
          <p:nvPicPr>
            <p:cNvPr descr="A picture containing artifact, building, brick, cake&#10;&#10;Description automatically generated" id="1459" name="Google Shape;1459;p15"/>
            <p:cNvPicPr preferRelativeResize="0"/>
            <p:nvPr/>
          </p:nvPicPr>
          <p:blipFill rotWithShape="1">
            <a:blip r:embed="rId4">
              <a:alphaModFix/>
            </a:blip>
            <a:srcRect b="0" l="0" r="0" t="0"/>
            <a:stretch/>
          </p:blipFill>
          <p:spPr>
            <a:xfrm>
              <a:off x="9686925" y="3148013"/>
              <a:ext cx="895350" cy="895350"/>
            </a:xfrm>
            <a:prstGeom prst="rect">
              <a:avLst/>
            </a:prstGeom>
            <a:noFill/>
            <a:ln>
              <a:noFill/>
            </a:ln>
          </p:spPr>
        </p:pic>
      </p:grpSp>
      <p:pic>
        <p:nvPicPr>
          <p:cNvPr descr="A close up of a logo&#10;&#10;Description automatically generated" id="1460" name="Google Shape;1460;p15"/>
          <p:cNvPicPr preferRelativeResize="0"/>
          <p:nvPr/>
        </p:nvPicPr>
        <p:blipFill rotWithShape="1">
          <a:blip r:embed="rId10">
            <a:alphaModFix/>
          </a:blip>
          <a:srcRect b="0" l="0" r="0" t="0"/>
          <a:stretch/>
        </p:blipFill>
        <p:spPr>
          <a:xfrm>
            <a:off x="9125079" y="2572464"/>
            <a:ext cx="797421" cy="779895"/>
          </a:xfrm>
          <a:prstGeom prst="rect">
            <a:avLst/>
          </a:prstGeom>
          <a:noFill/>
          <a:ln>
            <a:noFill/>
          </a:ln>
        </p:spPr>
      </p:pic>
      <p:grpSp>
        <p:nvGrpSpPr>
          <p:cNvPr id="1461" name="Google Shape;1461;p15"/>
          <p:cNvGrpSpPr/>
          <p:nvPr/>
        </p:nvGrpSpPr>
        <p:grpSpPr>
          <a:xfrm>
            <a:off x="9029832" y="1319926"/>
            <a:ext cx="2039235" cy="3523095"/>
            <a:chOff x="9458462" y="1519960"/>
            <a:chExt cx="2039235" cy="3523095"/>
          </a:xfrm>
        </p:grpSpPr>
        <p:grpSp>
          <p:nvGrpSpPr>
            <p:cNvPr id="1462" name="Google Shape;1462;p15"/>
            <p:cNvGrpSpPr/>
            <p:nvPr/>
          </p:nvGrpSpPr>
          <p:grpSpPr>
            <a:xfrm>
              <a:off x="9458462" y="1519960"/>
              <a:ext cx="1110980" cy="932295"/>
              <a:chOff x="8253126" y="-932295"/>
              <a:chExt cx="1110980" cy="932295"/>
            </a:xfrm>
          </p:grpSpPr>
          <p:grpSp>
            <p:nvGrpSpPr>
              <p:cNvPr id="1463" name="Google Shape;1463;p15"/>
              <p:cNvGrpSpPr/>
              <p:nvPr/>
            </p:nvGrpSpPr>
            <p:grpSpPr>
              <a:xfrm>
                <a:off x="8646606" y="-648336"/>
                <a:ext cx="717500" cy="648336"/>
                <a:chOff x="9034533" y="580804"/>
                <a:chExt cx="717500" cy="648336"/>
              </a:xfrm>
            </p:grpSpPr>
            <p:grpSp>
              <p:nvGrpSpPr>
                <p:cNvPr id="1464" name="Google Shape;1464;p15"/>
                <p:cNvGrpSpPr/>
                <p:nvPr/>
              </p:nvGrpSpPr>
              <p:grpSpPr>
                <a:xfrm>
                  <a:off x="9034533" y="580804"/>
                  <a:ext cx="594613" cy="648336"/>
                  <a:chOff x="5203089" y="1751190"/>
                  <a:chExt cx="858331" cy="662414"/>
                </a:xfrm>
              </p:grpSpPr>
              <p:sp>
                <p:nvSpPr>
                  <p:cNvPr id="1465" name="Google Shape;1465;p15"/>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66" name="Google Shape;1466;p15"/>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467" name="Google Shape;1467;p15"/>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468" name="Google Shape;1468;p15"/>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469" name="Google Shape;1469;p15"/>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470" name="Google Shape;1470;p15"/>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471" name="Google Shape;1471;p15"/>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472" name="Google Shape;1472;p15"/>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1473" name="Google Shape;1473;p15"/>
                <p:cNvGrpSpPr/>
                <p:nvPr/>
              </p:nvGrpSpPr>
              <p:grpSpPr>
                <a:xfrm>
                  <a:off x="9447245" y="815118"/>
                  <a:ext cx="304788" cy="405973"/>
                  <a:chOff x="5275406" y="2711455"/>
                  <a:chExt cx="452949" cy="405518"/>
                </a:xfrm>
              </p:grpSpPr>
              <p:pic>
                <p:nvPicPr>
                  <p:cNvPr descr="server_rack.png" id="1474" name="Google Shape;1474;p15"/>
                  <p:cNvPicPr preferRelativeResize="0"/>
                  <p:nvPr/>
                </p:nvPicPr>
                <p:blipFill rotWithShape="1">
                  <a:blip r:embed="rId13">
                    <a:alphaModFix/>
                  </a:blip>
                  <a:srcRect b="0" l="0" r="0" t="0"/>
                  <a:stretch/>
                </p:blipFill>
                <p:spPr>
                  <a:xfrm>
                    <a:off x="5537367" y="2770786"/>
                    <a:ext cx="190988" cy="313366"/>
                  </a:xfrm>
                  <a:prstGeom prst="rect">
                    <a:avLst/>
                  </a:prstGeom>
                  <a:noFill/>
                  <a:ln>
                    <a:noFill/>
                  </a:ln>
                </p:spPr>
              </p:pic>
              <p:pic>
                <p:nvPicPr>
                  <p:cNvPr descr="server_rack.png" id="1475" name="Google Shape;1475;p15"/>
                  <p:cNvPicPr preferRelativeResize="0"/>
                  <p:nvPr/>
                </p:nvPicPr>
                <p:blipFill rotWithShape="1">
                  <a:blip r:embed="rId13">
                    <a:alphaModFix/>
                  </a:blip>
                  <a:srcRect b="0" l="0" r="0" t="0"/>
                  <a:stretch/>
                </p:blipFill>
                <p:spPr>
                  <a:xfrm>
                    <a:off x="5275406" y="2764002"/>
                    <a:ext cx="190988" cy="313366"/>
                  </a:xfrm>
                  <a:prstGeom prst="rect">
                    <a:avLst/>
                  </a:prstGeom>
                  <a:noFill/>
                  <a:ln>
                    <a:noFill/>
                  </a:ln>
                </p:spPr>
              </p:pic>
              <p:pic>
                <p:nvPicPr>
                  <p:cNvPr descr="server_rack.png" id="1476" name="Google Shape;1476;p15"/>
                  <p:cNvPicPr preferRelativeResize="0"/>
                  <p:nvPr/>
                </p:nvPicPr>
                <p:blipFill rotWithShape="1">
                  <a:blip r:embed="rId13">
                    <a:alphaModFix/>
                  </a:blip>
                  <a:srcRect b="0" l="0" r="0" t="0"/>
                  <a:stretch/>
                </p:blipFill>
                <p:spPr>
                  <a:xfrm>
                    <a:off x="5385676" y="2711455"/>
                    <a:ext cx="247152" cy="405518"/>
                  </a:xfrm>
                  <a:prstGeom prst="rect">
                    <a:avLst/>
                  </a:prstGeom>
                  <a:noFill/>
                  <a:ln>
                    <a:noFill/>
                  </a:ln>
                </p:spPr>
              </p:pic>
            </p:grpSp>
          </p:grpSp>
          <p:pic>
            <p:nvPicPr>
              <p:cNvPr descr="A close up of a logo&#10;&#10;Description automatically generated" id="1477" name="Google Shape;1477;p15"/>
              <p:cNvPicPr preferRelativeResize="0"/>
              <p:nvPr/>
            </p:nvPicPr>
            <p:blipFill rotWithShape="1">
              <a:blip r:embed="rId10">
                <a:alphaModFix/>
              </a:blip>
              <a:srcRect b="0" l="0" r="0" t="0"/>
              <a:stretch/>
            </p:blipFill>
            <p:spPr>
              <a:xfrm>
                <a:off x="8253126" y="-932295"/>
                <a:ext cx="797421" cy="779895"/>
              </a:xfrm>
              <a:prstGeom prst="rect">
                <a:avLst/>
              </a:prstGeom>
              <a:noFill/>
              <a:ln>
                <a:noFill/>
              </a:ln>
            </p:spPr>
          </p:pic>
        </p:grpSp>
        <p:grpSp>
          <p:nvGrpSpPr>
            <p:cNvPr id="1478" name="Google Shape;1478;p15"/>
            <p:cNvGrpSpPr/>
            <p:nvPr/>
          </p:nvGrpSpPr>
          <p:grpSpPr>
            <a:xfrm>
              <a:off x="9541589" y="4110760"/>
              <a:ext cx="1110980" cy="932295"/>
              <a:chOff x="8253126" y="-932295"/>
              <a:chExt cx="1110980" cy="932295"/>
            </a:xfrm>
          </p:grpSpPr>
          <p:grpSp>
            <p:nvGrpSpPr>
              <p:cNvPr id="1479" name="Google Shape;1479;p15"/>
              <p:cNvGrpSpPr/>
              <p:nvPr/>
            </p:nvGrpSpPr>
            <p:grpSpPr>
              <a:xfrm>
                <a:off x="8646606" y="-648336"/>
                <a:ext cx="717500" cy="648336"/>
                <a:chOff x="9034533" y="580804"/>
                <a:chExt cx="717500" cy="648336"/>
              </a:xfrm>
            </p:grpSpPr>
            <p:grpSp>
              <p:nvGrpSpPr>
                <p:cNvPr id="1480" name="Google Shape;1480;p15"/>
                <p:cNvGrpSpPr/>
                <p:nvPr/>
              </p:nvGrpSpPr>
              <p:grpSpPr>
                <a:xfrm>
                  <a:off x="9034533" y="580804"/>
                  <a:ext cx="594613" cy="648336"/>
                  <a:chOff x="5203089" y="1751190"/>
                  <a:chExt cx="858331" cy="662414"/>
                </a:xfrm>
              </p:grpSpPr>
              <p:sp>
                <p:nvSpPr>
                  <p:cNvPr id="1481" name="Google Shape;1481;p15"/>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82" name="Google Shape;1482;p15"/>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483" name="Google Shape;1483;p15"/>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484" name="Google Shape;1484;p15"/>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485" name="Google Shape;1485;p15"/>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486" name="Google Shape;1486;p15"/>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487" name="Google Shape;1487;p15"/>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488" name="Google Shape;1488;p15"/>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1489" name="Google Shape;1489;p15"/>
                <p:cNvGrpSpPr/>
                <p:nvPr/>
              </p:nvGrpSpPr>
              <p:grpSpPr>
                <a:xfrm>
                  <a:off x="9447245" y="815118"/>
                  <a:ext cx="304788" cy="405973"/>
                  <a:chOff x="5275406" y="2711455"/>
                  <a:chExt cx="452949" cy="405518"/>
                </a:xfrm>
              </p:grpSpPr>
              <p:pic>
                <p:nvPicPr>
                  <p:cNvPr descr="server_rack.png" id="1490" name="Google Shape;1490;p15"/>
                  <p:cNvPicPr preferRelativeResize="0"/>
                  <p:nvPr/>
                </p:nvPicPr>
                <p:blipFill rotWithShape="1">
                  <a:blip r:embed="rId13">
                    <a:alphaModFix/>
                  </a:blip>
                  <a:srcRect b="0" l="0" r="0" t="0"/>
                  <a:stretch/>
                </p:blipFill>
                <p:spPr>
                  <a:xfrm>
                    <a:off x="5537367" y="2770786"/>
                    <a:ext cx="190988" cy="313366"/>
                  </a:xfrm>
                  <a:prstGeom prst="rect">
                    <a:avLst/>
                  </a:prstGeom>
                  <a:noFill/>
                  <a:ln>
                    <a:noFill/>
                  </a:ln>
                </p:spPr>
              </p:pic>
              <p:pic>
                <p:nvPicPr>
                  <p:cNvPr descr="server_rack.png" id="1491" name="Google Shape;1491;p15"/>
                  <p:cNvPicPr preferRelativeResize="0"/>
                  <p:nvPr/>
                </p:nvPicPr>
                <p:blipFill rotWithShape="1">
                  <a:blip r:embed="rId13">
                    <a:alphaModFix/>
                  </a:blip>
                  <a:srcRect b="0" l="0" r="0" t="0"/>
                  <a:stretch/>
                </p:blipFill>
                <p:spPr>
                  <a:xfrm>
                    <a:off x="5275406" y="2764002"/>
                    <a:ext cx="190988" cy="313366"/>
                  </a:xfrm>
                  <a:prstGeom prst="rect">
                    <a:avLst/>
                  </a:prstGeom>
                  <a:noFill/>
                  <a:ln>
                    <a:noFill/>
                  </a:ln>
                </p:spPr>
              </p:pic>
              <p:pic>
                <p:nvPicPr>
                  <p:cNvPr descr="server_rack.png" id="1492" name="Google Shape;1492;p15"/>
                  <p:cNvPicPr preferRelativeResize="0"/>
                  <p:nvPr/>
                </p:nvPicPr>
                <p:blipFill rotWithShape="1">
                  <a:blip r:embed="rId13">
                    <a:alphaModFix/>
                  </a:blip>
                  <a:srcRect b="0" l="0" r="0" t="0"/>
                  <a:stretch/>
                </p:blipFill>
                <p:spPr>
                  <a:xfrm>
                    <a:off x="5385676" y="2711455"/>
                    <a:ext cx="247152" cy="405518"/>
                  </a:xfrm>
                  <a:prstGeom prst="rect">
                    <a:avLst/>
                  </a:prstGeom>
                  <a:noFill/>
                  <a:ln>
                    <a:noFill/>
                  </a:ln>
                </p:spPr>
              </p:pic>
            </p:grpSp>
          </p:grpSp>
          <p:pic>
            <p:nvPicPr>
              <p:cNvPr descr="A close up of a logo&#10;&#10;Description automatically generated" id="1493" name="Google Shape;1493;p15"/>
              <p:cNvPicPr preferRelativeResize="0"/>
              <p:nvPr/>
            </p:nvPicPr>
            <p:blipFill rotWithShape="1">
              <a:blip r:embed="rId10">
                <a:alphaModFix/>
              </a:blip>
              <a:srcRect b="0" l="0" r="0" t="0"/>
              <a:stretch/>
            </p:blipFill>
            <p:spPr>
              <a:xfrm>
                <a:off x="8253126" y="-932295"/>
                <a:ext cx="797421" cy="779895"/>
              </a:xfrm>
              <a:prstGeom prst="rect">
                <a:avLst/>
              </a:prstGeom>
              <a:noFill/>
              <a:ln>
                <a:noFill/>
              </a:ln>
            </p:spPr>
          </p:pic>
        </p:grpSp>
        <p:grpSp>
          <p:nvGrpSpPr>
            <p:cNvPr id="1494" name="Google Shape;1494;p15"/>
            <p:cNvGrpSpPr/>
            <p:nvPr/>
          </p:nvGrpSpPr>
          <p:grpSpPr>
            <a:xfrm>
              <a:off x="10386717" y="3002396"/>
              <a:ext cx="1110980" cy="932295"/>
              <a:chOff x="8253126" y="-932295"/>
              <a:chExt cx="1110980" cy="932295"/>
            </a:xfrm>
          </p:grpSpPr>
          <p:grpSp>
            <p:nvGrpSpPr>
              <p:cNvPr id="1495" name="Google Shape;1495;p15"/>
              <p:cNvGrpSpPr/>
              <p:nvPr/>
            </p:nvGrpSpPr>
            <p:grpSpPr>
              <a:xfrm>
                <a:off x="8646606" y="-648336"/>
                <a:ext cx="717500" cy="648336"/>
                <a:chOff x="9034533" y="580804"/>
                <a:chExt cx="717500" cy="648336"/>
              </a:xfrm>
            </p:grpSpPr>
            <p:grpSp>
              <p:nvGrpSpPr>
                <p:cNvPr id="1496" name="Google Shape;1496;p15"/>
                <p:cNvGrpSpPr/>
                <p:nvPr/>
              </p:nvGrpSpPr>
              <p:grpSpPr>
                <a:xfrm>
                  <a:off x="9034533" y="580804"/>
                  <a:ext cx="594613" cy="648336"/>
                  <a:chOff x="5203089" y="1751190"/>
                  <a:chExt cx="858331" cy="662414"/>
                </a:xfrm>
              </p:grpSpPr>
              <p:sp>
                <p:nvSpPr>
                  <p:cNvPr id="1497" name="Google Shape;1497;p15"/>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98" name="Google Shape;1498;p15"/>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499" name="Google Shape;1499;p15"/>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500" name="Google Shape;1500;p15"/>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501" name="Google Shape;1501;p15"/>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502" name="Google Shape;1502;p15"/>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503" name="Google Shape;1503;p15"/>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504" name="Google Shape;1504;p15"/>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1505" name="Google Shape;1505;p15"/>
                <p:cNvGrpSpPr/>
                <p:nvPr/>
              </p:nvGrpSpPr>
              <p:grpSpPr>
                <a:xfrm>
                  <a:off x="9447245" y="815118"/>
                  <a:ext cx="304788" cy="405973"/>
                  <a:chOff x="5275406" y="2711455"/>
                  <a:chExt cx="452949" cy="405518"/>
                </a:xfrm>
              </p:grpSpPr>
              <p:pic>
                <p:nvPicPr>
                  <p:cNvPr descr="server_rack.png" id="1506" name="Google Shape;1506;p15"/>
                  <p:cNvPicPr preferRelativeResize="0"/>
                  <p:nvPr/>
                </p:nvPicPr>
                <p:blipFill rotWithShape="1">
                  <a:blip r:embed="rId13">
                    <a:alphaModFix/>
                  </a:blip>
                  <a:srcRect b="0" l="0" r="0" t="0"/>
                  <a:stretch/>
                </p:blipFill>
                <p:spPr>
                  <a:xfrm>
                    <a:off x="5537367" y="2770786"/>
                    <a:ext cx="190988" cy="313366"/>
                  </a:xfrm>
                  <a:prstGeom prst="rect">
                    <a:avLst/>
                  </a:prstGeom>
                  <a:noFill/>
                  <a:ln>
                    <a:noFill/>
                  </a:ln>
                </p:spPr>
              </p:pic>
              <p:pic>
                <p:nvPicPr>
                  <p:cNvPr descr="server_rack.png" id="1507" name="Google Shape;1507;p15"/>
                  <p:cNvPicPr preferRelativeResize="0"/>
                  <p:nvPr/>
                </p:nvPicPr>
                <p:blipFill rotWithShape="1">
                  <a:blip r:embed="rId13">
                    <a:alphaModFix/>
                  </a:blip>
                  <a:srcRect b="0" l="0" r="0" t="0"/>
                  <a:stretch/>
                </p:blipFill>
                <p:spPr>
                  <a:xfrm>
                    <a:off x="5275406" y="2764002"/>
                    <a:ext cx="190988" cy="313366"/>
                  </a:xfrm>
                  <a:prstGeom prst="rect">
                    <a:avLst/>
                  </a:prstGeom>
                  <a:noFill/>
                  <a:ln>
                    <a:noFill/>
                  </a:ln>
                </p:spPr>
              </p:pic>
              <p:pic>
                <p:nvPicPr>
                  <p:cNvPr descr="server_rack.png" id="1508" name="Google Shape;1508;p15"/>
                  <p:cNvPicPr preferRelativeResize="0"/>
                  <p:nvPr/>
                </p:nvPicPr>
                <p:blipFill rotWithShape="1">
                  <a:blip r:embed="rId13">
                    <a:alphaModFix/>
                  </a:blip>
                  <a:srcRect b="0" l="0" r="0" t="0"/>
                  <a:stretch/>
                </p:blipFill>
                <p:spPr>
                  <a:xfrm>
                    <a:off x="5385676" y="2711455"/>
                    <a:ext cx="247152" cy="405518"/>
                  </a:xfrm>
                  <a:prstGeom prst="rect">
                    <a:avLst/>
                  </a:prstGeom>
                  <a:noFill/>
                  <a:ln>
                    <a:noFill/>
                  </a:ln>
                </p:spPr>
              </p:pic>
            </p:grpSp>
          </p:grpSp>
          <p:pic>
            <p:nvPicPr>
              <p:cNvPr descr="A close up of a logo&#10;&#10;Description automatically generated" id="1509" name="Google Shape;1509;p15"/>
              <p:cNvPicPr preferRelativeResize="0"/>
              <p:nvPr/>
            </p:nvPicPr>
            <p:blipFill rotWithShape="1">
              <a:blip r:embed="rId10">
                <a:alphaModFix/>
              </a:blip>
              <a:srcRect b="0" l="0" r="0" t="0"/>
              <a:stretch/>
            </p:blipFill>
            <p:spPr>
              <a:xfrm>
                <a:off x="8253126" y="-932295"/>
                <a:ext cx="797421" cy="779895"/>
              </a:xfrm>
              <a:prstGeom prst="rect">
                <a:avLst/>
              </a:prstGeom>
              <a:noFill/>
              <a:ln>
                <a:noFill/>
              </a:ln>
            </p:spPr>
          </p:pic>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5"/>
                                        </p:tgtEl>
                                        <p:attrNameLst>
                                          <p:attrName>style.visibility</p:attrName>
                                        </p:attrNameLst>
                                      </p:cBhvr>
                                      <p:to>
                                        <p:strVal val="visible"/>
                                      </p:to>
                                    </p:set>
                                    <p:animEffect filter="fade" transition="in">
                                      <p:cBhvr>
                                        <p:cTn dur="500"/>
                                        <p:tgtEl>
                                          <p:spTgt spid="10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0"/>
                                        </p:tgtEl>
                                        <p:attrNameLst>
                                          <p:attrName>style.visibility</p:attrName>
                                        </p:attrNameLst>
                                      </p:cBhvr>
                                      <p:to>
                                        <p:strVal val="visible"/>
                                      </p:to>
                                    </p:set>
                                    <p:animEffect filter="fade" transition="in">
                                      <p:cBhvr>
                                        <p:cTn dur="500"/>
                                        <p:tgtEl>
                                          <p:spTgt spid="11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7"/>
                                        </p:tgtEl>
                                        <p:attrNameLst>
                                          <p:attrName>style.visibility</p:attrName>
                                        </p:attrNameLst>
                                      </p:cBhvr>
                                      <p:to>
                                        <p:strVal val="visible"/>
                                      </p:to>
                                    </p:set>
                                    <p:animEffect filter="fade" transition="in">
                                      <p:cBhvr>
                                        <p:cTn dur="500"/>
                                        <p:tgtEl>
                                          <p:spTgt spid="12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0"/>
                                        </p:tgtEl>
                                        <p:attrNameLst>
                                          <p:attrName>style.visibility</p:attrName>
                                        </p:attrNameLst>
                                      </p:cBhvr>
                                      <p:to>
                                        <p:strVal val="visible"/>
                                      </p:to>
                                    </p:set>
                                    <p:animEffect filter="fade" transition="in">
                                      <p:cBhvr>
                                        <p:cTn dur="500"/>
                                        <p:tgtEl>
                                          <p:spTgt spid="14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1"/>
                                        </p:tgtEl>
                                        <p:attrNameLst>
                                          <p:attrName>style.visibility</p:attrName>
                                        </p:attrNameLst>
                                      </p:cBhvr>
                                      <p:to>
                                        <p:strVal val="visible"/>
                                      </p:to>
                                    </p:set>
                                    <p:animEffect filter="fade" transition="in">
                                      <p:cBhvr>
                                        <p:cTn dur="500"/>
                                        <p:tgtEl>
                                          <p:spTgt spid="14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4" name="Shape 1514"/>
        <p:cNvGrpSpPr/>
        <p:nvPr/>
      </p:nvGrpSpPr>
      <p:grpSpPr>
        <a:xfrm>
          <a:off x="0" y="0"/>
          <a:ext cx="0" cy="0"/>
          <a:chOff x="0" y="0"/>
          <a:chExt cx="0" cy="0"/>
        </a:xfrm>
      </p:grpSpPr>
      <p:sp>
        <p:nvSpPr>
          <p:cNvPr id="1515" name="Google Shape;1515;p16"/>
          <p:cNvSpPr txBox="1"/>
          <p:nvPr>
            <p:ph idx="1" type="body"/>
          </p:nvPr>
        </p:nvSpPr>
        <p:spPr>
          <a:xfrm>
            <a:off x="943897" y="4660822"/>
            <a:ext cx="10220632" cy="1798638"/>
          </a:xfrm>
          <a:prstGeom prst="rect">
            <a:avLst/>
          </a:prstGeom>
          <a:noFill/>
          <a:ln>
            <a:noFill/>
          </a:ln>
        </p:spPr>
        <p:txBody>
          <a:bodyPr anchorCtr="0" anchor="t" bIns="45700" lIns="91425" spcFirstLastPara="1" rIns="91425" wrap="square" tIns="45700">
            <a:normAutofit/>
          </a:bodyPr>
          <a:lstStyle/>
          <a:p>
            <a:pPr indent="-393699" lvl="0" marL="407988" rtl="0" algn="l">
              <a:lnSpc>
                <a:spcPct val="90000"/>
              </a:lnSpc>
              <a:spcBef>
                <a:spcPts val="0"/>
              </a:spcBef>
              <a:spcAft>
                <a:spcPts val="0"/>
              </a:spcAft>
              <a:buSzPts val="2800"/>
              <a:buNone/>
            </a:pPr>
            <a:r>
              <a:rPr i="1" lang="en-US">
                <a:solidFill>
                  <a:srgbClr val="CC0000"/>
                </a:solidFill>
              </a:rPr>
              <a:t>Question: </a:t>
            </a:r>
            <a:r>
              <a:rPr lang="en-US"/>
              <a:t>how are forwarding tables (destination-based forwarding) or flow tables (generalized forwarding) computed?</a:t>
            </a:r>
            <a:endParaRPr/>
          </a:p>
          <a:p>
            <a:pPr indent="0" lvl="0" marL="0" rtl="0" algn="l">
              <a:lnSpc>
                <a:spcPct val="90000"/>
              </a:lnSpc>
              <a:spcBef>
                <a:spcPts val="1000"/>
              </a:spcBef>
              <a:spcAft>
                <a:spcPts val="0"/>
              </a:spcAft>
              <a:buSzPts val="2800"/>
              <a:buNone/>
            </a:pPr>
            <a:r>
              <a:rPr i="1" lang="en-US">
                <a:solidFill>
                  <a:srgbClr val="CC0000"/>
                </a:solidFill>
              </a:rPr>
              <a:t>Answer: </a:t>
            </a:r>
            <a:r>
              <a:rPr lang="en-US"/>
              <a:t>by the control plane (next chapter)</a:t>
            </a:r>
            <a:endParaRPr/>
          </a:p>
        </p:txBody>
      </p:sp>
      <p:sp>
        <p:nvSpPr>
          <p:cNvPr id="1516" name="Google Shape;1516;p16"/>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4: done!</a:t>
            </a:r>
            <a:endParaRPr/>
          </a:p>
        </p:txBody>
      </p:sp>
      <p:pic>
        <p:nvPicPr>
          <p:cNvPr descr="A train crossing a bridge over a body of water&#10;&#10;Description automatically generated" id="1517" name="Google Shape;1517;p16"/>
          <p:cNvPicPr preferRelativeResize="0"/>
          <p:nvPr/>
        </p:nvPicPr>
        <p:blipFill rotWithShape="1">
          <a:blip r:embed="rId3">
            <a:alphaModFix/>
          </a:blip>
          <a:srcRect b="0" l="0" r="0" t="0"/>
          <a:stretch/>
        </p:blipFill>
        <p:spPr>
          <a:xfrm>
            <a:off x="7720321" y="1098976"/>
            <a:ext cx="3102316" cy="2326737"/>
          </a:xfrm>
          <a:prstGeom prst="rect">
            <a:avLst/>
          </a:prstGeom>
          <a:noFill/>
          <a:ln>
            <a:noFill/>
          </a:ln>
        </p:spPr>
      </p:pic>
      <p:grpSp>
        <p:nvGrpSpPr>
          <p:cNvPr id="1518" name="Google Shape;1518;p16"/>
          <p:cNvGrpSpPr/>
          <p:nvPr/>
        </p:nvGrpSpPr>
        <p:grpSpPr>
          <a:xfrm>
            <a:off x="740443" y="1568091"/>
            <a:ext cx="6618109" cy="2679445"/>
            <a:chOff x="637204" y="2128530"/>
            <a:chExt cx="6618109" cy="2679445"/>
          </a:xfrm>
        </p:grpSpPr>
        <p:sp>
          <p:nvSpPr>
            <p:cNvPr id="1519" name="Google Shape;1519;p16"/>
            <p:cNvSpPr txBox="1"/>
            <p:nvPr/>
          </p:nvSpPr>
          <p:spPr>
            <a:xfrm>
              <a:off x="641095" y="3687365"/>
              <a:ext cx="5479486" cy="1120610"/>
            </a:xfrm>
            <a:prstGeom prst="rect">
              <a:avLst/>
            </a:prstGeom>
            <a:noFill/>
            <a:ln>
              <a:noFill/>
            </a:ln>
          </p:spPr>
          <p:txBody>
            <a:bodyPr anchorCtr="0" anchor="t" bIns="45700" lIns="91425" spcFirstLastPara="1" rIns="91425" wrap="square" tIns="45700">
              <a:normAutofit/>
            </a:bodyPr>
            <a:lstStyle/>
            <a:p>
              <a:pPr indent="-277813" lvl="0" marL="407988" marR="0" rtl="0" algn="l">
                <a:lnSpc>
                  <a:spcPct val="90000"/>
                </a:lnSpc>
                <a:spcBef>
                  <a:spcPts val="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Generalized Forwarding, SDN</a:t>
              </a:r>
              <a:endParaRPr/>
            </a:p>
            <a:p>
              <a:pPr indent="-277813" lvl="0" marL="407988" marR="0" rtl="0" algn="l">
                <a:lnSpc>
                  <a:spcPct val="90000"/>
                </a:lnSpc>
                <a:spcBef>
                  <a:spcPts val="6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520" name="Google Shape;1520;p16"/>
            <p:cNvSpPr txBox="1"/>
            <p:nvPr/>
          </p:nvSpPr>
          <p:spPr>
            <a:xfrm>
              <a:off x="637204" y="2128530"/>
              <a:ext cx="6618109" cy="1617559"/>
            </a:xfrm>
            <a:prstGeom prst="rect">
              <a:avLst/>
            </a:prstGeom>
            <a:noFill/>
            <a:ln>
              <a:noFill/>
            </a:ln>
          </p:spPr>
          <p:txBody>
            <a:bodyPr anchorCtr="0" anchor="t" bIns="45700" lIns="91425" spcFirstLastPara="1" rIns="91425" wrap="square" tIns="45700">
              <a:noAutofit/>
            </a:bodyPr>
            <a:lstStyle/>
            <a:p>
              <a:pPr indent="-277813" lvl="0" marL="407988" marR="0" rtl="0" algn="l">
                <a:lnSpc>
                  <a:spcPct val="90000"/>
                </a:lnSpc>
                <a:spcBef>
                  <a:spcPts val="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Network layer: overview</a:t>
              </a:r>
              <a:endParaRPr/>
            </a:p>
            <a:p>
              <a:pPr indent="-277813" lvl="0" marL="407988" marR="0" rtl="0" algn="l">
                <a:lnSpc>
                  <a:spcPct val="90000"/>
                </a:lnSpc>
                <a:spcBef>
                  <a:spcPts val="6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What’s inside a router</a:t>
              </a:r>
              <a:endParaRPr/>
            </a:p>
            <a:p>
              <a:pPr indent="-277813" lvl="0" marL="407988" marR="0" rtl="0" algn="l">
                <a:lnSpc>
                  <a:spcPct val="90000"/>
                </a:lnSpc>
                <a:spcBef>
                  <a:spcPts val="6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IP: the Internet Protocol</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sp>
        <p:nvSpPr>
          <p:cNvPr id="1526" name="Google Shape;1526;p17"/>
          <p:cNvSpPr txBox="1"/>
          <p:nvPr>
            <p:ph type="title"/>
          </p:nvPr>
        </p:nvSpPr>
        <p:spPr>
          <a:xfrm>
            <a:off x="580529" y="650420"/>
            <a:ext cx="6551791" cy="165099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6000"/>
              <a:t>Network Layer:</a:t>
            </a:r>
            <a:br>
              <a:rPr lang="en-US" sz="6000"/>
            </a:br>
            <a:r>
              <a:rPr lang="en-US" sz="6000"/>
              <a:t>Data Plane</a:t>
            </a:r>
            <a:endParaRPr sz="6000"/>
          </a:p>
        </p:txBody>
      </p:sp>
      <p:grpSp>
        <p:nvGrpSpPr>
          <p:cNvPr id="1527" name="Google Shape;1527;p17"/>
          <p:cNvGrpSpPr/>
          <p:nvPr/>
        </p:nvGrpSpPr>
        <p:grpSpPr>
          <a:xfrm>
            <a:off x="7421880" y="792480"/>
            <a:ext cx="4399280" cy="3866277"/>
            <a:chOff x="7421880" y="792480"/>
            <a:chExt cx="4399280" cy="3866277"/>
          </a:xfrm>
        </p:grpSpPr>
        <p:pic>
          <p:nvPicPr>
            <p:cNvPr descr="University of Massachusetts Amherst - Wikipedia" id="1528" name="Google Shape;1528;p17"/>
            <p:cNvPicPr preferRelativeResize="0"/>
            <p:nvPr/>
          </p:nvPicPr>
          <p:blipFill rotWithShape="1">
            <a:blip r:embed="rId3">
              <a:alphaModFix/>
            </a:blip>
            <a:srcRect b="0" l="0" r="0" t="0"/>
            <a:stretch/>
          </p:blipFill>
          <p:spPr>
            <a:xfrm>
              <a:off x="10886440" y="2125980"/>
              <a:ext cx="848360" cy="848360"/>
            </a:xfrm>
            <a:prstGeom prst="rect">
              <a:avLst/>
            </a:prstGeom>
            <a:noFill/>
            <a:ln>
              <a:noFill/>
            </a:ln>
          </p:spPr>
        </p:pic>
        <p:sp>
          <p:nvSpPr>
            <p:cNvPr id="1529" name="Google Shape;1529;p17"/>
            <p:cNvSpPr txBox="1"/>
            <p:nvPr/>
          </p:nvSpPr>
          <p:spPr>
            <a:xfrm>
              <a:off x="7421880" y="792480"/>
              <a:ext cx="4399280" cy="138499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COMPSCI 453 </a:t>
              </a:r>
              <a:r>
                <a:rPr b="0" i="0" lang="en-US" sz="2800" u="none" cap="none" strike="noStrike">
                  <a:solidFill>
                    <a:srgbClr val="0013A3"/>
                  </a:solidFill>
                  <a:latin typeface="Calibri"/>
                  <a:ea typeface="Calibri"/>
                  <a:cs typeface="Calibri"/>
                  <a:sym typeface="Calibri"/>
                </a:rPr>
                <a:t>Computer Networks</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Professor Jim Kurose</a:t>
              </a:r>
              <a:endParaRPr/>
            </a:p>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College of Information and Computer Sciences</a:t>
              </a:r>
              <a:endParaRPr/>
            </a:p>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University of Massachusetts </a:t>
              </a:r>
              <a:endParaRPr/>
            </a:p>
          </p:txBody>
        </p:sp>
        <p:grpSp>
          <p:nvGrpSpPr>
            <p:cNvPr id="1530" name="Google Shape;1530;p17"/>
            <p:cNvGrpSpPr/>
            <p:nvPr/>
          </p:nvGrpSpPr>
          <p:grpSpPr>
            <a:xfrm>
              <a:off x="7884160" y="3304540"/>
              <a:ext cx="3857707" cy="1354217"/>
              <a:chOff x="7904480" y="4206240"/>
              <a:chExt cx="3857707" cy="1354217"/>
            </a:xfrm>
          </p:grpSpPr>
          <p:pic>
            <p:nvPicPr>
              <p:cNvPr descr="Kurose_CVR_REV2.jpg" id="1531" name="Google Shape;1531;p17"/>
              <p:cNvPicPr preferRelativeResize="0"/>
              <p:nvPr/>
            </p:nvPicPr>
            <p:blipFill rotWithShape="1">
              <a:blip r:embed="rId4">
                <a:alphaModFix/>
              </a:blip>
              <a:srcRect b="0" l="0" r="0" t="0"/>
              <a:stretch/>
            </p:blipFill>
            <p:spPr>
              <a:xfrm>
                <a:off x="10828020" y="4246880"/>
                <a:ext cx="934167" cy="1224438"/>
              </a:xfrm>
              <a:prstGeom prst="rect">
                <a:avLst/>
              </a:prstGeom>
              <a:noFill/>
              <a:ln>
                <a:noFill/>
              </a:ln>
            </p:spPr>
          </p:pic>
          <p:sp>
            <p:nvSpPr>
              <p:cNvPr id="1532" name="Google Shape;1532;p17"/>
              <p:cNvSpPr txBox="1"/>
              <p:nvPr/>
            </p:nvSpPr>
            <p:spPr>
              <a:xfrm>
                <a:off x="7904480" y="4206240"/>
                <a:ext cx="2885440" cy="135421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Class textbook: </a:t>
                </a:r>
                <a:endParaRPr/>
              </a:p>
              <a:p>
                <a:pPr indent="0" lvl="0" marL="0" marR="0" rtl="0" algn="r">
                  <a:lnSpc>
                    <a:spcPct val="100000"/>
                  </a:lnSpc>
                  <a:spcBef>
                    <a:spcPts val="0"/>
                  </a:spcBef>
                  <a:spcAft>
                    <a:spcPts val="0"/>
                  </a:spcAft>
                  <a:buClr>
                    <a:srgbClr val="000000"/>
                  </a:buClr>
                  <a:buSzPts val="1600"/>
                  <a:buFont typeface="Calibri"/>
                  <a:buNone/>
                </a:pPr>
                <a:r>
                  <a:rPr b="0" i="1" lang="en-US" sz="1600" u="none" cap="none" strike="noStrike">
                    <a:solidFill>
                      <a:srgbClr val="000000"/>
                    </a:solidFill>
                    <a:latin typeface="Calibri"/>
                    <a:ea typeface="Calibri"/>
                    <a:cs typeface="Calibri"/>
                    <a:sym typeface="Calibri"/>
                  </a:rPr>
                  <a:t>Computer Networking: A Top-Down Approach </a:t>
                </a:r>
                <a:r>
                  <a:rPr b="0" i="1" lang="en-US" sz="1400" u="none" cap="none" strike="noStrike">
                    <a:solidFill>
                      <a:srgbClr val="000000"/>
                    </a:solidFill>
                    <a:latin typeface="Calibri"/>
                    <a:ea typeface="Calibri"/>
                    <a:cs typeface="Calibri"/>
                    <a:sym typeface="Calibri"/>
                  </a:rPr>
                  <a:t>(8</a:t>
                </a:r>
                <a:r>
                  <a:rPr b="0" baseline="30000" i="1" lang="en-US" sz="1400" u="none" cap="none" strike="noStrike">
                    <a:solidFill>
                      <a:srgbClr val="000000"/>
                    </a:solidFill>
                    <a:latin typeface="Calibri"/>
                    <a:ea typeface="Calibri"/>
                    <a:cs typeface="Calibri"/>
                    <a:sym typeface="Calibri"/>
                  </a:rPr>
                  <a:t>th</a:t>
                </a:r>
                <a:r>
                  <a:rPr b="0" i="1" lang="en-US" sz="1400" u="none" cap="none" strike="noStrike">
                    <a:solidFill>
                      <a:srgbClr val="000000"/>
                    </a:solidFill>
                    <a:latin typeface="Calibri"/>
                    <a:ea typeface="Calibri"/>
                    <a:cs typeface="Calibri"/>
                    <a:sym typeface="Calibri"/>
                  </a:rPr>
                  <a:t> ed.)</a:t>
                </a:r>
                <a:endParaRPr b="0" i="1" sz="16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J.F. Kurose, K.W. Ross</a:t>
                </a:r>
                <a:endParaRPr/>
              </a:p>
              <a:p>
                <a:pPr indent="0" lvl="0" marL="0" marR="0" rtl="0" algn="r">
                  <a:lnSpc>
                    <a:spcPct val="100000"/>
                  </a:lnSpc>
                  <a:spcBef>
                    <a:spcPts val="0"/>
                  </a:spcBef>
                  <a:spcAft>
                    <a:spcPts val="0"/>
                  </a:spcAft>
                  <a:buClr>
                    <a:srgbClr val="000000"/>
                  </a:buClr>
                  <a:buSzPts val="1100"/>
                  <a:buFont typeface="Calibri"/>
                  <a:buNone/>
                </a:pPr>
                <a:r>
                  <a:rPr b="0" i="0" lang="en-US" sz="1100" u="none" cap="none" strike="noStrike">
                    <a:solidFill>
                      <a:srgbClr val="000000"/>
                    </a:solidFill>
                    <a:latin typeface="Calibri"/>
                    <a:ea typeface="Calibri"/>
                    <a:cs typeface="Calibri"/>
                    <a:sym typeface="Calibri"/>
                  </a:rPr>
                  <a:t>Pearson, 2020</a:t>
                </a:r>
                <a:endParaRPr/>
              </a:p>
              <a:p>
                <a:pPr indent="0" lvl="0" marL="0" marR="0" rtl="0" algn="r">
                  <a:lnSpc>
                    <a:spcPct val="10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http://gaia.cs.umass.edu/kurose_ross</a:t>
                </a:r>
                <a:endParaRPr b="0" i="0" sz="1100" u="none" cap="none" strike="noStrike">
                  <a:solidFill>
                    <a:srgbClr val="000000"/>
                  </a:solidFill>
                  <a:latin typeface="Calibri"/>
                  <a:ea typeface="Calibri"/>
                  <a:cs typeface="Calibri"/>
                  <a:sym typeface="Calibri"/>
                </a:endParaRPr>
              </a:p>
            </p:txBody>
          </p:sp>
        </p:grpSp>
      </p:grpSp>
      <p:sp>
        <p:nvSpPr>
          <p:cNvPr id="1533" name="Google Shape;1533;p17"/>
          <p:cNvSpPr txBox="1"/>
          <p:nvPr/>
        </p:nvSpPr>
        <p:spPr>
          <a:xfrm>
            <a:off x="461361" y="2307016"/>
            <a:ext cx="8539764" cy="4173132"/>
          </a:xfrm>
          <a:prstGeom prst="rect">
            <a:avLst/>
          </a:prstGeom>
          <a:noFill/>
          <a:ln>
            <a:noFill/>
          </a:ln>
        </p:spPr>
        <p:txBody>
          <a:bodyPr anchorCtr="0" anchor="t" bIns="45700" lIns="91425" spcFirstLastPara="1" rIns="91425" wrap="square" tIns="45700">
            <a:normAutofit fontScale="92500"/>
          </a:bodyPr>
          <a:lstStyle/>
          <a:p>
            <a:pPr indent="-285750" lvl="0" marL="403225" marR="0" rtl="0" algn="l">
              <a:lnSpc>
                <a:spcPct val="90000"/>
              </a:lnSpc>
              <a:spcBef>
                <a:spcPts val="0"/>
              </a:spcBef>
              <a:spcAft>
                <a:spcPts val="0"/>
              </a:spcAft>
              <a:buClr>
                <a:srgbClr val="BFBFBF"/>
              </a:buClr>
              <a:buSzPct val="100000"/>
              <a:buFont typeface="Noto Sans Symbols"/>
              <a:buChar char="▪"/>
            </a:pPr>
            <a:r>
              <a:rPr lang="en-US" sz="2800">
                <a:solidFill>
                  <a:srgbClr val="BFBFBF"/>
                </a:solidFill>
                <a:latin typeface="Calibri"/>
                <a:ea typeface="Calibri"/>
                <a:cs typeface="Calibri"/>
                <a:sym typeface="Calibri"/>
              </a:rPr>
              <a:t>Overview of Network Layer</a:t>
            </a:r>
            <a:r>
              <a:rPr lang="en-US" sz="3600">
                <a:solidFill>
                  <a:schemeClr val="dk1"/>
                </a:solidFill>
                <a:latin typeface="Calibri"/>
                <a:ea typeface="Calibri"/>
                <a:cs typeface="Calibri"/>
                <a:sym typeface="Calibri"/>
              </a:rPr>
              <a:t>	 </a:t>
            </a:r>
            <a:endParaRPr/>
          </a:p>
          <a:p>
            <a:pPr indent="-285750" lvl="0" marL="403225" marR="0" rtl="0" algn="l">
              <a:lnSpc>
                <a:spcPct val="90000"/>
              </a:lnSpc>
              <a:spcBef>
                <a:spcPts val="800"/>
              </a:spcBef>
              <a:spcAft>
                <a:spcPts val="0"/>
              </a:spcAft>
              <a:buClr>
                <a:srgbClr val="BFBFBF"/>
              </a:buClr>
              <a:buSzPct val="100000"/>
              <a:buFont typeface="Noto Sans Symbols"/>
              <a:buChar char="▪"/>
            </a:pPr>
            <a:r>
              <a:rPr lang="en-US" sz="2800">
                <a:solidFill>
                  <a:srgbClr val="BFBFBF"/>
                </a:solidFill>
                <a:latin typeface="Calibri"/>
                <a:ea typeface="Calibri"/>
                <a:cs typeface="Calibri"/>
                <a:sym typeface="Calibri"/>
              </a:rPr>
              <a:t>What’s Inside a Router? </a:t>
            </a:r>
            <a:endParaRPr/>
          </a:p>
          <a:p>
            <a:pPr indent="-285750" lvl="0" marL="403225" marR="0" rtl="0" algn="l">
              <a:lnSpc>
                <a:spcPct val="90000"/>
              </a:lnSpc>
              <a:spcBef>
                <a:spcPts val="800"/>
              </a:spcBef>
              <a:spcAft>
                <a:spcPts val="0"/>
              </a:spcAft>
              <a:buClr>
                <a:srgbClr val="BFBFBF"/>
              </a:buClr>
              <a:buSzPct val="100000"/>
              <a:buFont typeface="Noto Sans Symbols"/>
              <a:buChar char="▪"/>
            </a:pPr>
            <a:r>
              <a:rPr lang="en-US" sz="2800">
                <a:solidFill>
                  <a:srgbClr val="BFBFBF"/>
                </a:solidFill>
                <a:latin typeface="Calibri"/>
                <a:ea typeface="Calibri"/>
                <a:cs typeface="Calibri"/>
                <a:sym typeface="Calibri"/>
              </a:rPr>
              <a:t>The Internet Protocol: IPv4, Addressing, NAT IPv6</a:t>
            </a:r>
            <a:endParaRPr/>
          </a:p>
          <a:p>
            <a:pPr indent="-285750" lvl="0" marL="403225" marR="0" rtl="0" algn="l">
              <a:lnSpc>
                <a:spcPct val="90000"/>
              </a:lnSpc>
              <a:spcBef>
                <a:spcPts val="800"/>
              </a:spcBef>
              <a:spcAft>
                <a:spcPts val="0"/>
              </a:spcAft>
              <a:buClr>
                <a:srgbClr val="BFBFBF"/>
              </a:buClr>
              <a:buSzPct val="100000"/>
              <a:buFont typeface="Noto Sans Symbols"/>
              <a:buChar char="▪"/>
            </a:pPr>
            <a:r>
              <a:rPr lang="en-US" sz="2800">
                <a:solidFill>
                  <a:srgbClr val="BFBFBF"/>
                </a:solidFill>
                <a:latin typeface="Calibri"/>
                <a:ea typeface="Calibri"/>
                <a:cs typeface="Calibri"/>
                <a:sym typeface="Calibri"/>
              </a:rPr>
              <a:t>Generalized Forwarding and SDN </a:t>
            </a:r>
            <a:endParaRPr/>
          </a:p>
          <a:p>
            <a:pPr indent="-285750" lvl="0" marL="403225" marR="0" rtl="0" algn="l">
              <a:lnSpc>
                <a:spcPct val="90000"/>
              </a:lnSpc>
              <a:spcBef>
                <a:spcPts val="800"/>
              </a:spcBef>
              <a:spcAft>
                <a:spcPts val="0"/>
              </a:spcAft>
              <a:buClr>
                <a:srgbClr val="0013A3"/>
              </a:buClr>
              <a:buSzPct val="100000"/>
              <a:buFont typeface="Noto Sans Symbols"/>
              <a:buChar char="▪"/>
            </a:pPr>
            <a:r>
              <a:rPr lang="en-US" sz="3600">
                <a:solidFill>
                  <a:schemeClr val="dk1"/>
                </a:solidFill>
                <a:latin typeface="Calibri"/>
                <a:ea typeface="Calibri"/>
                <a:cs typeface="Calibri"/>
                <a:sym typeface="Calibri"/>
              </a:rPr>
              <a:t>Middleboxes</a:t>
            </a:r>
            <a:endParaRPr/>
          </a:p>
          <a:p>
            <a:pPr indent="-285750" lvl="1" marL="746125" marR="0" rtl="0" algn="l">
              <a:lnSpc>
                <a:spcPct val="90000"/>
              </a:lnSpc>
              <a:spcBef>
                <a:spcPts val="800"/>
              </a:spcBef>
              <a:spcAft>
                <a:spcPts val="0"/>
              </a:spcAft>
              <a:buClr>
                <a:srgbClr val="0013A3"/>
              </a:buClr>
              <a:buSzPct val="100000"/>
              <a:buFont typeface="Arial"/>
              <a:buChar char="•"/>
            </a:pPr>
            <a:r>
              <a:rPr b="0" i="0" lang="en-US" sz="3200" u="none" cap="none" strike="noStrike">
                <a:solidFill>
                  <a:schemeClr val="dk1"/>
                </a:solidFill>
                <a:latin typeface="Calibri"/>
                <a:ea typeface="Calibri"/>
                <a:cs typeface="Calibri"/>
                <a:sym typeface="Calibri"/>
              </a:rPr>
              <a:t>middlebox functions</a:t>
            </a:r>
            <a:endParaRPr/>
          </a:p>
          <a:p>
            <a:pPr indent="-285750" lvl="1" marL="746125" marR="0" rtl="0" algn="l">
              <a:lnSpc>
                <a:spcPct val="90000"/>
              </a:lnSpc>
              <a:spcBef>
                <a:spcPts val="800"/>
              </a:spcBef>
              <a:spcAft>
                <a:spcPts val="0"/>
              </a:spcAft>
              <a:buClr>
                <a:srgbClr val="0013A3"/>
              </a:buClr>
              <a:buSzPct val="100000"/>
              <a:buFont typeface="Arial"/>
              <a:buChar char="•"/>
            </a:pPr>
            <a:r>
              <a:rPr b="0" i="0" lang="en-US" sz="3200" u="none" cap="none" strike="noStrike">
                <a:solidFill>
                  <a:schemeClr val="dk1"/>
                </a:solidFill>
                <a:latin typeface="Calibri"/>
                <a:ea typeface="Calibri"/>
                <a:cs typeface="Calibri"/>
                <a:sym typeface="Calibri"/>
              </a:rPr>
              <a:t>evolution, architectural principles of the Internet</a:t>
            </a:r>
            <a:endParaRPr/>
          </a:p>
          <a:p>
            <a:pPr indent="-285750" lvl="0" marL="403225" marR="0" rtl="0" algn="l">
              <a:lnSpc>
                <a:spcPct val="90000"/>
              </a:lnSpc>
              <a:spcBef>
                <a:spcPts val="800"/>
              </a:spcBef>
              <a:spcAft>
                <a:spcPts val="0"/>
              </a:spcAft>
              <a:buClr>
                <a:srgbClr val="0013A3"/>
              </a:buClr>
              <a:buSzPct val="100000"/>
              <a:buFont typeface="Noto Sans Symbols"/>
              <a:buChar char="▪"/>
            </a:pPr>
            <a:r>
              <a:rPr lang="en-US" sz="3000">
                <a:solidFill>
                  <a:schemeClr val="dk1"/>
                </a:solidFill>
                <a:latin typeface="Calibri"/>
                <a:ea typeface="Calibri"/>
                <a:cs typeface="Calibri"/>
                <a:sym typeface="Calibri"/>
              </a:rPr>
              <a:t>Summary</a:t>
            </a:r>
            <a:endParaRPr sz="30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