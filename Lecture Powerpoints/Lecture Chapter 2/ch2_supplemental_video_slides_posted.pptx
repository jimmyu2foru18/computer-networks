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3" r:id="rId3"/>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January 2022</a:t>
            </a:r>
            <a:endParaRPr/>
          </a:p>
          <a:p>
            <a:pPr indent="-95250" lvl="0" marL="171450" rtl="0" algn="l">
              <a:spcBef>
                <a:spcPts val="0"/>
              </a:spcBef>
              <a:spcAft>
                <a:spcPts val="0"/>
              </a:spcAft>
              <a:buClr>
                <a:schemeClr val="dk1"/>
              </a:buClr>
              <a:buSzPts val="1200"/>
              <a:buFont typeface="Arial"/>
              <a:buNone/>
            </a:pPr>
            <a:r>
              <a:t/>
            </a:r>
            <a:endParaRPr/>
          </a:p>
        </p:txBody>
      </p:sp>
      <p:sp>
        <p:nvSpPr>
          <p:cNvPr id="107" name="Google Shape;10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 name="Google Shape;58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January 2022</a:t>
            </a:r>
            <a:endParaRPr/>
          </a:p>
          <a:p>
            <a:pPr indent="-95250" lvl="0" marL="171450" rtl="0" algn="l">
              <a:spcBef>
                <a:spcPts val="0"/>
              </a:spcBef>
              <a:spcAft>
                <a:spcPts val="0"/>
              </a:spcAft>
              <a:buClr>
                <a:schemeClr val="dk1"/>
              </a:buClr>
              <a:buSzPts val="1200"/>
              <a:buFont typeface="Arial"/>
              <a:buNone/>
            </a:pPr>
            <a:r>
              <a:t/>
            </a:r>
            <a:endParaRPr/>
          </a:p>
        </p:txBody>
      </p:sp>
      <p:sp>
        <p:nvSpPr>
          <p:cNvPr id="773" name="Google Shape;77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 name="Shape 13"/>
        <p:cNvGrpSpPr/>
        <p:nvPr/>
      </p:nvGrpSpPr>
      <p:grpSpPr>
        <a:xfrm>
          <a:off x="0" y="0"/>
          <a:ext cx="0" cy="0"/>
          <a:chOff x="0" y="0"/>
          <a:chExt cx="0" cy="0"/>
        </a:xfrm>
      </p:grpSpPr>
      <p:sp>
        <p:nvSpPr>
          <p:cNvPr id="14" name="Google Shape;14;p2"/>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 name="Google Shape;15;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 name="Shape 21"/>
        <p:cNvGrpSpPr/>
        <p:nvPr/>
      </p:nvGrpSpPr>
      <p:grpSpPr>
        <a:xfrm>
          <a:off x="0" y="0"/>
          <a:ext cx="0" cy="0"/>
          <a:chOff x="0" y="0"/>
          <a:chExt cx="0" cy="0"/>
        </a:xfrm>
      </p:grpSpPr>
      <p:sp>
        <p:nvSpPr>
          <p:cNvPr id="22" name="Google Shape;22;p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 name="Shape 35"/>
        <p:cNvGrpSpPr/>
        <p:nvPr/>
      </p:nvGrpSpPr>
      <p:grpSpPr>
        <a:xfrm>
          <a:off x="0" y="0"/>
          <a:ext cx="0" cy="0"/>
          <a:chOff x="0" y="0"/>
          <a:chExt cx="0" cy="0"/>
        </a:xfrm>
      </p:grpSpPr>
      <p:sp>
        <p:nvSpPr>
          <p:cNvPr id="36" name="Google Shape;36;p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8" name="Google Shape;3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1" name="Shape 41"/>
        <p:cNvGrpSpPr/>
        <p:nvPr/>
      </p:nvGrpSpPr>
      <p:grpSpPr>
        <a:xfrm>
          <a:off x="0" y="0"/>
          <a:ext cx="0" cy="0"/>
          <a:chOff x="0" y="0"/>
          <a:chExt cx="0" cy="0"/>
        </a:xfrm>
      </p:grpSpPr>
      <p:sp>
        <p:nvSpPr>
          <p:cNvPr id="42" name="Google Shape;4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7" name="Shape 47"/>
        <p:cNvGrpSpPr/>
        <p:nvPr/>
      </p:nvGrpSpPr>
      <p:grpSpPr>
        <a:xfrm>
          <a:off x="0" y="0"/>
          <a:ext cx="0" cy="0"/>
          <a:chOff x="0" y="0"/>
          <a:chExt cx="0" cy="0"/>
        </a:xfrm>
      </p:grpSpPr>
      <p:sp>
        <p:nvSpPr>
          <p:cNvPr id="48" name="Google Shape;48;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50" name="Google Shape;50;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1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1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3" name="Google Shape;63;p1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1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1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 name="Shape 74"/>
        <p:cNvGrpSpPr/>
        <p:nvPr/>
      </p:nvGrpSpPr>
      <p:grpSpPr>
        <a:xfrm>
          <a:off x="0" y="0"/>
          <a:ext cx="0" cy="0"/>
          <a:chOff x="0" y="0"/>
          <a:chExt cx="0" cy="0"/>
        </a:xfrm>
      </p:grpSpPr>
      <p:sp>
        <p:nvSpPr>
          <p:cNvPr id="75" name="Google Shape;7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 name="Shape 78"/>
        <p:cNvGrpSpPr/>
        <p:nvPr/>
      </p:nvGrpSpPr>
      <p:grpSpPr>
        <a:xfrm>
          <a:off x="0" y="0"/>
          <a:ext cx="0" cy="0"/>
          <a:chOff x="0" y="0"/>
          <a:chExt cx="0" cy="0"/>
        </a:xfrm>
      </p:grpSpPr>
      <p:sp>
        <p:nvSpPr>
          <p:cNvPr id="79" name="Google Shape;79;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1" name="Google Shape;81;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2" name="Google Shape;8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5"/>
          <p:cNvSpPr/>
          <p:nvPr>
            <p:ph idx="2" type="pic"/>
          </p:nvPr>
        </p:nvSpPr>
        <p:spPr>
          <a:xfrm>
            <a:off x="5183188" y="987425"/>
            <a:ext cx="6172200" cy="4873625"/>
          </a:xfrm>
          <a:prstGeom prst="rect">
            <a:avLst/>
          </a:prstGeom>
          <a:noFill/>
          <a:ln>
            <a:noFill/>
          </a:ln>
        </p:spPr>
      </p:sp>
      <p:sp>
        <p:nvSpPr>
          <p:cNvPr id="88" name="Google Shape;88;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2" name="Shape 92"/>
        <p:cNvGrpSpPr/>
        <p:nvPr/>
      </p:nvGrpSpPr>
      <p:grpSpPr>
        <a:xfrm>
          <a:off x="0" y="0"/>
          <a:ext cx="0" cy="0"/>
          <a:chOff x="0" y="0"/>
          <a:chExt cx="0" cy="0"/>
        </a:xfrm>
      </p:grpSpPr>
      <p:sp>
        <p:nvSpPr>
          <p:cNvPr id="93" name="Google Shape;93;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1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12" Type="http://schemas.openxmlformats.org/officeDocument/2006/relationships/theme" Target="../theme/theme1.xml"/><Relationship Id="rId9" Type="http://schemas.openxmlformats.org/officeDocument/2006/relationships/slideLayout" Target="../slideLayouts/slideLayout13.xml"/><Relationship Id="rId5" Type="http://schemas.openxmlformats.org/officeDocument/2006/relationships/slideLayout" Target="../slideLayouts/slideLayout9.xml"/><Relationship Id="rId6" Type="http://schemas.openxmlformats.org/officeDocument/2006/relationships/slideLayout" Target="../slideLayouts/slideLayout10.xml"/><Relationship Id="rId7" Type="http://schemas.openxmlformats.org/officeDocument/2006/relationships/slideLayout" Target="../slideLayouts/slideLayout11.xml"/><Relationship Id="rId8"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 name="Shape 29"/>
        <p:cNvGrpSpPr/>
        <p:nvPr/>
      </p:nvGrpSpPr>
      <p:grpSpPr>
        <a:xfrm>
          <a:off x="0" y="0"/>
          <a:ext cx="0" cy="0"/>
          <a:chOff x="0" y="0"/>
          <a:chExt cx="0" cy="0"/>
        </a:xfrm>
      </p:grpSpPr>
      <p:sp>
        <p:nvSpPr>
          <p:cNvPr id="30" name="Google Shape;3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1" name="Google Shape;31;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 name="Google Shape;3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2.jpg"/><Relationship Id="rId4" Type="http://schemas.openxmlformats.org/officeDocument/2006/relationships/image" Target="../media/image4.png"/><Relationship Id="rId5"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20.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0.png"/><Relationship Id="rId6"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0.png"/><Relationship Id="rId6" Type="http://schemas.openxmlformats.org/officeDocument/2006/relationships/image" Target="../media/image15.png"/><Relationship Id="rId7"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grpSp>
        <p:nvGrpSpPr>
          <p:cNvPr id="109" name="Google Shape;109;p18"/>
          <p:cNvGrpSpPr/>
          <p:nvPr/>
        </p:nvGrpSpPr>
        <p:grpSpPr>
          <a:xfrm>
            <a:off x="7981312" y="887185"/>
            <a:ext cx="3981504" cy="6263398"/>
            <a:chOff x="7981312" y="887185"/>
            <a:chExt cx="3981504" cy="6263398"/>
          </a:xfrm>
        </p:grpSpPr>
        <p:sp>
          <p:nvSpPr>
            <p:cNvPr id="110" name="Google Shape;110;p18"/>
            <p:cNvSpPr/>
            <p:nvPr/>
          </p:nvSpPr>
          <p:spPr>
            <a:xfrm>
              <a:off x="7981312" y="4289908"/>
              <a:ext cx="3981504"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Clr>
                  <a:srgbClr val="0000A3"/>
                </a:buClr>
                <a:buSzPts val="2800"/>
                <a:buFont typeface="Calibri"/>
                <a:buNone/>
              </a:pPr>
              <a:r>
                <a:rPr b="0" i="1" lang="en-US" sz="2800" u="none" cap="none" strike="noStrike">
                  <a:solidFill>
                    <a:srgbClr val="0000A3"/>
                  </a:solidFill>
                  <a:latin typeface="Calibri"/>
                  <a:ea typeface="Calibri"/>
                  <a:cs typeface="Calibri"/>
                  <a:sym typeface="Calibri"/>
                </a:rPr>
                <a:t>Computer Networking: A Top-Down Approach </a:t>
              </a:r>
              <a:br>
                <a:rPr b="0" i="0" lang="en-US" sz="2800" u="none" cap="none" strike="noStrike">
                  <a:solidFill>
                    <a:srgbClr val="008000"/>
                  </a:solidFill>
                  <a:latin typeface="Calibri"/>
                  <a:ea typeface="Calibri"/>
                  <a:cs typeface="Calibri"/>
                  <a:sym typeface="Calibri"/>
                </a:rPr>
              </a:br>
              <a:r>
                <a:rPr b="0" i="0" lang="en-US" sz="1800" u="none" cap="none" strike="noStrike">
                  <a:solidFill>
                    <a:srgbClr val="000000"/>
                  </a:solidFill>
                  <a:latin typeface="Calibri"/>
                  <a:ea typeface="Calibri"/>
                  <a:cs typeface="Calibri"/>
                  <a:sym typeface="Calibri"/>
                </a:rPr>
                <a:t>8</a:t>
              </a:r>
              <a:r>
                <a:rPr b="0" baseline="30000" i="0" lang="en-US" sz="1800" u="none" cap="none" strike="noStrike">
                  <a:solidFill>
                    <a:srgbClr val="000000"/>
                  </a:solidFill>
                  <a:latin typeface="Calibri"/>
                  <a:ea typeface="Calibri"/>
                  <a:cs typeface="Calibri"/>
                  <a:sym typeface="Calibri"/>
                </a:rPr>
                <a:t>th</a:t>
              </a:r>
              <a:r>
                <a:rPr b="0" i="0" lang="en-US" sz="1800" u="none" cap="none" strike="noStrike">
                  <a:solidFill>
                    <a:srgbClr val="000000"/>
                  </a:solidFill>
                  <a:latin typeface="Calibri"/>
                  <a:ea typeface="Calibri"/>
                  <a:cs typeface="Calibri"/>
                  <a:sym typeface="Calibri"/>
                </a:rPr>
                <a:t> edition </a:t>
              </a:r>
              <a:br>
                <a:rPr b="0" i="0" lang="en-US" sz="1800" u="none" cap="none" strike="noStrike">
                  <a:solidFill>
                    <a:srgbClr val="000000"/>
                  </a:solidFill>
                  <a:latin typeface="Calibri"/>
                  <a:ea typeface="Calibri"/>
                  <a:cs typeface="Calibri"/>
                  <a:sym typeface="Calibri"/>
                </a:rPr>
              </a:br>
              <a:r>
                <a:rPr b="0" i="0" lang="en-US" sz="1800" u="none" cap="none" strike="noStrike">
                  <a:solidFill>
                    <a:srgbClr val="000000"/>
                  </a:solidFill>
                  <a:latin typeface="Calibri"/>
                  <a:ea typeface="Calibri"/>
                  <a:cs typeface="Calibri"/>
                  <a:sym typeface="Calibri"/>
                </a:rPr>
                <a:t>Jim Kurose, Keith Ross</a:t>
              </a:r>
              <a:br>
                <a:rPr b="0" i="0" lang="en-US" sz="1800" u="none" cap="none" strike="noStrike">
                  <a:solidFill>
                    <a:srgbClr val="000000"/>
                  </a:solidFill>
                  <a:latin typeface="Calibri"/>
                  <a:ea typeface="Calibri"/>
                  <a:cs typeface="Calibri"/>
                  <a:sym typeface="Calibri"/>
                </a:rPr>
              </a:br>
              <a:r>
                <a:rPr b="0" i="0" lang="en-US" sz="1800" u="none" cap="none" strike="noStrike">
                  <a:solidFill>
                    <a:srgbClr val="000000"/>
                  </a:solidFill>
                  <a:latin typeface="Calibri"/>
                  <a:ea typeface="Calibri"/>
                  <a:cs typeface="Calibri"/>
                  <a:sym typeface="Calibri"/>
                </a:rPr>
                <a:t>Pearson, 2020</a:t>
              </a:r>
              <a:endParaRPr b="0" i="0" sz="2000" u="none" cap="none" strike="noStrike">
                <a:solidFill>
                  <a:srgbClr val="000000"/>
                </a:solidFill>
                <a:latin typeface="Calibri"/>
                <a:ea typeface="Calibri"/>
                <a:cs typeface="Calibri"/>
                <a:sym typeface="Calibri"/>
              </a:endParaRPr>
            </a:p>
          </p:txBody>
        </p:sp>
        <p:pic>
          <p:nvPicPr>
            <p:cNvPr descr="A picture containing outdoor, water, bridge, building&#10;&#10;Description automatically generated" id="111" name="Google Shape;111;p18"/>
            <p:cNvPicPr preferRelativeResize="0"/>
            <p:nvPr/>
          </p:nvPicPr>
          <p:blipFill rotWithShape="1">
            <a:blip r:embed="rId3">
              <a:alphaModFix/>
            </a:blip>
            <a:srcRect b="0" l="0" r="0" t="0"/>
            <a:stretch/>
          </p:blipFill>
          <p:spPr>
            <a:xfrm>
              <a:off x="8135257" y="887185"/>
              <a:ext cx="3040743" cy="3800929"/>
            </a:xfrm>
            <a:prstGeom prst="rect">
              <a:avLst/>
            </a:prstGeom>
            <a:noFill/>
            <a:ln>
              <a:noFill/>
            </a:ln>
          </p:spPr>
        </p:pic>
      </p:grpSp>
      <p:sp>
        <p:nvSpPr>
          <p:cNvPr id="112" name="Google Shape;112;p18"/>
          <p:cNvSpPr txBox="1"/>
          <p:nvPr/>
        </p:nvSpPr>
        <p:spPr>
          <a:xfrm>
            <a:off x="454405" y="476999"/>
            <a:ext cx="6551791" cy="1116709"/>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00A3"/>
              </a:buClr>
              <a:buSzPts val="6000"/>
              <a:buFont typeface="Calibri"/>
              <a:buNone/>
            </a:pPr>
            <a:r>
              <a:rPr b="1" i="0" lang="en-US" sz="6000" u="none" cap="none" strike="noStrike">
                <a:solidFill>
                  <a:srgbClr val="0000A3"/>
                </a:solidFill>
                <a:latin typeface="Calibri"/>
                <a:ea typeface="Calibri"/>
                <a:cs typeface="Calibri"/>
                <a:sym typeface="Calibri"/>
              </a:rPr>
              <a:t>Application Layer</a:t>
            </a:r>
            <a:endParaRPr b="1" i="0" sz="6000" u="none" cap="none" strike="noStrike">
              <a:solidFill>
                <a:srgbClr val="0000A3"/>
              </a:solidFill>
              <a:latin typeface="Calibri"/>
              <a:ea typeface="Calibri"/>
              <a:cs typeface="Calibri"/>
              <a:sym typeface="Calibri"/>
            </a:endParaRPr>
          </a:p>
        </p:txBody>
      </p:sp>
      <p:sp>
        <p:nvSpPr>
          <p:cNvPr id="113" name="Google Shape;113;p18"/>
          <p:cNvSpPr txBox="1"/>
          <p:nvPr/>
        </p:nvSpPr>
        <p:spPr>
          <a:xfrm>
            <a:off x="683117" y="1697142"/>
            <a:ext cx="7032051" cy="4351338"/>
          </a:xfrm>
          <a:prstGeom prst="rect">
            <a:avLst/>
          </a:prstGeom>
          <a:noFill/>
          <a:ln>
            <a:noFill/>
          </a:ln>
        </p:spPr>
        <p:txBody>
          <a:bodyPr anchorCtr="0" anchor="t" bIns="45700" lIns="91425" spcFirstLastPara="1" rIns="91425" wrap="square" tIns="45700">
            <a:noAutofit/>
          </a:bodyPr>
          <a:lstStyle/>
          <a:p>
            <a:pPr indent="-347663" lvl="0" marL="347663" marR="0" rtl="0" algn="l">
              <a:lnSpc>
                <a:spcPct val="90000"/>
              </a:lnSpc>
              <a:spcBef>
                <a:spcPts val="0"/>
              </a:spcBef>
              <a:spcAft>
                <a:spcPts val="0"/>
              </a:spcAft>
              <a:buClr>
                <a:srgbClr val="D8D8D8"/>
              </a:buClr>
              <a:buSzPts val="3200"/>
              <a:buFont typeface="Noto Sans Symbols"/>
              <a:buChar char="▪"/>
            </a:pPr>
            <a:r>
              <a:rPr b="0" i="0" lang="en-US" sz="3200" u="none" cap="none" strike="noStrike">
                <a:solidFill>
                  <a:srgbClr val="D8D8D8"/>
                </a:solidFill>
                <a:latin typeface="Calibri"/>
                <a:ea typeface="Calibri"/>
                <a:cs typeface="Calibri"/>
                <a:sym typeface="Calibri"/>
              </a:rPr>
              <a:t>Principles of network applications</a:t>
            </a:r>
            <a:endParaRPr/>
          </a:p>
          <a:p>
            <a:pPr indent="-347663" lvl="0" marL="347663" marR="0" rtl="0" algn="l">
              <a:lnSpc>
                <a:spcPct val="90000"/>
              </a:lnSpc>
              <a:spcBef>
                <a:spcPts val="1000"/>
              </a:spcBef>
              <a:spcAft>
                <a:spcPts val="0"/>
              </a:spcAft>
              <a:buClr>
                <a:srgbClr val="D8D8D8"/>
              </a:buClr>
              <a:buSzPts val="3200"/>
              <a:buFont typeface="Noto Sans Symbols"/>
              <a:buChar char="▪"/>
            </a:pPr>
            <a:r>
              <a:rPr b="0" i="0" lang="en-US" sz="3200" u="none" cap="none" strike="noStrike">
                <a:solidFill>
                  <a:srgbClr val="D8D8D8"/>
                </a:solidFill>
                <a:latin typeface="Calibri"/>
                <a:ea typeface="Calibri"/>
                <a:cs typeface="Calibri"/>
                <a:sym typeface="Calibri"/>
              </a:rPr>
              <a:t>Web and HTTP</a:t>
            </a:r>
            <a:endParaRPr/>
          </a:p>
          <a:p>
            <a:pPr indent="-347663" lvl="0" marL="347663" marR="0" rtl="0" algn="l">
              <a:lnSpc>
                <a:spcPct val="90000"/>
              </a:lnSpc>
              <a:spcBef>
                <a:spcPts val="1000"/>
              </a:spcBef>
              <a:spcAft>
                <a:spcPts val="0"/>
              </a:spcAft>
              <a:buClr>
                <a:srgbClr val="D8D8D8"/>
              </a:buClr>
              <a:buSzPts val="3200"/>
              <a:buFont typeface="Noto Sans Symbols"/>
              <a:buChar char="▪"/>
            </a:pPr>
            <a:r>
              <a:rPr b="0" i="0" lang="en-US" sz="3200" u="none" cap="none" strike="noStrike">
                <a:solidFill>
                  <a:srgbClr val="D8D8D8"/>
                </a:solidFill>
                <a:latin typeface="Calibri"/>
                <a:ea typeface="Calibri"/>
                <a:cs typeface="Calibri"/>
                <a:sym typeface="Calibri"/>
              </a:rPr>
              <a:t>E-mail, SMTP, IMAP</a:t>
            </a:r>
            <a:endParaRPr/>
          </a:p>
          <a:p>
            <a:pPr indent="-347663" lvl="0" marL="347663" marR="0" rtl="0" algn="l">
              <a:lnSpc>
                <a:spcPct val="90000"/>
              </a:lnSpc>
              <a:spcBef>
                <a:spcPts val="1000"/>
              </a:spcBef>
              <a:spcAft>
                <a:spcPts val="0"/>
              </a:spcAft>
              <a:buClr>
                <a:srgbClr val="D8D8D8"/>
              </a:buClr>
              <a:buSzPts val="3200"/>
              <a:buFont typeface="Noto Sans Symbols"/>
              <a:buChar char="▪"/>
            </a:pPr>
            <a:r>
              <a:rPr b="0" i="0" lang="en-US" sz="3200" u="none" cap="none" strike="noStrike">
                <a:solidFill>
                  <a:srgbClr val="D8D8D8"/>
                </a:solidFill>
                <a:latin typeface="Calibri"/>
                <a:ea typeface="Calibri"/>
                <a:cs typeface="Calibri"/>
                <a:sym typeface="Calibri"/>
              </a:rPr>
              <a:t>The Domain Name System: DNS</a:t>
            </a:r>
            <a:endParaRPr/>
          </a:p>
          <a:p>
            <a:pPr indent="-347663" lvl="0" marL="347663" marR="0" rtl="0" algn="l">
              <a:lnSpc>
                <a:spcPct val="90000"/>
              </a:lnSpc>
              <a:spcBef>
                <a:spcPts val="1000"/>
              </a:spcBef>
              <a:spcAft>
                <a:spcPts val="0"/>
              </a:spcAft>
              <a:buClr>
                <a:srgbClr val="D8D8D8"/>
              </a:buClr>
              <a:buSzPts val="3200"/>
              <a:buFont typeface="Noto Sans Symbols"/>
              <a:buChar char="▪"/>
            </a:pPr>
            <a:r>
              <a:rPr b="0" i="0" lang="en-US" sz="3200" u="none" cap="none" strike="noStrike">
                <a:solidFill>
                  <a:srgbClr val="D8D8D8"/>
                </a:solidFill>
                <a:latin typeface="Calibri"/>
                <a:ea typeface="Calibri"/>
                <a:cs typeface="Calibri"/>
                <a:sym typeface="Calibri"/>
              </a:rPr>
              <a:t>P2P applications</a:t>
            </a:r>
            <a:endParaRPr/>
          </a:p>
          <a:p>
            <a:pPr indent="-347663" lvl="0" marL="347663" marR="0" rtl="0" algn="l">
              <a:lnSpc>
                <a:spcPct val="90000"/>
              </a:lnSpc>
              <a:spcBef>
                <a:spcPts val="1000"/>
              </a:spcBef>
              <a:spcAft>
                <a:spcPts val="0"/>
              </a:spcAft>
              <a:buClr>
                <a:srgbClr val="D8D8D8"/>
              </a:buClr>
              <a:buSzPts val="3200"/>
              <a:buFont typeface="Noto Sans Symbols"/>
              <a:buChar char="▪"/>
            </a:pPr>
            <a:r>
              <a:rPr b="0" i="0" lang="en-US" sz="3200" u="none" cap="none" strike="noStrike">
                <a:solidFill>
                  <a:srgbClr val="D8D8D8"/>
                </a:solidFill>
                <a:latin typeface="Calibri"/>
                <a:ea typeface="Calibri"/>
                <a:cs typeface="Calibri"/>
                <a:sym typeface="Calibri"/>
              </a:rPr>
              <a:t>video streaming, CDNs</a:t>
            </a:r>
            <a:endParaRPr/>
          </a:p>
          <a:p>
            <a:pPr indent="-347663" lvl="0" marL="347663" marR="0" rtl="0" algn="l">
              <a:lnSpc>
                <a:spcPct val="90000"/>
              </a:lnSpc>
              <a:spcBef>
                <a:spcPts val="1000"/>
              </a:spcBef>
              <a:spcAft>
                <a:spcPts val="0"/>
              </a:spcAft>
              <a:buClr>
                <a:srgbClr val="D8D8D8"/>
              </a:buClr>
              <a:buSzPts val="3200"/>
              <a:buFont typeface="Noto Sans Symbols"/>
              <a:buChar char="▪"/>
            </a:pPr>
            <a:r>
              <a:rPr b="0" i="0" lang="en-US" sz="3200" u="none" cap="none" strike="noStrike">
                <a:solidFill>
                  <a:srgbClr val="D8D8D8"/>
                </a:solidFill>
                <a:latin typeface="Calibri"/>
                <a:ea typeface="Calibri"/>
                <a:cs typeface="Calibri"/>
                <a:sym typeface="Calibri"/>
              </a:rPr>
              <a:t>socket programming</a:t>
            </a:r>
            <a:endParaRPr/>
          </a:p>
          <a:p>
            <a:pPr indent="-347663" lvl="0" marL="347663" marR="0" rtl="0" algn="l">
              <a:lnSpc>
                <a:spcPct val="90000"/>
              </a:lnSpc>
              <a:spcBef>
                <a:spcPts val="1000"/>
              </a:spcBef>
              <a:spcAft>
                <a:spcPts val="0"/>
              </a:spcAft>
              <a:buClr>
                <a:srgbClr val="0A14A3"/>
              </a:buClr>
              <a:buSzPts val="3200"/>
              <a:buFont typeface="Noto Sans Symbols"/>
              <a:buChar char="▪"/>
            </a:pPr>
            <a:r>
              <a:rPr b="0" i="0" lang="en-US" sz="3200" u="none" cap="none" strike="noStrike">
                <a:solidFill>
                  <a:srgbClr val="C00000"/>
                </a:solidFill>
                <a:latin typeface="Calibri"/>
                <a:ea typeface="Calibri"/>
                <a:cs typeface="Calibri"/>
                <a:sym typeface="Calibri"/>
              </a:rPr>
              <a:t>supplemental: </a:t>
            </a:r>
            <a:r>
              <a:rPr b="0" i="0" lang="en-US" sz="3200" u="none" cap="none" strike="noStrike">
                <a:solidFill>
                  <a:schemeClr val="dk1"/>
                </a:solidFill>
                <a:latin typeface="Calibri"/>
                <a:ea typeface="Calibri"/>
                <a:cs typeface="Calibri"/>
                <a:sym typeface="Calibri"/>
              </a:rPr>
              <a:t>3</a:t>
            </a:r>
            <a:r>
              <a:rPr b="0" baseline="30000" i="0" lang="en-US" sz="3200" u="none" cap="none" strike="noStrike">
                <a:solidFill>
                  <a:schemeClr val="dk1"/>
                </a:solidFill>
                <a:latin typeface="Calibri"/>
                <a:ea typeface="Calibri"/>
                <a:cs typeface="Calibri"/>
                <a:sym typeface="Calibri"/>
              </a:rPr>
              <a:t>rd</a:t>
            </a:r>
            <a:r>
              <a:rPr b="0" i="0" lang="en-US" sz="3200" u="none" cap="none" strike="noStrike">
                <a:solidFill>
                  <a:schemeClr val="dk1"/>
                </a:solidFill>
                <a:latin typeface="Calibri"/>
                <a:ea typeface="Calibri"/>
                <a:cs typeface="Calibri"/>
                <a:sym typeface="Calibri"/>
              </a:rPr>
              <a:t> party cookies, web tracking</a:t>
            </a:r>
            <a:endParaRPr/>
          </a:p>
          <a:p>
            <a:pPr indent="-198438" lvl="0" marL="401638" marR="0" rtl="0" algn="l">
              <a:lnSpc>
                <a:spcPct val="90000"/>
              </a:lnSpc>
              <a:spcBef>
                <a:spcPts val="1000"/>
              </a:spcBef>
              <a:spcAft>
                <a:spcPts val="0"/>
              </a:spcAft>
              <a:buClr>
                <a:srgbClr val="0000A3"/>
              </a:buClr>
              <a:buSzPts val="3200"/>
              <a:buFont typeface="Noto Sans Symbols"/>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2000"/>
                                        <p:tgtEl>
                                          <p:spTgt spid="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descr="17 19 21.5 23.6&amp;#39;&amp;#39; Inch 60HZ IPS lcd Monitor display for desktop computer  pc|LCD Monitors| - AliExpress" id="119" name="Google Shape;119;p19"/>
          <p:cNvPicPr preferRelativeResize="0"/>
          <p:nvPr/>
        </p:nvPicPr>
        <p:blipFill rotWithShape="1">
          <a:blip r:embed="rId3">
            <a:alphaModFix/>
          </a:blip>
          <a:srcRect b="0" l="0" r="0" t="0"/>
          <a:stretch/>
        </p:blipFill>
        <p:spPr>
          <a:xfrm>
            <a:off x="3978789" y="299543"/>
            <a:ext cx="8460225" cy="7362497"/>
          </a:xfrm>
          <a:prstGeom prst="rect">
            <a:avLst/>
          </a:prstGeom>
          <a:noFill/>
          <a:ln>
            <a:noFill/>
          </a:ln>
        </p:spPr>
      </p:pic>
      <p:sp>
        <p:nvSpPr>
          <p:cNvPr id="120" name="Google Shape;120;p19"/>
          <p:cNvSpPr txBox="1"/>
          <p:nvPr/>
        </p:nvSpPr>
        <p:spPr>
          <a:xfrm>
            <a:off x="360491" y="261258"/>
            <a:ext cx="10244151"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4400" u="none" cap="none" strike="noStrike">
                <a:solidFill>
                  <a:srgbClr val="0E01A0"/>
                </a:solidFill>
                <a:latin typeface="Calibri"/>
                <a:ea typeface="Calibri"/>
                <a:cs typeface="Calibri"/>
                <a:sym typeface="Calibri"/>
              </a:rPr>
              <a:t>Review: </a:t>
            </a:r>
            <a:r>
              <a:rPr b="0" i="0" lang="en-US" sz="3600" u="none" cap="none" strike="noStrike">
                <a:solidFill>
                  <a:srgbClr val="0E01A0"/>
                </a:solidFill>
                <a:latin typeface="Calibri"/>
                <a:ea typeface="Calibri"/>
                <a:cs typeface="Calibri"/>
                <a:sym typeface="Calibri"/>
              </a:rPr>
              <a:t>one web page - “pieces” from many servers</a:t>
            </a:r>
            <a:endParaRPr/>
          </a:p>
        </p:txBody>
      </p:sp>
      <p:pic>
        <p:nvPicPr>
          <p:cNvPr id="121" name="Google Shape;121;p19"/>
          <p:cNvPicPr preferRelativeResize="0"/>
          <p:nvPr/>
        </p:nvPicPr>
        <p:blipFill rotWithShape="1">
          <a:blip r:embed="rId4">
            <a:alphaModFix/>
          </a:blip>
          <a:srcRect b="0" l="0" r="0" t="0"/>
          <a:stretch/>
        </p:blipFill>
        <p:spPr>
          <a:xfrm>
            <a:off x="4790980" y="5919951"/>
            <a:ext cx="7789918" cy="1130795"/>
          </a:xfrm>
          <a:prstGeom prst="rect">
            <a:avLst/>
          </a:prstGeom>
          <a:noFill/>
          <a:ln>
            <a:noFill/>
          </a:ln>
        </p:spPr>
      </p:pic>
      <p:sp>
        <p:nvSpPr>
          <p:cNvPr id="122" name="Google Shape;122;p19"/>
          <p:cNvSpPr/>
          <p:nvPr/>
        </p:nvSpPr>
        <p:spPr>
          <a:xfrm>
            <a:off x="3578786" y="6858000"/>
            <a:ext cx="9049406" cy="74097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23" name="Google Shape;123;p19"/>
          <p:cNvPicPr preferRelativeResize="0"/>
          <p:nvPr/>
        </p:nvPicPr>
        <p:blipFill rotWithShape="1">
          <a:blip r:embed="rId5">
            <a:alphaModFix/>
          </a:blip>
          <a:srcRect b="0" l="0" r="0" t="0"/>
          <a:stretch/>
        </p:blipFill>
        <p:spPr>
          <a:xfrm>
            <a:off x="5637402" y="1277257"/>
            <a:ext cx="5425619" cy="436154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0"/>
          <p:cNvPicPr preferRelativeResize="0"/>
          <p:nvPr/>
        </p:nvPicPr>
        <p:blipFill rotWithShape="1">
          <a:blip r:embed="rId3">
            <a:alphaModFix/>
          </a:blip>
          <a:srcRect b="0" l="0" r="0" t="0"/>
          <a:stretch/>
        </p:blipFill>
        <p:spPr>
          <a:xfrm>
            <a:off x="5637402" y="1277257"/>
            <a:ext cx="5425619" cy="4361543"/>
          </a:xfrm>
          <a:prstGeom prst="rect">
            <a:avLst/>
          </a:prstGeom>
          <a:noFill/>
          <a:ln>
            <a:noFill/>
          </a:ln>
        </p:spPr>
      </p:pic>
      <p:sp>
        <p:nvSpPr>
          <p:cNvPr id="130" name="Google Shape;130;p20"/>
          <p:cNvSpPr txBox="1"/>
          <p:nvPr/>
        </p:nvSpPr>
        <p:spPr>
          <a:xfrm>
            <a:off x="360491" y="261258"/>
            <a:ext cx="10244151"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0E01A0"/>
                </a:solidFill>
                <a:latin typeface="Calibri"/>
                <a:ea typeface="Calibri"/>
                <a:cs typeface="Calibri"/>
                <a:sym typeface="Calibri"/>
              </a:rPr>
              <a:t>Review: </a:t>
            </a:r>
            <a:r>
              <a:rPr lang="en-US" sz="3600">
                <a:solidFill>
                  <a:srgbClr val="0E01A0"/>
                </a:solidFill>
                <a:latin typeface="Calibri"/>
                <a:ea typeface="Calibri"/>
                <a:cs typeface="Calibri"/>
                <a:sym typeface="Calibri"/>
              </a:rPr>
              <a:t>one web page - “pieces” from many servers</a:t>
            </a:r>
            <a:endParaRPr/>
          </a:p>
        </p:txBody>
      </p:sp>
      <p:sp>
        <p:nvSpPr>
          <p:cNvPr id="131" name="Google Shape;131;p20"/>
          <p:cNvSpPr txBox="1"/>
          <p:nvPr/>
        </p:nvSpPr>
        <p:spPr>
          <a:xfrm>
            <a:off x="110360" y="3013215"/>
            <a:ext cx="4339780"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800">
                <a:solidFill>
                  <a:schemeClr val="dk1"/>
                </a:solidFill>
                <a:latin typeface="Calibri"/>
                <a:ea typeface="Calibri"/>
                <a:cs typeface="Calibri"/>
                <a:sym typeface="Calibri"/>
              </a:rPr>
              <a:t>content from nytimes.com</a:t>
            </a:r>
            <a:endParaRPr sz="2800">
              <a:solidFill>
                <a:schemeClr val="dk1"/>
              </a:solidFill>
              <a:latin typeface="Calibri"/>
              <a:ea typeface="Calibri"/>
              <a:cs typeface="Calibri"/>
              <a:sym typeface="Calibri"/>
            </a:endParaRPr>
          </a:p>
        </p:txBody>
      </p:sp>
      <p:grpSp>
        <p:nvGrpSpPr>
          <p:cNvPr id="132" name="Google Shape;132;p20"/>
          <p:cNvGrpSpPr/>
          <p:nvPr/>
        </p:nvGrpSpPr>
        <p:grpSpPr>
          <a:xfrm>
            <a:off x="520275" y="2005977"/>
            <a:ext cx="10529869" cy="1028759"/>
            <a:chOff x="-1734211" y="1990212"/>
            <a:chExt cx="10529869" cy="1028759"/>
          </a:xfrm>
        </p:grpSpPr>
        <p:sp>
          <p:nvSpPr>
            <p:cNvPr id="133" name="Google Shape;133;p20"/>
            <p:cNvSpPr/>
            <p:nvPr/>
          </p:nvSpPr>
          <p:spPr>
            <a:xfrm>
              <a:off x="3367315" y="2249714"/>
              <a:ext cx="5428343" cy="769257"/>
            </a:xfrm>
            <a:prstGeom prst="rect">
              <a:avLst/>
            </a:prstGeom>
            <a:noFill/>
            <a:ln cap="flat" cmpd="sng" w="66675">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 name="Google Shape;134;p20"/>
            <p:cNvSpPr txBox="1"/>
            <p:nvPr/>
          </p:nvSpPr>
          <p:spPr>
            <a:xfrm>
              <a:off x="-1734211" y="1990212"/>
              <a:ext cx="4398571"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content from 3</a:t>
              </a:r>
              <a:r>
                <a:rPr baseline="30000" lang="en-US" sz="2800">
                  <a:solidFill>
                    <a:schemeClr val="dk1"/>
                  </a:solidFill>
                  <a:latin typeface="Calibri"/>
                  <a:ea typeface="Calibri"/>
                  <a:cs typeface="Calibri"/>
                  <a:sym typeface="Calibri"/>
                </a:rPr>
                <a:t>rd</a:t>
              </a:r>
              <a:r>
                <a:rPr lang="en-US" sz="2800">
                  <a:solidFill>
                    <a:schemeClr val="dk1"/>
                  </a:solidFill>
                  <a:latin typeface="Calibri"/>
                  <a:ea typeface="Calibri"/>
                  <a:cs typeface="Calibri"/>
                  <a:sym typeface="Calibri"/>
                </a:rPr>
                <a:t> party ad server, e.g., AdX.com</a:t>
              </a:r>
              <a:endParaRPr sz="2800">
                <a:solidFill>
                  <a:schemeClr val="dk1"/>
                </a:solidFill>
                <a:latin typeface="Calibri"/>
                <a:ea typeface="Calibri"/>
                <a:cs typeface="Calibri"/>
                <a:sym typeface="Calibri"/>
              </a:endParaRPr>
            </a:p>
          </p:txBody>
        </p:sp>
        <p:cxnSp>
          <p:nvCxnSpPr>
            <p:cNvPr id="135" name="Google Shape;135;p20"/>
            <p:cNvCxnSpPr/>
            <p:nvPr/>
          </p:nvCxnSpPr>
          <p:spPr>
            <a:xfrm>
              <a:off x="1481942" y="2705913"/>
              <a:ext cx="1781512" cy="0"/>
            </a:xfrm>
            <a:prstGeom prst="straightConnector1">
              <a:avLst/>
            </a:prstGeom>
            <a:noFill/>
            <a:ln cap="flat" cmpd="sng" w="28575">
              <a:solidFill>
                <a:srgbClr val="7030A0"/>
              </a:solidFill>
              <a:prstDash val="solid"/>
              <a:miter lim="800000"/>
              <a:headEnd len="sm" w="sm" type="none"/>
              <a:tailEnd len="sm" w="sm" type="none"/>
            </a:ln>
          </p:spPr>
        </p:cxnSp>
      </p:grpSp>
      <p:grpSp>
        <p:nvGrpSpPr>
          <p:cNvPr id="136" name="Google Shape;136;p20"/>
          <p:cNvGrpSpPr/>
          <p:nvPr/>
        </p:nvGrpSpPr>
        <p:grpSpPr>
          <a:xfrm>
            <a:off x="4493171" y="1770743"/>
            <a:ext cx="6542458" cy="3945583"/>
            <a:chOff x="3941369" y="1770743"/>
            <a:chExt cx="6542458" cy="3945583"/>
          </a:xfrm>
        </p:grpSpPr>
        <p:sp>
          <p:nvSpPr>
            <p:cNvPr id="137" name="Google Shape;137;p20"/>
            <p:cNvSpPr/>
            <p:nvPr/>
          </p:nvSpPr>
          <p:spPr>
            <a:xfrm>
              <a:off x="5069998" y="1770743"/>
              <a:ext cx="5413829" cy="449943"/>
            </a:xfrm>
            <a:prstGeom prst="rect">
              <a:avLst/>
            </a:prstGeom>
            <a:noFill/>
            <a:ln cap="flat" cmpd="sng" w="66675">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20"/>
            <p:cNvSpPr/>
            <p:nvPr/>
          </p:nvSpPr>
          <p:spPr>
            <a:xfrm>
              <a:off x="5066104" y="3096498"/>
              <a:ext cx="5413829" cy="2619828"/>
            </a:xfrm>
            <a:prstGeom prst="rect">
              <a:avLst/>
            </a:prstGeom>
            <a:noFill/>
            <a:ln cap="flat" cmpd="sng" w="66675">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39" name="Google Shape;139;p20"/>
            <p:cNvGrpSpPr/>
            <p:nvPr/>
          </p:nvGrpSpPr>
          <p:grpSpPr>
            <a:xfrm>
              <a:off x="3941369" y="1986455"/>
              <a:ext cx="993238" cy="2459421"/>
              <a:chOff x="3941369" y="1986455"/>
              <a:chExt cx="993238" cy="2459421"/>
            </a:xfrm>
          </p:grpSpPr>
          <p:cxnSp>
            <p:nvCxnSpPr>
              <p:cNvPr id="140" name="Google Shape;140;p20"/>
              <p:cNvCxnSpPr/>
              <p:nvPr/>
            </p:nvCxnSpPr>
            <p:spPr>
              <a:xfrm>
                <a:off x="4430110" y="1986455"/>
                <a:ext cx="0" cy="2459421"/>
              </a:xfrm>
              <a:prstGeom prst="straightConnector1">
                <a:avLst/>
              </a:prstGeom>
              <a:noFill/>
              <a:ln cap="flat" cmpd="sng" w="38100">
                <a:solidFill>
                  <a:srgbClr val="00B050"/>
                </a:solidFill>
                <a:prstDash val="solid"/>
                <a:miter lim="800000"/>
                <a:headEnd len="sm" w="sm" type="none"/>
                <a:tailEnd len="sm" w="sm" type="none"/>
              </a:ln>
            </p:spPr>
          </p:cxnSp>
          <p:cxnSp>
            <p:nvCxnSpPr>
              <p:cNvPr id="141" name="Google Shape;141;p20"/>
              <p:cNvCxnSpPr/>
              <p:nvPr/>
            </p:nvCxnSpPr>
            <p:spPr>
              <a:xfrm rot="10800000">
                <a:off x="4440621" y="4424855"/>
                <a:ext cx="493986" cy="0"/>
              </a:xfrm>
              <a:prstGeom prst="straightConnector1">
                <a:avLst/>
              </a:prstGeom>
              <a:noFill/>
              <a:ln cap="flat" cmpd="sng" w="38100">
                <a:solidFill>
                  <a:srgbClr val="00B050"/>
                </a:solidFill>
                <a:prstDash val="solid"/>
                <a:miter lim="800000"/>
                <a:headEnd len="sm" w="sm" type="none"/>
                <a:tailEnd len="sm" w="sm" type="none"/>
              </a:ln>
            </p:spPr>
          </p:cxnSp>
          <p:cxnSp>
            <p:nvCxnSpPr>
              <p:cNvPr id="142" name="Google Shape;142;p20"/>
              <p:cNvCxnSpPr/>
              <p:nvPr/>
            </p:nvCxnSpPr>
            <p:spPr>
              <a:xfrm rot="10800000">
                <a:off x="4435366" y="2007476"/>
                <a:ext cx="493986" cy="0"/>
              </a:xfrm>
              <a:prstGeom prst="straightConnector1">
                <a:avLst/>
              </a:prstGeom>
              <a:noFill/>
              <a:ln cap="flat" cmpd="sng" w="38100">
                <a:solidFill>
                  <a:srgbClr val="00B050"/>
                </a:solidFill>
                <a:prstDash val="solid"/>
                <a:miter lim="800000"/>
                <a:headEnd len="sm" w="sm" type="none"/>
                <a:tailEnd len="sm" w="sm" type="none"/>
              </a:ln>
            </p:spPr>
          </p:cxnSp>
          <p:cxnSp>
            <p:nvCxnSpPr>
              <p:cNvPr id="143" name="Google Shape;143;p20"/>
              <p:cNvCxnSpPr/>
              <p:nvPr/>
            </p:nvCxnSpPr>
            <p:spPr>
              <a:xfrm rot="10800000">
                <a:off x="3941369" y="3310759"/>
                <a:ext cx="468685" cy="0"/>
              </a:xfrm>
              <a:prstGeom prst="straightConnector1">
                <a:avLst/>
              </a:prstGeom>
              <a:noFill/>
              <a:ln cap="flat" cmpd="sng" w="38100">
                <a:solidFill>
                  <a:srgbClr val="00B050"/>
                </a:solidFill>
                <a:prstDash val="solid"/>
                <a:miter lim="800000"/>
                <a:headEnd len="sm" w="sm" type="none"/>
                <a:tailEnd len="sm" w="sm" type="non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par>
                                <p:cTn fill="hold" nodeType="with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5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21"/>
          <p:cNvPicPr preferRelativeResize="0"/>
          <p:nvPr/>
        </p:nvPicPr>
        <p:blipFill rotWithShape="1">
          <a:blip r:embed="rId3">
            <a:alphaModFix/>
          </a:blip>
          <a:srcRect b="0" l="0" r="0" t="0"/>
          <a:stretch/>
        </p:blipFill>
        <p:spPr>
          <a:xfrm>
            <a:off x="5637402" y="1277257"/>
            <a:ext cx="5425619" cy="4361543"/>
          </a:xfrm>
          <a:prstGeom prst="rect">
            <a:avLst/>
          </a:prstGeom>
          <a:noFill/>
          <a:ln>
            <a:noFill/>
          </a:ln>
        </p:spPr>
      </p:pic>
      <p:sp>
        <p:nvSpPr>
          <p:cNvPr id="150" name="Google Shape;150;p21"/>
          <p:cNvSpPr txBox="1"/>
          <p:nvPr/>
        </p:nvSpPr>
        <p:spPr>
          <a:xfrm>
            <a:off x="360491" y="261258"/>
            <a:ext cx="10244151"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0E01A0"/>
                </a:solidFill>
                <a:latin typeface="Calibri"/>
                <a:ea typeface="Calibri"/>
                <a:cs typeface="Calibri"/>
                <a:sym typeface="Calibri"/>
              </a:rPr>
              <a:t>Review: </a:t>
            </a:r>
            <a:r>
              <a:rPr lang="en-US" sz="3600">
                <a:solidFill>
                  <a:srgbClr val="0E01A0"/>
                </a:solidFill>
                <a:latin typeface="Calibri"/>
                <a:ea typeface="Calibri"/>
                <a:cs typeface="Calibri"/>
                <a:sym typeface="Calibri"/>
              </a:rPr>
              <a:t>one web page - “pieces” from many servers</a:t>
            </a:r>
            <a:endParaRPr/>
          </a:p>
        </p:txBody>
      </p:sp>
      <p:sp>
        <p:nvSpPr>
          <p:cNvPr id="151" name="Google Shape;151;p21"/>
          <p:cNvSpPr/>
          <p:nvPr/>
        </p:nvSpPr>
        <p:spPr>
          <a:xfrm>
            <a:off x="5621801" y="2265479"/>
            <a:ext cx="5428343" cy="769257"/>
          </a:xfrm>
          <a:prstGeom prst="rect">
            <a:avLst/>
          </a:prstGeom>
          <a:noFill/>
          <a:ln cap="flat" cmpd="sng" w="66675">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 name="Google Shape;152;p21"/>
          <p:cNvSpPr txBox="1"/>
          <p:nvPr/>
        </p:nvSpPr>
        <p:spPr>
          <a:xfrm>
            <a:off x="571925" y="1441669"/>
            <a:ext cx="4457275"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Web browser:</a:t>
            </a:r>
            <a:endParaRPr/>
          </a:p>
          <a:p>
            <a:pPr indent="-219075" lvl="0" marL="285750" marR="0" rtl="0" algn="l">
              <a:spcBef>
                <a:spcPts val="600"/>
              </a:spcBef>
              <a:spcAft>
                <a:spcPts val="0"/>
              </a:spcAft>
              <a:buClr>
                <a:srgbClr val="0E01A0"/>
              </a:buClr>
              <a:buSzPts val="2800"/>
              <a:buFont typeface="Noto Sans Symbols"/>
              <a:buChar char="▪"/>
            </a:pPr>
            <a:r>
              <a:rPr lang="en-US" sz="2800">
                <a:solidFill>
                  <a:schemeClr val="dk1"/>
                </a:solidFill>
                <a:latin typeface="Calibri"/>
                <a:ea typeface="Calibri"/>
                <a:cs typeface="Calibri"/>
                <a:sym typeface="Calibri"/>
              </a:rPr>
              <a:t>contacts nytimes.com to get base page</a:t>
            </a:r>
            <a:endParaRPr/>
          </a:p>
          <a:p>
            <a:pPr indent="-219075" lvl="0" marL="285750" marR="0" rtl="0" algn="l">
              <a:spcBef>
                <a:spcPts val="600"/>
              </a:spcBef>
              <a:spcAft>
                <a:spcPts val="0"/>
              </a:spcAft>
              <a:buClr>
                <a:srgbClr val="0E01A0"/>
              </a:buClr>
              <a:buSzPts val="2800"/>
              <a:buFont typeface="Noto Sans Symbols"/>
              <a:buChar char="▪"/>
            </a:pPr>
            <a:r>
              <a:rPr lang="en-US" sz="2800">
                <a:solidFill>
                  <a:schemeClr val="dk1"/>
                </a:solidFill>
                <a:latin typeface="Calibri"/>
                <a:ea typeface="Calibri"/>
                <a:cs typeface="Calibri"/>
                <a:sym typeface="Calibri"/>
              </a:rPr>
              <a:t>finds reference to ad embedded in base page</a:t>
            </a:r>
            <a:endParaRPr/>
          </a:p>
          <a:p>
            <a:pPr indent="-219075" lvl="0" marL="285750" marR="0" rtl="0" algn="l">
              <a:spcBef>
                <a:spcPts val="600"/>
              </a:spcBef>
              <a:spcAft>
                <a:spcPts val="0"/>
              </a:spcAft>
              <a:buClr>
                <a:srgbClr val="0E01A0"/>
              </a:buClr>
              <a:buSzPts val="2800"/>
              <a:buFont typeface="Noto Sans Symbols"/>
              <a:buChar char="▪"/>
            </a:pPr>
            <a:r>
              <a:rPr lang="en-US" sz="2800">
                <a:solidFill>
                  <a:schemeClr val="dk1"/>
                </a:solidFill>
                <a:latin typeface="Calibri"/>
                <a:ea typeface="Calibri"/>
                <a:cs typeface="Calibri"/>
                <a:sym typeface="Calibri"/>
              </a:rPr>
              <a:t>contacts AdX.com to get ad</a:t>
            </a:r>
            <a:endParaRPr/>
          </a:p>
          <a:p>
            <a:pPr indent="-219075" lvl="0" marL="285750" marR="0" rtl="0" algn="l">
              <a:spcBef>
                <a:spcPts val="600"/>
              </a:spcBef>
              <a:spcAft>
                <a:spcPts val="0"/>
              </a:spcAft>
              <a:buClr>
                <a:srgbClr val="0E01A0"/>
              </a:buClr>
              <a:buSzPts val="2800"/>
              <a:buFont typeface="Noto Sans Symbols"/>
              <a:buChar char="▪"/>
            </a:pPr>
            <a:r>
              <a:rPr lang="en-US" sz="2800">
                <a:solidFill>
                  <a:schemeClr val="dk1"/>
                </a:solidFill>
                <a:latin typeface="Calibri"/>
                <a:ea typeface="Calibri"/>
                <a:cs typeface="Calibri"/>
                <a:sym typeface="Calibri"/>
              </a:rPr>
              <a:t>assembles, displays page</a:t>
            </a:r>
            <a:endParaRPr/>
          </a:p>
        </p:txBody>
      </p:sp>
      <p:sp>
        <p:nvSpPr>
          <p:cNvPr id="153" name="Google Shape;153;p21"/>
          <p:cNvSpPr/>
          <p:nvPr/>
        </p:nvSpPr>
        <p:spPr>
          <a:xfrm>
            <a:off x="5621800" y="1770743"/>
            <a:ext cx="5413829" cy="449943"/>
          </a:xfrm>
          <a:prstGeom prst="rect">
            <a:avLst/>
          </a:prstGeom>
          <a:noFill/>
          <a:ln cap="flat" cmpd="sng" w="66675">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 name="Google Shape;154;p21"/>
          <p:cNvSpPr/>
          <p:nvPr/>
        </p:nvSpPr>
        <p:spPr>
          <a:xfrm>
            <a:off x="5617906" y="3096498"/>
            <a:ext cx="5413829" cy="2619828"/>
          </a:xfrm>
          <a:prstGeom prst="rect">
            <a:avLst/>
          </a:prstGeom>
          <a:noFill/>
          <a:ln cap="flat" cmpd="sng" w="66675">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p21"/>
          <p:cNvSpPr/>
          <p:nvPr/>
        </p:nvSpPr>
        <p:spPr>
          <a:xfrm>
            <a:off x="5652064" y="2326039"/>
            <a:ext cx="5413828" cy="711200"/>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 name="Google Shape;156;p21"/>
          <p:cNvSpPr/>
          <p:nvPr/>
        </p:nvSpPr>
        <p:spPr>
          <a:xfrm>
            <a:off x="5623036" y="2297009"/>
            <a:ext cx="5428343" cy="769257"/>
          </a:xfrm>
          <a:prstGeom prst="rect">
            <a:avLst/>
          </a:prstGeom>
          <a:noFill/>
          <a:ln cap="flat" cmpd="sng" w="66675">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21"/>
          <p:cNvSpPr txBox="1"/>
          <p:nvPr/>
        </p:nvSpPr>
        <p:spPr>
          <a:xfrm>
            <a:off x="5811720" y="2500211"/>
            <a:ext cx="5016823" cy="33855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“make HTTP request to AdX.com to get ad that goes here”</a:t>
            </a:r>
            <a:endParaRPr/>
          </a:p>
        </p:txBody>
      </p:sp>
      <p:cxnSp>
        <p:nvCxnSpPr>
          <p:cNvPr id="158" name="Google Shape;158;p21"/>
          <p:cNvCxnSpPr/>
          <p:nvPr/>
        </p:nvCxnSpPr>
        <p:spPr>
          <a:xfrm flipH="1">
            <a:off x="4020207" y="2664372"/>
            <a:ext cx="1403131" cy="520262"/>
          </a:xfrm>
          <a:prstGeom prst="straightConnector1">
            <a:avLst/>
          </a:prstGeom>
          <a:noFill/>
          <a:ln cap="flat" cmpd="sng" w="25400">
            <a:solidFill>
              <a:srgbClr val="7030A0"/>
            </a:solidFill>
            <a:prstDash val="solid"/>
            <a:miter lim="800000"/>
            <a:headEnd len="sm" w="sm" type="none"/>
            <a:tailEnd len="sm" w="sm" type="none"/>
          </a:ln>
        </p:spPr>
      </p:cxnSp>
      <p:pic>
        <p:nvPicPr>
          <p:cNvPr id="159" name="Google Shape;159;p21"/>
          <p:cNvPicPr preferRelativeResize="0"/>
          <p:nvPr/>
        </p:nvPicPr>
        <p:blipFill rotWithShape="1">
          <a:blip r:embed="rId4">
            <a:alphaModFix/>
          </a:blip>
          <a:srcRect b="0" l="0" r="0" t="0"/>
          <a:stretch/>
        </p:blipFill>
        <p:spPr>
          <a:xfrm>
            <a:off x="5590177" y="2289629"/>
            <a:ext cx="5545183" cy="776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500"/>
                                        <p:tgtEl>
                                          <p:spTgt spid="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8"/>
                                        </p:tgtEl>
                                      </p:cBhvr>
                                    </p:animEffect>
                                    <p:set>
                                      <p:cBhvr>
                                        <p:cTn dur="1" fill="hold">
                                          <p:stCondLst>
                                            <p:cond delay="500"/>
                                          </p:stCondLst>
                                        </p:cTn>
                                        <p:tgtEl>
                                          <p:spTgt spid="158"/>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300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2"/>
          <p:cNvSpPr txBox="1"/>
          <p:nvPr/>
        </p:nvSpPr>
        <p:spPr>
          <a:xfrm>
            <a:off x="360491" y="261258"/>
            <a:ext cx="9806082"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0E01A0"/>
                </a:solidFill>
                <a:latin typeface="Calibri"/>
                <a:ea typeface="Calibri"/>
                <a:cs typeface="Calibri"/>
                <a:sym typeface="Calibri"/>
              </a:rPr>
              <a:t>Example:  displaying a NY Times web page</a:t>
            </a:r>
            <a:endParaRPr sz="3600">
              <a:solidFill>
                <a:srgbClr val="0E01A0"/>
              </a:solidFill>
              <a:latin typeface="Calibri"/>
              <a:ea typeface="Calibri"/>
              <a:cs typeface="Calibri"/>
              <a:sym typeface="Calibri"/>
            </a:endParaRPr>
          </a:p>
        </p:txBody>
      </p:sp>
      <p:grpSp>
        <p:nvGrpSpPr>
          <p:cNvPr id="166" name="Google Shape;166;p22"/>
          <p:cNvGrpSpPr/>
          <p:nvPr/>
        </p:nvGrpSpPr>
        <p:grpSpPr>
          <a:xfrm>
            <a:off x="4421414" y="1364343"/>
            <a:ext cx="519313" cy="1096646"/>
            <a:chOff x="4140" y="429"/>
            <a:chExt cx="1425" cy="2396"/>
          </a:xfrm>
        </p:grpSpPr>
        <p:sp>
          <p:nvSpPr>
            <p:cNvPr id="167" name="Google Shape;167;p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8" name="Google Shape;168;p22"/>
            <p:cNvSpPr/>
            <p:nvPr/>
          </p:nvSpPr>
          <p:spPr>
            <a:xfrm>
              <a:off x="4208" y="429"/>
              <a:ext cx="1043"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69" name="Google Shape;169;p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0" name="Google Shape;170;p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1" name="Google Shape;171;p22"/>
            <p:cNvSpPr/>
            <p:nvPr/>
          </p:nvSpPr>
          <p:spPr>
            <a:xfrm>
              <a:off x="4213" y="691"/>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172" name="Google Shape;172;p22"/>
            <p:cNvGrpSpPr/>
            <p:nvPr/>
          </p:nvGrpSpPr>
          <p:grpSpPr>
            <a:xfrm>
              <a:off x="4747" y="666"/>
              <a:ext cx="582" cy="146"/>
              <a:chOff x="612" y="2566"/>
              <a:chExt cx="726" cy="140"/>
            </a:xfrm>
          </p:grpSpPr>
          <p:sp>
            <p:nvSpPr>
              <p:cNvPr id="173" name="Google Shape;173;p22"/>
              <p:cNvSpPr/>
              <p:nvPr/>
            </p:nvSpPr>
            <p:spPr>
              <a:xfrm>
                <a:off x="612" y="2566"/>
                <a:ext cx="726"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74" name="Google Shape;174;p22"/>
              <p:cNvSpPr/>
              <p:nvPr/>
            </p:nvSpPr>
            <p:spPr>
              <a:xfrm>
                <a:off x="625" y="2580"/>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175" name="Google Shape;175;p22"/>
            <p:cNvSpPr/>
            <p:nvPr/>
          </p:nvSpPr>
          <p:spPr>
            <a:xfrm>
              <a:off x="4224" y="1018"/>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176" name="Google Shape;176;p22"/>
            <p:cNvGrpSpPr/>
            <p:nvPr/>
          </p:nvGrpSpPr>
          <p:grpSpPr>
            <a:xfrm>
              <a:off x="4748" y="993"/>
              <a:ext cx="582" cy="136"/>
              <a:chOff x="615" y="2567"/>
              <a:chExt cx="726" cy="141"/>
            </a:xfrm>
          </p:grpSpPr>
          <p:sp>
            <p:nvSpPr>
              <p:cNvPr id="177" name="Google Shape;177;p22"/>
              <p:cNvSpPr/>
              <p:nvPr/>
            </p:nvSpPr>
            <p:spPr>
              <a:xfrm>
                <a:off x="615" y="2567"/>
                <a:ext cx="726"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78" name="Google Shape;178;p22"/>
              <p:cNvSpPr/>
              <p:nvPr/>
            </p:nvSpPr>
            <p:spPr>
              <a:xfrm>
                <a:off x="628" y="2582"/>
                <a:ext cx="693"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179" name="Google Shape;179;p22"/>
            <p:cNvSpPr/>
            <p:nvPr/>
          </p:nvSpPr>
          <p:spPr>
            <a:xfrm>
              <a:off x="4219" y="1360"/>
              <a:ext cx="592"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80" name="Google Shape;180;p22"/>
            <p:cNvSpPr/>
            <p:nvPr/>
          </p:nvSpPr>
          <p:spPr>
            <a:xfrm>
              <a:off x="4229" y="1657"/>
              <a:ext cx="597"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181" name="Google Shape;181;p22"/>
            <p:cNvGrpSpPr/>
            <p:nvPr/>
          </p:nvGrpSpPr>
          <p:grpSpPr>
            <a:xfrm>
              <a:off x="4737" y="1627"/>
              <a:ext cx="581" cy="151"/>
              <a:chOff x="617" y="2568"/>
              <a:chExt cx="724" cy="139"/>
            </a:xfrm>
          </p:grpSpPr>
          <p:sp>
            <p:nvSpPr>
              <p:cNvPr id="182" name="Google Shape;182;p22"/>
              <p:cNvSpPr/>
              <p:nvPr/>
            </p:nvSpPr>
            <p:spPr>
              <a:xfrm>
                <a:off x="617" y="2568"/>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83" name="Google Shape;183;p22"/>
              <p:cNvSpPr/>
              <p:nvPr/>
            </p:nvSpPr>
            <p:spPr>
              <a:xfrm>
                <a:off x="630" y="2582"/>
                <a:ext cx="69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184" name="Google Shape;184;p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85" name="Google Shape;185;p22"/>
            <p:cNvGrpSpPr/>
            <p:nvPr/>
          </p:nvGrpSpPr>
          <p:grpSpPr>
            <a:xfrm>
              <a:off x="4737" y="1325"/>
              <a:ext cx="581" cy="141"/>
              <a:chOff x="612" y="2566"/>
              <a:chExt cx="724" cy="141"/>
            </a:xfrm>
          </p:grpSpPr>
          <p:sp>
            <p:nvSpPr>
              <p:cNvPr id="186" name="Google Shape;186;p22"/>
              <p:cNvSpPr/>
              <p:nvPr/>
            </p:nvSpPr>
            <p:spPr>
              <a:xfrm>
                <a:off x="612" y="2566"/>
                <a:ext cx="724"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87" name="Google Shape;187;p22"/>
              <p:cNvSpPr/>
              <p:nvPr/>
            </p:nvSpPr>
            <p:spPr>
              <a:xfrm>
                <a:off x="625" y="2581"/>
                <a:ext cx="692"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188" name="Google Shape;188;p22"/>
            <p:cNvSpPr/>
            <p:nvPr/>
          </p:nvSpPr>
          <p:spPr>
            <a:xfrm>
              <a:off x="5251"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89" name="Google Shape;189;p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0" name="Google Shape;190;p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1" name="Google Shape;191;p22"/>
            <p:cNvSpPr/>
            <p:nvPr/>
          </p:nvSpPr>
          <p:spPr>
            <a:xfrm>
              <a:off x="5518" y="2609"/>
              <a:ext cx="47" cy="10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92" name="Google Shape;192;p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3" name="Google Shape;193;p22"/>
            <p:cNvSpPr/>
            <p:nvPr/>
          </p:nvSpPr>
          <p:spPr>
            <a:xfrm>
              <a:off x="4140" y="2679"/>
              <a:ext cx="1200" cy="146"/>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94" name="Google Shape;194;p22"/>
            <p:cNvSpPr/>
            <p:nvPr/>
          </p:nvSpPr>
          <p:spPr>
            <a:xfrm>
              <a:off x="4208" y="2709"/>
              <a:ext cx="1069"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95" name="Google Shape;195;p22"/>
            <p:cNvSpPr/>
            <p:nvPr/>
          </p:nvSpPr>
          <p:spPr>
            <a:xfrm>
              <a:off x="4308" y="2382"/>
              <a:ext cx="157"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96" name="Google Shape;196;p22"/>
            <p:cNvSpPr/>
            <p:nvPr/>
          </p:nvSpPr>
          <p:spPr>
            <a:xfrm>
              <a:off x="4486" y="2382"/>
              <a:ext cx="162"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7" name="Google Shape;197;p22"/>
            <p:cNvSpPr/>
            <p:nvPr/>
          </p:nvSpPr>
          <p:spPr>
            <a:xfrm>
              <a:off x="4664" y="2382"/>
              <a:ext cx="157"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198" name="Google Shape;198;p22"/>
            <p:cNvSpPr/>
            <p:nvPr/>
          </p:nvSpPr>
          <p:spPr>
            <a:xfrm>
              <a:off x="5062" y="1833"/>
              <a:ext cx="84" cy="765"/>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pic>
        <p:nvPicPr>
          <p:cNvPr id="199" name="Google Shape;199;p22"/>
          <p:cNvPicPr preferRelativeResize="0"/>
          <p:nvPr/>
        </p:nvPicPr>
        <p:blipFill rotWithShape="1">
          <a:blip r:embed="rId3">
            <a:alphaModFix/>
          </a:blip>
          <a:srcRect b="0" l="0" r="0" t="0"/>
          <a:stretch/>
        </p:blipFill>
        <p:spPr>
          <a:xfrm>
            <a:off x="4987471" y="1230461"/>
            <a:ext cx="1797957" cy="1299560"/>
          </a:xfrm>
          <a:prstGeom prst="rect">
            <a:avLst/>
          </a:prstGeom>
          <a:noFill/>
          <a:ln>
            <a:noFill/>
          </a:ln>
        </p:spPr>
      </p:pic>
      <p:pic>
        <p:nvPicPr>
          <p:cNvPr id="200" name="Google Shape;200;p22"/>
          <p:cNvPicPr preferRelativeResize="0"/>
          <p:nvPr/>
        </p:nvPicPr>
        <p:blipFill rotWithShape="1">
          <a:blip r:embed="rId4">
            <a:alphaModFix/>
          </a:blip>
          <a:srcRect b="0" l="0" r="0" t="0"/>
          <a:stretch/>
        </p:blipFill>
        <p:spPr>
          <a:xfrm>
            <a:off x="8186057" y="4524829"/>
            <a:ext cx="1783443" cy="249682"/>
          </a:xfrm>
          <a:prstGeom prst="rect">
            <a:avLst/>
          </a:prstGeom>
          <a:noFill/>
          <a:ln>
            <a:noFill/>
          </a:ln>
        </p:spPr>
      </p:pic>
      <p:grpSp>
        <p:nvGrpSpPr>
          <p:cNvPr id="201" name="Google Shape;201;p22"/>
          <p:cNvGrpSpPr/>
          <p:nvPr/>
        </p:nvGrpSpPr>
        <p:grpSpPr>
          <a:xfrm>
            <a:off x="8178799" y="4820558"/>
            <a:ext cx="519313" cy="1096646"/>
            <a:chOff x="4140" y="429"/>
            <a:chExt cx="1425" cy="2396"/>
          </a:xfrm>
        </p:grpSpPr>
        <p:sp>
          <p:nvSpPr>
            <p:cNvPr id="202" name="Google Shape;202;p2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3" name="Google Shape;203;p22"/>
            <p:cNvSpPr/>
            <p:nvPr/>
          </p:nvSpPr>
          <p:spPr>
            <a:xfrm>
              <a:off x="4208" y="429"/>
              <a:ext cx="1043"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04" name="Google Shape;204;p2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5" name="Google Shape;205;p2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6" name="Google Shape;206;p22"/>
            <p:cNvSpPr/>
            <p:nvPr/>
          </p:nvSpPr>
          <p:spPr>
            <a:xfrm>
              <a:off x="4213" y="691"/>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207" name="Google Shape;207;p22"/>
            <p:cNvGrpSpPr/>
            <p:nvPr/>
          </p:nvGrpSpPr>
          <p:grpSpPr>
            <a:xfrm>
              <a:off x="4747" y="666"/>
              <a:ext cx="582" cy="146"/>
              <a:chOff x="612" y="2566"/>
              <a:chExt cx="726" cy="140"/>
            </a:xfrm>
          </p:grpSpPr>
          <p:sp>
            <p:nvSpPr>
              <p:cNvPr id="208" name="Google Shape;208;p22"/>
              <p:cNvSpPr/>
              <p:nvPr/>
            </p:nvSpPr>
            <p:spPr>
              <a:xfrm>
                <a:off x="612" y="2566"/>
                <a:ext cx="726"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09" name="Google Shape;209;p22"/>
              <p:cNvSpPr/>
              <p:nvPr/>
            </p:nvSpPr>
            <p:spPr>
              <a:xfrm>
                <a:off x="625" y="2580"/>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210" name="Google Shape;210;p22"/>
            <p:cNvSpPr/>
            <p:nvPr/>
          </p:nvSpPr>
          <p:spPr>
            <a:xfrm>
              <a:off x="4224" y="1018"/>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211" name="Google Shape;211;p22"/>
            <p:cNvGrpSpPr/>
            <p:nvPr/>
          </p:nvGrpSpPr>
          <p:grpSpPr>
            <a:xfrm>
              <a:off x="4748" y="993"/>
              <a:ext cx="582" cy="136"/>
              <a:chOff x="615" y="2567"/>
              <a:chExt cx="726" cy="141"/>
            </a:xfrm>
          </p:grpSpPr>
          <p:sp>
            <p:nvSpPr>
              <p:cNvPr id="212" name="Google Shape;212;p22"/>
              <p:cNvSpPr/>
              <p:nvPr/>
            </p:nvSpPr>
            <p:spPr>
              <a:xfrm>
                <a:off x="615" y="2567"/>
                <a:ext cx="726"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13" name="Google Shape;213;p22"/>
              <p:cNvSpPr/>
              <p:nvPr/>
            </p:nvSpPr>
            <p:spPr>
              <a:xfrm>
                <a:off x="628" y="2582"/>
                <a:ext cx="693"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214" name="Google Shape;214;p22"/>
            <p:cNvSpPr/>
            <p:nvPr/>
          </p:nvSpPr>
          <p:spPr>
            <a:xfrm>
              <a:off x="4219" y="1360"/>
              <a:ext cx="592"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15" name="Google Shape;215;p22"/>
            <p:cNvSpPr/>
            <p:nvPr/>
          </p:nvSpPr>
          <p:spPr>
            <a:xfrm>
              <a:off x="4229" y="1657"/>
              <a:ext cx="597"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216" name="Google Shape;216;p22"/>
            <p:cNvGrpSpPr/>
            <p:nvPr/>
          </p:nvGrpSpPr>
          <p:grpSpPr>
            <a:xfrm>
              <a:off x="4737" y="1627"/>
              <a:ext cx="581" cy="151"/>
              <a:chOff x="617" y="2568"/>
              <a:chExt cx="724" cy="139"/>
            </a:xfrm>
          </p:grpSpPr>
          <p:sp>
            <p:nvSpPr>
              <p:cNvPr id="217" name="Google Shape;217;p22"/>
              <p:cNvSpPr/>
              <p:nvPr/>
            </p:nvSpPr>
            <p:spPr>
              <a:xfrm>
                <a:off x="617" y="2568"/>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18" name="Google Shape;218;p22"/>
              <p:cNvSpPr/>
              <p:nvPr/>
            </p:nvSpPr>
            <p:spPr>
              <a:xfrm>
                <a:off x="630" y="2582"/>
                <a:ext cx="69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219" name="Google Shape;219;p2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20" name="Google Shape;220;p22"/>
            <p:cNvGrpSpPr/>
            <p:nvPr/>
          </p:nvGrpSpPr>
          <p:grpSpPr>
            <a:xfrm>
              <a:off x="4737" y="1325"/>
              <a:ext cx="581" cy="141"/>
              <a:chOff x="612" y="2566"/>
              <a:chExt cx="724" cy="141"/>
            </a:xfrm>
          </p:grpSpPr>
          <p:sp>
            <p:nvSpPr>
              <p:cNvPr id="221" name="Google Shape;221;p22"/>
              <p:cNvSpPr/>
              <p:nvPr/>
            </p:nvSpPr>
            <p:spPr>
              <a:xfrm>
                <a:off x="612" y="2566"/>
                <a:ext cx="724"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22" name="Google Shape;222;p22"/>
              <p:cNvSpPr/>
              <p:nvPr/>
            </p:nvSpPr>
            <p:spPr>
              <a:xfrm>
                <a:off x="625" y="2581"/>
                <a:ext cx="692"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223" name="Google Shape;223;p22"/>
            <p:cNvSpPr/>
            <p:nvPr/>
          </p:nvSpPr>
          <p:spPr>
            <a:xfrm>
              <a:off x="5251"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24" name="Google Shape;224;p2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5" name="Google Shape;225;p2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6" name="Google Shape;226;p22"/>
            <p:cNvSpPr/>
            <p:nvPr/>
          </p:nvSpPr>
          <p:spPr>
            <a:xfrm>
              <a:off x="5518" y="2609"/>
              <a:ext cx="47" cy="10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27" name="Google Shape;227;p2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8" name="Google Shape;228;p22"/>
            <p:cNvSpPr/>
            <p:nvPr/>
          </p:nvSpPr>
          <p:spPr>
            <a:xfrm>
              <a:off x="4140" y="2679"/>
              <a:ext cx="1200" cy="146"/>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29" name="Google Shape;229;p22"/>
            <p:cNvSpPr/>
            <p:nvPr/>
          </p:nvSpPr>
          <p:spPr>
            <a:xfrm>
              <a:off x="4208" y="2709"/>
              <a:ext cx="1069"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30" name="Google Shape;230;p22"/>
            <p:cNvSpPr/>
            <p:nvPr/>
          </p:nvSpPr>
          <p:spPr>
            <a:xfrm>
              <a:off x="4308" y="2382"/>
              <a:ext cx="157"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31" name="Google Shape;231;p22"/>
            <p:cNvSpPr/>
            <p:nvPr/>
          </p:nvSpPr>
          <p:spPr>
            <a:xfrm>
              <a:off x="4486" y="2382"/>
              <a:ext cx="162"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2" name="Google Shape;232;p22"/>
            <p:cNvSpPr/>
            <p:nvPr/>
          </p:nvSpPr>
          <p:spPr>
            <a:xfrm>
              <a:off x="4664" y="2382"/>
              <a:ext cx="157"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233" name="Google Shape;233;p22"/>
            <p:cNvSpPr/>
            <p:nvPr/>
          </p:nvSpPr>
          <p:spPr>
            <a:xfrm>
              <a:off x="5062" y="1833"/>
              <a:ext cx="84" cy="765"/>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234" name="Google Shape;234;p22"/>
          <p:cNvGrpSpPr/>
          <p:nvPr/>
        </p:nvGrpSpPr>
        <p:grpSpPr>
          <a:xfrm>
            <a:off x="3586046" y="4406221"/>
            <a:ext cx="1432267" cy="1301523"/>
            <a:chOff x="2718817" y="3255963"/>
            <a:chExt cx="1432267" cy="1301523"/>
          </a:xfrm>
        </p:grpSpPr>
        <p:grpSp>
          <p:nvGrpSpPr>
            <p:cNvPr id="235" name="Google Shape;235;p22"/>
            <p:cNvGrpSpPr/>
            <p:nvPr/>
          </p:nvGrpSpPr>
          <p:grpSpPr>
            <a:xfrm>
              <a:off x="2718817" y="3255963"/>
              <a:ext cx="1432267" cy="1301523"/>
              <a:chOff x="-44" y="1473"/>
              <a:chExt cx="981" cy="1105"/>
            </a:xfrm>
          </p:grpSpPr>
          <p:pic>
            <p:nvPicPr>
              <p:cNvPr descr="desktop_computer_stylized_medium" id="236" name="Google Shape;236;p22"/>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237" name="Google Shape;237;p2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Icon&#10;&#10;Description automatically generated" id="238" name="Google Shape;238;p22"/>
            <p:cNvPicPr preferRelativeResize="0"/>
            <p:nvPr/>
          </p:nvPicPr>
          <p:blipFill rotWithShape="1">
            <a:blip r:embed="rId6">
              <a:alphaModFix/>
            </a:blip>
            <a:srcRect b="0" l="0" r="0" t="0"/>
            <a:stretch/>
          </p:blipFill>
          <p:spPr>
            <a:xfrm>
              <a:off x="3251200" y="3436256"/>
              <a:ext cx="870857" cy="489857"/>
            </a:xfrm>
            <a:prstGeom prst="rect">
              <a:avLst/>
            </a:prstGeom>
            <a:noFill/>
            <a:ln>
              <a:noFill/>
            </a:ln>
          </p:spPr>
        </p:pic>
      </p:grpSp>
      <p:sp>
        <p:nvSpPr>
          <p:cNvPr id="239" name="Google Shape;239;p22"/>
          <p:cNvSpPr txBox="1"/>
          <p:nvPr/>
        </p:nvSpPr>
        <p:spPr>
          <a:xfrm>
            <a:off x="4352471" y="2398486"/>
            <a:ext cx="179844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nytimes</a:t>
            </a:r>
            <a:r>
              <a:rPr lang="en-US" sz="1800">
                <a:solidFill>
                  <a:schemeClr val="dk1"/>
                </a:solidFill>
                <a:latin typeface="Calibri"/>
                <a:ea typeface="Calibri"/>
                <a:cs typeface="Calibri"/>
                <a:sym typeface="Calibri"/>
              </a:rPr>
              <a:t>.com</a:t>
            </a:r>
            <a:endParaRPr sz="1800">
              <a:solidFill>
                <a:schemeClr val="dk1"/>
              </a:solidFill>
              <a:latin typeface="Calibri"/>
              <a:ea typeface="Calibri"/>
              <a:cs typeface="Calibri"/>
              <a:sym typeface="Calibri"/>
            </a:endParaRPr>
          </a:p>
        </p:txBody>
      </p:sp>
      <p:sp>
        <p:nvSpPr>
          <p:cNvPr id="240" name="Google Shape;240;p22"/>
          <p:cNvSpPr txBox="1"/>
          <p:nvPr/>
        </p:nvSpPr>
        <p:spPr>
          <a:xfrm>
            <a:off x="8095344" y="5878285"/>
            <a:ext cx="12279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AdX</a:t>
            </a:r>
            <a:r>
              <a:rPr lang="en-US" sz="1800">
                <a:solidFill>
                  <a:schemeClr val="dk1"/>
                </a:solidFill>
                <a:latin typeface="Calibri"/>
                <a:ea typeface="Calibri"/>
                <a:cs typeface="Calibri"/>
                <a:sym typeface="Calibri"/>
              </a:rPr>
              <a:t>.com</a:t>
            </a:r>
            <a:endParaRPr sz="1800">
              <a:solidFill>
                <a:schemeClr val="dk1"/>
              </a:solidFill>
              <a:latin typeface="Calibri"/>
              <a:ea typeface="Calibri"/>
              <a:cs typeface="Calibri"/>
              <a:sym typeface="Calibri"/>
            </a:endParaRPr>
          </a:p>
        </p:txBody>
      </p:sp>
      <p:pic>
        <p:nvPicPr>
          <p:cNvPr id="241" name="Google Shape;241;p22"/>
          <p:cNvPicPr preferRelativeResize="0"/>
          <p:nvPr/>
        </p:nvPicPr>
        <p:blipFill rotWithShape="1">
          <a:blip r:embed="rId3">
            <a:alphaModFix/>
          </a:blip>
          <a:srcRect b="0" l="0" r="0" t="0"/>
          <a:stretch/>
        </p:blipFill>
        <p:spPr>
          <a:xfrm>
            <a:off x="5009242" y="1223204"/>
            <a:ext cx="1797957" cy="1299560"/>
          </a:xfrm>
          <a:prstGeom prst="rect">
            <a:avLst/>
          </a:prstGeom>
          <a:noFill/>
          <a:ln>
            <a:noFill/>
          </a:ln>
        </p:spPr>
      </p:pic>
      <p:pic>
        <p:nvPicPr>
          <p:cNvPr id="242" name="Google Shape;242;p22"/>
          <p:cNvPicPr preferRelativeResize="0"/>
          <p:nvPr/>
        </p:nvPicPr>
        <p:blipFill rotWithShape="1">
          <a:blip r:embed="rId4">
            <a:alphaModFix/>
          </a:blip>
          <a:srcRect b="0" l="0" r="0" t="0"/>
          <a:stretch/>
        </p:blipFill>
        <p:spPr>
          <a:xfrm>
            <a:off x="8211457" y="4524829"/>
            <a:ext cx="1788365" cy="250371"/>
          </a:xfrm>
          <a:prstGeom prst="rect">
            <a:avLst/>
          </a:prstGeom>
          <a:noFill/>
          <a:ln>
            <a:noFill/>
          </a:ln>
        </p:spPr>
      </p:pic>
      <p:grpSp>
        <p:nvGrpSpPr>
          <p:cNvPr id="243" name="Google Shape;243;p22"/>
          <p:cNvGrpSpPr/>
          <p:nvPr/>
        </p:nvGrpSpPr>
        <p:grpSpPr>
          <a:xfrm>
            <a:off x="4051300" y="2946400"/>
            <a:ext cx="965200" cy="1308100"/>
            <a:chOff x="4051300" y="2946400"/>
            <a:chExt cx="965200" cy="1308100"/>
          </a:xfrm>
        </p:grpSpPr>
        <p:grpSp>
          <p:nvGrpSpPr>
            <p:cNvPr id="244" name="Google Shape;244;p22"/>
            <p:cNvGrpSpPr/>
            <p:nvPr/>
          </p:nvGrpSpPr>
          <p:grpSpPr>
            <a:xfrm>
              <a:off x="4673600" y="2946400"/>
              <a:ext cx="342900" cy="1308100"/>
              <a:chOff x="4673600" y="2946400"/>
              <a:chExt cx="342900" cy="1308100"/>
            </a:xfrm>
          </p:grpSpPr>
          <p:cxnSp>
            <p:nvCxnSpPr>
              <p:cNvPr id="245" name="Google Shape;245;p22"/>
              <p:cNvCxnSpPr/>
              <p:nvPr/>
            </p:nvCxnSpPr>
            <p:spPr>
              <a:xfrm rot="10800000">
                <a:off x="4851400" y="2946400"/>
                <a:ext cx="0" cy="1308100"/>
              </a:xfrm>
              <a:prstGeom prst="straightConnector1">
                <a:avLst/>
              </a:prstGeom>
              <a:noFill/>
              <a:ln cap="flat" cmpd="sng" w="25400">
                <a:solidFill>
                  <a:srgbClr val="0E01A0"/>
                </a:solidFill>
                <a:prstDash val="solid"/>
                <a:miter lim="800000"/>
                <a:headEnd len="sm" w="sm" type="none"/>
                <a:tailEnd len="med" w="med" type="triangle"/>
              </a:ln>
            </p:spPr>
          </p:cxnSp>
          <p:sp>
            <p:nvSpPr>
              <p:cNvPr id="246" name="Google Shape;246;p22"/>
              <p:cNvSpPr/>
              <p:nvPr/>
            </p:nvSpPr>
            <p:spPr>
              <a:xfrm>
                <a:off x="4673600" y="3441700"/>
                <a:ext cx="342900" cy="342900"/>
              </a:xfrm>
              <a:prstGeom prst="ellipse">
                <a:avLst/>
              </a:prstGeom>
              <a:solidFill>
                <a:schemeClr val="lt1"/>
              </a:solidFill>
              <a:ln cap="flat" cmpd="sng" w="19050">
                <a:solidFill>
                  <a:srgbClr val="0E01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 name="Google Shape;247;p22"/>
              <p:cNvSpPr txBox="1"/>
              <p:nvPr/>
            </p:nvSpPr>
            <p:spPr>
              <a:xfrm>
                <a:off x="4711700" y="34290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a:t>
                </a:r>
                <a:endParaRPr/>
              </a:p>
            </p:txBody>
          </p:sp>
        </p:grpSp>
        <p:sp>
          <p:nvSpPr>
            <p:cNvPr id="248" name="Google Shape;248;p22"/>
            <p:cNvSpPr txBox="1"/>
            <p:nvPr/>
          </p:nvSpPr>
          <p:spPr>
            <a:xfrm>
              <a:off x="4051300" y="3378200"/>
              <a:ext cx="736600"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800">
                  <a:solidFill>
                    <a:schemeClr val="dk1"/>
                  </a:solidFill>
                  <a:latin typeface="Calibri"/>
                  <a:ea typeface="Calibri"/>
                  <a:cs typeface="Calibri"/>
                  <a:sym typeface="Calibri"/>
                </a:rPr>
                <a:t>HTTP GET</a:t>
              </a:r>
              <a:endParaRPr/>
            </a:p>
          </p:txBody>
        </p:sp>
      </p:grpSp>
      <p:grpSp>
        <p:nvGrpSpPr>
          <p:cNvPr id="249" name="Google Shape;249;p22"/>
          <p:cNvGrpSpPr/>
          <p:nvPr/>
        </p:nvGrpSpPr>
        <p:grpSpPr>
          <a:xfrm>
            <a:off x="5143500" y="2959100"/>
            <a:ext cx="990600" cy="1308100"/>
            <a:chOff x="5143500" y="2959100"/>
            <a:chExt cx="990600" cy="1308100"/>
          </a:xfrm>
        </p:grpSpPr>
        <p:grpSp>
          <p:nvGrpSpPr>
            <p:cNvPr id="250" name="Google Shape;250;p22"/>
            <p:cNvGrpSpPr/>
            <p:nvPr/>
          </p:nvGrpSpPr>
          <p:grpSpPr>
            <a:xfrm>
              <a:off x="5143500" y="2959100"/>
              <a:ext cx="342900" cy="1308100"/>
              <a:chOff x="4673600" y="2946400"/>
              <a:chExt cx="342900" cy="1308100"/>
            </a:xfrm>
          </p:grpSpPr>
          <p:cxnSp>
            <p:nvCxnSpPr>
              <p:cNvPr id="251" name="Google Shape;251;p22"/>
              <p:cNvCxnSpPr/>
              <p:nvPr/>
            </p:nvCxnSpPr>
            <p:spPr>
              <a:xfrm rot="10800000">
                <a:off x="4851400" y="2946400"/>
                <a:ext cx="0" cy="1308100"/>
              </a:xfrm>
              <a:prstGeom prst="straightConnector1">
                <a:avLst/>
              </a:prstGeom>
              <a:noFill/>
              <a:ln cap="flat" cmpd="sng" w="25400">
                <a:solidFill>
                  <a:srgbClr val="0E01A0"/>
                </a:solidFill>
                <a:prstDash val="solid"/>
                <a:miter lim="800000"/>
                <a:headEnd len="med" w="med" type="triangle"/>
                <a:tailEnd len="sm" w="sm" type="none"/>
              </a:ln>
            </p:spPr>
          </p:cxnSp>
          <p:sp>
            <p:nvSpPr>
              <p:cNvPr id="252" name="Google Shape;252;p22"/>
              <p:cNvSpPr/>
              <p:nvPr/>
            </p:nvSpPr>
            <p:spPr>
              <a:xfrm>
                <a:off x="4673600" y="3441700"/>
                <a:ext cx="342900" cy="342900"/>
              </a:xfrm>
              <a:prstGeom prst="ellipse">
                <a:avLst/>
              </a:prstGeom>
              <a:solidFill>
                <a:schemeClr val="lt1"/>
              </a:solidFill>
              <a:ln cap="flat" cmpd="sng" w="19050">
                <a:solidFill>
                  <a:srgbClr val="0E01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3" name="Google Shape;253;p22"/>
              <p:cNvSpPr txBox="1"/>
              <p:nvPr/>
            </p:nvSpPr>
            <p:spPr>
              <a:xfrm>
                <a:off x="4711700" y="34290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a:t>
                </a:r>
                <a:endParaRPr/>
              </a:p>
            </p:txBody>
          </p:sp>
        </p:grpSp>
        <p:sp>
          <p:nvSpPr>
            <p:cNvPr id="254" name="Google Shape;254;p22"/>
            <p:cNvSpPr txBox="1"/>
            <p:nvPr/>
          </p:nvSpPr>
          <p:spPr>
            <a:xfrm>
              <a:off x="5397500" y="3403600"/>
              <a:ext cx="736600"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800">
                  <a:solidFill>
                    <a:schemeClr val="dk1"/>
                  </a:solidFill>
                  <a:latin typeface="Calibri"/>
                  <a:ea typeface="Calibri"/>
                  <a:cs typeface="Calibri"/>
                  <a:sym typeface="Calibri"/>
                </a:rPr>
                <a:t>HTTP reply</a:t>
              </a:r>
              <a:endParaRPr/>
            </a:p>
          </p:txBody>
        </p:sp>
      </p:grpSp>
      <p:grpSp>
        <p:nvGrpSpPr>
          <p:cNvPr id="255" name="Google Shape;255;p22"/>
          <p:cNvGrpSpPr/>
          <p:nvPr/>
        </p:nvGrpSpPr>
        <p:grpSpPr>
          <a:xfrm>
            <a:off x="6261100" y="4914900"/>
            <a:ext cx="1854200" cy="369332"/>
            <a:chOff x="3721100" y="3429000"/>
            <a:chExt cx="1854200" cy="369332"/>
          </a:xfrm>
        </p:grpSpPr>
        <p:cxnSp>
          <p:nvCxnSpPr>
            <p:cNvPr id="256" name="Google Shape;256;p22"/>
            <p:cNvCxnSpPr/>
            <p:nvPr/>
          </p:nvCxnSpPr>
          <p:spPr>
            <a:xfrm>
              <a:off x="3721100" y="3594100"/>
              <a:ext cx="1854200" cy="0"/>
            </a:xfrm>
            <a:prstGeom prst="straightConnector1">
              <a:avLst/>
            </a:prstGeom>
            <a:noFill/>
            <a:ln cap="flat" cmpd="sng" w="25400">
              <a:solidFill>
                <a:srgbClr val="0E01A0"/>
              </a:solidFill>
              <a:prstDash val="solid"/>
              <a:miter lim="800000"/>
              <a:headEnd len="sm" w="sm" type="none"/>
              <a:tailEnd len="med" w="med" type="triangle"/>
            </a:ln>
          </p:spPr>
        </p:cxnSp>
        <p:sp>
          <p:nvSpPr>
            <p:cNvPr id="257" name="Google Shape;257;p22"/>
            <p:cNvSpPr/>
            <p:nvPr/>
          </p:nvSpPr>
          <p:spPr>
            <a:xfrm>
              <a:off x="4673600" y="3441700"/>
              <a:ext cx="342900" cy="342900"/>
            </a:xfrm>
            <a:prstGeom prst="ellipse">
              <a:avLst/>
            </a:prstGeom>
            <a:solidFill>
              <a:schemeClr val="lt1"/>
            </a:solidFill>
            <a:ln cap="flat" cmpd="sng" w="19050">
              <a:solidFill>
                <a:srgbClr val="0E01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8" name="Google Shape;258;p22"/>
            <p:cNvSpPr txBox="1"/>
            <p:nvPr/>
          </p:nvSpPr>
          <p:spPr>
            <a:xfrm>
              <a:off x="4686300" y="34290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4</a:t>
              </a:r>
              <a:endParaRPr/>
            </a:p>
          </p:txBody>
        </p:sp>
      </p:grpSp>
      <p:grpSp>
        <p:nvGrpSpPr>
          <p:cNvPr id="259" name="Google Shape;259;p22"/>
          <p:cNvGrpSpPr/>
          <p:nvPr/>
        </p:nvGrpSpPr>
        <p:grpSpPr>
          <a:xfrm>
            <a:off x="4749800" y="4826000"/>
            <a:ext cx="342900" cy="369332"/>
            <a:chOff x="2857500" y="6540500"/>
            <a:chExt cx="342900" cy="369332"/>
          </a:xfrm>
        </p:grpSpPr>
        <p:sp>
          <p:nvSpPr>
            <p:cNvPr id="260" name="Google Shape;260;p22"/>
            <p:cNvSpPr/>
            <p:nvPr/>
          </p:nvSpPr>
          <p:spPr>
            <a:xfrm>
              <a:off x="2857500" y="6553200"/>
              <a:ext cx="342900" cy="342900"/>
            </a:xfrm>
            <a:prstGeom prst="ellipse">
              <a:avLst/>
            </a:prstGeom>
            <a:solidFill>
              <a:schemeClr val="lt1"/>
            </a:solidFill>
            <a:ln cap="flat" cmpd="sng" w="19050">
              <a:solidFill>
                <a:srgbClr val="0E01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 name="Google Shape;261;p22"/>
            <p:cNvSpPr txBox="1"/>
            <p:nvPr/>
          </p:nvSpPr>
          <p:spPr>
            <a:xfrm>
              <a:off x="2895600" y="65405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a:t>
              </a:r>
              <a:endParaRPr/>
            </a:p>
          </p:txBody>
        </p:sp>
      </p:grpSp>
      <p:grpSp>
        <p:nvGrpSpPr>
          <p:cNvPr id="262" name="Google Shape;262;p22"/>
          <p:cNvGrpSpPr/>
          <p:nvPr/>
        </p:nvGrpSpPr>
        <p:grpSpPr>
          <a:xfrm>
            <a:off x="6273800" y="5308600"/>
            <a:ext cx="1841500" cy="369332"/>
            <a:chOff x="3721100" y="3429000"/>
            <a:chExt cx="1841500" cy="369332"/>
          </a:xfrm>
        </p:grpSpPr>
        <p:cxnSp>
          <p:nvCxnSpPr>
            <p:cNvPr id="263" name="Google Shape;263;p22"/>
            <p:cNvCxnSpPr/>
            <p:nvPr/>
          </p:nvCxnSpPr>
          <p:spPr>
            <a:xfrm>
              <a:off x="3721100" y="3594100"/>
              <a:ext cx="1841500" cy="0"/>
            </a:xfrm>
            <a:prstGeom prst="straightConnector1">
              <a:avLst/>
            </a:prstGeom>
            <a:noFill/>
            <a:ln cap="flat" cmpd="sng" w="25400">
              <a:solidFill>
                <a:srgbClr val="0E01A0"/>
              </a:solidFill>
              <a:prstDash val="solid"/>
              <a:miter lim="800000"/>
              <a:headEnd len="med" w="med" type="triangle"/>
              <a:tailEnd len="sm" w="sm" type="none"/>
            </a:ln>
          </p:spPr>
        </p:cxnSp>
        <p:sp>
          <p:nvSpPr>
            <p:cNvPr id="264" name="Google Shape;264;p22"/>
            <p:cNvSpPr/>
            <p:nvPr/>
          </p:nvSpPr>
          <p:spPr>
            <a:xfrm>
              <a:off x="4673600" y="3441700"/>
              <a:ext cx="342900" cy="342900"/>
            </a:xfrm>
            <a:prstGeom prst="ellipse">
              <a:avLst/>
            </a:prstGeom>
            <a:solidFill>
              <a:schemeClr val="lt1"/>
            </a:solidFill>
            <a:ln cap="flat" cmpd="sng" w="19050">
              <a:solidFill>
                <a:srgbClr val="0E01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 name="Google Shape;265;p22"/>
            <p:cNvSpPr txBox="1"/>
            <p:nvPr/>
          </p:nvSpPr>
          <p:spPr>
            <a:xfrm>
              <a:off x="4686300" y="34290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5</a:t>
              </a:r>
              <a:endParaRPr/>
            </a:p>
          </p:txBody>
        </p:sp>
      </p:grpSp>
      <p:grpSp>
        <p:nvGrpSpPr>
          <p:cNvPr id="266" name="Google Shape;266;p22"/>
          <p:cNvGrpSpPr/>
          <p:nvPr/>
        </p:nvGrpSpPr>
        <p:grpSpPr>
          <a:xfrm>
            <a:off x="4775200" y="5207000"/>
            <a:ext cx="342900" cy="369332"/>
            <a:chOff x="2857500" y="6540500"/>
            <a:chExt cx="342900" cy="369332"/>
          </a:xfrm>
        </p:grpSpPr>
        <p:sp>
          <p:nvSpPr>
            <p:cNvPr id="267" name="Google Shape;267;p22"/>
            <p:cNvSpPr/>
            <p:nvPr/>
          </p:nvSpPr>
          <p:spPr>
            <a:xfrm>
              <a:off x="2857500" y="6553200"/>
              <a:ext cx="342900" cy="342900"/>
            </a:xfrm>
            <a:prstGeom prst="ellipse">
              <a:avLst/>
            </a:prstGeom>
            <a:solidFill>
              <a:schemeClr val="lt1"/>
            </a:solidFill>
            <a:ln cap="flat" cmpd="sng" w="19050">
              <a:solidFill>
                <a:srgbClr val="0E01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 name="Google Shape;268;p22"/>
            <p:cNvSpPr txBox="1"/>
            <p:nvPr/>
          </p:nvSpPr>
          <p:spPr>
            <a:xfrm>
              <a:off x="2895600" y="65405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6</a:t>
              </a:r>
              <a:endParaRPr/>
            </a:p>
          </p:txBody>
        </p:sp>
      </p:grpSp>
      <p:pic>
        <p:nvPicPr>
          <p:cNvPr id="269" name="Google Shape;269;p22"/>
          <p:cNvPicPr preferRelativeResize="0"/>
          <p:nvPr/>
        </p:nvPicPr>
        <p:blipFill rotWithShape="1">
          <a:blip r:embed="rId7">
            <a:alphaModFix/>
          </a:blip>
          <a:srcRect b="0" l="0" r="0" t="0"/>
          <a:stretch/>
        </p:blipFill>
        <p:spPr>
          <a:xfrm>
            <a:off x="5016500" y="4394023"/>
            <a:ext cx="1790700" cy="1295576"/>
          </a:xfrm>
          <a:prstGeom prst="rect">
            <a:avLst/>
          </a:prstGeom>
          <a:noFill/>
          <a:ln>
            <a:noFill/>
          </a:ln>
        </p:spPr>
      </p:pic>
      <p:sp>
        <p:nvSpPr>
          <p:cNvPr id="270" name="Google Shape;270;p22"/>
          <p:cNvSpPr txBox="1"/>
          <p:nvPr/>
        </p:nvSpPr>
        <p:spPr>
          <a:xfrm>
            <a:off x="1917701" y="5803900"/>
            <a:ext cx="24257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NY times page with embedded ad displayed</a:t>
            </a:r>
            <a:endParaRPr/>
          </a:p>
        </p:txBody>
      </p:sp>
      <p:grpSp>
        <p:nvGrpSpPr>
          <p:cNvPr id="271" name="Google Shape;271;p22"/>
          <p:cNvGrpSpPr/>
          <p:nvPr/>
        </p:nvGrpSpPr>
        <p:grpSpPr>
          <a:xfrm>
            <a:off x="584200" y="1511300"/>
            <a:ext cx="3403600" cy="830997"/>
            <a:chOff x="584200" y="1511300"/>
            <a:chExt cx="3403600" cy="830997"/>
          </a:xfrm>
        </p:grpSpPr>
        <p:sp>
          <p:nvSpPr>
            <p:cNvPr id="272" name="Google Shape;272;p22"/>
            <p:cNvSpPr txBox="1"/>
            <p:nvPr/>
          </p:nvSpPr>
          <p:spPr>
            <a:xfrm>
              <a:off x="1016000" y="1511300"/>
              <a:ext cx="2971800" cy="830997"/>
            </a:xfrm>
            <a:prstGeom prst="rect">
              <a:avLst/>
            </a:prstGeom>
            <a:noFill/>
            <a:ln>
              <a:noFill/>
            </a:ln>
          </p:spPr>
          <p:txBody>
            <a:bodyPr anchorCtr="0" anchor="t" bIns="45700" lIns="91425" spcFirstLastPara="1" rIns="91425" wrap="square" tIns="45700">
              <a:spAutoFit/>
            </a:bodyPr>
            <a:lstStyle/>
            <a:p>
              <a:pPr indent="-12700" lvl="0" marL="50800" marR="0" rtl="0" algn="l">
                <a:spcBef>
                  <a:spcPts val="0"/>
                </a:spcBef>
                <a:spcAft>
                  <a:spcPts val="0"/>
                </a:spcAft>
                <a:buNone/>
              </a:pPr>
              <a:r>
                <a:rPr lang="en-US" sz="2400">
                  <a:solidFill>
                    <a:schemeClr val="dk1"/>
                  </a:solidFill>
                  <a:latin typeface="Calibri"/>
                  <a:ea typeface="Calibri"/>
                  <a:cs typeface="Calibri"/>
                  <a:sym typeface="Calibri"/>
                </a:rPr>
                <a:t>GET base html file from nytimes.com</a:t>
              </a:r>
              <a:endParaRPr sz="2400">
                <a:solidFill>
                  <a:schemeClr val="dk1"/>
                </a:solidFill>
                <a:latin typeface="Calibri"/>
                <a:ea typeface="Calibri"/>
                <a:cs typeface="Calibri"/>
                <a:sym typeface="Calibri"/>
              </a:endParaRPr>
            </a:p>
          </p:txBody>
        </p:sp>
        <p:grpSp>
          <p:nvGrpSpPr>
            <p:cNvPr id="273" name="Google Shape;273;p22"/>
            <p:cNvGrpSpPr/>
            <p:nvPr/>
          </p:nvGrpSpPr>
          <p:grpSpPr>
            <a:xfrm>
              <a:off x="584200" y="1574800"/>
              <a:ext cx="304800" cy="369332"/>
              <a:chOff x="8953500" y="1841500"/>
              <a:chExt cx="304800" cy="369332"/>
            </a:xfrm>
          </p:grpSpPr>
          <p:sp>
            <p:nvSpPr>
              <p:cNvPr id="274" name="Google Shape;274;p22"/>
              <p:cNvSpPr/>
              <p:nvPr/>
            </p:nvSpPr>
            <p:spPr>
              <a:xfrm>
                <a:off x="8953500" y="1879600"/>
                <a:ext cx="304800" cy="292100"/>
              </a:xfrm>
              <a:prstGeom prst="ellipse">
                <a:avLst/>
              </a:prstGeom>
              <a:solidFill>
                <a:schemeClr val="lt1"/>
              </a:solidFill>
              <a:ln cap="flat" cmpd="sng" w="19050">
                <a:solidFill>
                  <a:srgbClr val="0A14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5" name="Google Shape;275;p22"/>
              <p:cNvSpPr txBox="1"/>
              <p:nvPr/>
            </p:nvSpPr>
            <p:spPr>
              <a:xfrm>
                <a:off x="8953500" y="18415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a:t>
                </a:r>
                <a:endParaRPr/>
              </a:p>
            </p:txBody>
          </p:sp>
        </p:grpSp>
        <p:grpSp>
          <p:nvGrpSpPr>
            <p:cNvPr id="276" name="Google Shape;276;p22"/>
            <p:cNvGrpSpPr/>
            <p:nvPr/>
          </p:nvGrpSpPr>
          <p:grpSpPr>
            <a:xfrm>
              <a:off x="736600" y="1778000"/>
              <a:ext cx="314386" cy="369332"/>
              <a:chOff x="8953500" y="1841500"/>
              <a:chExt cx="314386" cy="369332"/>
            </a:xfrm>
          </p:grpSpPr>
          <p:sp>
            <p:nvSpPr>
              <p:cNvPr id="277" name="Google Shape;277;p22"/>
              <p:cNvSpPr/>
              <p:nvPr/>
            </p:nvSpPr>
            <p:spPr>
              <a:xfrm>
                <a:off x="8953500" y="1879600"/>
                <a:ext cx="304800" cy="292100"/>
              </a:xfrm>
              <a:prstGeom prst="ellipse">
                <a:avLst/>
              </a:prstGeom>
              <a:solidFill>
                <a:schemeClr val="lt1"/>
              </a:solidFill>
              <a:ln cap="flat" cmpd="sng" w="19050">
                <a:solidFill>
                  <a:srgbClr val="0A14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 name="Google Shape;278;p22"/>
              <p:cNvSpPr txBox="1"/>
              <p:nvPr/>
            </p:nvSpPr>
            <p:spPr>
              <a:xfrm>
                <a:off x="8966200" y="18415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a:t>
                </a:r>
                <a:endParaRPr/>
              </a:p>
            </p:txBody>
          </p:sp>
        </p:grpSp>
      </p:grpSp>
      <p:grpSp>
        <p:nvGrpSpPr>
          <p:cNvPr id="279" name="Google Shape;279;p22"/>
          <p:cNvGrpSpPr/>
          <p:nvPr/>
        </p:nvGrpSpPr>
        <p:grpSpPr>
          <a:xfrm>
            <a:off x="546100" y="2527300"/>
            <a:ext cx="3162300" cy="830997"/>
            <a:chOff x="546100" y="2527300"/>
            <a:chExt cx="3162300" cy="830997"/>
          </a:xfrm>
        </p:grpSpPr>
        <p:sp>
          <p:nvSpPr>
            <p:cNvPr id="280" name="Google Shape;280;p22"/>
            <p:cNvSpPr txBox="1"/>
            <p:nvPr/>
          </p:nvSpPr>
          <p:spPr>
            <a:xfrm>
              <a:off x="1041400" y="2527300"/>
              <a:ext cx="26670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fetch ad from AdX.com</a:t>
              </a:r>
              <a:endParaRPr sz="2400">
                <a:solidFill>
                  <a:schemeClr val="dk1"/>
                </a:solidFill>
                <a:latin typeface="Calibri"/>
                <a:ea typeface="Calibri"/>
                <a:cs typeface="Calibri"/>
                <a:sym typeface="Calibri"/>
              </a:endParaRPr>
            </a:p>
          </p:txBody>
        </p:sp>
        <p:grpSp>
          <p:nvGrpSpPr>
            <p:cNvPr id="281" name="Google Shape;281;p22"/>
            <p:cNvGrpSpPr/>
            <p:nvPr/>
          </p:nvGrpSpPr>
          <p:grpSpPr>
            <a:xfrm>
              <a:off x="546100" y="2590800"/>
              <a:ext cx="304800" cy="369332"/>
              <a:chOff x="8953500" y="1841500"/>
              <a:chExt cx="304800" cy="369332"/>
            </a:xfrm>
          </p:grpSpPr>
          <p:sp>
            <p:nvSpPr>
              <p:cNvPr id="282" name="Google Shape;282;p22"/>
              <p:cNvSpPr/>
              <p:nvPr/>
            </p:nvSpPr>
            <p:spPr>
              <a:xfrm>
                <a:off x="8953500" y="1879600"/>
                <a:ext cx="304800" cy="292100"/>
              </a:xfrm>
              <a:prstGeom prst="ellipse">
                <a:avLst/>
              </a:prstGeom>
              <a:solidFill>
                <a:schemeClr val="lt1"/>
              </a:solidFill>
              <a:ln cap="flat" cmpd="sng" w="19050">
                <a:solidFill>
                  <a:srgbClr val="0A14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 name="Google Shape;283;p22"/>
              <p:cNvSpPr txBox="1"/>
              <p:nvPr/>
            </p:nvSpPr>
            <p:spPr>
              <a:xfrm>
                <a:off x="8953500" y="18415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4</a:t>
                </a:r>
                <a:endParaRPr/>
              </a:p>
            </p:txBody>
          </p:sp>
        </p:grpSp>
        <p:grpSp>
          <p:nvGrpSpPr>
            <p:cNvPr id="284" name="Google Shape;284;p22"/>
            <p:cNvGrpSpPr/>
            <p:nvPr/>
          </p:nvGrpSpPr>
          <p:grpSpPr>
            <a:xfrm>
              <a:off x="698500" y="2794000"/>
              <a:ext cx="314386" cy="369332"/>
              <a:chOff x="8953500" y="1841500"/>
              <a:chExt cx="314386" cy="369332"/>
            </a:xfrm>
          </p:grpSpPr>
          <p:sp>
            <p:nvSpPr>
              <p:cNvPr id="285" name="Google Shape;285;p22"/>
              <p:cNvSpPr/>
              <p:nvPr/>
            </p:nvSpPr>
            <p:spPr>
              <a:xfrm>
                <a:off x="8953500" y="1879600"/>
                <a:ext cx="304800" cy="292100"/>
              </a:xfrm>
              <a:prstGeom prst="ellipse">
                <a:avLst/>
              </a:prstGeom>
              <a:solidFill>
                <a:schemeClr val="lt1"/>
              </a:solidFill>
              <a:ln cap="flat" cmpd="sng" w="19050">
                <a:solidFill>
                  <a:srgbClr val="0A14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 name="Google Shape;286;p22"/>
              <p:cNvSpPr txBox="1"/>
              <p:nvPr/>
            </p:nvSpPr>
            <p:spPr>
              <a:xfrm>
                <a:off x="8966200" y="18415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5</a:t>
                </a:r>
                <a:endParaRPr/>
              </a:p>
            </p:txBody>
          </p:sp>
        </p:grpSp>
      </p:grpSp>
      <p:grpSp>
        <p:nvGrpSpPr>
          <p:cNvPr id="287" name="Google Shape;287;p22"/>
          <p:cNvGrpSpPr/>
          <p:nvPr/>
        </p:nvGrpSpPr>
        <p:grpSpPr>
          <a:xfrm>
            <a:off x="635000" y="3556000"/>
            <a:ext cx="3060700" cy="830997"/>
            <a:chOff x="635000" y="3556000"/>
            <a:chExt cx="3060700" cy="830997"/>
          </a:xfrm>
        </p:grpSpPr>
        <p:sp>
          <p:nvSpPr>
            <p:cNvPr id="288" name="Google Shape;288;p22"/>
            <p:cNvSpPr txBox="1"/>
            <p:nvPr/>
          </p:nvSpPr>
          <p:spPr>
            <a:xfrm>
              <a:off x="1028700" y="3556000"/>
              <a:ext cx="26670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display composed page</a:t>
              </a:r>
              <a:endParaRPr/>
            </a:p>
          </p:txBody>
        </p:sp>
        <p:grpSp>
          <p:nvGrpSpPr>
            <p:cNvPr id="289" name="Google Shape;289;p22"/>
            <p:cNvGrpSpPr/>
            <p:nvPr/>
          </p:nvGrpSpPr>
          <p:grpSpPr>
            <a:xfrm>
              <a:off x="635000" y="3619500"/>
              <a:ext cx="314386" cy="369332"/>
              <a:chOff x="8953500" y="1841500"/>
              <a:chExt cx="314386" cy="369332"/>
            </a:xfrm>
          </p:grpSpPr>
          <p:sp>
            <p:nvSpPr>
              <p:cNvPr id="290" name="Google Shape;290;p22"/>
              <p:cNvSpPr/>
              <p:nvPr/>
            </p:nvSpPr>
            <p:spPr>
              <a:xfrm>
                <a:off x="8953500" y="1879600"/>
                <a:ext cx="304800" cy="292100"/>
              </a:xfrm>
              <a:prstGeom prst="ellipse">
                <a:avLst/>
              </a:prstGeom>
              <a:solidFill>
                <a:schemeClr val="lt1"/>
              </a:solidFill>
              <a:ln cap="flat" cmpd="sng" w="19050">
                <a:solidFill>
                  <a:srgbClr val="0A14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1" name="Google Shape;291;p22"/>
              <p:cNvSpPr txBox="1"/>
              <p:nvPr/>
            </p:nvSpPr>
            <p:spPr>
              <a:xfrm>
                <a:off x="8966200" y="18415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7</a:t>
                </a:r>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000"/>
                                        <p:tgtEl>
                                          <p:spTgt spid="24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500"/>
                                        <p:tgtEl>
                                          <p:spTgt spid="262"/>
                                        </p:tgtEl>
                                      </p:cBhvr>
                                    </p:animEffect>
                                  </p:childTnLst>
                                </p:cTn>
                              </p:par>
                              <p:par>
                                <p:cTn fill="hold" nodeType="with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241"/>
                                        </p:tgtEl>
                                      </p:cBhvr>
                                    </p:animEffect>
                                    <p:set>
                                      <p:cBhvr>
                                        <p:cTn dur="1" fill="hold">
                                          <p:stCondLst>
                                            <p:cond delay="500"/>
                                          </p:stCondLst>
                                        </p:cTn>
                                        <p:tgtEl>
                                          <p:spTgt spid="24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42"/>
                                        </p:tgtEl>
                                      </p:cBhvr>
                                    </p:animEffect>
                                    <p:set>
                                      <p:cBhvr>
                                        <p:cTn dur="1" fill="hold">
                                          <p:stCondLst>
                                            <p:cond delay="500"/>
                                          </p:stCondLst>
                                        </p:cTn>
                                        <p:tgtEl>
                                          <p:spTgt spid="242"/>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par>
                                <p:cTn fill="hold" nodeType="with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grpSp>
        <p:nvGrpSpPr>
          <p:cNvPr id="297" name="Google Shape;297;p23"/>
          <p:cNvGrpSpPr/>
          <p:nvPr/>
        </p:nvGrpSpPr>
        <p:grpSpPr>
          <a:xfrm>
            <a:off x="6946900" y="1524000"/>
            <a:ext cx="711200" cy="1016000"/>
            <a:chOff x="1282700" y="2006600"/>
            <a:chExt cx="2603500" cy="3263900"/>
          </a:xfrm>
        </p:grpSpPr>
        <p:sp>
          <p:nvSpPr>
            <p:cNvPr id="298" name="Google Shape;298;p23"/>
            <p:cNvSpPr/>
            <p:nvPr/>
          </p:nvSpPr>
          <p:spPr>
            <a:xfrm>
              <a:off x="1282700" y="2755900"/>
              <a:ext cx="2603500" cy="2514600"/>
            </a:xfrm>
            <a:prstGeom prst="roundRect">
              <a:avLst>
                <a:gd fmla="val 16667" name="adj"/>
              </a:avLst>
            </a:prstGeom>
            <a:solidFill>
              <a:srgbClr val="DDEAF6"/>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 name="Google Shape;299;p23"/>
            <p:cNvSpPr/>
            <p:nvPr/>
          </p:nvSpPr>
          <p:spPr>
            <a:xfrm>
              <a:off x="1727200" y="2552700"/>
              <a:ext cx="1765300" cy="17780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 name="Google Shape;300;p23"/>
            <p:cNvSpPr/>
            <p:nvPr/>
          </p:nvSpPr>
          <p:spPr>
            <a:xfrm>
              <a:off x="1524000" y="2006600"/>
              <a:ext cx="2209800" cy="520700"/>
            </a:xfrm>
            <a:prstGeom prst="roundRect">
              <a:avLst>
                <a:gd fmla="val 16667" name="adj"/>
              </a:avLst>
            </a:prstGeom>
            <a:solidFill>
              <a:srgbClr val="EDEDE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301" name="Google Shape;301;p23"/>
          <p:cNvGrpSpPr/>
          <p:nvPr/>
        </p:nvGrpSpPr>
        <p:grpSpPr>
          <a:xfrm>
            <a:off x="4622800" y="5626100"/>
            <a:ext cx="711200" cy="1016000"/>
            <a:chOff x="1282700" y="2006600"/>
            <a:chExt cx="2603500" cy="3263900"/>
          </a:xfrm>
        </p:grpSpPr>
        <p:sp>
          <p:nvSpPr>
            <p:cNvPr id="302" name="Google Shape;302;p23"/>
            <p:cNvSpPr/>
            <p:nvPr/>
          </p:nvSpPr>
          <p:spPr>
            <a:xfrm>
              <a:off x="1282700" y="2755900"/>
              <a:ext cx="2603500" cy="2514600"/>
            </a:xfrm>
            <a:prstGeom prst="roundRect">
              <a:avLst>
                <a:gd fmla="val 16667" name="adj"/>
              </a:avLst>
            </a:prstGeom>
            <a:solidFill>
              <a:srgbClr val="DDEAF6"/>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3" name="Google Shape;303;p23"/>
            <p:cNvSpPr/>
            <p:nvPr/>
          </p:nvSpPr>
          <p:spPr>
            <a:xfrm>
              <a:off x="1727200" y="2552700"/>
              <a:ext cx="1765300" cy="17780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4" name="Google Shape;304;p23"/>
            <p:cNvSpPr/>
            <p:nvPr/>
          </p:nvSpPr>
          <p:spPr>
            <a:xfrm>
              <a:off x="1524000" y="2006600"/>
              <a:ext cx="2209800" cy="520700"/>
            </a:xfrm>
            <a:prstGeom prst="roundRect">
              <a:avLst>
                <a:gd fmla="val 16667" name="adj"/>
              </a:avLst>
            </a:prstGeom>
            <a:solidFill>
              <a:srgbClr val="EDEDE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305" name="Google Shape;305;p23"/>
          <p:cNvGrpSpPr/>
          <p:nvPr/>
        </p:nvGrpSpPr>
        <p:grpSpPr>
          <a:xfrm>
            <a:off x="4421414" y="1364343"/>
            <a:ext cx="519313" cy="1096646"/>
            <a:chOff x="4140" y="429"/>
            <a:chExt cx="1425" cy="2396"/>
          </a:xfrm>
        </p:grpSpPr>
        <p:sp>
          <p:nvSpPr>
            <p:cNvPr id="306" name="Google Shape;306;p2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7" name="Google Shape;307;p23"/>
            <p:cNvSpPr/>
            <p:nvPr/>
          </p:nvSpPr>
          <p:spPr>
            <a:xfrm>
              <a:off x="4208" y="429"/>
              <a:ext cx="1043"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08" name="Google Shape;308;p2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9" name="Google Shape;309;p2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0" name="Google Shape;310;p23"/>
            <p:cNvSpPr/>
            <p:nvPr/>
          </p:nvSpPr>
          <p:spPr>
            <a:xfrm>
              <a:off x="4213" y="691"/>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311" name="Google Shape;311;p23"/>
            <p:cNvGrpSpPr/>
            <p:nvPr/>
          </p:nvGrpSpPr>
          <p:grpSpPr>
            <a:xfrm>
              <a:off x="4747" y="666"/>
              <a:ext cx="582" cy="146"/>
              <a:chOff x="612" y="2566"/>
              <a:chExt cx="726" cy="140"/>
            </a:xfrm>
          </p:grpSpPr>
          <p:sp>
            <p:nvSpPr>
              <p:cNvPr id="312" name="Google Shape;312;p23"/>
              <p:cNvSpPr/>
              <p:nvPr/>
            </p:nvSpPr>
            <p:spPr>
              <a:xfrm>
                <a:off x="612" y="2566"/>
                <a:ext cx="726"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13" name="Google Shape;313;p23"/>
              <p:cNvSpPr/>
              <p:nvPr/>
            </p:nvSpPr>
            <p:spPr>
              <a:xfrm>
                <a:off x="625" y="2580"/>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314" name="Google Shape;314;p23"/>
            <p:cNvSpPr/>
            <p:nvPr/>
          </p:nvSpPr>
          <p:spPr>
            <a:xfrm>
              <a:off x="4224" y="1018"/>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315" name="Google Shape;315;p23"/>
            <p:cNvGrpSpPr/>
            <p:nvPr/>
          </p:nvGrpSpPr>
          <p:grpSpPr>
            <a:xfrm>
              <a:off x="4748" y="993"/>
              <a:ext cx="582" cy="136"/>
              <a:chOff x="615" y="2567"/>
              <a:chExt cx="726" cy="141"/>
            </a:xfrm>
          </p:grpSpPr>
          <p:sp>
            <p:nvSpPr>
              <p:cNvPr id="316" name="Google Shape;316;p23"/>
              <p:cNvSpPr/>
              <p:nvPr/>
            </p:nvSpPr>
            <p:spPr>
              <a:xfrm>
                <a:off x="615" y="2567"/>
                <a:ext cx="726"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17" name="Google Shape;317;p23"/>
              <p:cNvSpPr/>
              <p:nvPr/>
            </p:nvSpPr>
            <p:spPr>
              <a:xfrm>
                <a:off x="628" y="2582"/>
                <a:ext cx="693"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318" name="Google Shape;318;p23"/>
            <p:cNvSpPr/>
            <p:nvPr/>
          </p:nvSpPr>
          <p:spPr>
            <a:xfrm>
              <a:off x="4219" y="1360"/>
              <a:ext cx="592"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19" name="Google Shape;319;p23"/>
            <p:cNvSpPr/>
            <p:nvPr/>
          </p:nvSpPr>
          <p:spPr>
            <a:xfrm>
              <a:off x="4229" y="1657"/>
              <a:ext cx="597"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320" name="Google Shape;320;p23"/>
            <p:cNvGrpSpPr/>
            <p:nvPr/>
          </p:nvGrpSpPr>
          <p:grpSpPr>
            <a:xfrm>
              <a:off x="4737" y="1627"/>
              <a:ext cx="581" cy="151"/>
              <a:chOff x="617" y="2568"/>
              <a:chExt cx="724" cy="139"/>
            </a:xfrm>
          </p:grpSpPr>
          <p:sp>
            <p:nvSpPr>
              <p:cNvPr id="321" name="Google Shape;321;p23"/>
              <p:cNvSpPr/>
              <p:nvPr/>
            </p:nvSpPr>
            <p:spPr>
              <a:xfrm>
                <a:off x="617" y="2568"/>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22" name="Google Shape;322;p23"/>
              <p:cNvSpPr/>
              <p:nvPr/>
            </p:nvSpPr>
            <p:spPr>
              <a:xfrm>
                <a:off x="630" y="2582"/>
                <a:ext cx="69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323" name="Google Shape;323;p2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24" name="Google Shape;324;p23"/>
            <p:cNvGrpSpPr/>
            <p:nvPr/>
          </p:nvGrpSpPr>
          <p:grpSpPr>
            <a:xfrm>
              <a:off x="4737" y="1325"/>
              <a:ext cx="581" cy="141"/>
              <a:chOff x="612" y="2566"/>
              <a:chExt cx="724" cy="141"/>
            </a:xfrm>
          </p:grpSpPr>
          <p:sp>
            <p:nvSpPr>
              <p:cNvPr id="325" name="Google Shape;325;p23"/>
              <p:cNvSpPr/>
              <p:nvPr/>
            </p:nvSpPr>
            <p:spPr>
              <a:xfrm>
                <a:off x="612" y="2566"/>
                <a:ext cx="724"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26" name="Google Shape;326;p23"/>
              <p:cNvSpPr/>
              <p:nvPr/>
            </p:nvSpPr>
            <p:spPr>
              <a:xfrm>
                <a:off x="625" y="2581"/>
                <a:ext cx="692"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327" name="Google Shape;327;p23"/>
            <p:cNvSpPr/>
            <p:nvPr/>
          </p:nvSpPr>
          <p:spPr>
            <a:xfrm>
              <a:off x="5251"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28" name="Google Shape;328;p2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29" name="Google Shape;329;p2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0" name="Google Shape;330;p23"/>
            <p:cNvSpPr/>
            <p:nvPr/>
          </p:nvSpPr>
          <p:spPr>
            <a:xfrm>
              <a:off x="5518" y="2609"/>
              <a:ext cx="47" cy="10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31" name="Google Shape;331;p2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2" name="Google Shape;332;p23"/>
            <p:cNvSpPr/>
            <p:nvPr/>
          </p:nvSpPr>
          <p:spPr>
            <a:xfrm>
              <a:off x="4140" y="2679"/>
              <a:ext cx="1200" cy="146"/>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33" name="Google Shape;333;p23"/>
            <p:cNvSpPr/>
            <p:nvPr/>
          </p:nvSpPr>
          <p:spPr>
            <a:xfrm>
              <a:off x="4208" y="2709"/>
              <a:ext cx="1069"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34" name="Google Shape;334;p23"/>
            <p:cNvSpPr/>
            <p:nvPr/>
          </p:nvSpPr>
          <p:spPr>
            <a:xfrm>
              <a:off x="4308" y="2382"/>
              <a:ext cx="157"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35" name="Google Shape;335;p23"/>
            <p:cNvSpPr/>
            <p:nvPr/>
          </p:nvSpPr>
          <p:spPr>
            <a:xfrm>
              <a:off x="4486" y="2382"/>
              <a:ext cx="162"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6" name="Google Shape;336;p23"/>
            <p:cNvSpPr/>
            <p:nvPr/>
          </p:nvSpPr>
          <p:spPr>
            <a:xfrm>
              <a:off x="4664" y="2382"/>
              <a:ext cx="157"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37" name="Google Shape;337;p23"/>
            <p:cNvSpPr/>
            <p:nvPr/>
          </p:nvSpPr>
          <p:spPr>
            <a:xfrm>
              <a:off x="5062" y="1833"/>
              <a:ext cx="84" cy="765"/>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pic>
        <p:nvPicPr>
          <p:cNvPr id="338" name="Google Shape;338;p23"/>
          <p:cNvPicPr preferRelativeResize="0"/>
          <p:nvPr/>
        </p:nvPicPr>
        <p:blipFill rotWithShape="1">
          <a:blip r:embed="rId3">
            <a:alphaModFix/>
          </a:blip>
          <a:srcRect b="0" l="0" r="0" t="0"/>
          <a:stretch/>
        </p:blipFill>
        <p:spPr>
          <a:xfrm>
            <a:off x="4987471" y="1230461"/>
            <a:ext cx="1797957" cy="1299560"/>
          </a:xfrm>
          <a:prstGeom prst="rect">
            <a:avLst/>
          </a:prstGeom>
          <a:noFill/>
          <a:ln>
            <a:noFill/>
          </a:ln>
        </p:spPr>
      </p:pic>
      <p:pic>
        <p:nvPicPr>
          <p:cNvPr id="339" name="Google Shape;339;p23"/>
          <p:cNvPicPr preferRelativeResize="0"/>
          <p:nvPr/>
        </p:nvPicPr>
        <p:blipFill rotWithShape="1">
          <a:blip r:embed="rId4">
            <a:alphaModFix/>
          </a:blip>
          <a:srcRect b="0" l="0" r="0" t="0"/>
          <a:stretch/>
        </p:blipFill>
        <p:spPr>
          <a:xfrm>
            <a:off x="8186057" y="4524829"/>
            <a:ext cx="1783443" cy="249682"/>
          </a:xfrm>
          <a:prstGeom prst="rect">
            <a:avLst/>
          </a:prstGeom>
          <a:noFill/>
          <a:ln>
            <a:noFill/>
          </a:ln>
        </p:spPr>
      </p:pic>
      <p:grpSp>
        <p:nvGrpSpPr>
          <p:cNvPr id="340" name="Google Shape;340;p23"/>
          <p:cNvGrpSpPr/>
          <p:nvPr/>
        </p:nvGrpSpPr>
        <p:grpSpPr>
          <a:xfrm>
            <a:off x="8178799" y="4820558"/>
            <a:ext cx="519313" cy="1096646"/>
            <a:chOff x="4140" y="429"/>
            <a:chExt cx="1425" cy="2396"/>
          </a:xfrm>
        </p:grpSpPr>
        <p:sp>
          <p:nvSpPr>
            <p:cNvPr id="341" name="Google Shape;341;p2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2" name="Google Shape;342;p23"/>
            <p:cNvSpPr/>
            <p:nvPr/>
          </p:nvSpPr>
          <p:spPr>
            <a:xfrm>
              <a:off x="4208" y="429"/>
              <a:ext cx="1043"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43" name="Google Shape;343;p2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4" name="Google Shape;344;p2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5" name="Google Shape;345;p23"/>
            <p:cNvSpPr/>
            <p:nvPr/>
          </p:nvSpPr>
          <p:spPr>
            <a:xfrm>
              <a:off x="4213" y="691"/>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346" name="Google Shape;346;p23"/>
            <p:cNvGrpSpPr/>
            <p:nvPr/>
          </p:nvGrpSpPr>
          <p:grpSpPr>
            <a:xfrm>
              <a:off x="4747" y="666"/>
              <a:ext cx="582" cy="146"/>
              <a:chOff x="612" y="2566"/>
              <a:chExt cx="726" cy="140"/>
            </a:xfrm>
          </p:grpSpPr>
          <p:sp>
            <p:nvSpPr>
              <p:cNvPr id="347" name="Google Shape;347;p23"/>
              <p:cNvSpPr/>
              <p:nvPr/>
            </p:nvSpPr>
            <p:spPr>
              <a:xfrm>
                <a:off x="612" y="2566"/>
                <a:ext cx="726"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48" name="Google Shape;348;p23"/>
              <p:cNvSpPr/>
              <p:nvPr/>
            </p:nvSpPr>
            <p:spPr>
              <a:xfrm>
                <a:off x="625" y="2580"/>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349" name="Google Shape;349;p23"/>
            <p:cNvSpPr/>
            <p:nvPr/>
          </p:nvSpPr>
          <p:spPr>
            <a:xfrm>
              <a:off x="4224" y="1018"/>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350" name="Google Shape;350;p23"/>
            <p:cNvGrpSpPr/>
            <p:nvPr/>
          </p:nvGrpSpPr>
          <p:grpSpPr>
            <a:xfrm>
              <a:off x="4748" y="993"/>
              <a:ext cx="582" cy="136"/>
              <a:chOff x="615" y="2567"/>
              <a:chExt cx="726" cy="141"/>
            </a:xfrm>
          </p:grpSpPr>
          <p:sp>
            <p:nvSpPr>
              <p:cNvPr id="351" name="Google Shape;351;p23"/>
              <p:cNvSpPr/>
              <p:nvPr/>
            </p:nvSpPr>
            <p:spPr>
              <a:xfrm>
                <a:off x="615" y="2567"/>
                <a:ext cx="726"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52" name="Google Shape;352;p23"/>
              <p:cNvSpPr/>
              <p:nvPr/>
            </p:nvSpPr>
            <p:spPr>
              <a:xfrm>
                <a:off x="628" y="2582"/>
                <a:ext cx="693"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353" name="Google Shape;353;p23"/>
            <p:cNvSpPr/>
            <p:nvPr/>
          </p:nvSpPr>
          <p:spPr>
            <a:xfrm>
              <a:off x="4219" y="1360"/>
              <a:ext cx="592"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54" name="Google Shape;354;p23"/>
            <p:cNvSpPr/>
            <p:nvPr/>
          </p:nvSpPr>
          <p:spPr>
            <a:xfrm>
              <a:off x="4229" y="1657"/>
              <a:ext cx="597"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355" name="Google Shape;355;p23"/>
            <p:cNvGrpSpPr/>
            <p:nvPr/>
          </p:nvGrpSpPr>
          <p:grpSpPr>
            <a:xfrm>
              <a:off x="4737" y="1627"/>
              <a:ext cx="581" cy="151"/>
              <a:chOff x="617" y="2568"/>
              <a:chExt cx="724" cy="139"/>
            </a:xfrm>
          </p:grpSpPr>
          <p:sp>
            <p:nvSpPr>
              <p:cNvPr id="356" name="Google Shape;356;p23"/>
              <p:cNvSpPr/>
              <p:nvPr/>
            </p:nvSpPr>
            <p:spPr>
              <a:xfrm>
                <a:off x="617" y="2568"/>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57" name="Google Shape;357;p23"/>
              <p:cNvSpPr/>
              <p:nvPr/>
            </p:nvSpPr>
            <p:spPr>
              <a:xfrm>
                <a:off x="630" y="2582"/>
                <a:ext cx="69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358" name="Google Shape;358;p2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9" name="Google Shape;359;p23"/>
            <p:cNvGrpSpPr/>
            <p:nvPr/>
          </p:nvGrpSpPr>
          <p:grpSpPr>
            <a:xfrm>
              <a:off x="4737" y="1325"/>
              <a:ext cx="581" cy="141"/>
              <a:chOff x="612" y="2566"/>
              <a:chExt cx="724" cy="141"/>
            </a:xfrm>
          </p:grpSpPr>
          <p:sp>
            <p:nvSpPr>
              <p:cNvPr id="360" name="Google Shape;360;p23"/>
              <p:cNvSpPr/>
              <p:nvPr/>
            </p:nvSpPr>
            <p:spPr>
              <a:xfrm>
                <a:off x="612" y="2566"/>
                <a:ext cx="724"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61" name="Google Shape;361;p23"/>
              <p:cNvSpPr/>
              <p:nvPr/>
            </p:nvSpPr>
            <p:spPr>
              <a:xfrm>
                <a:off x="625" y="2581"/>
                <a:ext cx="692"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362" name="Google Shape;362;p23"/>
            <p:cNvSpPr/>
            <p:nvPr/>
          </p:nvSpPr>
          <p:spPr>
            <a:xfrm>
              <a:off x="5251"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63" name="Google Shape;363;p2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4" name="Google Shape;364;p2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5" name="Google Shape;365;p23"/>
            <p:cNvSpPr/>
            <p:nvPr/>
          </p:nvSpPr>
          <p:spPr>
            <a:xfrm>
              <a:off x="5518" y="2609"/>
              <a:ext cx="47" cy="10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66" name="Google Shape;366;p2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7" name="Google Shape;367;p23"/>
            <p:cNvSpPr/>
            <p:nvPr/>
          </p:nvSpPr>
          <p:spPr>
            <a:xfrm>
              <a:off x="4140" y="2679"/>
              <a:ext cx="1200" cy="146"/>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68" name="Google Shape;368;p23"/>
            <p:cNvSpPr/>
            <p:nvPr/>
          </p:nvSpPr>
          <p:spPr>
            <a:xfrm>
              <a:off x="4208" y="2709"/>
              <a:ext cx="1069"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69" name="Google Shape;369;p23"/>
            <p:cNvSpPr/>
            <p:nvPr/>
          </p:nvSpPr>
          <p:spPr>
            <a:xfrm>
              <a:off x="4308" y="2382"/>
              <a:ext cx="157"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70" name="Google Shape;370;p23"/>
            <p:cNvSpPr/>
            <p:nvPr/>
          </p:nvSpPr>
          <p:spPr>
            <a:xfrm>
              <a:off x="4486" y="2382"/>
              <a:ext cx="162"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1" name="Google Shape;371;p23"/>
            <p:cNvSpPr/>
            <p:nvPr/>
          </p:nvSpPr>
          <p:spPr>
            <a:xfrm>
              <a:off x="4664" y="2382"/>
              <a:ext cx="157"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72" name="Google Shape;372;p23"/>
            <p:cNvSpPr/>
            <p:nvPr/>
          </p:nvSpPr>
          <p:spPr>
            <a:xfrm>
              <a:off x="5062" y="1833"/>
              <a:ext cx="84" cy="765"/>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373" name="Google Shape;373;p23"/>
          <p:cNvGrpSpPr/>
          <p:nvPr/>
        </p:nvGrpSpPr>
        <p:grpSpPr>
          <a:xfrm>
            <a:off x="3586046" y="4406221"/>
            <a:ext cx="1432267" cy="1301523"/>
            <a:chOff x="2718817" y="3255963"/>
            <a:chExt cx="1432267" cy="1301523"/>
          </a:xfrm>
        </p:grpSpPr>
        <p:grpSp>
          <p:nvGrpSpPr>
            <p:cNvPr id="374" name="Google Shape;374;p23"/>
            <p:cNvGrpSpPr/>
            <p:nvPr/>
          </p:nvGrpSpPr>
          <p:grpSpPr>
            <a:xfrm>
              <a:off x="2718817" y="3255963"/>
              <a:ext cx="1432267" cy="1301523"/>
              <a:chOff x="-44" y="1473"/>
              <a:chExt cx="981" cy="1105"/>
            </a:xfrm>
          </p:grpSpPr>
          <p:pic>
            <p:nvPicPr>
              <p:cNvPr descr="desktop_computer_stylized_medium" id="375" name="Google Shape;375;p23"/>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376" name="Google Shape;376;p2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Icon&#10;&#10;Description automatically generated" id="377" name="Google Shape;377;p23"/>
            <p:cNvPicPr preferRelativeResize="0"/>
            <p:nvPr/>
          </p:nvPicPr>
          <p:blipFill rotWithShape="1">
            <a:blip r:embed="rId6">
              <a:alphaModFix/>
            </a:blip>
            <a:srcRect b="0" l="0" r="0" t="0"/>
            <a:stretch/>
          </p:blipFill>
          <p:spPr>
            <a:xfrm>
              <a:off x="3251200" y="3436256"/>
              <a:ext cx="870857" cy="489857"/>
            </a:xfrm>
            <a:prstGeom prst="rect">
              <a:avLst/>
            </a:prstGeom>
            <a:noFill/>
            <a:ln>
              <a:noFill/>
            </a:ln>
          </p:spPr>
        </p:pic>
      </p:grpSp>
      <p:sp>
        <p:nvSpPr>
          <p:cNvPr id="378" name="Google Shape;378;p23"/>
          <p:cNvSpPr txBox="1"/>
          <p:nvPr/>
        </p:nvSpPr>
        <p:spPr>
          <a:xfrm>
            <a:off x="4352471" y="2398486"/>
            <a:ext cx="257269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nytimes</a:t>
            </a:r>
            <a:r>
              <a:rPr lang="en-US" sz="1800">
                <a:solidFill>
                  <a:schemeClr val="dk1"/>
                </a:solidFill>
                <a:latin typeface="Calibri"/>
                <a:ea typeface="Calibri"/>
                <a:cs typeface="Calibri"/>
                <a:sym typeface="Calibri"/>
              </a:rPr>
              <a:t>.com (sports)</a:t>
            </a:r>
            <a:endParaRPr/>
          </a:p>
        </p:txBody>
      </p:sp>
      <p:sp>
        <p:nvSpPr>
          <p:cNvPr id="379" name="Google Shape;379;p23"/>
          <p:cNvSpPr txBox="1"/>
          <p:nvPr/>
        </p:nvSpPr>
        <p:spPr>
          <a:xfrm>
            <a:off x="8095344" y="5878285"/>
            <a:ext cx="12279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AdX</a:t>
            </a:r>
            <a:r>
              <a:rPr lang="en-US" sz="1800">
                <a:solidFill>
                  <a:schemeClr val="dk1"/>
                </a:solidFill>
                <a:latin typeface="Calibri"/>
                <a:ea typeface="Calibri"/>
                <a:cs typeface="Calibri"/>
                <a:sym typeface="Calibri"/>
              </a:rPr>
              <a:t>.com</a:t>
            </a:r>
            <a:endParaRPr sz="1800">
              <a:solidFill>
                <a:schemeClr val="dk1"/>
              </a:solidFill>
              <a:latin typeface="Calibri"/>
              <a:ea typeface="Calibri"/>
              <a:cs typeface="Calibri"/>
              <a:sym typeface="Calibri"/>
            </a:endParaRPr>
          </a:p>
        </p:txBody>
      </p:sp>
      <p:sp>
        <p:nvSpPr>
          <p:cNvPr id="380" name="Google Shape;380;p23"/>
          <p:cNvSpPr txBox="1"/>
          <p:nvPr/>
        </p:nvSpPr>
        <p:spPr>
          <a:xfrm>
            <a:off x="6997700" y="1778000"/>
            <a:ext cx="20473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1634</a:t>
            </a:r>
            <a:r>
              <a:rPr lang="en-US" sz="1600">
                <a:solidFill>
                  <a:schemeClr val="dk1"/>
                </a:solidFill>
                <a:latin typeface="Calibri"/>
                <a:ea typeface="Calibri"/>
                <a:cs typeface="Calibri"/>
                <a:sym typeface="Calibri"/>
              </a:rPr>
              <a:t>: sports, 2/15/22</a:t>
            </a:r>
            <a:endParaRPr/>
          </a:p>
        </p:txBody>
      </p:sp>
      <p:grpSp>
        <p:nvGrpSpPr>
          <p:cNvPr id="381" name="Google Shape;381;p23"/>
          <p:cNvGrpSpPr/>
          <p:nvPr/>
        </p:nvGrpSpPr>
        <p:grpSpPr>
          <a:xfrm>
            <a:off x="9182100" y="4902200"/>
            <a:ext cx="711200" cy="1016000"/>
            <a:chOff x="1282700" y="2006600"/>
            <a:chExt cx="2603500" cy="3263900"/>
          </a:xfrm>
        </p:grpSpPr>
        <p:sp>
          <p:nvSpPr>
            <p:cNvPr id="382" name="Google Shape;382;p23"/>
            <p:cNvSpPr/>
            <p:nvPr/>
          </p:nvSpPr>
          <p:spPr>
            <a:xfrm>
              <a:off x="1282700" y="2755900"/>
              <a:ext cx="2603500" cy="2514600"/>
            </a:xfrm>
            <a:prstGeom prst="roundRect">
              <a:avLst>
                <a:gd fmla="val 16667" name="adj"/>
              </a:avLst>
            </a:prstGeom>
            <a:solidFill>
              <a:srgbClr val="DDEAF6"/>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3" name="Google Shape;383;p23"/>
            <p:cNvSpPr/>
            <p:nvPr/>
          </p:nvSpPr>
          <p:spPr>
            <a:xfrm>
              <a:off x="1727200" y="2552700"/>
              <a:ext cx="1765300" cy="17780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4" name="Google Shape;384;p23"/>
            <p:cNvSpPr/>
            <p:nvPr/>
          </p:nvSpPr>
          <p:spPr>
            <a:xfrm>
              <a:off x="1524000" y="2006600"/>
              <a:ext cx="2209800" cy="520700"/>
            </a:xfrm>
            <a:prstGeom prst="roundRect">
              <a:avLst>
                <a:gd fmla="val 16667" name="adj"/>
              </a:avLst>
            </a:prstGeom>
            <a:solidFill>
              <a:srgbClr val="EDEDE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85" name="Google Shape;385;p23"/>
          <p:cNvSpPr txBox="1"/>
          <p:nvPr/>
        </p:nvSpPr>
        <p:spPr>
          <a:xfrm>
            <a:off x="4229100" y="5867400"/>
            <a:ext cx="15247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NY Times: </a:t>
            </a:r>
            <a:r>
              <a:rPr lang="en-US" sz="1800">
                <a:solidFill>
                  <a:srgbClr val="C00000"/>
                </a:solidFill>
                <a:latin typeface="Calibri"/>
                <a:ea typeface="Calibri"/>
                <a:cs typeface="Calibri"/>
                <a:sym typeface="Calibri"/>
              </a:rPr>
              <a:t>1634</a:t>
            </a:r>
            <a:endParaRPr sz="1600">
              <a:solidFill>
                <a:srgbClr val="C00000"/>
              </a:solidFill>
              <a:latin typeface="Calibri"/>
              <a:ea typeface="Calibri"/>
              <a:cs typeface="Calibri"/>
              <a:sym typeface="Calibri"/>
            </a:endParaRPr>
          </a:p>
        </p:txBody>
      </p:sp>
      <p:sp>
        <p:nvSpPr>
          <p:cNvPr id="386" name="Google Shape;386;p23"/>
          <p:cNvSpPr txBox="1"/>
          <p:nvPr/>
        </p:nvSpPr>
        <p:spPr>
          <a:xfrm>
            <a:off x="9226009" y="5181600"/>
            <a:ext cx="28648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7030A0"/>
                </a:solidFill>
                <a:latin typeface="Calibri"/>
                <a:ea typeface="Calibri"/>
                <a:cs typeface="Calibri"/>
                <a:sym typeface="Calibri"/>
              </a:rPr>
              <a:t>7493</a:t>
            </a:r>
            <a:r>
              <a:rPr lang="en-US" sz="1600">
                <a:solidFill>
                  <a:schemeClr val="dk1"/>
                </a:solidFill>
                <a:latin typeface="Calibri"/>
                <a:ea typeface="Calibri"/>
                <a:cs typeface="Calibri"/>
                <a:sym typeface="Calibri"/>
              </a:rPr>
              <a:t>: NY Times sports, 2/15/22</a:t>
            </a:r>
            <a:endParaRPr/>
          </a:p>
        </p:txBody>
      </p:sp>
      <p:grpSp>
        <p:nvGrpSpPr>
          <p:cNvPr id="387" name="Google Shape;387;p23"/>
          <p:cNvGrpSpPr/>
          <p:nvPr/>
        </p:nvGrpSpPr>
        <p:grpSpPr>
          <a:xfrm>
            <a:off x="5029200" y="2971800"/>
            <a:ext cx="1866900" cy="1308100"/>
            <a:chOff x="5232400" y="2959100"/>
            <a:chExt cx="1866900" cy="1308100"/>
          </a:xfrm>
        </p:grpSpPr>
        <p:cxnSp>
          <p:nvCxnSpPr>
            <p:cNvPr id="388" name="Google Shape;388;p23"/>
            <p:cNvCxnSpPr/>
            <p:nvPr/>
          </p:nvCxnSpPr>
          <p:spPr>
            <a:xfrm rot="10800000">
              <a:off x="5321300" y="2959100"/>
              <a:ext cx="0" cy="1308100"/>
            </a:xfrm>
            <a:prstGeom prst="straightConnector1">
              <a:avLst/>
            </a:prstGeom>
            <a:noFill/>
            <a:ln cap="flat" cmpd="sng" w="25400">
              <a:solidFill>
                <a:srgbClr val="0E01A0"/>
              </a:solidFill>
              <a:prstDash val="solid"/>
              <a:miter lim="800000"/>
              <a:headEnd len="med" w="med" type="triangle"/>
              <a:tailEnd len="sm" w="sm" type="none"/>
            </a:ln>
          </p:spPr>
        </p:cxnSp>
        <p:grpSp>
          <p:nvGrpSpPr>
            <p:cNvPr id="389" name="Google Shape;389;p23"/>
            <p:cNvGrpSpPr/>
            <p:nvPr/>
          </p:nvGrpSpPr>
          <p:grpSpPr>
            <a:xfrm>
              <a:off x="5232400" y="3289300"/>
              <a:ext cx="1866900" cy="763946"/>
              <a:chOff x="6464300" y="3225800"/>
              <a:chExt cx="1866900" cy="763946"/>
            </a:xfrm>
          </p:grpSpPr>
          <p:sp>
            <p:nvSpPr>
              <p:cNvPr id="390" name="Google Shape;390;p23"/>
              <p:cNvSpPr txBox="1"/>
              <p:nvPr/>
            </p:nvSpPr>
            <p:spPr>
              <a:xfrm>
                <a:off x="6540500" y="3225800"/>
                <a:ext cx="736600"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800">
                    <a:solidFill>
                      <a:schemeClr val="dk1"/>
                    </a:solidFill>
                    <a:latin typeface="Calibri"/>
                    <a:ea typeface="Calibri"/>
                    <a:cs typeface="Calibri"/>
                    <a:sym typeface="Calibri"/>
                  </a:rPr>
                  <a:t>HTTP reply</a:t>
                </a:r>
                <a:endParaRPr/>
              </a:p>
            </p:txBody>
          </p:sp>
          <p:sp>
            <p:nvSpPr>
              <p:cNvPr id="391" name="Google Shape;391;p23"/>
              <p:cNvSpPr txBox="1"/>
              <p:nvPr/>
            </p:nvSpPr>
            <p:spPr>
              <a:xfrm>
                <a:off x="6464300" y="3670300"/>
                <a:ext cx="1866900" cy="3194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600">
                    <a:solidFill>
                      <a:schemeClr val="dk1"/>
                    </a:solidFill>
                    <a:latin typeface="Calibri"/>
                    <a:ea typeface="Calibri"/>
                    <a:cs typeface="Calibri"/>
                    <a:sym typeface="Calibri"/>
                  </a:rPr>
                  <a:t>Set cookie: </a:t>
                </a:r>
                <a:r>
                  <a:rPr lang="en-US" sz="1800">
                    <a:solidFill>
                      <a:srgbClr val="C00000"/>
                    </a:solidFill>
                    <a:latin typeface="Calibri"/>
                    <a:ea typeface="Calibri"/>
                    <a:cs typeface="Calibri"/>
                    <a:sym typeface="Calibri"/>
                  </a:rPr>
                  <a:t>1634</a:t>
                </a:r>
                <a:endParaRPr/>
              </a:p>
            </p:txBody>
          </p:sp>
        </p:grpSp>
      </p:grpSp>
      <p:grpSp>
        <p:nvGrpSpPr>
          <p:cNvPr id="392" name="Google Shape;392;p23"/>
          <p:cNvGrpSpPr/>
          <p:nvPr/>
        </p:nvGrpSpPr>
        <p:grpSpPr>
          <a:xfrm>
            <a:off x="5829300" y="4457700"/>
            <a:ext cx="2565400" cy="826532"/>
            <a:chOff x="5829300" y="4457700"/>
            <a:chExt cx="2565400" cy="826532"/>
          </a:xfrm>
        </p:grpSpPr>
        <p:grpSp>
          <p:nvGrpSpPr>
            <p:cNvPr id="393" name="Google Shape;393;p23"/>
            <p:cNvGrpSpPr/>
            <p:nvPr/>
          </p:nvGrpSpPr>
          <p:grpSpPr>
            <a:xfrm>
              <a:off x="6261100" y="4914900"/>
              <a:ext cx="1854200" cy="369332"/>
              <a:chOff x="3721100" y="3429000"/>
              <a:chExt cx="1854200" cy="369332"/>
            </a:xfrm>
          </p:grpSpPr>
          <p:cxnSp>
            <p:nvCxnSpPr>
              <p:cNvPr id="394" name="Google Shape;394;p23"/>
              <p:cNvCxnSpPr/>
              <p:nvPr/>
            </p:nvCxnSpPr>
            <p:spPr>
              <a:xfrm>
                <a:off x="3721100" y="3594100"/>
                <a:ext cx="1854200" cy="0"/>
              </a:xfrm>
              <a:prstGeom prst="straightConnector1">
                <a:avLst/>
              </a:prstGeom>
              <a:noFill/>
              <a:ln cap="flat" cmpd="sng" w="25400">
                <a:solidFill>
                  <a:srgbClr val="0E01A0"/>
                </a:solidFill>
                <a:prstDash val="solid"/>
                <a:miter lim="800000"/>
                <a:headEnd len="sm" w="sm" type="none"/>
                <a:tailEnd len="med" w="med" type="triangle"/>
              </a:ln>
            </p:spPr>
          </p:cxnSp>
          <p:sp>
            <p:nvSpPr>
              <p:cNvPr id="395" name="Google Shape;395;p23"/>
              <p:cNvSpPr/>
              <p:nvPr/>
            </p:nvSpPr>
            <p:spPr>
              <a:xfrm>
                <a:off x="4673600" y="3441700"/>
                <a:ext cx="342900" cy="342900"/>
              </a:xfrm>
              <a:prstGeom prst="ellipse">
                <a:avLst/>
              </a:prstGeom>
              <a:solidFill>
                <a:schemeClr val="lt1"/>
              </a:solidFill>
              <a:ln cap="flat" cmpd="sng" w="19050">
                <a:solidFill>
                  <a:srgbClr val="0E01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 name="Google Shape;396;p23"/>
              <p:cNvSpPr txBox="1"/>
              <p:nvPr/>
            </p:nvSpPr>
            <p:spPr>
              <a:xfrm>
                <a:off x="4686300" y="34290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4</a:t>
                </a:r>
                <a:endParaRPr/>
              </a:p>
            </p:txBody>
          </p:sp>
        </p:grpSp>
        <p:grpSp>
          <p:nvGrpSpPr>
            <p:cNvPr id="397" name="Google Shape;397;p23"/>
            <p:cNvGrpSpPr/>
            <p:nvPr/>
          </p:nvGrpSpPr>
          <p:grpSpPr>
            <a:xfrm>
              <a:off x="5829300" y="4457700"/>
              <a:ext cx="2565400" cy="522848"/>
              <a:chOff x="6667500" y="3098800"/>
              <a:chExt cx="2565400" cy="522848"/>
            </a:xfrm>
          </p:grpSpPr>
          <p:sp>
            <p:nvSpPr>
              <p:cNvPr id="398" name="Google Shape;398;p23"/>
              <p:cNvSpPr txBox="1"/>
              <p:nvPr/>
            </p:nvSpPr>
            <p:spPr>
              <a:xfrm>
                <a:off x="6667500" y="3098800"/>
                <a:ext cx="1473200" cy="3194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800">
                    <a:solidFill>
                      <a:schemeClr val="dk1"/>
                    </a:solidFill>
                    <a:latin typeface="Calibri"/>
                    <a:ea typeface="Calibri"/>
                    <a:cs typeface="Calibri"/>
                    <a:sym typeface="Calibri"/>
                  </a:rPr>
                  <a:t>HTTP GET</a:t>
                </a:r>
                <a:endParaRPr/>
              </a:p>
            </p:txBody>
          </p:sp>
          <p:sp>
            <p:nvSpPr>
              <p:cNvPr id="399" name="Google Shape;399;p23"/>
              <p:cNvSpPr txBox="1"/>
              <p:nvPr/>
            </p:nvSpPr>
            <p:spPr>
              <a:xfrm>
                <a:off x="6718300" y="3327400"/>
                <a:ext cx="2514600" cy="29424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600">
                    <a:solidFill>
                      <a:schemeClr val="dk1"/>
                    </a:solidFill>
                    <a:latin typeface="Calibri"/>
                    <a:ea typeface="Calibri"/>
                    <a:cs typeface="Calibri"/>
                    <a:sym typeface="Calibri"/>
                  </a:rPr>
                  <a:t>Referer: NY Times Sports</a:t>
                </a:r>
                <a:endParaRPr sz="1800">
                  <a:solidFill>
                    <a:schemeClr val="dk1"/>
                  </a:solidFill>
                  <a:latin typeface="Calibri"/>
                  <a:ea typeface="Calibri"/>
                  <a:cs typeface="Calibri"/>
                  <a:sym typeface="Calibri"/>
                </a:endParaRPr>
              </a:p>
            </p:txBody>
          </p:sp>
        </p:grpSp>
      </p:grpSp>
      <p:grpSp>
        <p:nvGrpSpPr>
          <p:cNvPr id="400" name="Google Shape;400;p23"/>
          <p:cNvGrpSpPr/>
          <p:nvPr/>
        </p:nvGrpSpPr>
        <p:grpSpPr>
          <a:xfrm>
            <a:off x="6032500" y="5308600"/>
            <a:ext cx="2641600" cy="840348"/>
            <a:chOff x="6032500" y="5308600"/>
            <a:chExt cx="2641600" cy="840348"/>
          </a:xfrm>
        </p:grpSpPr>
        <p:grpSp>
          <p:nvGrpSpPr>
            <p:cNvPr id="401" name="Google Shape;401;p23"/>
            <p:cNvGrpSpPr/>
            <p:nvPr/>
          </p:nvGrpSpPr>
          <p:grpSpPr>
            <a:xfrm>
              <a:off x="6273800" y="5308600"/>
              <a:ext cx="1841500" cy="369332"/>
              <a:chOff x="3721100" y="3429000"/>
              <a:chExt cx="1841500" cy="369332"/>
            </a:xfrm>
          </p:grpSpPr>
          <p:cxnSp>
            <p:nvCxnSpPr>
              <p:cNvPr id="402" name="Google Shape;402;p23"/>
              <p:cNvCxnSpPr/>
              <p:nvPr/>
            </p:nvCxnSpPr>
            <p:spPr>
              <a:xfrm>
                <a:off x="3721100" y="3594100"/>
                <a:ext cx="1841500" cy="0"/>
              </a:xfrm>
              <a:prstGeom prst="straightConnector1">
                <a:avLst/>
              </a:prstGeom>
              <a:noFill/>
              <a:ln cap="flat" cmpd="sng" w="25400">
                <a:solidFill>
                  <a:srgbClr val="0E01A0"/>
                </a:solidFill>
                <a:prstDash val="solid"/>
                <a:miter lim="800000"/>
                <a:headEnd len="med" w="med" type="triangle"/>
                <a:tailEnd len="sm" w="sm" type="none"/>
              </a:ln>
            </p:spPr>
          </p:cxnSp>
          <p:sp>
            <p:nvSpPr>
              <p:cNvPr id="403" name="Google Shape;403;p23"/>
              <p:cNvSpPr/>
              <p:nvPr/>
            </p:nvSpPr>
            <p:spPr>
              <a:xfrm>
                <a:off x="4673600" y="3441700"/>
                <a:ext cx="342900" cy="342900"/>
              </a:xfrm>
              <a:prstGeom prst="ellipse">
                <a:avLst/>
              </a:prstGeom>
              <a:solidFill>
                <a:schemeClr val="lt1"/>
              </a:solidFill>
              <a:ln cap="flat" cmpd="sng" w="19050">
                <a:solidFill>
                  <a:srgbClr val="0E01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4" name="Google Shape;404;p23"/>
              <p:cNvSpPr txBox="1"/>
              <p:nvPr/>
            </p:nvSpPr>
            <p:spPr>
              <a:xfrm>
                <a:off x="4686300" y="34290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5</a:t>
                </a:r>
                <a:endParaRPr/>
              </a:p>
            </p:txBody>
          </p:sp>
        </p:grpSp>
        <p:grpSp>
          <p:nvGrpSpPr>
            <p:cNvPr id="405" name="Google Shape;405;p23"/>
            <p:cNvGrpSpPr/>
            <p:nvPr/>
          </p:nvGrpSpPr>
          <p:grpSpPr>
            <a:xfrm>
              <a:off x="6032500" y="5600700"/>
              <a:ext cx="2641600" cy="548248"/>
              <a:chOff x="6680200" y="3187700"/>
              <a:chExt cx="2641600" cy="548248"/>
            </a:xfrm>
          </p:grpSpPr>
          <p:sp>
            <p:nvSpPr>
              <p:cNvPr id="406" name="Google Shape;406;p23"/>
              <p:cNvSpPr txBox="1"/>
              <p:nvPr/>
            </p:nvSpPr>
            <p:spPr>
              <a:xfrm>
                <a:off x="6680200" y="3187700"/>
                <a:ext cx="1473200" cy="3194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800">
                    <a:solidFill>
                      <a:schemeClr val="dk1"/>
                    </a:solidFill>
                    <a:latin typeface="Calibri"/>
                    <a:ea typeface="Calibri"/>
                    <a:cs typeface="Calibri"/>
                    <a:sym typeface="Calibri"/>
                  </a:rPr>
                  <a:t>HTTP reply</a:t>
                </a:r>
                <a:endParaRPr/>
              </a:p>
            </p:txBody>
          </p:sp>
          <p:sp>
            <p:nvSpPr>
              <p:cNvPr id="407" name="Google Shape;407;p23"/>
              <p:cNvSpPr txBox="1"/>
              <p:nvPr/>
            </p:nvSpPr>
            <p:spPr>
              <a:xfrm>
                <a:off x="6807200" y="3441700"/>
                <a:ext cx="2514600" cy="294248"/>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lang="en-US" sz="1600">
                    <a:solidFill>
                      <a:schemeClr val="dk1"/>
                    </a:solidFill>
                    <a:latin typeface="Calibri"/>
                    <a:ea typeface="Calibri"/>
                    <a:cs typeface="Calibri"/>
                    <a:sym typeface="Calibri"/>
                  </a:rPr>
                  <a:t>Set cookie: </a:t>
                </a:r>
                <a:r>
                  <a:rPr lang="en-US" sz="1600">
                    <a:solidFill>
                      <a:srgbClr val="7030A0"/>
                    </a:solidFill>
                    <a:latin typeface="Calibri"/>
                    <a:ea typeface="Calibri"/>
                    <a:cs typeface="Calibri"/>
                    <a:sym typeface="Calibri"/>
                  </a:rPr>
                  <a:t>7493</a:t>
                </a:r>
                <a:endParaRPr sz="1800">
                  <a:solidFill>
                    <a:srgbClr val="7030A0"/>
                  </a:solidFill>
                  <a:latin typeface="Calibri"/>
                  <a:ea typeface="Calibri"/>
                  <a:cs typeface="Calibri"/>
                  <a:sym typeface="Calibri"/>
                </a:endParaRPr>
              </a:p>
            </p:txBody>
          </p:sp>
        </p:grpSp>
      </p:grpSp>
      <p:grpSp>
        <p:nvGrpSpPr>
          <p:cNvPr id="408" name="Google Shape;408;p23"/>
          <p:cNvGrpSpPr/>
          <p:nvPr/>
        </p:nvGrpSpPr>
        <p:grpSpPr>
          <a:xfrm>
            <a:off x="3771900" y="2946400"/>
            <a:ext cx="1473200" cy="1308100"/>
            <a:chOff x="3771900" y="2946400"/>
            <a:chExt cx="1473200" cy="1308100"/>
          </a:xfrm>
        </p:grpSpPr>
        <p:cxnSp>
          <p:nvCxnSpPr>
            <p:cNvPr id="409" name="Google Shape;409;p23"/>
            <p:cNvCxnSpPr/>
            <p:nvPr/>
          </p:nvCxnSpPr>
          <p:spPr>
            <a:xfrm rot="10800000">
              <a:off x="4851400" y="2946400"/>
              <a:ext cx="0" cy="1308100"/>
            </a:xfrm>
            <a:prstGeom prst="straightConnector1">
              <a:avLst/>
            </a:prstGeom>
            <a:noFill/>
            <a:ln cap="flat" cmpd="sng" w="25400">
              <a:solidFill>
                <a:srgbClr val="0E01A0"/>
              </a:solidFill>
              <a:prstDash val="solid"/>
              <a:miter lim="800000"/>
              <a:headEnd len="sm" w="sm" type="none"/>
              <a:tailEnd len="med" w="med" type="triangle"/>
            </a:ln>
          </p:spPr>
        </p:cxnSp>
        <p:sp>
          <p:nvSpPr>
            <p:cNvPr id="410" name="Google Shape;410;p23"/>
            <p:cNvSpPr txBox="1"/>
            <p:nvPr/>
          </p:nvSpPr>
          <p:spPr>
            <a:xfrm>
              <a:off x="3771900" y="3276600"/>
              <a:ext cx="1473200"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800">
                  <a:solidFill>
                    <a:schemeClr val="dk1"/>
                  </a:solidFill>
                  <a:latin typeface="Calibri"/>
                  <a:ea typeface="Calibri"/>
                  <a:cs typeface="Calibri"/>
                  <a:sym typeface="Calibri"/>
                </a:rPr>
                <a:t>HTTP </a:t>
              </a:r>
              <a:endParaRPr/>
            </a:p>
            <a:p>
              <a:pPr indent="0" lvl="0" marL="0" marR="0" rtl="0" algn="ctr">
                <a:lnSpc>
                  <a:spcPct val="80000"/>
                </a:lnSpc>
                <a:spcBef>
                  <a:spcPts val="0"/>
                </a:spcBef>
                <a:spcAft>
                  <a:spcPts val="0"/>
                </a:spcAft>
                <a:buNone/>
              </a:pPr>
              <a:r>
                <a:rPr lang="en-US" sz="1800">
                  <a:solidFill>
                    <a:schemeClr val="dk1"/>
                  </a:solidFill>
                  <a:latin typeface="Calibri"/>
                  <a:ea typeface="Calibri"/>
                  <a:cs typeface="Calibri"/>
                  <a:sym typeface="Calibri"/>
                </a:rPr>
                <a:t>GET</a:t>
              </a:r>
              <a:endParaRPr/>
            </a:p>
          </p:txBody>
        </p:sp>
      </p:grpSp>
      <p:sp>
        <p:nvSpPr>
          <p:cNvPr id="411" name="Google Shape;411;p23"/>
          <p:cNvSpPr txBox="1"/>
          <p:nvPr/>
        </p:nvSpPr>
        <p:spPr>
          <a:xfrm>
            <a:off x="4660900" y="6121400"/>
            <a:ext cx="108555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AdX: </a:t>
            </a:r>
            <a:r>
              <a:rPr lang="en-US" sz="1800">
                <a:solidFill>
                  <a:srgbClr val="7030A0"/>
                </a:solidFill>
                <a:latin typeface="Calibri"/>
                <a:ea typeface="Calibri"/>
                <a:cs typeface="Calibri"/>
                <a:sym typeface="Calibri"/>
              </a:rPr>
              <a:t>7493</a:t>
            </a:r>
            <a:endParaRPr sz="1600">
              <a:solidFill>
                <a:srgbClr val="7030A0"/>
              </a:solidFill>
              <a:latin typeface="Calibri"/>
              <a:ea typeface="Calibri"/>
              <a:cs typeface="Calibri"/>
              <a:sym typeface="Calibri"/>
            </a:endParaRPr>
          </a:p>
        </p:txBody>
      </p:sp>
      <p:sp>
        <p:nvSpPr>
          <p:cNvPr id="412" name="Google Shape;412;p23"/>
          <p:cNvSpPr txBox="1"/>
          <p:nvPr/>
        </p:nvSpPr>
        <p:spPr>
          <a:xfrm>
            <a:off x="360491" y="261258"/>
            <a:ext cx="8853001"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0E01A0"/>
                </a:solidFill>
                <a:latin typeface="Calibri"/>
                <a:ea typeface="Calibri"/>
                <a:cs typeface="Calibri"/>
                <a:sym typeface="Calibri"/>
              </a:rPr>
              <a:t>Cookies: </a:t>
            </a:r>
            <a:r>
              <a:rPr lang="en-US" sz="3600">
                <a:solidFill>
                  <a:srgbClr val="0E01A0"/>
                </a:solidFill>
                <a:latin typeface="Calibri"/>
                <a:ea typeface="Calibri"/>
                <a:cs typeface="Calibri"/>
                <a:sym typeface="Calibri"/>
              </a:rPr>
              <a:t>tracking a user’s browsing behavior</a:t>
            </a:r>
            <a:endParaRPr/>
          </a:p>
        </p:txBody>
      </p:sp>
      <p:grpSp>
        <p:nvGrpSpPr>
          <p:cNvPr id="413" name="Google Shape;413;p23"/>
          <p:cNvGrpSpPr/>
          <p:nvPr/>
        </p:nvGrpSpPr>
        <p:grpSpPr>
          <a:xfrm>
            <a:off x="5670332" y="2112579"/>
            <a:ext cx="5759667" cy="3920359"/>
            <a:chOff x="5670332" y="2112579"/>
            <a:chExt cx="5759667" cy="3920359"/>
          </a:xfrm>
        </p:grpSpPr>
        <p:sp>
          <p:nvSpPr>
            <p:cNvPr id="414" name="Google Shape;414;p23"/>
            <p:cNvSpPr txBox="1"/>
            <p:nvPr/>
          </p:nvSpPr>
          <p:spPr>
            <a:xfrm>
              <a:off x="8623738" y="2427890"/>
              <a:ext cx="2806261"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C00000"/>
                  </a:solidFill>
                  <a:latin typeface="Calibri"/>
                  <a:ea typeface="Calibri"/>
                  <a:cs typeface="Calibri"/>
                  <a:sym typeface="Calibri"/>
                </a:rPr>
                <a:t>“first party” cookie </a:t>
              </a:r>
              <a:r>
                <a:rPr i="1" lang="en-US" sz="2000">
                  <a:solidFill>
                    <a:schemeClr val="dk1"/>
                  </a:solidFill>
                  <a:latin typeface="Calibri"/>
                  <a:ea typeface="Calibri"/>
                  <a:cs typeface="Calibri"/>
                  <a:sym typeface="Calibri"/>
                </a:rPr>
                <a:t>– from website you chose to visit (provides base html file)</a:t>
              </a:r>
              <a:endParaRPr/>
            </a:p>
          </p:txBody>
        </p:sp>
        <p:cxnSp>
          <p:nvCxnSpPr>
            <p:cNvPr id="415" name="Google Shape;415;p23"/>
            <p:cNvCxnSpPr/>
            <p:nvPr/>
          </p:nvCxnSpPr>
          <p:spPr>
            <a:xfrm rot="10800000">
              <a:off x="7425559" y="2112579"/>
              <a:ext cx="1213944" cy="457200"/>
            </a:xfrm>
            <a:prstGeom prst="straightConnector1">
              <a:avLst/>
            </a:prstGeom>
            <a:noFill/>
            <a:ln cap="flat" cmpd="sng" w="15875">
              <a:solidFill>
                <a:srgbClr val="FF0000"/>
              </a:solidFill>
              <a:prstDash val="solid"/>
              <a:miter lim="800000"/>
              <a:headEnd len="sm" w="sm" type="none"/>
              <a:tailEnd len="sm" w="sm" type="none"/>
            </a:ln>
          </p:spPr>
        </p:cxnSp>
        <p:cxnSp>
          <p:nvCxnSpPr>
            <p:cNvPr id="416" name="Google Shape;416;p23"/>
            <p:cNvCxnSpPr/>
            <p:nvPr/>
          </p:nvCxnSpPr>
          <p:spPr>
            <a:xfrm flipH="1">
              <a:off x="5670332" y="2585545"/>
              <a:ext cx="2969171" cy="3447393"/>
            </a:xfrm>
            <a:prstGeom prst="straightConnector1">
              <a:avLst/>
            </a:prstGeom>
            <a:noFill/>
            <a:ln cap="flat" cmpd="sng" w="15875">
              <a:solidFill>
                <a:srgbClr val="FF0000"/>
              </a:solidFill>
              <a:prstDash val="solid"/>
              <a:miter lim="800000"/>
              <a:headEnd len="sm" w="sm" type="none"/>
              <a:tailEnd len="sm" w="sm" type="none"/>
            </a:ln>
          </p:spPr>
        </p:cxnSp>
      </p:grpSp>
      <p:grpSp>
        <p:nvGrpSpPr>
          <p:cNvPr id="417" name="Google Shape;417;p23"/>
          <p:cNvGrpSpPr/>
          <p:nvPr/>
        </p:nvGrpSpPr>
        <p:grpSpPr>
          <a:xfrm>
            <a:off x="814558" y="5481147"/>
            <a:ext cx="3877874" cy="1015663"/>
            <a:chOff x="9112474" y="3373822"/>
            <a:chExt cx="3877874" cy="1015663"/>
          </a:xfrm>
        </p:grpSpPr>
        <p:sp>
          <p:nvSpPr>
            <p:cNvPr id="418" name="Google Shape;418;p23"/>
            <p:cNvSpPr txBox="1"/>
            <p:nvPr/>
          </p:nvSpPr>
          <p:spPr>
            <a:xfrm>
              <a:off x="9112474" y="3373822"/>
              <a:ext cx="2806261"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C00000"/>
                  </a:solidFill>
                  <a:latin typeface="Calibri"/>
                  <a:ea typeface="Calibri"/>
                  <a:cs typeface="Calibri"/>
                  <a:sym typeface="Calibri"/>
                </a:rPr>
                <a:t>“third party” cookie </a:t>
              </a:r>
              <a:r>
                <a:rPr i="1" lang="en-US" sz="2000">
                  <a:solidFill>
                    <a:schemeClr val="dk1"/>
                  </a:solidFill>
                  <a:latin typeface="Calibri"/>
                  <a:ea typeface="Calibri"/>
                  <a:cs typeface="Calibri"/>
                  <a:sym typeface="Calibri"/>
                </a:rPr>
                <a:t>– from website you did </a:t>
              </a:r>
              <a:r>
                <a:rPr i="1" lang="en-US" sz="2000" u="sng">
                  <a:solidFill>
                    <a:schemeClr val="dk1"/>
                  </a:solidFill>
                  <a:latin typeface="Calibri"/>
                  <a:ea typeface="Calibri"/>
                  <a:cs typeface="Calibri"/>
                  <a:sym typeface="Calibri"/>
                </a:rPr>
                <a:t>not</a:t>
              </a:r>
              <a:r>
                <a:rPr i="1" lang="en-US" sz="2000">
                  <a:solidFill>
                    <a:schemeClr val="dk1"/>
                  </a:solidFill>
                  <a:latin typeface="Calibri"/>
                  <a:ea typeface="Calibri"/>
                  <a:cs typeface="Calibri"/>
                  <a:sym typeface="Calibri"/>
                </a:rPr>
                <a:t> choose to visit</a:t>
              </a:r>
              <a:endParaRPr/>
            </a:p>
          </p:txBody>
        </p:sp>
        <p:cxnSp>
          <p:nvCxnSpPr>
            <p:cNvPr id="419" name="Google Shape;419;p23"/>
            <p:cNvCxnSpPr/>
            <p:nvPr/>
          </p:nvCxnSpPr>
          <p:spPr>
            <a:xfrm flipH="1">
              <a:off x="10804635" y="4198741"/>
              <a:ext cx="2185713" cy="10651"/>
            </a:xfrm>
            <a:prstGeom prst="straightConnector1">
              <a:avLst/>
            </a:prstGeom>
            <a:noFill/>
            <a:ln cap="flat" cmpd="sng" w="15875">
              <a:solidFill>
                <a:srgbClr val="FF0000"/>
              </a:solidFill>
              <a:prstDash val="solid"/>
              <a:miter lim="800000"/>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500"/>
                                        <p:tgtEl>
                                          <p:spTgt spid="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500"/>
                                        <p:tgtEl>
                                          <p:spTgt spid="3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par>
                                <p:cTn fill="hold" nodeType="withEffect" presetClass="exit" presetID="10" presetSubtype="0">
                                  <p:stCondLst>
                                    <p:cond delay="0"/>
                                  </p:stCondLst>
                                  <p:childTnLst>
                                    <p:animEffect filter="fade" transition="out">
                                      <p:cBhvr>
                                        <p:cTn dur="500"/>
                                        <p:tgtEl>
                                          <p:spTgt spid="408"/>
                                        </p:tgtEl>
                                      </p:cBhvr>
                                    </p:animEffect>
                                    <p:set>
                                      <p:cBhvr>
                                        <p:cTn dur="1" fill="hold">
                                          <p:stCondLst>
                                            <p:cond delay="500"/>
                                          </p:stCondLst>
                                        </p:cTn>
                                        <p:tgtEl>
                                          <p:spTgt spid="408"/>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500"/>
                                        <p:tgtEl>
                                          <p:spTgt spid="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13"/>
                                        </p:tgtEl>
                                      </p:cBhvr>
                                    </p:animEffect>
                                    <p:set>
                                      <p:cBhvr>
                                        <p:cTn dur="1" fill="hold">
                                          <p:stCondLst>
                                            <p:cond delay="500"/>
                                          </p:stCondLst>
                                        </p:cTn>
                                        <p:tgtEl>
                                          <p:spTgt spid="41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500"/>
                                        <p:tgtEl>
                                          <p:spTgt spid="392"/>
                                        </p:tgtEl>
                                      </p:cBhvr>
                                    </p:animEffect>
                                  </p:childTnLst>
                                </p:cTn>
                              </p:par>
                              <p:par>
                                <p:cTn fill="hold" nodeType="withEffect" presetClass="exit" presetID="10" presetSubtype="0">
                                  <p:stCondLst>
                                    <p:cond delay="0"/>
                                  </p:stCondLst>
                                  <p:childTnLst>
                                    <p:animEffect filter="fade" transition="out">
                                      <p:cBhvr>
                                        <p:cTn dur="500"/>
                                        <p:tgtEl>
                                          <p:spTgt spid="387"/>
                                        </p:tgtEl>
                                      </p:cBhvr>
                                    </p:animEffect>
                                    <p:set>
                                      <p:cBhvr>
                                        <p:cTn dur="1" fill="hold">
                                          <p:stCondLst>
                                            <p:cond delay="500"/>
                                          </p:stCondLst>
                                        </p:cTn>
                                        <p:tgtEl>
                                          <p:spTgt spid="387"/>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500"/>
                                        <p:tgtEl>
                                          <p:spTgt spid="3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500"/>
                                        <p:tgtEl>
                                          <p:spTgt spid="400"/>
                                        </p:tgtEl>
                                      </p:cBhvr>
                                    </p:animEffect>
                                  </p:childTnLst>
                                </p:cTn>
                              </p:par>
                              <p:par>
                                <p:cTn fill="hold" nodeType="withEffect" presetClass="exit" presetID="10" presetSubtype="0">
                                  <p:stCondLst>
                                    <p:cond delay="0"/>
                                  </p:stCondLst>
                                  <p:childTnLst>
                                    <p:animEffect filter="fade" transition="out">
                                      <p:cBhvr>
                                        <p:cTn dur="500"/>
                                        <p:tgtEl>
                                          <p:spTgt spid="392"/>
                                        </p:tgtEl>
                                      </p:cBhvr>
                                    </p:animEffect>
                                    <p:set>
                                      <p:cBhvr>
                                        <p:cTn dur="1" fill="hold">
                                          <p:stCondLst>
                                            <p:cond delay="500"/>
                                          </p:stCondLst>
                                        </p:cTn>
                                        <p:tgtEl>
                                          <p:spTgt spid="39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grpSp>
        <p:nvGrpSpPr>
          <p:cNvPr id="425" name="Google Shape;425;p24"/>
          <p:cNvGrpSpPr/>
          <p:nvPr/>
        </p:nvGrpSpPr>
        <p:grpSpPr>
          <a:xfrm>
            <a:off x="6946900" y="1524000"/>
            <a:ext cx="711200" cy="1016000"/>
            <a:chOff x="1282700" y="2006600"/>
            <a:chExt cx="2603500" cy="3263900"/>
          </a:xfrm>
        </p:grpSpPr>
        <p:sp>
          <p:nvSpPr>
            <p:cNvPr id="426" name="Google Shape;426;p24"/>
            <p:cNvSpPr/>
            <p:nvPr/>
          </p:nvSpPr>
          <p:spPr>
            <a:xfrm>
              <a:off x="1282700" y="2755900"/>
              <a:ext cx="2603500" cy="2514600"/>
            </a:xfrm>
            <a:prstGeom prst="roundRect">
              <a:avLst>
                <a:gd fmla="val 16667" name="adj"/>
              </a:avLst>
            </a:prstGeom>
            <a:solidFill>
              <a:srgbClr val="DDEAF6"/>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 name="Google Shape;427;p24"/>
            <p:cNvSpPr/>
            <p:nvPr/>
          </p:nvSpPr>
          <p:spPr>
            <a:xfrm>
              <a:off x="1727200" y="2552700"/>
              <a:ext cx="1765300" cy="17780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8" name="Google Shape;428;p24"/>
            <p:cNvSpPr/>
            <p:nvPr/>
          </p:nvSpPr>
          <p:spPr>
            <a:xfrm>
              <a:off x="1524000" y="2006600"/>
              <a:ext cx="2209800" cy="520700"/>
            </a:xfrm>
            <a:prstGeom prst="roundRect">
              <a:avLst>
                <a:gd fmla="val 16667" name="adj"/>
              </a:avLst>
            </a:prstGeom>
            <a:solidFill>
              <a:srgbClr val="EDEDE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429" name="Google Shape;429;p24"/>
          <p:cNvGrpSpPr/>
          <p:nvPr/>
        </p:nvGrpSpPr>
        <p:grpSpPr>
          <a:xfrm>
            <a:off x="4622800" y="5626100"/>
            <a:ext cx="711200" cy="1016000"/>
            <a:chOff x="1282700" y="2006600"/>
            <a:chExt cx="2603500" cy="3263900"/>
          </a:xfrm>
        </p:grpSpPr>
        <p:sp>
          <p:nvSpPr>
            <p:cNvPr id="430" name="Google Shape;430;p24"/>
            <p:cNvSpPr/>
            <p:nvPr/>
          </p:nvSpPr>
          <p:spPr>
            <a:xfrm>
              <a:off x="1282700" y="2755900"/>
              <a:ext cx="2603500" cy="2514600"/>
            </a:xfrm>
            <a:prstGeom prst="roundRect">
              <a:avLst>
                <a:gd fmla="val 16667" name="adj"/>
              </a:avLst>
            </a:prstGeom>
            <a:solidFill>
              <a:srgbClr val="DDEAF6"/>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1" name="Google Shape;431;p24"/>
            <p:cNvSpPr/>
            <p:nvPr/>
          </p:nvSpPr>
          <p:spPr>
            <a:xfrm>
              <a:off x="1727200" y="2552700"/>
              <a:ext cx="1765300" cy="17780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2" name="Google Shape;432;p24"/>
            <p:cNvSpPr/>
            <p:nvPr/>
          </p:nvSpPr>
          <p:spPr>
            <a:xfrm>
              <a:off x="1524000" y="2006600"/>
              <a:ext cx="2209800" cy="520700"/>
            </a:xfrm>
            <a:prstGeom prst="roundRect">
              <a:avLst>
                <a:gd fmla="val 16667" name="adj"/>
              </a:avLst>
            </a:prstGeom>
            <a:solidFill>
              <a:srgbClr val="EDEDE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33" name="Google Shape;433;p24"/>
          <p:cNvSpPr txBox="1"/>
          <p:nvPr/>
        </p:nvSpPr>
        <p:spPr>
          <a:xfrm>
            <a:off x="360491" y="261258"/>
            <a:ext cx="8853001"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0E01A0"/>
                </a:solidFill>
                <a:latin typeface="Calibri"/>
                <a:ea typeface="Calibri"/>
                <a:cs typeface="Calibri"/>
                <a:sym typeface="Calibri"/>
              </a:rPr>
              <a:t>Cookies: </a:t>
            </a:r>
            <a:r>
              <a:rPr lang="en-US" sz="3600">
                <a:solidFill>
                  <a:srgbClr val="0E01A0"/>
                </a:solidFill>
                <a:latin typeface="Calibri"/>
                <a:ea typeface="Calibri"/>
                <a:cs typeface="Calibri"/>
                <a:sym typeface="Calibri"/>
              </a:rPr>
              <a:t>tracking a user’s browsing behavior</a:t>
            </a:r>
            <a:endParaRPr/>
          </a:p>
        </p:txBody>
      </p:sp>
      <p:grpSp>
        <p:nvGrpSpPr>
          <p:cNvPr id="434" name="Google Shape;434;p24"/>
          <p:cNvGrpSpPr/>
          <p:nvPr/>
        </p:nvGrpSpPr>
        <p:grpSpPr>
          <a:xfrm>
            <a:off x="4421414" y="1364343"/>
            <a:ext cx="519313" cy="1096646"/>
            <a:chOff x="4140" y="429"/>
            <a:chExt cx="1425" cy="2396"/>
          </a:xfrm>
        </p:grpSpPr>
        <p:sp>
          <p:nvSpPr>
            <p:cNvPr id="435" name="Google Shape;435;p2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6" name="Google Shape;436;p24"/>
            <p:cNvSpPr/>
            <p:nvPr/>
          </p:nvSpPr>
          <p:spPr>
            <a:xfrm>
              <a:off x="4208" y="429"/>
              <a:ext cx="1043"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37" name="Google Shape;437;p2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8" name="Google Shape;438;p2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9" name="Google Shape;439;p24"/>
            <p:cNvSpPr/>
            <p:nvPr/>
          </p:nvSpPr>
          <p:spPr>
            <a:xfrm>
              <a:off x="4213" y="691"/>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440" name="Google Shape;440;p24"/>
            <p:cNvGrpSpPr/>
            <p:nvPr/>
          </p:nvGrpSpPr>
          <p:grpSpPr>
            <a:xfrm>
              <a:off x="4747" y="666"/>
              <a:ext cx="582" cy="146"/>
              <a:chOff x="612" y="2566"/>
              <a:chExt cx="726" cy="140"/>
            </a:xfrm>
          </p:grpSpPr>
          <p:sp>
            <p:nvSpPr>
              <p:cNvPr id="441" name="Google Shape;441;p24"/>
              <p:cNvSpPr/>
              <p:nvPr/>
            </p:nvSpPr>
            <p:spPr>
              <a:xfrm>
                <a:off x="612" y="2566"/>
                <a:ext cx="726"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42" name="Google Shape;442;p24"/>
              <p:cNvSpPr/>
              <p:nvPr/>
            </p:nvSpPr>
            <p:spPr>
              <a:xfrm>
                <a:off x="625" y="2580"/>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443" name="Google Shape;443;p24"/>
            <p:cNvSpPr/>
            <p:nvPr/>
          </p:nvSpPr>
          <p:spPr>
            <a:xfrm>
              <a:off x="4224" y="1018"/>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444" name="Google Shape;444;p24"/>
            <p:cNvGrpSpPr/>
            <p:nvPr/>
          </p:nvGrpSpPr>
          <p:grpSpPr>
            <a:xfrm>
              <a:off x="4748" y="993"/>
              <a:ext cx="582" cy="136"/>
              <a:chOff x="615" y="2567"/>
              <a:chExt cx="726" cy="141"/>
            </a:xfrm>
          </p:grpSpPr>
          <p:sp>
            <p:nvSpPr>
              <p:cNvPr id="445" name="Google Shape;445;p24"/>
              <p:cNvSpPr/>
              <p:nvPr/>
            </p:nvSpPr>
            <p:spPr>
              <a:xfrm>
                <a:off x="615" y="2567"/>
                <a:ext cx="726"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46" name="Google Shape;446;p24"/>
              <p:cNvSpPr/>
              <p:nvPr/>
            </p:nvSpPr>
            <p:spPr>
              <a:xfrm>
                <a:off x="628" y="2582"/>
                <a:ext cx="693"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447" name="Google Shape;447;p24"/>
            <p:cNvSpPr/>
            <p:nvPr/>
          </p:nvSpPr>
          <p:spPr>
            <a:xfrm>
              <a:off x="4219" y="1360"/>
              <a:ext cx="592"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48" name="Google Shape;448;p24"/>
            <p:cNvSpPr/>
            <p:nvPr/>
          </p:nvSpPr>
          <p:spPr>
            <a:xfrm>
              <a:off x="4229" y="1657"/>
              <a:ext cx="597"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449" name="Google Shape;449;p24"/>
            <p:cNvGrpSpPr/>
            <p:nvPr/>
          </p:nvGrpSpPr>
          <p:grpSpPr>
            <a:xfrm>
              <a:off x="4737" y="1627"/>
              <a:ext cx="581" cy="151"/>
              <a:chOff x="617" y="2568"/>
              <a:chExt cx="724" cy="139"/>
            </a:xfrm>
          </p:grpSpPr>
          <p:sp>
            <p:nvSpPr>
              <p:cNvPr id="450" name="Google Shape;450;p24"/>
              <p:cNvSpPr/>
              <p:nvPr/>
            </p:nvSpPr>
            <p:spPr>
              <a:xfrm>
                <a:off x="617" y="2568"/>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51" name="Google Shape;451;p24"/>
              <p:cNvSpPr/>
              <p:nvPr/>
            </p:nvSpPr>
            <p:spPr>
              <a:xfrm>
                <a:off x="630" y="2582"/>
                <a:ext cx="69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452" name="Google Shape;452;p2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53" name="Google Shape;453;p24"/>
            <p:cNvGrpSpPr/>
            <p:nvPr/>
          </p:nvGrpSpPr>
          <p:grpSpPr>
            <a:xfrm>
              <a:off x="4737" y="1325"/>
              <a:ext cx="581" cy="141"/>
              <a:chOff x="612" y="2566"/>
              <a:chExt cx="724" cy="141"/>
            </a:xfrm>
          </p:grpSpPr>
          <p:sp>
            <p:nvSpPr>
              <p:cNvPr id="454" name="Google Shape;454;p24"/>
              <p:cNvSpPr/>
              <p:nvPr/>
            </p:nvSpPr>
            <p:spPr>
              <a:xfrm>
                <a:off x="612" y="2566"/>
                <a:ext cx="724"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55" name="Google Shape;455;p24"/>
              <p:cNvSpPr/>
              <p:nvPr/>
            </p:nvSpPr>
            <p:spPr>
              <a:xfrm>
                <a:off x="625" y="2581"/>
                <a:ext cx="692"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456" name="Google Shape;456;p24"/>
            <p:cNvSpPr/>
            <p:nvPr/>
          </p:nvSpPr>
          <p:spPr>
            <a:xfrm>
              <a:off x="5251"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57" name="Google Shape;457;p2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8" name="Google Shape;458;p2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9" name="Google Shape;459;p24"/>
            <p:cNvSpPr/>
            <p:nvPr/>
          </p:nvSpPr>
          <p:spPr>
            <a:xfrm>
              <a:off x="5518" y="2609"/>
              <a:ext cx="47" cy="10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60" name="Google Shape;460;p2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1" name="Google Shape;461;p24"/>
            <p:cNvSpPr/>
            <p:nvPr/>
          </p:nvSpPr>
          <p:spPr>
            <a:xfrm>
              <a:off x="4140" y="2679"/>
              <a:ext cx="1200" cy="146"/>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62" name="Google Shape;462;p24"/>
            <p:cNvSpPr/>
            <p:nvPr/>
          </p:nvSpPr>
          <p:spPr>
            <a:xfrm>
              <a:off x="4208" y="2709"/>
              <a:ext cx="1069"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63" name="Google Shape;463;p24"/>
            <p:cNvSpPr/>
            <p:nvPr/>
          </p:nvSpPr>
          <p:spPr>
            <a:xfrm>
              <a:off x="4308" y="2382"/>
              <a:ext cx="157"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64" name="Google Shape;464;p24"/>
            <p:cNvSpPr/>
            <p:nvPr/>
          </p:nvSpPr>
          <p:spPr>
            <a:xfrm>
              <a:off x="4486" y="2382"/>
              <a:ext cx="162"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5" name="Google Shape;465;p24"/>
            <p:cNvSpPr/>
            <p:nvPr/>
          </p:nvSpPr>
          <p:spPr>
            <a:xfrm>
              <a:off x="4664" y="2382"/>
              <a:ext cx="157"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66" name="Google Shape;466;p24"/>
            <p:cNvSpPr/>
            <p:nvPr/>
          </p:nvSpPr>
          <p:spPr>
            <a:xfrm>
              <a:off x="5062" y="1833"/>
              <a:ext cx="84" cy="765"/>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pic>
        <p:nvPicPr>
          <p:cNvPr id="467" name="Google Shape;467;p24"/>
          <p:cNvPicPr preferRelativeResize="0"/>
          <p:nvPr/>
        </p:nvPicPr>
        <p:blipFill rotWithShape="1">
          <a:blip r:embed="rId3">
            <a:alphaModFix/>
          </a:blip>
          <a:srcRect b="0" l="0" r="0" t="0"/>
          <a:stretch/>
        </p:blipFill>
        <p:spPr>
          <a:xfrm>
            <a:off x="4987471" y="1230461"/>
            <a:ext cx="1797957" cy="1299560"/>
          </a:xfrm>
          <a:prstGeom prst="rect">
            <a:avLst/>
          </a:prstGeom>
          <a:noFill/>
          <a:ln>
            <a:noFill/>
          </a:ln>
        </p:spPr>
      </p:pic>
      <p:grpSp>
        <p:nvGrpSpPr>
          <p:cNvPr id="468" name="Google Shape;468;p24"/>
          <p:cNvGrpSpPr/>
          <p:nvPr/>
        </p:nvGrpSpPr>
        <p:grpSpPr>
          <a:xfrm>
            <a:off x="8178799" y="4820558"/>
            <a:ext cx="519313" cy="1096646"/>
            <a:chOff x="4140" y="429"/>
            <a:chExt cx="1425" cy="2396"/>
          </a:xfrm>
        </p:grpSpPr>
        <p:sp>
          <p:nvSpPr>
            <p:cNvPr id="469" name="Google Shape;469;p2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0" name="Google Shape;470;p24"/>
            <p:cNvSpPr/>
            <p:nvPr/>
          </p:nvSpPr>
          <p:spPr>
            <a:xfrm>
              <a:off x="4208" y="429"/>
              <a:ext cx="1043"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71" name="Google Shape;471;p2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2" name="Google Shape;472;p2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3" name="Google Shape;473;p24"/>
            <p:cNvSpPr/>
            <p:nvPr/>
          </p:nvSpPr>
          <p:spPr>
            <a:xfrm>
              <a:off x="4213" y="691"/>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474" name="Google Shape;474;p24"/>
            <p:cNvGrpSpPr/>
            <p:nvPr/>
          </p:nvGrpSpPr>
          <p:grpSpPr>
            <a:xfrm>
              <a:off x="4747" y="666"/>
              <a:ext cx="582" cy="146"/>
              <a:chOff x="612" y="2566"/>
              <a:chExt cx="726" cy="140"/>
            </a:xfrm>
          </p:grpSpPr>
          <p:sp>
            <p:nvSpPr>
              <p:cNvPr id="475" name="Google Shape;475;p24"/>
              <p:cNvSpPr/>
              <p:nvPr/>
            </p:nvSpPr>
            <p:spPr>
              <a:xfrm>
                <a:off x="612" y="2566"/>
                <a:ext cx="726"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76" name="Google Shape;476;p24"/>
              <p:cNvSpPr/>
              <p:nvPr/>
            </p:nvSpPr>
            <p:spPr>
              <a:xfrm>
                <a:off x="625" y="2580"/>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477" name="Google Shape;477;p24"/>
            <p:cNvSpPr/>
            <p:nvPr/>
          </p:nvSpPr>
          <p:spPr>
            <a:xfrm>
              <a:off x="4224" y="1018"/>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478" name="Google Shape;478;p24"/>
            <p:cNvGrpSpPr/>
            <p:nvPr/>
          </p:nvGrpSpPr>
          <p:grpSpPr>
            <a:xfrm>
              <a:off x="4748" y="993"/>
              <a:ext cx="582" cy="136"/>
              <a:chOff x="615" y="2567"/>
              <a:chExt cx="726" cy="141"/>
            </a:xfrm>
          </p:grpSpPr>
          <p:sp>
            <p:nvSpPr>
              <p:cNvPr id="479" name="Google Shape;479;p24"/>
              <p:cNvSpPr/>
              <p:nvPr/>
            </p:nvSpPr>
            <p:spPr>
              <a:xfrm>
                <a:off x="615" y="2567"/>
                <a:ext cx="726"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80" name="Google Shape;480;p24"/>
              <p:cNvSpPr/>
              <p:nvPr/>
            </p:nvSpPr>
            <p:spPr>
              <a:xfrm>
                <a:off x="628" y="2582"/>
                <a:ext cx="693"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481" name="Google Shape;481;p24"/>
            <p:cNvSpPr/>
            <p:nvPr/>
          </p:nvSpPr>
          <p:spPr>
            <a:xfrm>
              <a:off x="4219" y="1360"/>
              <a:ext cx="592"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82" name="Google Shape;482;p24"/>
            <p:cNvSpPr/>
            <p:nvPr/>
          </p:nvSpPr>
          <p:spPr>
            <a:xfrm>
              <a:off x="4229" y="1657"/>
              <a:ext cx="597"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483" name="Google Shape;483;p24"/>
            <p:cNvGrpSpPr/>
            <p:nvPr/>
          </p:nvGrpSpPr>
          <p:grpSpPr>
            <a:xfrm>
              <a:off x="4737" y="1627"/>
              <a:ext cx="581" cy="151"/>
              <a:chOff x="617" y="2568"/>
              <a:chExt cx="724" cy="139"/>
            </a:xfrm>
          </p:grpSpPr>
          <p:sp>
            <p:nvSpPr>
              <p:cNvPr id="484" name="Google Shape;484;p24"/>
              <p:cNvSpPr/>
              <p:nvPr/>
            </p:nvSpPr>
            <p:spPr>
              <a:xfrm>
                <a:off x="617" y="2568"/>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85" name="Google Shape;485;p24"/>
              <p:cNvSpPr/>
              <p:nvPr/>
            </p:nvSpPr>
            <p:spPr>
              <a:xfrm>
                <a:off x="630" y="2582"/>
                <a:ext cx="69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486" name="Google Shape;486;p2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87" name="Google Shape;487;p24"/>
            <p:cNvGrpSpPr/>
            <p:nvPr/>
          </p:nvGrpSpPr>
          <p:grpSpPr>
            <a:xfrm>
              <a:off x="4737" y="1325"/>
              <a:ext cx="581" cy="141"/>
              <a:chOff x="612" y="2566"/>
              <a:chExt cx="724" cy="141"/>
            </a:xfrm>
          </p:grpSpPr>
          <p:sp>
            <p:nvSpPr>
              <p:cNvPr id="488" name="Google Shape;488;p24"/>
              <p:cNvSpPr/>
              <p:nvPr/>
            </p:nvSpPr>
            <p:spPr>
              <a:xfrm>
                <a:off x="612" y="2566"/>
                <a:ext cx="724"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89" name="Google Shape;489;p24"/>
              <p:cNvSpPr/>
              <p:nvPr/>
            </p:nvSpPr>
            <p:spPr>
              <a:xfrm>
                <a:off x="625" y="2581"/>
                <a:ext cx="692"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490" name="Google Shape;490;p24"/>
            <p:cNvSpPr/>
            <p:nvPr/>
          </p:nvSpPr>
          <p:spPr>
            <a:xfrm>
              <a:off x="5251"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91" name="Google Shape;491;p2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2" name="Google Shape;492;p2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3" name="Google Shape;493;p24"/>
            <p:cNvSpPr/>
            <p:nvPr/>
          </p:nvSpPr>
          <p:spPr>
            <a:xfrm>
              <a:off x="5518" y="2609"/>
              <a:ext cx="47" cy="10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94" name="Google Shape;494;p2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5" name="Google Shape;495;p24"/>
            <p:cNvSpPr/>
            <p:nvPr/>
          </p:nvSpPr>
          <p:spPr>
            <a:xfrm>
              <a:off x="4140" y="2679"/>
              <a:ext cx="1200" cy="146"/>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96" name="Google Shape;496;p24"/>
            <p:cNvSpPr/>
            <p:nvPr/>
          </p:nvSpPr>
          <p:spPr>
            <a:xfrm>
              <a:off x="4208" y="2709"/>
              <a:ext cx="1069"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97" name="Google Shape;497;p24"/>
            <p:cNvSpPr/>
            <p:nvPr/>
          </p:nvSpPr>
          <p:spPr>
            <a:xfrm>
              <a:off x="4308" y="2382"/>
              <a:ext cx="157"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498" name="Google Shape;498;p24"/>
            <p:cNvSpPr/>
            <p:nvPr/>
          </p:nvSpPr>
          <p:spPr>
            <a:xfrm>
              <a:off x="4486" y="2382"/>
              <a:ext cx="162"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9" name="Google Shape;499;p24"/>
            <p:cNvSpPr/>
            <p:nvPr/>
          </p:nvSpPr>
          <p:spPr>
            <a:xfrm>
              <a:off x="4664" y="2382"/>
              <a:ext cx="157"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00" name="Google Shape;500;p24"/>
            <p:cNvSpPr/>
            <p:nvPr/>
          </p:nvSpPr>
          <p:spPr>
            <a:xfrm>
              <a:off x="5062" y="1833"/>
              <a:ext cx="84" cy="765"/>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501" name="Google Shape;501;p24"/>
          <p:cNvGrpSpPr/>
          <p:nvPr/>
        </p:nvGrpSpPr>
        <p:grpSpPr>
          <a:xfrm>
            <a:off x="3586046" y="4406221"/>
            <a:ext cx="1432267" cy="1301523"/>
            <a:chOff x="2718817" y="3255963"/>
            <a:chExt cx="1432267" cy="1301523"/>
          </a:xfrm>
        </p:grpSpPr>
        <p:grpSp>
          <p:nvGrpSpPr>
            <p:cNvPr id="502" name="Google Shape;502;p24"/>
            <p:cNvGrpSpPr/>
            <p:nvPr/>
          </p:nvGrpSpPr>
          <p:grpSpPr>
            <a:xfrm>
              <a:off x="2718817" y="3255963"/>
              <a:ext cx="1432267" cy="1301523"/>
              <a:chOff x="-44" y="1473"/>
              <a:chExt cx="981" cy="1105"/>
            </a:xfrm>
          </p:grpSpPr>
          <p:pic>
            <p:nvPicPr>
              <p:cNvPr descr="desktop_computer_stylized_medium" id="503" name="Google Shape;503;p2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04" name="Google Shape;504;p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Icon&#10;&#10;Description automatically generated" id="505" name="Google Shape;505;p24"/>
            <p:cNvPicPr preferRelativeResize="0"/>
            <p:nvPr/>
          </p:nvPicPr>
          <p:blipFill rotWithShape="1">
            <a:blip r:embed="rId5">
              <a:alphaModFix/>
            </a:blip>
            <a:srcRect b="0" l="0" r="0" t="0"/>
            <a:stretch/>
          </p:blipFill>
          <p:spPr>
            <a:xfrm>
              <a:off x="3251200" y="3436256"/>
              <a:ext cx="870857" cy="489857"/>
            </a:xfrm>
            <a:prstGeom prst="rect">
              <a:avLst/>
            </a:prstGeom>
            <a:noFill/>
            <a:ln>
              <a:noFill/>
            </a:ln>
          </p:spPr>
        </p:pic>
      </p:grpSp>
      <p:sp>
        <p:nvSpPr>
          <p:cNvPr id="506" name="Google Shape;506;p24"/>
          <p:cNvSpPr txBox="1"/>
          <p:nvPr/>
        </p:nvSpPr>
        <p:spPr>
          <a:xfrm>
            <a:off x="4352471" y="2398486"/>
            <a:ext cx="179844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nytimes</a:t>
            </a:r>
            <a:r>
              <a:rPr lang="en-US" sz="1800">
                <a:solidFill>
                  <a:schemeClr val="dk1"/>
                </a:solidFill>
                <a:latin typeface="Calibri"/>
                <a:ea typeface="Calibri"/>
                <a:cs typeface="Calibri"/>
                <a:sym typeface="Calibri"/>
              </a:rPr>
              <a:t>.com</a:t>
            </a:r>
            <a:endParaRPr sz="1800">
              <a:solidFill>
                <a:schemeClr val="dk1"/>
              </a:solidFill>
              <a:latin typeface="Calibri"/>
              <a:ea typeface="Calibri"/>
              <a:cs typeface="Calibri"/>
              <a:sym typeface="Calibri"/>
            </a:endParaRPr>
          </a:p>
        </p:txBody>
      </p:sp>
      <p:sp>
        <p:nvSpPr>
          <p:cNvPr id="507" name="Google Shape;507;p24"/>
          <p:cNvSpPr txBox="1"/>
          <p:nvPr/>
        </p:nvSpPr>
        <p:spPr>
          <a:xfrm>
            <a:off x="8095344" y="5878285"/>
            <a:ext cx="12279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AdX</a:t>
            </a:r>
            <a:r>
              <a:rPr lang="en-US" sz="1800">
                <a:solidFill>
                  <a:schemeClr val="dk1"/>
                </a:solidFill>
                <a:latin typeface="Calibri"/>
                <a:ea typeface="Calibri"/>
                <a:cs typeface="Calibri"/>
                <a:sym typeface="Calibri"/>
              </a:rPr>
              <a:t>.com</a:t>
            </a:r>
            <a:endParaRPr sz="1800">
              <a:solidFill>
                <a:schemeClr val="dk1"/>
              </a:solidFill>
              <a:latin typeface="Calibri"/>
              <a:ea typeface="Calibri"/>
              <a:cs typeface="Calibri"/>
              <a:sym typeface="Calibri"/>
            </a:endParaRPr>
          </a:p>
        </p:txBody>
      </p:sp>
      <p:sp>
        <p:nvSpPr>
          <p:cNvPr id="508" name="Google Shape;508;p24"/>
          <p:cNvSpPr txBox="1"/>
          <p:nvPr/>
        </p:nvSpPr>
        <p:spPr>
          <a:xfrm>
            <a:off x="6997700" y="1778000"/>
            <a:ext cx="20473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1634</a:t>
            </a:r>
            <a:r>
              <a:rPr lang="en-US" sz="1600">
                <a:solidFill>
                  <a:schemeClr val="dk1"/>
                </a:solidFill>
                <a:latin typeface="Calibri"/>
                <a:ea typeface="Calibri"/>
                <a:cs typeface="Calibri"/>
                <a:sym typeface="Calibri"/>
              </a:rPr>
              <a:t>: sports, 2/15/22</a:t>
            </a:r>
            <a:endParaRPr/>
          </a:p>
        </p:txBody>
      </p:sp>
      <p:grpSp>
        <p:nvGrpSpPr>
          <p:cNvPr id="509" name="Google Shape;509;p24"/>
          <p:cNvGrpSpPr/>
          <p:nvPr/>
        </p:nvGrpSpPr>
        <p:grpSpPr>
          <a:xfrm>
            <a:off x="9182100" y="4902200"/>
            <a:ext cx="711200" cy="1016000"/>
            <a:chOff x="1282700" y="2006600"/>
            <a:chExt cx="2603500" cy="3263900"/>
          </a:xfrm>
        </p:grpSpPr>
        <p:sp>
          <p:nvSpPr>
            <p:cNvPr id="510" name="Google Shape;510;p24"/>
            <p:cNvSpPr/>
            <p:nvPr/>
          </p:nvSpPr>
          <p:spPr>
            <a:xfrm>
              <a:off x="1282700" y="2755900"/>
              <a:ext cx="2603500" cy="2514600"/>
            </a:xfrm>
            <a:prstGeom prst="roundRect">
              <a:avLst>
                <a:gd fmla="val 16667" name="adj"/>
              </a:avLst>
            </a:prstGeom>
            <a:solidFill>
              <a:srgbClr val="DDEAF6"/>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1" name="Google Shape;511;p24"/>
            <p:cNvSpPr/>
            <p:nvPr/>
          </p:nvSpPr>
          <p:spPr>
            <a:xfrm>
              <a:off x="1727200" y="2552700"/>
              <a:ext cx="1765300" cy="17780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2" name="Google Shape;512;p24"/>
            <p:cNvSpPr/>
            <p:nvPr/>
          </p:nvSpPr>
          <p:spPr>
            <a:xfrm>
              <a:off x="1524000" y="2006600"/>
              <a:ext cx="2209800" cy="520700"/>
            </a:xfrm>
            <a:prstGeom prst="roundRect">
              <a:avLst>
                <a:gd fmla="val 16667" name="adj"/>
              </a:avLst>
            </a:prstGeom>
            <a:solidFill>
              <a:srgbClr val="EDEDE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513" name="Google Shape;513;p24"/>
          <p:cNvSpPr txBox="1"/>
          <p:nvPr/>
        </p:nvSpPr>
        <p:spPr>
          <a:xfrm>
            <a:off x="4229100" y="5867400"/>
            <a:ext cx="15247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NY Times: </a:t>
            </a:r>
            <a:r>
              <a:rPr lang="en-US" sz="1800">
                <a:solidFill>
                  <a:srgbClr val="C00000"/>
                </a:solidFill>
                <a:latin typeface="Calibri"/>
                <a:ea typeface="Calibri"/>
                <a:cs typeface="Calibri"/>
                <a:sym typeface="Calibri"/>
              </a:rPr>
              <a:t>1634</a:t>
            </a:r>
            <a:endParaRPr sz="1600">
              <a:solidFill>
                <a:srgbClr val="C00000"/>
              </a:solidFill>
              <a:latin typeface="Calibri"/>
              <a:ea typeface="Calibri"/>
              <a:cs typeface="Calibri"/>
              <a:sym typeface="Calibri"/>
            </a:endParaRPr>
          </a:p>
        </p:txBody>
      </p:sp>
      <p:sp>
        <p:nvSpPr>
          <p:cNvPr id="514" name="Google Shape;514;p24"/>
          <p:cNvSpPr txBox="1"/>
          <p:nvPr/>
        </p:nvSpPr>
        <p:spPr>
          <a:xfrm>
            <a:off x="9226009" y="5181600"/>
            <a:ext cx="28648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7030A0"/>
                </a:solidFill>
                <a:latin typeface="Calibri"/>
                <a:ea typeface="Calibri"/>
                <a:cs typeface="Calibri"/>
                <a:sym typeface="Calibri"/>
              </a:rPr>
              <a:t>7493</a:t>
            </a:r>
            <a:r>
              <a:rPr lang="en-US" sz="1600">
                <a:solidFill>
                  <a:schemeClr val="dk1"/>
                </a:solidFill>
                <a:latin typeface="Calibri"/>
                <a:ea typeface="Calibri"/>
                <a:cs typeface="Calibri"/>
                <a:sym typeface="Calibri"/>
              </a:rPr>
              <a:t>: NY Times sports, 2/15/22</a:t>
            </a:r>
            <a:endParaRPr/>
          </a:p>
        </p:txBody>
      </p:sp>
      <p:sp>
        <p:nvSpPr>
          <p:cNvPr id="515" name="Google Shape;515;p24"/>
          <p:cNvSpPr txBox="1"/>
          <p:nvPr/>
        </p:nvSpPr>
        <p:spPr>
          <a:xfrm>
            <a:off x="4660900" y="6121400"/>
            <a:ext cx="108555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AdX: </a:t>
            </a:r>
            <a:r>
              <a:rPr lang="en-US" sz="1800">
                <a:solidFill>
                  <a:srgbClr val="7030A0"/>
                </a:solidFill>
                <a:latin typeface="Calibri"/>
                <a:ea typeface="Calibri"/>
                <a:cs typeface="Calibri"/>
                <a:sym typeface="Calibri"/>
              </a:rPr>
              <a:t>7493</a:t>
            </a:r>
            <a:endParaRPr sz="1600">
              <a:solidFill>
                <a:srgbClr val="7030A0"/>
              </a:solidFill>
              <a:latin typeface="Calibri"/>
              <a:ea typeface="Calibri"/>
              <a:cs typeface="Calibri"/>
              <a:sym typeface="Calibri"/>
            </a:endParaRPr>
          </a:p>
        </p:txBody>
      </p:sp>
      <p:grpSp>
        <p:nvGrpSpPr>
          <p:cNvPr id="516" name="Google Shape;516;p24"/>
          <p:cNvGrpSpPr/>
          <p:nvPr/>
        </p:nvGrpSpPr>
        <p:grpSpPr>
          <a:xfrm>
            <a:off x="2478314" y="1935843"/>
            <a:ext cx="519313" cy="1096646"/>
            <a:chOff x="4140" y="429"/>
            <a:chExt cx="1425" cy="2396"/>
          </a:xfrm>
        </p:grpSpPr>
        <p:sp>
          <p:nvSpPr>
            <p:cNvPr id="517" name="Google Shape;517;p2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8" name="Google Shape;518;p24"/>
            <p:cNvSpPr/>
            <p:nvPr/>
          </p:nvSpPr>
          <p:spPr>
            <a:xfrm>
              <a:off x="4208" y="429"/>
              <a:ext cx="1043"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19" name="Google Shape;519;p2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0" name="Google Shape;520;p2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1" name="Google Shape;521;p24"/>
            <p:cNvSpPr/>
            <p:nvPr/>
          </p:nvSpPr>
          <p:spPr>
            <a:xfrm>
              <a:off x="4213" y="691"/>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22" name="Google Shape;522;p24"/>
            <p:cNvGrpSpPr/>
            <p:nvPr/>
          </p:nvGrpSpPr>
          <p:grpSpPr>
            <a:xfrm>
              <a:off x="4747" y="666"/>
              <a:ext cx="582" cy="146"/>
              <a:chOff x="612" y="2566"/>
              <a:chExt cx="726" cy="140"/>
            </a:xfrm>
          </p:grpSpPr>
          <p:sp>
            <p:nvSpPr>
              <p:cNvPr id="523" name="Google Shape;523;p24"/>
              <p:cNvSpPr/>
              <p:nvPr/>
            </p:nvSpPr>
            <p:spPr>
              <a:xfrm>
                <a:off x="612" y="2566"/>
                <a:ext cx="726"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24" name="Google Shape;524;p24"/>
              <p:cNvSpPr/>
              <p:nvPr/>
            </p:nvSpPr>
            <p:spPr>
              <a:xfrm>
                <a:off x="625" y="2580"/>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25" name="Google Shape;525;p24"/>
            <p:cNvSpPr/>
            <p:nvPr/>
          </p:nvSpPr>
          <p:spPr>
            <a:xfrm>
              <a:off x="4224" y="1018"/>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26" name="Google Shape;526;p24"/>
            <p:cNvGrpSpPr/>
            <p:nvPr/>
          </p:nvGrpSpPr>
          <p:grpSpPr>
            <a:xfrm>
              <a:off x="4748" y="993"/>
              <a:ext cx="582" cy="136"/>
              <a:chOff x="615" y="2567"/>
              <a:chExt cx="726" cy="141"/>
            </a:xfrm>
          </p:grpSpPr>
          <p:sp>
            <p:nvSpPr>
              <p:cNvPr id="527" name="Google Shape;527;p24"/>
              <p:cNvSpPr/>
              <p:nvPr/>
            </p:nvSpPr>
            <p:spPr>
              <a:xfrm>
                <a:off x="615" y="2567"/>
                <a:ext cx="726"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28" name="Google Shape;528;p24"/>
              <p:cNvSpPr/>
              <p:nvPr/>
            </p:nvSpPr>
            <p:spPr>
              <a:xfrm>
                <a:off x="628" y="2582"/>
                <a:ext cx="693"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29" name="Google Shape;529;p24"/>
            <p:cNvSpPr/>
            <p:nvPr/>
          </p:nvSpPr>
          <p:spPr>
            <a:xfrm>
              <a:off x="4219" y="1360"/>
              <a:ext cx="592"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30" name="Google Shape;530;p24"/>
            <p:cNvSpPr/>
            <p:nvPr/>
          </p:nvSpPr>
          <p:spPr>
            <a:xfrm>
              <a:off x="4229" y="1657"/>
              <a:ext cx="597"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531" name="Google Shape;531;p24"/>
            <p:cNvGrpSpPr/>
            <p:nvPr/>
          </p:nvGrpSpPr>
          <p:grpSpPr>
            <a:xfrm>
              <a:off x="4737" y="1627"/>
              <a:ext cx="581" cy="151"/>
              <a:chOff x="617" y="2568"/>
              <a:chExt cx="724" cy="139"/>
            </a:xfrm>
          </p:grpSpPr>
          <p:sp>
            <p:nvSpPr>
              <p:cNvPr id="532" name="Google Shape;532;p24"/>
              <p:cNvSpPr/>
              <p:nvPr/>
            </p:nvSpPr>
            <p:spPr>
              <a:xfrm>
                <a:off x="617" y="2568"/>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33" name="Google Shape;533;p24"/>
              <p:cNvSpPr/>
              <p:nvPr/>
            </p:nvSpPr>
            <p:spPr>
              <a:xfrm>
                <a:off x="630" y="2582"/>
                <a:ext cx="69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34" name="Google Shape;534;p2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35" name="Google Shape;535;p24"/>
            <p:cNvGrpSpPr/>
            <p:nvPr/>
          </p:nvGrpSpPr>
          <p:grpSpPr>
            <a:xfrm>
              <a:off x="4737" y="1325"/>
              <a:ext cx="581" cy="141"/>
              <a:chOff x="612" y="2566"/>
              <a:chExt cx="724" cy="141"/>
            </a:xfrm>
          </p:grpSpPr>
          <p:sp>
            <p:nvSpPr>
              <p:cNvPr id="536" name="Google Shape;536;p24"/>
              <p:cNvSpPr/>
              <p:nvPr/>
            </p:nvSpPr>
            <p:spPr>
              <a:xfrm>
                <a:off x="612" y="2566"/>
                <a:ext cx="724"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37" name="Google Shape;537;p24"/>
              <p:cNvSpPr/>
              <p:nvPr/>
            </p:nvSpPr>
            <p:spPr>
              <a:xfrm>
                <a:off x="625" y="2581"/>
                <a:ext cx="692"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38" name="Google Shape;538;p24"/>
            <p:cNvSpPr/>
            <p:nvPr/>
          </p:nvSpPr>
          <p:spPr>
            <a:xfrm>
              <a:off x="5251"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39" name="Google Shape;539;p2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0" name="Google Shape;540;p2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1" name="Google Shape;541;p24"/>
            <p:cNvSpPr/>
            <p:nvPr/>
          </p:nvSpPr>
          <p:spPr>
            <a:xfrm>
              <a:off x="5518" y="2609"/>
              <a:ext cx="47" cy="10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42" name="Google Shape;542;p2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3" name="Google Shape;543;p24"/>
            <p:cNvSpPr/>
            <p:nvPr/>
          </p:nvSpPr>
          <p:spPr>
            <a:xfrm>
              <a:off x="4140" y="2679"/>
              <a:ext cx="1200" cy="146"/>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44" name="Google Shape;544;p24"/>
            <p:cNvSpPr/>
            <p:nvPr/>
          </p:nvSpPr>
          <p:spPr>
            <a:xfrm>
              <a:off x="4208" y="2709"/>
              <a:ext cx="1069"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45" name="Google Shape;545;p24"/>
            <p:cNvSpPr/>
            <p:nvPr/>
          </p:nvSpPr>
          <p:spPr>
            <a:xfrm>
              <a:off x="4308" y="2382"/>
              <a:ext cx="157"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46" name="Google Shape;546;p24"/>
            <p:cNvSpPr/>
            <p:nvPr/>
          </p:nvSpPr>
          <p:spPr>
            <a:xfrm>
              <a:off x="4486" y="2382"/>
              <a:ext cx="162"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 name="Google Shape;547;p24"/>
            <p:cNvSpPr/>
            <p:nvPr/>
          </p:nvSpPr>
          <p:spPr>
            <a:xfrm>
              <a:off x="4664" y="2382"/>
              <a:ext cx="157"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48" name="Google Shape;548;p24"/>
            <p:cNvSpPr/>
            <p:nvPr/>
          </p:nvSpPr>
          <p:spPr>
            <a:xfrm>
              <a:off x="5062" y="1833"/>
              <a:ext cx="84" cy="765"/>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49" name="Google Shape;549;p24"/>
          <p:cNvSpPr txBox="1"/>
          <p:nvPr/>
        </p:nvSpPr>
        <p:spPr>
          <a:xfrm>
            <a:off x="1482271" y="2995386"/>
            <a:ext cx="14281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socks</a:t>
            </a:r>
            <a:r>
              <a:rPr lang="en-US" sz="1800">
                <a:solidFill>
                  <a:schemeClr val="dk1"/>
                </a:solidFill>
                <a:latin typeface="Calibri"/>
                <a:ea typeface="Calibri"/>
                <a:cs typeface="Calibri"/>
                <a:sym typeface="Calibri"/>
              </a:rPr>
              <a:t>.com</a:t>
            </a:r>
            <a:endParaRPr sz="1800">
              <a:solidFill>
                <a:schemeClr val="dk1"/>
              </a:solidFill>
              <a:latin typeface="Calibri"/>
              <a:ea typeface="Calibri"/>
              <a:cs typeface="Calibri"/>
              <a:sym typeface="Calibri"/>
            </a:endParaRPr>
          </a:p>
        </p:txBody>
      </p:sp>
      <p:pic>
        <p:nvPicPr>
          <p:cNvPr id="550" name="Google Shape;550;p24"/>
          <p:cNvPicPr preferRelativeResize="0"/>
          <p:nvPr/>
        </p:nvPicPr>
        <p:blipFill rotWithShape="1">
          <a:blip r:embed="rId6">
            <a:alphaModFix/>
          </a:blip>
          <a:srcRect b="0" l="0" r="0" t="0"/>
          <a:stretch/>
        </p:blipFill>
        <p:spPr>
          <a:xfrm>
            <a:off x="241300" y="1492250"/>
            <a:ext cx="2197100" cy="1572924"/>
          </a:xfrm>
          <a:prstGeom prst="rect">
            <a:avLst/>
          </a:prstGeom>
          <a:noFill/>
          <a:ln>
            <a:noFill/>
          </a:ln>
        </p:spPr>
      </p:pic>
      <p:grpSp>
        <p:nvGrpSpPr>
          <p:cNvPr id="551" name="Google Shape;551;p24"/>
          <p:cNvGrpSpPr/>
          <p:nvPr/>
        </p:nvGrpSpPr>
        <p:grpSpPr>
          <a:xfrm>
            <a:off x="2369457" y="2590528"/>
            <a:ext cx="2337974" cy="2389850"/>
            <a:chOff x="2369457" y="2590528"/>
            <a:chExt cx="2337974" cy="2389850"/>
          </a:xfrm>
        </p:grpSpPr>
        <p:grpSp>
          <p:nvGrpSpPr>
            <p:cNvPr id="552" name="Google Shape;552;p24"/>
            <p:cNvGrpSpPr/>
            <p:nvPr/>
          </p:nvGrpSpPr>
          <p:grpSpPr>
            <a:xfrm rot="-3246747">
              <a:off x="2719236" y="3449531"/>
              <a:ext cx="1044264" cy="1396841"/>
              <a:chOff x="4056314" y="2857659"/>
              <a:chExt cx="1044264" cy="1396841"/>
            </a:xfrm>
          </p:grpSpPr>
          <p:grpSp>
            <p:nvGrpSpPr>
              <p:cNvPr id="553" name="Google Shape;553;p24"/>
              <p:cNvGrpSpPr/>
              <p:nvPr/>
            </p:nvGrpSpPr>
            <p:grpSpPr>
              <a:xfrm>
                <a:off x="4624509" y="2946400"/>
                <a:ext cx="476069" cy="1308100"/>
                <a:chOff x="4624509" y="2946400"/>
                <a:chExt cx="476069" cy="1308100"/>
              </a:xfrm>
            </p:grpSpPr>
            <p:cxnSp>
              <p:nvCxnSpPr>
                <p:cNvPr id="554" name="Google Shape;554;p24"/>
                <p:cNvCxnSpPr/>
                <p:nvPr/>
              </p:nvCxnSpPr>
              <p:spPr>
                <a:xfrm rot="10800000">
                  <a:off x="4851400" y="2946400"/>
                  <a:ext cx="0" cy="1308100"/>
                </a:xfrm>
                <a:prstGeom prst="straightConnector1">
                  <a:avLst/>
                </a:prstGeom>
                <a:noFill/>
                <a:ln cap="flat" cmpd="sng" w="25400">
                  <a:solidFill>
                    <a:srgbClr val="0E01A0"/>
                  </a:solidFill>
                  <a:prstDash val="solid"/>
                  <a:miter lim="800000"/>
                  <a:headEnd len="sm" w="sm" type="none"/>
                  <a:tailEnd len="med" w="med" type="triangle"/>
                </a:ln>
              </p:spPr>
            </p:cxnSp>
            <p:sp>
              <p:nvSpPr>
                <p:cNvPr id="555" name="Google Shape;555;p24"/>
                <p:cNvSpPr/>
                <p:nvPr/>
              </p:nvSpPr>
              <p:spPr>
                <a:xfrm>
                  <a:off x="4673600" y="3441700"/>
                  <a:ext cx="342900" cy="342900"/>
                </a:xfrm>
                <a:prstGeom prst="ellipse">
                  <a:avLst/>
                </a:prstGeom>
                <a:solidFill>
                  <a:schemeClr val="lt1"/>
                </a:solidFill>
                <a:ln cap="flat" cmpd="sng" w="19050">
                  <a:solidFill>
                    <a:srgbClr val="0E01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6" name="Google Shape;556;p24"/>
                <p:cNvSpPr txBox="1"/>
                <p:nvPr/>
              </p:nvSpPr>
              <p:spPr>
                <a:xfrm rot="3246747">
                  <a:off x="4711700" y="34290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a:t>
                  </a:r>
                  <a:endParaRPr/>
                </a:p>
              </p:txBody>
            </p:sp>
          </p:grpSp>
          <p:sp>
            <p:nvSpPr>
              <p:cNvPr id="557" name="Google Shape;557;p24"/>
              <p:cNvSpPr txBox="1"/>
              <p:nvPr/>
            </p:nvSpPr>
            <p:spPr>
              <a:xfrm rot="3246747">
                <a:off x="4123079" y="3044101"/>
                <a:ext cx="736600"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800">
                    <a:solidFill>
                      <a:schemeClr val="dk1"/>
                    </a:solidFill>
                    <a:latin typeface="Calibri"/>
                    <a:ea typeface="Calibri"/>
                    <a:cs typeface="Calibri"/>
                    <a:sym typeface="Calibri"/>
                  </a:rPr>
                  <a:t>HTTP GET</a:t>
                </a:r>
                <a:endParaRPr/>
              </a:p>
            </p:txBody>
          </p:sp>
        </p:grpSp>
        <p:grpSp>
          <p:nvGrpSpPr>
            <p:cNvPr id="558" name="Google Shape;558;p24"/>
            <p:cNvGrpSpPr/>
            <p:nvPr/>
          </p:nvGrpSpPr>
          <p:grpSpPr>
            <a:xfrm rot="-3246747">
              <a:off x="3370046" y="2698487"/>
              <a:ext cx="976395" cy="1389855"/>
              <a:chOff x="5094409" y="2877345"/>
              <a:chExt cx="976395" cy="1389855"/>
            </a:xfrm>
          </p:grpSpPr>
          <p:grpSp>
            <p:nvGrpSpPr>
              <p:cNvPr id="559" name="Google Shape;559;p24"/>
              <p:cNvGrpSpPr/>
              <p:nvPr/>
            </p:nvGrpSpPr>
            <p:grpSpPr>
              <a:xfrm>
                <a:off x="5094409" y="2959100"/>
                <a:ext cx="476069" cy="1308100"/>
                <a:chOff x="4624509" y="2946400"/>
                <a:chExt cx="476069" cy="1308100"/>
              </a:xfrm>
            </p:grpSpPr>
            <p:cxnSp>
              <p:nvCxnSpPr>
                <p:cNvPr id="560" name="Google Shape;560;p24"/>
                <p:cNvCxnSpPr/>
                <p:nvPr/>
              </p:nvCxnSpPr>
              <p:spPr>
                <a:xfrm rot="10800000">
                  <a:off x="4851400" y="2946400"/>
                  <a:ext cx="0" cy="1308100"/>
                </a:xfrm>
                <a:prstGeom prst="straightConnector1">
                  <a:avLst/>
                </a:prstGeom>
                <a:noFill/>
                <a:ln cap="flat" cmpd="sng" w="25400">
                  <a:solidFill>
                    <a:srgbClr val="0E01A0"/>
                  </a:solidFill>
                  <a:prstDash val="solid"/>
                  <a:miter lim="800000"/>
                  <a:headEnd len="med" w="med" type="triangle"/>
                  <a:tailEnd len="sm" w="sm" type="none"/>
                </a:ln>
              </p:spPr>
            </p:cxnSp>
            <p:sp>
              <p:nvSpPr>
                <p:cNvPr id="561" name="Google Shape;561;p24"/>
                <p:cNvSpPr/>
                <p:nvPr/>
              </p:nvSpPr>
              <p:spPr>
                <a:xfrm>
                  <a:off x="4673600" y="3441700"/>
                  <a:ext cx="342900" cy="342900"/>
                </a:xfrm>
                <a:prstGeom prst="ellipse">
                  <a:avLst/>
                </a:prstGeom>
                <a:solidFill>
                  <a:schemeClr val="lt1"/>
                </a:solidFill>
                <a:ln cap="flat" cmpd="sng" w="19050">
                  <a:solidFill>
                    <a:srgbClr val="0E01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2" name="Google Shape;562;p24"/>
                <p:cNvSpPr txBox="1"/>
                <p:nvPr/>
              </p:nvSpPr>
              <p:spPr>
                <a:xfrm rot="3246747">
                  <a:off x="4711700" y="34290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a:t>
                  </a:r>
                  <a:endParaRPr/>
                </a:p>
              </p:txBody>
            </p:sp>
          </p:grpSp>
          <p:sp>
            <p:nvSpPr>
              <p:cNvPr id="563" name="Google Shape;563;p24"/>
              <p:cNvSpPr txBox="1"/>
              <p:nvPr/>
            </p:nvSpPr>
            <p:spPr>
              <a:xfrm rot="3077103">
                <a:off x="5261072" y="3063392"/>
                <a:ext cx="736600"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800">
                    <a:solidFill>
                      <a:schemeClr val="dk1"/>
                    </a:solidFill>
                    <a:latin typeface="Calibri"/>
                    <a:ea typeface="Calibri"/>
                    <a:cs typeface="Calibri"/>
                    <a:sym typeface="Calibri"/>
                  </a:rPr>
                  <a:t>HTTP reply</a:t>
                </a:r>
                <a:endParaRPr/>
              </a:p>
            </p:txBody>
          </p:sp>
        </p:grpSp>
      </p:grpSp>
      <p:grpSp>
        <p:nvGrpSpPr>
          <p:cNvPr id="564" name="Google Shape;564;p24"/>
          <p:cNvGrpSpPr/>
          <p:nvPr/>
        </p:nvGrpSpPr>
        <p:grpSpPr>
          <a:xfrm>
            <a:off x="5130800" y="4368800"/>
            <a:ext cx="3136900" cy="890032"/>
            <a:chOff x="5461000" y="4394200"/>
            <a:chExt cx="3136900" cy="890032"/>
          </a:xfrm>
        </p:grpSpPr>
        <p:grpSp>
          <p:nvGrpSpPr>
            <p:cNvPr id="565" name="Google Shape;565;p24"/>
            <p:cNvGrpSpPr/>
            <p:nvPr/>
          </p:nvGrpSpPr>
          <p:grpSpPr>
            <a:xfrm>
              <a:off x="6261100" y="4914900"/>
              <a:ext cx="1854200" cy="369332"/>
              <a:chOff x="3721100" y="3429000"/>
              <a:chExt cx="1854200" cy="369332"/>
            </a:xfrm>
          </p:grpSpPr>
          <p:cxnSp>
            <p:nvCxnSpPr>
              <p:cNvPr id="566" name="Google Shape;566;p24"/>
              <p:cNvCxnSpPr/>
              <p:nvPr/>
            </p:nvCxnSpPr>
            <p:spPr>
              <a:xfrm>
                <a:off x="3721100" y="3594100"/>
                <a:ext cx="1854200" cy="0"/>
              </a:xfrm>
              <a:prstGeom prst="straightConnector1">
                <a:avLst/>
              </a:prstGeom>
              <a:noFill/>
              <a:ln cap="flat" cmpd="sng" w="25400">
                <a:solidFill>
                  <a:srgbClr val="0E01A0"/>
                </a:solidFill>
                <a:prstDash val="solid"/>
                <a:miter lim="800000"/>
                <a:headEnd len="sm" w="sm" type="none"/>
                <a:tailEnd len="med" w="med" type="triangle"/>
              </a:ln>
            </p:spPr>
          </p:cxnSp>
          <p:sp>
            <p:nvSpPr>
              <p:cNvPr id="567" name="Google Shape;567;p24"/>
              <p:cNvSpPr/>
              <p:nvPr/>
            </p:nvSpPr>
            <p:spPr>
              <a:xfrm>
                <a:off x="4673600" y="3441700"/>
                <a:ext cx="342900" cy="342900"/>
              </a:xfrm>
              <a:prstGeom prst="ellipse">
                <a:avLst/>
              </a:prstGeom>
              <a:solidFill>
                <a:schemeClr val="lt1"/>
              </a:solidFill>
              <a:ln cap="flat" cmpd="sng" w="19050">
                <a:solidFill>
                  <a:srgbClr val="0E01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8" name="Google Shape;568;p24"/>
              <p:cNvSpPr txBox="1"/>
              <p:nvPr/>
            </p:nvSpPr>
            <p:spPr>
              <a:xfrm>
                <a:off x="4686300" y="34290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4</a:t>
                </a:r>
                <a:endParaRPr/>
              </a:p>
            </p:txBody>
          </p:sp>
        </p:grpSp>
        <p:grpSp>
          <p:nvGrpSpPr>
            <p:cNvPr id="569" name="Google Shape;569;p24"/>
            <p:cNvGrpSpPr/>
            <p:nvPr/>
          </p:nvGrpSpPr>
          <p:grpSpPr>
            <a:xfrm>
              <a:off x="5461000" y="4394200"/>
              <a:ext cx="3136900" cy="535548"/>
              <a:chOff x="6299200" y="3035300"/>
              <a:chExt cx="3136900" cy="535548"/>
            </a:xfrm>
          </p:grpSpPr>
          <p:sp>
            <p:nvSpPr>
              <p:cNvPr id="570" name="Google Shape;570;p24"/>
              <p:cNvSpPr txBox="1"/>
              <p:nvPr/>
            </p:nvSpPr>
            <p:spPr>
              <a:xfrm>
                <a:off x="6299200" y="3035300"/>
                <a:ext cx="1473200" cy="3194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800">
                    <a:solidFill>
                      <a:schemeClr val="dk1"/>
                    </a:solidFill>
                    <a:latin typeface="Calibri"/>
                    <a:ea typeface="Calibri"/>
                    <a:cs typeface="Calibri"/>
                    <a:sym typeface="Calibri"/>
                  </a:rPr>
                  <a:t>HTTP GET</a:t>
                </a:r>
                <a:endParaRPr/>
              </a:p>
            </p:txBody>
          </p:sp>
          <p:sp>
            <p:nvSpPr>
              <p:cNvPr id="571" name="Google Shape;571;p24"/>
              <p:cNvSpPr txBox="1"/>
              <p:nvPr/>
            </p:nvSpPr>
            <p:spPr>
              <a:xfrm>
                <a:off x="6413500" y="3276600"/>
                <a:ext cx="3022600" cy="29424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600">
                    <a:solidFill>
                      <a:schemeClr val="dk1"/>
                    </a:solidFill>
                    <a:latin typeface="Calibri"/>
                    <a:ea typeface="Calibri"/>
                    <a:cs typeface="Calibri"/>
                    <a:sym typeface="Calibri"/>
                  </a:rPr>
                  <a:t>Referer: socks.com, cookie: 7493</a:t>
                </a:r>
                <a:endParaRPr sz="1800">
                  <a:solidFill>
                    <a:schemeClr val="dk1"/>
                  </a:solidFill>
                  <a:latin typeface="Calibri"/>
                  <a:ea typeface="Calibri"/>
                  <a:cs typeface="Calibri"/>
                  <a:sym typeface="Calibri"/>
                </a:endParaRPr>
              </a:p>
            </p:txBody>
          </p:sp>
        </p:grpSp>
      </p:grpSp>
      <p:grpSp>
        <p:nvGrpSpPr>
          <p:cNvPr id="572" name="Google Shape;572;p24"/>
          <p:cNvGrpSpPr/>
          <p:nvPr/>
        </p:nvGrpSpPr>
        <p:grpSpPr>
          <a:xfrm>
            <a:off x="5651500" y="5346700"/>
            <a:ext cx="2641600" cy="840348"/>
            <a:chOff x="6032500" y="5308600"/>
            <a:chExt cx="2641600" cy="840348"/>
          </a:xfrm>
        </p:grpSpPr>
        <p:grpSp>
          <p:nvGrpSpPr>
            <p:cNvPr id="573" name="Google Shape;573;p24"/>
            <p:cNvGrpSpPr/>
            <p:nvPr/>
          </p:nvGrpSpPr>
          <p:grpSpPr>
            <a:xfrm>
              <a:off x="6273800" y="5308600"/>
              <a:ext cx="1841500" cy="369332"/>
              <a:chOff x="3721100" y="3429000"/>
              <a:chExt cx="1841500" cy="369332"/>
            </a:xfrm>
          </p:grpSpPr>
          <p:cxnSp>
            <p:nvCxnSpPr>
              <p:cNvPr id="574" name="Google Shape;574;p24"/>
              <p:cNvCxnSpPr/>
              <p:nvPr/>
            </p:nvCxnSpPr>
            <p:spPr>
              <a:xfrm>
                <a:off x="3721100" y="3594100"/>
                <a:ext cx="1841500" cy="0"/>
              </a:xfrm>
              <a:prstGeom prst="straightConnector1">
                <a:avLst/>
              </a:prstGeom>
              <a:noFill/>
              <a:ln cap="flat" cmpd="sng" w="25400">
                <a:solidFill>
                  <a:srgbClr val="0E01A0"/>
                </a:solidFill>
                <a:prstDash val="solid"/>
                <a:miter lim="800000"/>
                <a:headEnd len="med" w="med" type="triangle"/>
                <a:tailEnd len="sm" w="sm" type="none"/>
              </a:ln>
            </p:spPr>
          </p:cxnSp>
          <p:sp>
            <p:nvSpPr>
              <p:cNvPr id="575" name="Google Shape;575;p24"/>
              <p:cNvSpPr/>
              <p:nvPr/>
            </p:nvSpPr>
            <p:spPr>
              <a:xfrm>
                <a:off x="4673600" y="3441700"/>
                <a:ext cx="342900" cy="342900"/>
              </a:xfrm>
              <a:prstGeom prst="ellipse">
                <a:avLst/>
              </a:prstGeom>
              <a:solidFill>
                <a:schemeClr val="lt1"/>
              </a:solidFill>
              <a:ln cap="flat" cmpd="sng" w="19050">
                <a:solidFill>
                  <a:srgbClr val="0E01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6" name="Google Shape;576;p24"/>
              <p:cNvSpPr txBox="1"/>
              <p:nvPr/>
            </p:nvSpPr>
            <p:spPr>
              <a:xfrm>
                <a:off x="4686300" y="34290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5</a:t>
                </a:r>
                <a:endParaRPr/>
              </a:p>
            </p:txBody>
          </p:sp>
        </p:grpSp>
        <p:grpSp>
          <p:nvGrpSpPr>
            <p:cNvPr id="577" name="Google Shape;577;p24"/>
            <p:cNvGrpSpPr/>
            <p:nvPr/>
          </p:nvGrpSpPr>
          <p:grpSpPr>
            <a:xfrm>
              <a:off x="6032500" y="5600700"/>
              <a:ext cx="2641600" cy="548248"/>
              <a:chOff x="6680200" y="3187700"/>
              <a:chExt cx="2641600" cy="548248"/>
            </a:xfrm>
          </p:grpSpPr>
          <p:sp>
            <p:nvSpPr>
              <p:cNvPr id="578" name="Google Shape;578;p24"/>
              <p:cNvSpPr txBox="1"/>
              <p:nvPr/>
            </p:nvSpPr>
            <p:spPr>
              <a:xfrm>
                <a:off x="6680200" y="3187700"/>
                <a:ext cx="1473200" cy="3194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800">
                    <a:solidFill>
                      <a:schemeClr val="dk1"/>
                    </a:solidFill>
                    <a:latin typeface="Calibri"/>
                    <a:ea typeface="Calibri"/>
                    <a:cs typeface="Calibri"/>
                    <a:sym typeface="Calibri"/>
                  </a:rPr>
                  <a:t>HTTP reply</a:t>
                </a:r>
                <a:endParaRPr/>
              </a:p>
            </p:txBody>
          </p:sp>
          <p:sp>
            <p:nvSpPr>
              <p:cNvPr id="579" name="Google Shape;579;p24"/>
              <p:cNvSpPr txBox="1"/>
              <p:nvPr/>
            </p:nvSpPr>
            <p:spPr>
              <a:xfrm>
                <a:off x="6807200" y="3441700"/>
                <a:ext cx="2514600" cy="294248"/>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lang="en-US" sz="1600">
                    <a:solidFill>
                      <a:schemeClr val="dk1"/>
                    </a:solidFill>
                    <a:latin typeface="Calibri"/>
                    <a:ea typeface="Calibri"/>
                    <a:cs typeface="Calibri"/>
                    <a:sym typeface="Calibri"/>
                  </a:rPr>
                  <a:t>Set cookie: </a:t>
                </a:r>
                <a:r>
                  <a:rPr lang="en-US" sz="1600">
                    <a:solidFill>
                      <a:srgbClr val="7030A0"/>
                    </a:solidFill>
                    <a:latin typeface="Calibri"/>
                    <a:ea typeface="Calibri"/>
                    <a:cs typeface="Calibri"/>
                    <a:sym typeface="Calibri"/>
                  </a:rPr>
                  <a:t>7493</a:t>
                </a:r>
                <a:endParaRPr sz="1800">
                  <a:solidFill>
                    <a:srgbClr val="7030A0"/>
                  </a:solidFill>
                  <a:latin typeface="Calibri"/>
                  <a:ea typeface="Calibri"/>
                  <a:cs typeface="Calibri"/>
                  <a:sym typeface="Calibri"/>
                </a:endParaRPr>
              </a:p>
            </p:txBody>
          </p:sp>
        </p:grpSp>
      </p:grpSp>
      <p:sp>
        <p:nvSpPr>
          <p:cNvPr id="580" name="Google Shape;580;p24"/>
          <p:cNvSpPr txBox="1"/>
          <p:nvPr/>
        </p:nvSpPr>
        <p:spPr>
          <a:xfrm>
            <a:off x="9238709" y="5397500"/>
            <a:ext cx="2385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7030A0"/>
                </a:solidFill>
                <a:latin typeface="Calibri"/>
                <a:ea typeface="Calibri"/>
                <a:cs typeface="Calibri"/>
                <a:sym typeface="Calibri"/>
              </a:rPr>
              <a:t>7493</a:t>
            </a:r>
            <a:r>
              <a:rPr lang="en-US" sz="1600">
                <a:solidFill>
                  <a:schemeClr val="dk1"/>
                </a:solidFill>
                <a:latin typeface="Calibri"/>
                <a:ea typeface="Calibri"/>
                <a:cs typeface="Calibri"/>
                <a:sym typeface="Calibri"/>
              </a:rPr>
              <a:t>: socks.com, 2/16/22</a:t>
            </a:r>
            <a:endParaRPr/>
          </a:p>
        </p:txBody>
      </p:sp>
      <p:sp>
        <p:nvSpPr>
          <p:cNvPr id="581" name="Google Shape;581;p24"/>
          <p:cNvSpPr/>
          <p:nvPr/>
        </p:nvSpPr>
        <p:spPr>
          <a:xfrm>
            <a:off x="4216838" y="1104901"/>
            <a:ext cx="4737100" cy="1828800"/>
          </a:xfrm>
          <a:prstGeom prst="rect">
            <a:avLst/>
          </a:prstGeom>
          <a:solidFill>
            <a:schemeClr val="lt1">
              <a:alpha val="67058"/>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2" name="Google Shape;582;p24"/>
          <p:cNvSpPr txBox="1"/>
          <p:nvPr/>
        </p:nvSpPr>
        <p:spPr>
          <a:xfrm>
            <a:off x="7973060" y="2425700"/>
            <a:ext cx="3886201" cy="20005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AdX:</a:t>
            </a:r>
            <a:endParaRPr/>
          </a:p>
          <a:p>
            <a:pPr indent="-234950" lvl="0" marL="285750" marR="0" rtl="0" algn="l">
              <a:spcBef>
                <a:spcPts val="0"/>
              </a:spcBef>
              <a:spcAft>
                <a:spcPts val="0"/>
              </a:spcAft>
              <a:buClr>
                <a:srgbClr val="0E01A0"/>
              </a:buClr>
              <a:buSzPts val="2400"/>
              <a:buFont typeface="Noto Sans Symbols"/>
              <a:buChar char="▪"/>
            </a:pPr>
            <a:r>
              <a:rPr i="1" lang="en-US" sz="2400">
                <a:solidFill>
                  <a:srgbClr val="C00000"/>
                </a:solidFill>
                <a:latin typeface="Calibri"/>
                <a:ea typeface="Calibri"/>
                <a:cs typeface="Calibri"/>
                <a:sym typeface="Calibri"/>
              </a:rPr>
              <a:t>tracks my web browsing </a:t>
            </a:r>
            <a:r>
              <a:rPr lang="en-US" sz="2400">
                <a:solidFill>
                  <a:schemeClr val="dk1"/>
                </a:solidFill>
                <a:latin typeface="Calibri"/>
                <a:ea typeface="Calibri"/>
                <a:cs typeface="Calibri"/>
                <a:sym typeface="Calibri"/>
              </a:rPr>
              <a:t>over sites with AdX ads</a:t>
            </a:r>
            <a:endParaRPr/>
          </a:p>
          <a:p>
            <a:pPr indent="-234950" lvl="0" marL="285750" marR="0" rtl="0" algn="l">
              <a:spcBef>
                <a:spcPts val="0"/>
              </a:spcBef>
              <a:spcAft>
                <a:spcPts val="0"/>
              </a:spcAft>
              <a:buClr>
                <a:srgbClr val="0E01A0"/>
              </a:buClr>
              <a:buSzPts val="2400"/>
              <a:buFont typeface="Noto Sans Symbols"/>
              <a:buChar char="▪"/>
            </a:pPr>
            <a:r>
              <a:rPr lang="en-US" sz="2400">
                <a:solidFill>
                  <a:schemeClr val="dk1"/>
                </a:solidFill>
                <a:latin typeface="Calibri"/>
                <a:ea typeface="Calibri"/>
                <a:cs typeface="Calibri"/>
                <a:sym typeface="Calibri"/>
              </a:rPr>
              <a:t>can return targeted ads based on browsing history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500"/>
                                        <p:tgtEl>
                                          <p:spTgt spid="5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500"/>
                                        <p:tgtEl>
                                          <p:spTgt spid="564"/>
                                        </p:tgtEl>
                                      </p:cBhvr>
                                    </p:animEffect>
                                  </p:childTnLst>
                                </p:cTn>
                              </p:par>
                              <p:par>
                                <p:cTn fill="hold" nodeType="withEffect" presetClass="exit" presetID="10" presetSubtype="0">
                                  <p:stCondLst>
                                    <p:cond delay="0"/>
                                  </p:stCondLst>
                                  <p:childTnLst>
                                    <p:animEffect filter="fade" transition="out">
                                      <p:cBhvr>
                                        <p:cTn dur="500"/>
                                        <p:tgtEl>
                                          <p:spTgt spid="551"/>
                                        </p:tgtEl>
                                      </p:cBhvr>
                                    </p:animEffect>
                                    <p:set>
                                      <p:cBhvr>
                                        <p:cTn dur="1" fill="hold">
                                          <p:stCondLst>
                                            <p:cond delay="500"/>
                                          </p:stCondLst>
                                        </p:cTn>
                                        <p:tgtEl>
                                          <p:spTgt spid="551"/>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500"/>
                                        <p:tgtEl>
                                          <p:spTgt spid="5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gtEl>
                                        <p:attrNameLst>
                                          <p:attrName>style.visibility</p:attrName>
                                        </p:attrNameLst>
                                      </p:cBhvr>
                                      <p:to>
                                        <p:strVal val="visible"/>
                                      </p:to>
                                    </p:set>
                                    <p:animEffect filter="fade" transition="in">
                                      <p:cBhvr>
                                        <p:cTn dur="500"/>
                                        <p:tgtEl>
                                          <p:spTgt spid="572"/>
                                        </p:tgtEl>
                                      </p:cBhvr>
                                    </p:animEffect>
                                  </p:childTnLst>
                                </p:cTn>
                              </p:par>
                              <p:par>
                                <p:cTn fill="hold" nodeType="withEffect" presetClass="exit" presetID="10" presetSubtype="0">
                                  <p:stCondLst>
                                    <p:cond delay="0"/>
                                  </p:stCondLst>
                                  <p:childTnLst>
                                    <p:animEffect filter="fade" transition="out">
                                      <p:cBhvr>
                                        <p:cTn dur="500"/>
                                        <p:tgtEl>
                                          <p:spTgt spid="564"/>
                                        </p:tgtEl>
                                      </p:cBhvr>
                                    </p:animEffect>
                                    <p:set>
                                      <p:cBhvr>
                                        <p:cTn dur="1" fill="hold">
                                          <p:stCondLst>
                                            <p:cond delay="500"/>
                                          </p:stCondLst>
                                        </p:cTn>
                                        <p:tgtEl>
                                          <p:spTgt spid="5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500"/>
                                        <p:tgtEl>
                                          <p:spTgt spid="5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72"/>
                                        </p:tgtEl>
                                      </p:cBhvr>
                                    </p:animEffect>
                                    <p:set>
                                      <p:cBhvr>
                                        <p:cTn dur="1" fill="hold">
                                          <p:stCondLst>
                                            <p:cond delay="500"/>
                                          </p:stCondLst>
                                        </p:cTn>
                                        <p:tgtEl>
                                          <p:spTgt spid="57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grpSp>
        <p:nvGrpSpPr>
          <p:cNvPr id="588" name="Google Shape;588;p25"/>
          <p:cNvGrpSpPr/>
          <p:nvPr/>
        </p:nvGrpSpPr>
        <p:grpSpPr>
          <a:xfrm>
            <a:off x="6946900" y="1524000"/>
            <a:ext cx="711200" cy="1016000"/>
            <a:chOff x="1282700" y="2006600"/>
            <a:chExt cx="2603500" cy="3263900"/>
          </a:xfrm>
        </p:grpSpPr>
        <p:sp>
          <p:nvSpPr>
            <p:cNvPr id="589" name="Google Shape;589;p25"/>
            <p:cNvSpPr/>
            <p:nvPr/>
          </p:nvSpPr>
          <p:spPr>
            <a:xfrm>
              <a:off x="1282700" y="2755900"/>
              <a:ext cx="2603500" cy="2514600"/>
            </a:xfrm>
            <a:prstGeom prst="roundRect">
              <a:avLst>
                <a:gd fmla="val 16667" name="adj"/>
              </a:avLst>
            </a:prstGeom>
            <a:solidFill>
              <a:srgbClr val="DDEAF6"/>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0" name="Google Shape;590;p25"/>
            <p:cNvSpPr/>
            <p:nvPr/>
          </p:nvSpPr>
          <p:spPr>
            <a:xfrm>
              <a:off x="1727200" y="2552700"/>
              <a:ext cx="1765300" cy="17780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1" name="Google Shape;591;p25"/>
            <p:cNvSpPr/>
            <p:nvPr/>
          </p:nvSpPr>
          <p:spPr>
            <a:xfrm>
              <a:off x="1524000" y="2006600"/>
              <a:ext cx="2209800" cy="520700"/>
            </a:xfrm>
            <a:prstGeom prst="roundRect">
              <a:avLst>
                <a:gd fmla="val 16667" name="adj"/>
              </a:avLst>
            </a:prstGeom>
            <a:solidFill>
              <a:srgbClr val="EDEDE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592" name="Google Shape;592;p25"/>
          <p:cNvGrpSpPr/>
          <p:nvPr/>
        </p:nvGrpSpPr>
        <p:grpSpPr>
          <a:xfrm>
            <a:off x="4622800" y="5626100"/>
            <a:ext cx="711200" cy="1016000"/>
            <a:chOff x="1282700" y="2006600"/>
            <a:chExt cx="2603500" cy="3263900"/>
          </a:xfrm>
        </p:grpSpPr>
        <p:sp>
          <p:nvSpPr>
            <p:cNvPr id="593" name="Google Shape;593;p25"/>
            <p:cNvSpPr/>
            <p:nvPr/>
          </p:nvSpPr>
          <p:spPr>
            <a:xfrm>
              <a:off x="1282700" y="2755900"/>
              <a:ext cx="2603500" cy="2514600"/>
            </a:xfrm>
            <a:prstGeom prst="roundRect">
              <a:avLst>
                <a:gd fmla="val 16667" name="adj"/>
              </a:avLst>
            </a:prstGeom>
            <a:solidFill>
              <a:srgbClr val="DDEAF6"/>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4" name="Google Shape;594;p25"/>
            <p:cNvSpPr/>
            <p:nvPr/>
          </p:nvSpPr>
          <p:spPr>
            <a:xfrm>
              <a:off x="1727200" y="2552700"/>
              <a:ext cx="1765300" cy="17780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5" name="Google Shape;595;p25"/>
            <p:cNvSpPr/>
            <p:nvPr/>
          </p:nvSpPr>
          <p:spPr>
            <a:xfrm>
              <a:off x="1524000" y="2006600"/>
              <a:ext cx="2209800" cy="520700"/>
            </a:xfrm>
            <a:prstGeom prst="roundRect">
              <a:avLst>
                <a:gd fmla="val 16667" name="adj"/>
              </a:avLst>
            </a:prstGeom>
            <a:solidFill>
              <a:srgbClr val="EDEDE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596" name="Google Shape;596;p25"/>
          <p:cNvSpPr txBox="1"/>
          <p:nvPr/>
        </p:nvSpPr>
        <p:spPr>
          <a:xfrm>
            <a:off x="360491" y="261258"/>
            <a:ext cx="11068415"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0E01A0"/>
                </a:solidFill>
                <a:latin typeface="Calibri"/>
                <a:ea typeface="Calibri"/>
                <a:cs typeface="Calibri"/>
                <a:sym typeface="Calibri"/>
              </a:rPr>
              <a:t>Cookies: </a:t>
            </a:r>
            <a:r>
              <a:rPr lang="en-US" sz="3600">
                <a:solidFill>
                  <a:srgbClr val="0E01A0"/>
                </a:solidFill>
                <a:latin typeface="Calibri"/>
                <a:ea typeface="Calibri"/>
                <a:cs typeface="Calibri"/>
                <a:sym typeface="Calibri"/>
              </a:rPr>
              <a:t>tracking a user’s browsing behavior </a:t>
            </a:r>
            <a:r>
              <a:rPr lang="en-US" sz="2400">
                <a:solidFill>
                  <a:srgbClr val="0E01A0"/>
                </a:solidFill>
                <a:latin typeface="Calibri"/>
                <a:ea typeface="Calibri"/>
                <a:cs typeface="Calibri"/>
                <a:sym typeface="Calibri"/>
              </a:rPr>
              <a:t>(one day later)</a:t>
            </a:r>
            <a:endParaRPr sz="3600">
              <a:solidFill>
                <a:srgbClr val="0E01A0"/>
              </a:solidFill>
              <a:latin typeface="Calibri"/>
              <a:ea typeface="Calibri"/>
              <a:cs typeface="Calibri"/>
              <a:sym typeface="Calibri"/>
            </a:endParaRPr>
          </a:p>
        </p:txBody>
      </p:sp>
      <p:grpSp>
        <p:nvGrpSpPr>
          <p:cNvPr id="597" name="Google Shape;597;p25"/>
          <p:cNvGrpSpPr/>
          <p:nvPr/>
        </p:nvGrpSpPr>
        <p:grpSpPr>
          <a:xfrm>
            <a:off x="4421414" y="1364343"/>
            <a:ext cx="519313" cy="1096646"/>
            <a:chOff x="4140" y="429"/>
            <a:chExt cx="1425" cy="2396"/>
          </a:xfrm>
        </p:grpSpPr>
        <p:sp>
          <p:nvSpPr>
            <p:cNvPr id="598" name="Google Shape;598;p2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9" name="Google Shape;599;p25"/>
            <p:cNvSpPr/>
            <p:nvPr/>
          </p:nvSpPr>
          <p:spPr>
            <a:xfrm>
              <a:off x="4208" y="429"/>
              <a:ext cx="1043"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00" name="Google Shape;600;p2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1" name="Google Shape;601;p2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2" name="Google Shape;602;p25"/>
            <p:cNvSpPr/>
            <p:nvPr/>
          </p:nvSpPr>
          <p:spPr>
            <a:xfrm>
              <a:off x="4213" y="691"/>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603" name="Google Shape;603;p25"/>
            <p:cNvGrpSpPr/>
            <p:nvPr/>
          </p:nvGrpSpPr>
          <p:grpSpPr>
            <a:xfrm>
              <a:off x="4747" y="666"/>
              <a:ext cx="582" cy="146"/>
              <a:chOff x="612" y="2566"/>
              <a:chExt cx="726" cy="140"/>
            </a:xfrm>
          </p:grpSpPr>
          <p:sp>
            <p:nvSpPr>
              <p:cNvPr id="604" name="Google Shape;604;p25"/>
              <p:cNvSpPr/>
              <p:nvPr/>
            </p:nvSpPr>
            <p:spPr>
              <a:xfrm>
                <a:off x="612" y="2566"/>
                <a:ext cx="726"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05" name="Google Shape;605;p25"/>
              <p:cNvSpPr/>
              <p:nvPr/>
            </p:nvSpPr>
            <p:spPr>
              <a:xfrm>
                <a:off x="625" y="2580"/>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606" name="Google Shape;606;p25"/>
            <p:cNvSpPr/>
            <p:nvPr/>
          </p:nvSpPr>
          <p:spPr>
            <a:xfrm>
              <a:off x="4224" y="1018"/>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607" name="Google Shape;607;p25"/>
            <p:cNvGrpSpPr/>
            <p:nvPr/>
          </p:nvGrpSpPr>
          <p:grpSpPr>
            <a:xfrm>
              <a:off x="4748" y="993"/>
              <a:ext cx="582" cy="136"/>
              <a:chOff x="615" y="2567"/>
              <a:chExt cx="726" cy="141"/>
            </a:xfrm>
          </p:grpSpPr>
          <p:sp>
            <p:nvSpPr>
              <p:cNvPr id="608" name="Google Shape;608;p25"/>
              <p:cNvSpPr/>
              <p:nvPr/>
            </p:nvSpPr>
            <p:spPr>
              <a:xfrm>
                <a:off x="615" y="2567"/>
                <a:ext cx="726"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09" name="Google Shape;609;p25"/>
              <p:cNvSpPr/>
              <p:nvPr/>
            </p:nvSpPr>
            <p:spPr>
              <a:xfrm>
                <a:off x="628" y="2582"/>
                <a:ext cx="693"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610" name="Google Shape;610;p25"/>
            <p:cNvSpPr/>
            <p:nvPr/>
          </p:nvSpPr>
          <p:spPr>
            <a:xfrm>
              <a:off x="4219" y="1360"/>
              <a:ext cx="592"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11" name="Google Shape;611;p25"/>
            <p:cNvSpPr/>
            <p:nvPr/>
          </p:nvSpPr>
          <p:spPr>
            <a:xfrm>
              <a:off x="4229" y="1657"/>
              <a:ext cx="597"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612" name="Google Shape;612;p25"/>
            <p:cNvGrpSpPr/>
            <p:nvPr/>
          </p:nvGrpSpPr>
          <p:grpSpPr>
            <a:xfrm>
              <a:off x="4737" y="1627"/>
              <a:ext cx="581" cy="151"/>
              <a:chOff x="617" y="2568"/>
              <a:chExt cx="724" cy="139"/>
            </a:xfrm>
          </p:grpSpPr>
          <p:sp>
            <p:nvSpPr>
              <p:cNvPr id="613" name="Google Shape;613;p25"/>
              <p:cNvSpPr/>
              <p:nvPr/>
            </p:nvSpPr>
            <p:spPr>
              <a:xfrm>
                <a:off x="617" y="2568"/>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14" name="Google Shape;614;p25"/>
              <p:cNvSpPr/>
              <p:nvPr/>
            </p:nvSpPr>
            <p:spPr>
              <a:xfrm>
                <a:off x="630" y="2582"/>
                <a:ext cx="69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615" name="Google Shape;615;p2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16" name="Google Shape;616;p25"/>
            <p:cNvGrpSpPr/>
            <p:nvPr/>
          </p:nvGrpSpPr>
          <p:grpSpPr>
            <a:xfrm>
              <a:off x="4737" y="1325"/>
              <a:ext cx="581" cy="141"/>
              <a:chOff x="612" y="2566"/>
              <a:chExt cx="724" cy="141"/>
            </a:xfrm>
          </p:grpSpPr>
          <p:sp>
            <p:nvSpPr>
              <p:cNvPr id="617" name="Google Shape;617;p25"/>
              <p:cNvSpPr/>
              <p:nvPr/>
            </p:nvSpPr>
            <p:spPr>
              <a:xfrm>
                <a:off x="612" y="2566"/>
                <a:ext cx="724"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18" name="Google Shape;618;p25"/>
              <p:cNvSpPr/>
              <p:nvPr/>
            </p:nvSpPr>
            <p:spPr>
              <a:xfrm>
                <a:off x="625" y="2581"/>
                <a:ext cx="692"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619" name="Google Shape;619;p25"/>
            <p:cNvSpPr/>
            <p:nvPr/>
          </p:nvSpPr>
          <p:spPr>
            <a:xfrm>
              <a:off x="5251"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20" name="Google Shape;620;p2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 name="Google Shape;621;p2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2" name="Google Shape;622;p25"/>
            <p:cNvSpPr/>
            <p:nvPr/>
          </p:nvSpPr>
          <p:spPr>
            <a:xfrm>
              <a:off x="5518" y="2609"/>
              <a:ext cx="47" cy="10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23" name="Google Shape;623;p2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 name="Google Shape;624;p25"/>
            <p:cNvSpPr/>
            <p:nvPr/>
          </p:nvSpPr>
          <p:spPr>
            <a:xfrm>
              <a:off x="4140" y="2679"/>
              <a:ext cx="1200" cy="146"/>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25" name="Google Shape;625;p25"/>
            <p:cNvSpPr/>
            <p:nvPr/>
          </p:nvSpPr>
          <p:spPr>
            <a:xfrm>
              <a:off x="4208" y="2709"/>
              <a:ext cx="1069"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26" name="Google Shape;626;p25"/>
            <p:cNvSpPr/>
            <p:nvPr/>
          </p:nvSpPr>
          <p:spPr>
            <a:xfrm>
              <a:off x="4308" y="2382"/>
              <a:ext cx="157"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27" name="Google Shape;627;p25"/>
            <p:cNvSpPr/>
            <p:nvPr/>
          </p:nvSpPr>
          <p:spPr>
            <a:xfrm>
              <a:off x="4486" y="2382"/>
              <a:ext cx="162"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8" name="Google Shape;628;p25"/>
            <p:cNvSpPr/>
            <p:nvPr/>
          </p:nvSpPr>
          <p:spPr>
            <a:xfrm>
              <a:off x="4664" y="2382"/>
              <a:ext cx="157"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29" name="Google Shape;629;p25"/>
            <p:cNvSpPr/>
            <p:nvPr/>
          </p:nvSpPr>
          <p:spPr>
            <a:xfrm>
              <a:off x="5062" y="1833"/>
              <a:ext cx="84" cy="765"/>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pic>
        <p:nvPicPr>
          <p:cNvPr id="630" name="Google Shape;630;p25"/>
          <p:cNvPicPr preferRelativeResize="0"/>
          <p:nvPr/>
        </p:nvPicPr>
        <p:blipFill rotWithShape="1">
          <a:blip r:embed="rId3">
            <a:alphaModFix/>
          </a:blip>
          <a:srcRect b="0" l="0" r="0" t="0"/>
          <a:stretch/>
        </p:blipFill>
        <p:spPr>
          <a:xfrm>
            <a:off x="4987471" y="1230461"/>
            <a:ext cx="1797957" cy="1299560"/>
          </a:xfrm>
          <a:prstGeom prst="rect">
            <a:avLst/>
          </a:prstGeom>
          <a:noFill/>
          <a:ln>
            <a:noFill/>
          </a:ln>
        </p:spPr>
      </p:pic>
      <p:grpSp>
        <p:nvGrpSpPr>
          <p:cNvPr id="631" name="Google Shape;631;p25"/>
          <p:cNvGrpSpPr/>
          <p:nvPr/>
        </p:nvGrpSpPr>
        <p:grpSpPr>
          <a:xfrm>
            <a:off x="8178799" y="4820558"/>
            <a:ext cx="519313" cy="1096646"/>
            <a:chOff x="4140" y="429"/>
            <a:chExt cx="1425" cy="2396"/>
          </a:xfrm>
        </p:grpSpPr>
        <p:sp>
          <p:nvSpPr>
            <p:cNvPr id="632" name="Google Shape;632;p2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3" name="Google Shape;633;p25"/>
            <p:cNvSpPr/>
            <p:nvPr/>
          </p:nvSpPr>
          <p:spPr>
            <a:xfrm>
              <a:off x="4208" y="429"/>
              <a:ext cx="1043"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34" name="Google Shape;634;p2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5" name="Google Shape;635;p2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6" name="Google Shape;636;p25"/>
            <p:cNvSpPr/>
            <p:nvPr/>
          </p:nvSpPr>
          <p:spPr>
            <a:xfrm>
              <a:off x="4213" y="691"/>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637" name="Google Shape;637;p25"/>
            <p:cNvGrpSpPr/>
            <p:nvPr/>
          </p:nvGrpSpPr>
          <p:grpSpPr>
            <a:xfrm>
              <a:off x="4747" y="666"/>
              <a:ext cx="582" cy="146"/>
              <a:chOff x="612" y="2566"/>
              <a:chExt cx="726" cy="140"/>
            </a:xfrm>
          </p:grpSpPr>
          <p:sp>
            <p:nvSpPr>
              <p:cNvPr id="638" name="Google Shape;638;p25"/>
              <p:cNvSpPr/>
              <p:nvPr/>
            </p:nvSpPr>
            <p:spPr>
              <a:xfrm>
                <a:off x="612" y="2566"/>
                <a:ext cx="726"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39" name="Google Shape;639;p25"/>
              <p:cNvSpPr/>
              <p:nvPr/>
            </p:nvSpPr>
            <p:spPr>
              <a:xfrm>
                <a:off x="625" y="2580"/>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640" name="Google Shape;640;p25"/>
            <p:cNvSpPr/>
            <p:nvPr/>
          </p:nvSpPr>
          <p:spPr>
            <a:xfrm>
              <a:off x="4224" y="1018"/>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641" name="Google Shape;641;p25"/>
            <p:cNvGrpSpPr/>
            <p:nvPr/>
          </p:nvGrpSpPr>
          <p:grpSpPr>
            <a:xfrm>
              <a:off x="4748" y="993"/>
              <a:ext cx="582" cy="136"/>
              <a:chOff x="615" y="2567"/>
              <a:chExt cx="726" cy="141"/>
            </a:xfrm>
          </p:grpSpPr>
          <p:sp>
            <p:nvSpPr>
              <p:cNvPr id="642" name="Google Shape;642;p25"/>
              <p:cNvSpPr/>
              <p:nvPr/>
            </p:nvSpPr>
            <p:spPr>
              <a:xfrm>
                <a:off x="615" y="2567"/>
                <a:ext cx="726"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43" name="Google Shape;643;p25"/>
              <p:cNvSpPr/>
              <p:nvPr/>
            </p:nvSpPr>
            <p:spPr>
              <a:xfrm>
                <a:off x="628" y="2582"/>
                <a:ext cx="693"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644" name="Google Shape;644;p25"/>
            <p:cNvSpPr/>
            <p:nvPr/>
          </p:nvSpPr>
          <p:spPr>
            <a:xfrm>
              <a:off x="4219" y="1360"/>
              <a:ext cx="592"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45" name="Google Shape;645;p25"/>
            <p:cNvSpPr/>
            <p:nvPr/>
          </p:nvSpPr>
          <p:spPr>
            <a:xfrm>
              <a:off x="4229" y="1657"/>
              <a:ext cx="597"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646" name="Google Shape;646;p25"/>
            <p:cNvGrpSpPr/>
            <p:nvPr/>
          </p:nvGrpSpPr>
          <p:grpSpPr>
            <a:xfrm>
              <a:off x="4737" y="1627"/>
              <a:ext cx="581" cy="151"/>
              <a:chOff x="617" y="2568"/>
              <a:chExt cx="724" cy="139"/>
            </a:xfrm>
          </p:grpSpPr>
          <p:sp>
            <p:nvSpPr>
              <p:cNvPr id="647" name="Google Shape;647;p25"/>
              <p:cNvSpPr/>
              <p:nvPr/>
            </p:nvSpPr>
            <p:spPr>
              <a:xfrm>
                <a:off x="617" y="2568"/>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48" name="Google Shape;648;p25"/>
              <p:cNvSpPr/>
              <p:nvPr/>
            </p:nvSpPr>
            <p:spPr>
              <a:xfrm>
                <a:off x="630" y="2582"/>
                <a:ext cx="69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649" name="Google Shape;649;p2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50" name="Google Shape;650;p25"/>
            <p:cNvGrpSpPr/>
            <p:nvPr/>
          </p:nvGrpSpPr>
          <p:grpSpPr>
            <a:xfrm>
              <a:off x="4737" y="1325"/>
              <a:ext cx="581" cy="141"/>
              <a:chOff x="612" y="2566"/>
              <a:chExt cx="724" cy="141"/>
            </a:xfrm>
          </p:grpSpPr>
          <p:sp>
            <p:nvSpPr>
              <p:cNvPr id="651" name="Google Shape;651;p25"/>
              <p:cNvSpPr/>
              <p:nvPr/>
            </p:nvSpPr>
            <p:spPr>
              <a:xfrm>
                <a:off x="612" y="2566"/>
                <a:ext cx="724"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52" name="Google Shape;652;p25"/>
              <p:cNvSpPr/>
              <p:nvPr/>
            </p:nvSpPr>
            <p:spPr>
              <a:xfrm>
                <a:off x="625" y="2581"/>
                <a:ext cx="692"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653" name="Google Shape;653;p25"/>
            <p:cNvSpPr/>
            <p:nvPr/>
          </p:nvSpPr>
          <p:spPr>
            <a:xfrm>
              <a:off x="5251"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54" name="Google Shape;654;p2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55" name="Google Shape;655;p2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56" name="Google Shape;656;p25"/>
            <p:cNvSpPr/>
            <p:nvPr/>
          </p:nvSpPr>
          <p:spPr>
            <a:xfrm>
              <a:off x="5518" y="2609"/>
              <a:ext cx="47" cy="10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57" name="Google Shape;657;p2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58" name="Google Shape;658;p25"/>
            <p:cNvSpPr/>
            <p:nvPr/>
          </p:nvSpPr>
          <p:spPr>
            <a:xfrm>
              <a:off x="4140" y="2679"/>
              <a:ext cx="1200" cy="146"/>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59" name="Google Shape;659;p25"/>
            <p:cNvSpPr/>
            <p:nvPr/>
          </p:nvSpPr>
          <p:spPr>
            <a:xfrm>
              <a:off x="4208" y="2709"/>
              <a:ext cx="1069"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60" name="Google Shape;660;p25"/>
            <p:cNvSpPr/>
            <p:nvPr/>
          </p:nvSpPr>
          <p:spPr>
            <a:xfrm>
              <a:off x="4308" y="2382"/>
              <a:ext cx="157"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61" name="Google Shape;661;p25"/>
            <p:cNvSpPr/>
            <p:nvPr/>
          </p:nvSpPr>
          <p:spPr>
            <a:xfrm>
              <a:off x="4486" y="2382"/>
              <a:ext cx="162"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2" name="Google Shape;662;p25"/>
            <p:cNvSpPr/>
            <p:nvPr/>
          </p:nvSpPr>
          <p:spPr>
            <a:xfrm>
              <a:off x="4664" y="2382"/>
              <a:ext cx="157"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63" name="Google Shape;663;p25"/>
            <p:cNvSpPr/>
            <p:nvPr/>
          </p:nvSpPr>
          <p:spPr>
            <a:xfrm>
              <a:off x="5062" y="1833"/>
              <a:ext cx="84" cy="765"/>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grpSp>
        <p:nvGrpSpPr>
          <p:cNvPr id="664" name="Google Shape;664;p25"/>
          <p:cNvGrpSpPr/>
          <p:nvPr/>
        </p:nvGrpSpPr>
        <p:grpSpPr>
          <a:xfrm>
            <a:off x="3586046" y="4406221"/>
            <a:ext cx="1432267" cy="1301523"/>
            <a:chOff x="2718817" y="3255963"/>
            <a:chExt cx="1432267" cy="1301523"/>
          </a:xfrm>
        </p:grpSpPr>
        <p:grpSp>
          <p:nvGrpSpPr>
            <p:cNvPr id="665" name="Google Shape;665;p25"/>
            <p:cNvGrpSpPr/>
            <p:nvPr/>
          </p:nvGrpSpPr>
          <p:grpSpPr>
            <a:xfrm>
              <a:off x="2718817" y="3255963"/>
              <a:ext cx="1432267" cy="1301523"/>
              <a:chOff x="-44" y="1473"/>
              <a:chExt cx="981" cy="1105"/>
            </a:xfrm>
          </p:grpSpPr>
          <p:pic>
            <p:nvPicPr>
              <p:cNvPr descr="desktop_computer_stylized_medium" id="666" name="Google Shape;666;p2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667" name="Google Shape;667;p2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Icon&#10;&#10;Description automatically generated" id="668" name="Google Shape;668;p25"/>
            <p:cNvPicPr preferRelativeResize="0"/>
            <p:nvPr/>
          </p:nvPicPr>
          <p:blipFill rotWithShape="1">
            <a:blip r:embed="rId5">
              <a:alphaModFix/>
            </a:blip>
            <a:srcRect b="0" l="0" r="0" t="0"/>
            <a:stretch/>
          </p:blipFill>
          <p:spPr>
            <a:xfrm>
              <a:off x="3251200" y="3436256"/>
              <a:ext cx="870857" cy="489857"/>
            </a:xfrm>
            <a:prstGeom prst="rect">
              <a:avLst/>
            </a:prstGeom>
            <a:noFill/>
            <a:ln>
              <a:noFill/>
            </a:ln>
          </p:spPr>
        </p:pic>
      </p:grpSp>
      <p:sp>
        <p:nvSpPr>
          <p:cNvPr id="669" name="Google Shape;669;p25"/>
          <p:cNvSpPr txBox="1"/>
          <p:nvPr/>
        </p:nvSpPr>
        <p:spPr>
          <a:xfrm>
            <a:off x="4352471" y="2398486"/>
            <a:ext cx="234987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nytimes</a:t>
            </a:r>
            <a:r>
              <a:rPr lang="en-US" sz="1800">
                <a:solidFill>
                  <a:schemeClr val="dk1"/>
                </a:solidFill>
                <a:latin typeface="Calibri"/>
                <a:ea typeface="Calibri"/>
                <a:cs typeface="Calibri"/>
                <a:sym typeface="Calibri"/>
              </a:rPr>
              <a:t>.com (arts)</a:t>
            </a:r>
            <a:endParaRPr/>
          </a:p>
        </p:txBody>
      </p:sp>
      <p:sp>
        <p:nvSpPr>
          <p:cNvPr id="670" name="Google Shape;670;p25"/>
          <p:cNvSpPr txBox="1"/>
          <p:nvPr/>
        </p:nvSpPr>
        <p:spPr>
          <a:xfrm>
            <a:off x="8095344" y="5878285"/>
            <a:ext cx="12279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AdX</a:t>
            </a:r>
            <a:r>
              <a:rPr lang="en-US" sz="1800">
                <a:solidFill>
                  <a:schemeClr val="dk1"/>
                </a:solidFill>
                <a:latin typeface="Calibri"/>
                <a:ea typeface="Calibri"/>
                <a:cs typeface="Calibri"/>
                <a:sym typeface="Calibri"/>
              </a:rPr>
              <a:t>.com</a:t>
            </a:r>
            <a:endParaRPr sz="1800">
              <a:solidFill>
                <a:schemeClr val="dk1"/>
              </a:solidFill>
              <a:latin typeface="Calibri"/>
              <a:ea typeface="Calibri"/>
              <a:cs typeface="Calibri"/>
              <a:sym typeface="Calibri"/>
            </a:endParaRPr>
          </a:p>
        </p:txBody>
      </p:sp>
      <p:sp>
        <p:nvSpPr>
          <p:cNvPr id="671" name="Google Shape;671;p25"/>
          <p:cNvSpPr txBox="1"/>
          <p:nvPr/>
        </p:nvSpPr>
        <p:spPr>
          <a:xfrm>
            <a:off x="6997700" y="1778000"/>
            <a:ext cx="20473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1634</a:t>
            </a:r>
            <a:r>
              <a:rPr lang="en-US" sz="1600">
                <a:solidFill>
                  <a:schemeClr val="dk1"/>
                </a:solidFill>
                <a:latin typeface="Calibri"/>
                <a:ea typeface="Calibri"/>
                <a:cs typeface="Calibri"/>
                <a:sym typeface="Calibri"/>
              </a:rPr>
              <a:t>: sports, 2/15/22</a:t>
            </a:r>
            <a:endParaRPr/>
          </a:p>
        </p:txBody>
      </p:sp>
      <p:grpSp>
        <p:nvGrpSpPr>
          <p:cNvPr id="672" name="Google Shape;672;p25"/>
          <p:cNvGrpSpPr/>
          <p:nvPr/>
        </p:nvGrpSpPr>
        <p:grpSpPr>
          <a:xfrm>
            <a:off x="9182100" y="4902200"/>
            <a:ext cx="711200" cy="1016000"/>
            <a:chOff x="1282700" y="2006600"/>
            <a:chExt cx="2603500" cy="3263900"/>
          </a:xfrm>
        </p:grpSpPr>
        <p:sp>
          <p:nvSpPr>
            <p:cNvPr id="673" name="Google Shape;673;p25"/>
            <p:cNvSpPr/>
            <p:nvPr/>
          </p:nvSpPr>
          <p:spPr>
            <a:xfrm>
              <a:off x="1282700" y="2755900"/>
              <a:ext cx="2603500" cy="2514600"/>
            </a:xfrm>
            <a:prstGeom prst="roundRect">
              <a:avLst>
                <a:gd fmla="val 16667" name="adj"/>
              </a:avLst>
            </a:prstGeom>
            <a:solidFill>
              <a:srgbClr val="DDEAF6"/>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4" name="Google Shape;674;p25"/>
            <p:cNvSpPr/>
            <p:nvPr/>
          </p:nvSpPr>
          <p:spPr>
            <a:xfrm>
              <a:off x="1727200" y="2552700"/>
              <a:ext cx="1765300" cy="17780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5" name="Google Shape;675;p25"/>
            <p:cNvSpPr/>
            <p:nvPr/>
          </p:nvSpPr>
          <p:spPr>
            <a:xfrm>
              <a:off x="1524000" y="2006600"/>
              <a:ext cx="2209800" cy="520700"/>
            </a:xfrm>
            <a:prstGeom prst="roundRect">
              <a:avLst>
                <a:gd fmla="val 16667" name="adj"/>
              </a:avLst>
            </a:prstGeom>
            <a:solidFill>
              <a:srgbClr val="EDEDED"/>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676" name="Google Shape;676;p25"/>
          <p:cNvSpPr txBox="1"/>
          <p:nvPr/>
        </p:nvSpPr>
        <p:spPr>
          <a:xfrm>
            <a:off x="4229100" y="5867400"/>
            <a:ext cx="16369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NY Times: </a:t>
            </a:r>
            <a:r>
              <a:rPr lang="en-US" sz="1800">
                <a:solidFill>
                  <a:srgbClr val="C00000"/>
                </a:solidFill>
                <a:latin typeface="Calibri"/>
                <a:ea typeface="Calibri"/>
                <a:cs typeface="Calibri"/>
                <a:sym typeface="Calibri"/>
              </a:rPr>
              <a:t>1634</a:t>
            </a:r>
            <a:endParaRPr/>
          </a:p>
        </p:txBody>
      </p:sp>
      <p:sp>
        <p:nvSpPr>
          <p:cNvPr id="677" name="Google Shape;677;p25"/>
          <p:cNvSpPr txBox="1"/>
          <p:nvPr/>
        </p:nvSpPr>
        <p:spPr>
          <a:xfrm>
            <a:off x="9226009" y="5181600"/>
            <a:ext cx="28648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7030A0"/>
                </a:solidFill>
                <a:latin typeface="Calibri"/>
                <a:ea typeface="Calibri"/>
                <a:cs typeface="Calibri"/>
                <a:sym typeface="Calibri"/>
              </a:rPr>
              <a:t>7493</a:t>
            </a:r>
            <a:r>
              <a:rPr lang="en-US" sz="1600">
                <a:solidFill>
                  <a:schemeClr val="dk1"/>
                </a:solidFill>
                <a:latin typeface="Calibri"/>
                <a:ea typeface="Calibri"/>
                <a:cs typeface="Calibri"/>
                <a:sym typeface="Calibri"/>
              </a:rPr>
              <a:t>: NY Times sports, 2/15/22</a:t>
            </a:r>
            <a:endParaRPr/>
          </a:p>
        </p:txBody>
      </p:sp>
      <p:sp>
        <p:nvSpPr>
          <p:cNvPr id="678" name="Google Shape;678;p25"/>
          <p:cNvSpPr txBox="1"/>
          <p:nvPr/>
        </p:nvSpPr>
        <p:spPr>
          <a:xfrm>
            <a:off x="4660900" y="6121400"/>
            <a:ext cx="108555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AdX: </a:t>
            </a:r>
            <a:r>
              <a:rPr lang="en-US" sz="1800">
                <a:solidFill>
                  <a:srgbClr val="7030A0"/>
                </a:solidFill>
                <a:latin typeface="Calibri"/>
                <a:ea typeface="Calibri"/>
                <a:cs typeface="Calibri"/>
                <a:sym typeface="Calibri"/>
              </a:rPr>
              <a:t>7493</a:t>
            </a:r>
            <a:endParaRPr sz="1600">
              <a:solidFill>
                <a:srgbClr val="7030A0"/>
              </a:solidFill>
              <a:latin typeface="Calibri"/>
              <a:ea typeface="Calibri"/>
              <a:cs typeface="Calibri"/>
              <a:sym typeface="Calibri"/>
            </a:endParaRPr>
          </a:p>
        </p:txBody>
      </p:sp>
      <p:grpSp>
        <p:nvGrpSpPr>
          <p:cNvPr id="679" name="Google Shape;679;p25"/>
          <p:cNvGrpSpPr/>
          <p:nvPr/>
        </p:nvGrpSpPr>
        <p:grpSpPr>
          <a:xfrm>
            <a:off x="2478314" y="1935843"/>
            <a:ext cx="519313" cy="1096646"/>
            <a:chOff x="4140" y="429"/>
            <a:chExt cx="1425" cy="2396"/>
          </a:xfrm>
        </p:grpSpPr>
        <p:sp>
          <p:nvSpPr>
            <p:cNvPr id="680" name="Google Shape;680;p2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 name="Google Shape;681;p25"/>
            <p:cNvSpPr/>
            <p:nvPr/>
          </p:nvSpPr>
          <p:spPr>
            <a:xfrm>
              <a:off x="4208" y="429"/>
              <a:ext cx="1043"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82" name="Google Shape;682;p2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3" name="Google Shape;683;p2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4" name="Google Shape;684;p25"/>
            <p:cNvSpPr/>
            <p:nvPr/>
          </p:nvSpPr>
          <p:spPr>
            <a:xfrm>
              <a:off x="4213" y="691"/>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685" name="Google Shape;685;p25"/>
            <p:cNvGrpSpPr/>
            <p:nvPr/>
          </p:nvGrpSpPr>
          <p:grpSpPr>
            <a:xfrm>
              <a:off x="4747" y="666"/>
              <a:ext cx="582" cy="146"/>
              <a:chOff x="612" y="2566"/>
              <a:chExt cx="726" cy="140"/>
            </a:xfrm>
          </p:grpSpPr>
          <p:sp>
            <p:nvSpPr>
              <p:cNvPr id="686" name="Google Shape;686;p25"/>
              <p:cNvSpPr/>
              <p:nvPr/>
            </p:nvSpPr>
            <p:spPr>
              <a:xfrm>
                <a:off x="612" y="2566"/>
                <a:ext cx="726"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87" name="Google Shape;687;p25"/>
              <p:cNvSpPr/>
              <p:nvPr/>
            </p:nvSpPr>
            <p:spPr>
              <a:xfrm>
                <a:off x="625" y="2580"/>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688" name="Google Shape;688;p25"/>
            <p:cNvSpPr/>
            <p:nvPr/>
          </p:nvSpPr>
          <p:spPr>
            <a:xfrm>
              <a:off x="4224" y="1018"/>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689" name="Google Shape;689;p25"/>
            <p:cNvGrpSpPr/>
            <p:nvPr/>
          </p:nvGrpSpPr>
          <p:grpSpPr>
            <a:xfrm>
              <a:off x="4748" y="993"/>
              <a:ext cx="582" cy="136"/>
              <a:chOff x="615" y="2567"/>
              <a:chExt cx="726" cy="141"/>
            </a:xfrm>
          </p:grpSpPr>
          <p:sp>
            <p:nvSpPr>
              <p:cNvPr id="690" name="Google Shape;690;p25"/>
              <p:cNvSpPr/>
              <p:nvPr/>
            </p:nvSpPr>
            <p:spPr>
              <a:xfrm>
                <a:off x="615" y="2567"/>
                <a:ext cx="726"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91" name="Google Shape;691;p25"/>
              <p:cNvSpPr/>
              <p:nvPr/>
            </p:nvSpPr>
            <p:spPr>
              <a:xfrm>
                <a:off x="628" y="2582"/>
                <a:ext cx="693"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692" name="Google Shape;692;p25"/>
            <p:cNvSpPr/>
            <p:nvPr/>
          </p:nvSpPr>
          <p:spPr>
            <a:xfrm>
              <a:off x="4219" y="1360"/>
              <a:ext cx="592"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93" name="Google Shape;693;p25"/>
            <p:cNvSpPr/>
            <p:nvPr/>
          </p:nvSpPr>
          <p:spPr>
            <a:xfrm>
              <a:off x="4229" y="1657"/>
              <a:ext cx="597"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694" name="Google Shape;694;p25"/>
            <p:cNvGrpSpPr/>
            <p:nvPr/>
          </p:nvGrpSpPr>
          <p:grpSpPr>
            <a:xfrm>
              <a:off x="4737" y="1627"/>
              <a:ext cx="581" cy="151"/>
              <a:chOff x="617" y="2568"/>
              <a:chExt cx="724" cy="139"/>
            </a:xfrm>
          </p:grpSpPr>
          <p:sp>
            <p:nvSpPr>
              <p:cNvPr id="695" name="Google Shape;695;p25"/>
              <p:cNvSpPr/>
              <p:nvPr/>
            </p:nvSpPr>
            <p:spPr>
              <a:xfrm>
                <a:off x="617" y="2568"/>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96" name="Google Shape;696;p25"/>
              <p:cNvSpPr/>
              <p:nvPr/>
            </p:nvSpPr>
            <p:spPr>
              <a:xfrm>
                <a:off x="630" y="2582"/>
                <a:ext cx="69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697" name="Google Shape;697;p2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98" name="Google Shape;698;p25"/>
            <p:cNvGrpSpPr/>
            <p:nvPr/>
          </p:nvGrpSpPr>
          <p:grpSpPr>
            <a:xfrm>
              <a:off x="4737" y="1325"/>
              <a:ext cx="581" cy="141"/>
              <a:chOff x="612" y="2566"/>
              <a:chExt cx="724" cy="141"/>
            </a:xfrm>
          </p:grpSpPr>
          <p:sp>
            <p:nvSpPr>
              <p:cNvPr id="699" name="Google Shape;699;p25"/>
              <p:cNvSpPr/>
              <p:nvPr/>
            </p:nvSpPr>
            <p:spPr>
              <a:xfrm>
                <a:off x="612" y="2566"/>
                <a:ext cx="724"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00" name="Google Shape;700;p25"/>
              <p:cNvSpPr/>
              <p:nvPr/>
            </p:nvSpPr>
            <p:spPr>
              <a:xfrm>
                <a:off x="625" y="2581"/>
                <a:ext cx="692"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701" name="Google Shape;701;p25"/>
            <p:cNvSpPr/>
            <p:nvPr/>
          </p:nvSpPr>
          <p:spPr>
            <a:xfrm>
              <a:off x="5251"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02" name="Google Shape;702;p2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3" name="Google Shape;703;p2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4" name="Google Shape;704;p25"/>
            <p:cNvSpPr/>
            <p:nvPr/>
          </p:nvSpPr>
          <p:spPr>
            <a:xfrm>
              <a:off x="5518" y="2609"/>
              <a:ext cx="47" cy="10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05" name="Google Shape;705;p2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6" name="Google Shape;706;p25"/>
            <p:cNvSpPr/>
            <p:nvPr/>
          </p:nvSpPr>
          <p:spPr>
            <a:xfrm>
              <a:off x="4140" y="2679"/>
              <a:ext cx="1200" cy="146"/>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07" name="Google Shape;707;p25"/>
            <p:cNvSpPr/>
            <p:nvPr/>
          </p:nvSpPr>
          <p:spPr>
            <a:xfrm>
              <a:off x="4208" y="2709"/>
              <a:ext cx="1069"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08" name="Google Shape;708;p25"/>
            <p:cNvSpPr/>
            <p:nvPr/>
          </p:nvSpPr>
          <p:spPr>
            <a:xfrm>
              <a:off x="4308" y="2382"/>
              <a:ext cx="157"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09" name="Google Shape;709;p25"/>
            <p:cNvSpPr/>
            <p:nvPr/>
          </p:nvSpPr>
          <p:spPr>
            <a:xfrm>
              <a:off x="4486" y="2382"/>
              <a:ext cx="162"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0" name="Google Shape;710;p25"/>
            <p:cNvSpPr/>
            <p:nvPr/>
          </p:nvSpPr>
          <p:spPr>
            <a:xfrm>
              <a:off x="4664" y="2382"/>
              <a:ext cx="157"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11" name="Google Shape;711;p25"/>
            <p:cNvSpPr/>
            <p:nvPr/>
          </p:nvSpPr>
          <p:spPr>
            <a:xfrm>
              <a:off x="5062" y="1833"/>
              <a:ext cx="84" cy="765"/>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712" name="Google Shape;712;p25"/>
          <p:cNvSpPr txBox="1"/>
          <p:nvPr/>
        </p:nvSpPr>
        <p:spPr>
          <a:xfrm>
            <a:off x="1482271" y="2995386"/>
            <a:ext cx="14281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socks</a:t>
            </a:r>
            <a:r>
              <a:rPr lang="en-US" sz="1800">
                <a:solidFill>
                  <a:schemeClr val="dk1"/>
                </a:solidFill>
                <a:latin typeface="Calibri"/>
                <a:ea typeface="Calibri"/>
                <a:cs typeface="Calibri"/>
                <a:sym typeface="Calibri"/>
              </a:rPr>
              <a:t>.com</a:t>
            </a:r>
            <a:endParaRPr sz="1800">
              <a:solidFill>
                <a:schemeClr val="dk1"/>
              </a:solidFill>
              <a:latin typeface="Calibri"/>
              <a:ea typeface="Calibri"/>
              <a:cs typeface="Calibri"/>
              <a:sym typeface="Calibri"/>
            </a:endParaRPr>
          </a:p>
        </p:txBody>
      </p:sp>
      <p:pic>
        <p:nvPicPr>
          <p:cNvPr id="713" name="Google Shape;713;p25"/>
          <p:cNvPicPr preferRelativeResize="0"/>
          <p:nvPr/>
        </p:nvPicPr>
        <p:blipFill rotWithShape="1">
          <a:blip r:embed="rId6">
            <a:alphaModFix/>
          </a:blip>
          <a:srcRect b="0" l="0" r="0" t="0"/>
          <a:stretch/>
        </p:blipFill>
        <p:spPr>
          <a:xfrm>
            <a:off x="241300" y="1492250"/>
            <a:ext cx="2197100" cy="1572924"/>
          </a:xfrm>
          <a:prstGeom prst="rect">
            <a:avLst/>
          </a:prstGeom>
          <a:noFill/>
          <a:ln>
            <a:noFill/>
          </a:ln>
        </p:spPr>
      </p:pic>
      <p:grpSp>
        <p:nvGrpSpPr>
          <p:cNvPr id="714" name="Google Shape;714;p25"/>
          <p:cNvGrpSpPr/>
          <p:nvPr/>
        </p:nvGrpSpPr>
        <p:grpSpPr>
          <a:xfrm>
            <a:off x="4978400" y="4381500"/>
            <a:ext cx="3289300" cy="877332"/>
            <a:chOff x="5308600" y="4406900"/>
            <a:chExt cx="3289300" cy="877332"/>
          </a:xfrm>
        </p:grpSpPr>
        <p:grpSp>
          <p:nvGrpSpPr>
            <p:cNvPr id="715" name="Google Shape;715;p25"/>
            <p:cNvGrpSpPr/>
            <p:nvPr/>
          </p:nvGrpSpPr>
          <p:grpSpPr>
            <a:xfrm>
              <a:off x="6261100" y="4914900"/>
              <a:ext cx="1854200" cy="369332"/>
              <a:chOff x="3721100" y="3429000"/>
              <a:chExt cx="1854200" cy="369332"/>
            </a:xfrm>
          </p:grpSpPr>
          <p:cxnSp>
            <p:nvCxnSpPr>
              <p:cNvPr id="716" name="Google Shape;716;p25"/>
              <p:cNvCxnSpPr/>
              <p:nvPr/>
            </p:nvCxnSpPr>
            <p:spPr>
              <a:xfrm>
                <a:off x="3721100" y="3594100"/>
                <a:ext cx="1854200" cy="0"/>
              </a:xfrm>
              <a:prstGeom prst="straightConnector1">
                <a:avLst/>
              </a:prstGeom>
              <a:noFill/>
              <a:ln cap="flat" cmpd="sng" w="25400">
                <a:solidFill>
                  <a:srgbClr val="0E01A0"/>
                </a:solidFill>
                <a:prstDash val="solid"/>
                <a:miter lim="800000"/>
                <a:headEnd len="sm" w="sm" type="none"/>
                <a:tailEnd len="med" w="med" type="triangle"/>
              </a:ln>
            </p:spPr>
          </p:cxnSp>
          <p:sp>
            <p:nvSpPr>
              <p:cNvPr id="717" name="Google Shape;717;p25"/>
              <p:cNvSpPr/>
              <p:nvPr/>
            </p:nvSpPr>
            <p:spPr>
              <a:xfrm>
                <a:off x="4673600" y="3441700"/>
                <a:ext cx="342900" cy="342900"/>
              </a:xfrm>
              <a:prstGeom prst="ellipse">
                <a:avLst/>
              </a:prstGeom>
              <a:solidFill>
                <a:schemeClr val="lt1"/>
              </a:solidFill>
              <a:ln cap="flat" cmpd="sng" w="19050">
                <a:solidFill>
                  <a:srgbClr val="0E01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8" name="Google Shape;718;p25"/>
              <p:cNvSpPr txBox="1"/>
              <p:nvPr/>
            </p:nvSpPr>
            <p:spPr>
              <a:xfrm>
                <a:off x="4686300" y="34290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4</a:t>
                </a:r>
                <a:endParaRPr/>
              </a:p>
            </p:txBody>
          </p:sp>
        </p:grpSp>
        <p:grpSp>
          <p:nvGrpSpPr>
            <p:cNvPr id="719" name="Google Shape;719;p25"/>
            <p:cNvGrpSpPr/>
            <p:nvPr/>
          </p:nvGrpSpPr>
          <p:grpSpPr>
            <a:xfrm>
              <a:off x="5308600" y="4406900"/>
              <a:ext cx="3289300" cy="548046"/>
              <a:chOff x="6146800" y="3048000"/>
              <a:chExt cx="3289300" cy="548046"/>
            </a:xfrm>
          </p:grpSpPr>
          <p:sp>
            <p:nvSpPr>
              <p:cNvPr id="720" name="Google Shape;720;p25"/>
              <p:cNvSpPr txBox="1"/>
              <p:nvPr/>
            </p:nvSpPr>
            <p:spPr>
              <a:xfrm>
                <a:off x="6146800" y="3048000"/>
                <a:ext cx="1473200" cy="3194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800">
                    <a:solidFill>
                      <a:schemeClr val="dk1"/>
                    </a:solidFill>
                    <a:latin typeface="Calibri"/>
                    <a:ea typeface="Calibri"/>
                    <a:cs typeface="Calibri"/>
                    <a:sym typeface="Calibri"/>
                  </a:rPr>
                  <a:t>HTTP GET</a:t>
                </a:r>
                <a:endParaRPr/>
              </a:p>
            </p:txBody>
          </p:sp>
          <p:sp>
            <p:nvSpPr>
              <p:cNvPr id="721" name="Google Shape;721;p25"/>
              <p:cNvSpPr txBox="1"/>
              <p:nvPr/>
            </p:nvSpPr>
            <p:spPr>
              <a:xfrm>
                <a:off x="6273800" y="3276600"/>
                <a:ext cx="3162300" cy="3194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600">
                    <a:solidFill>
                      <a:schemeClr val="dk1"/>
                    </a:solidFill>
                    <a:latin typeface="Calibri"/>
                    <a:ea typeface="Calibri"/>
                    <a:cs typeface="Calibri"/>
                    <a:sym typeface="Calibri"/>
                  </a:rPr>
                  <a:t>Referer:nytimes.com, cookie: </a:t>
                </a:r>
                <a:r>
                  <a:rPr lang="en-US" sz="1800">
                    <a:solidFill>
                      <a:srgbClr val="7030A0"/>
                    </a:solidFill>
                    <a:latin typeface="Calibri"/>
                    <a:ea typeface="Calibri"/>
                    <a:cs typeface="Calibri"/>
                    <a:sym typeface="Calibri"/>
                  </a:rPr>
                  <a:t>7493</a:t>
                </a:r>
                <a:endParaRPr/>
              </a:p>
            </p:txBody>
          </p:sp>
        </p:grpSp>
      </p:grpSp>
      <p:grpSp>
        <p:nvGrpSpPr>
          <p:cNvPr id="722" name="Google Shape;722;p25"/>
          <p:cNvGrpSpPr/>
          <p:nvPr/>
        </p:nvGrpSpPr>
        <p:grpSpPr>
          <a:xfrm>
            <a:off x="5626100" y="5346700"/>
            <a:ext cx="2641600" cy="865546"/>
            <a:chOff x="6007100" y="5308600"/>
            <a:chExt cx="2641600" cy="865546"/>
          </a:xfrm>
        </p:grpSpPr>
        <p:grpSp>
          <p:nvGrpSpPr>
            <p:cNvPr id="723" name="Google Shape;723;p25"/>
            <p:cNvGrpSpPr/>
            <p:nvPr/>
          </p:nvGrpSpPr>
          <p:grpSpPr>
            <a:xfrm>
              <a:off x="6273800" y="5308600"/>
              <a:ext cx="1841500" cy="369332"/>
              <a:chOff x="3721100" y="3429000"/>
              <a:chExt cx="1841500" cy="369332"/>
            </a:xfrm>
          </p:grpSpPr>
          <p:cxnSp>
            <p:nvCxnSpPr>
              <p:cNvPr id="724" name="Google Shape;724;p25"/>
              <p:cNvCxnSpPr/>
              <p:nvPr/>
            </p:nvCxnSpPr>
            <p:spPr>
              <a:xfrm>
                <a:off x="3721100" y="3594100"/>
                <a:ext cx="1841500" cy="0"/>
              </a:xfrm>
              <a:prstGeom prst="straightConnector1">
                <a:avLst/>
              </a:prstGeom>
              <a:noFill/>
              <a:ln cap="flat" cmpd="sng" w="25400">
                <a:solidFill>
                  <a:srgbClr val="0E01A0"/>
                </a:solidFill>
                <a:prstDash val="solid"/>
                <a:miter lim="800000"/>
                <a:headEnd len="med" w="med" type="triangle"/>
                <a:tailEnd len="sm" w="sm" type="none"/>
              </a:ln>
            </p:spPr>
          </p:cxnSp>
          <p:sp>
            <p:nvSpPr>
              <p:cNvPr id="725" name="Google Shape;725;p25"/>
              <p:cNvSpPr/>
              <p:nvPr/>
            </p:nvSpPr>
            <p:spPr>
              <a:xfrm>
                <a:off x="4673600" y="3441700"/>
                <a:ext cx="342900" cy="342900"/>
              </a:xfrm>
              <a:prstGeom prst="ellipse">
                <a:avLst/>
              </a:prstGeom>
              <a:solidFill>
                <a:schemeClr val="lt1"/>
              </a:solidFill>
              <a:ln cap="flat" cmpd="sng" w="19050">
                <a:solidFill>
                  <a:srgbClr val="0E01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6" name="Google Shape;726;p25"/>
              <p:cNvSpPr txBox="1"/>
              <p:nvPr/>
            </p:nvSpPr>
            <p:spPr>
              <a:xfrm>
                <a:off x="4686300" y="342900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5</a:t>
                </a:r>
                <a:endParaRPr/>
              </a:p>
            </p:txBody>
          </p:sp>
        </p:grpSp>
        <p:grpSp>
          <p:nvGrpSpPr>
            <p:cNvPr id="727" name="Google Shape;727;p25"/>
            <p:cNvGrpSpPr/>
            <p:nvPr/>
          </p:nvGrpSpPr>
          <p:grpSpPr>
            <a:xfrm>
              <a:off x="6007100" y="5600700"/>
              <a:ext cx="2641600" cy="573446"/>
              <a:chOff x="6654800" y="3187700"/>
              <a:chExt cx="2641600" cy="573446"/>
            </a:xfrm>
          </p:grpSpPr>
          <p:sp>
            <p:nvSpPr>
              <p:cNvPr id="728" name="Google Shape;728;p25"/>
              <p:cNvSpPr txBox="1"/>
              <p:nvPr/>
            </p:nvSpPr>
            <p:spPr>
              <a:xfrm>
                <a:off x="6654800" y="3187700"/>
                <a:ext cx="1473200" cy="3194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800">
                    <a:solidFill>
                      <a:schemeClr val="dk1"/>
                    </a:solidFill>
                    <a:latin typeface="Calibri"/>
                    <a:ea typeface="Calibri"/>
                    <a:cs typeface="Calibri"/>
                    <a:sym typeface="Calibri"/>
                  </a:rPr>
                  <a:t>HTTP reply</a:t>
                </a:r>
                <a:endParaRPr/>
              </a:p>
            </p:txBody>
          </p:sp>
          <p:sp>
            <p:nvSpPr>
              <p:cNvPr id="729" name="Google Shape;729;p25"/>
              <p:cNvSpPr txBox="1"/>
              <p:nvPr/>
            </p:nvSpPr>
            <p:spPr>
              <a:xfrm>
                <a:off x="6781800" y="3441700"/>
                <a:ext cx="2514600" cy="319446"/>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lang="en-US" sz="1600">
                    <a:solidFill>
                      <a:schemeClr val="dk1"/>
                    </a:solidFill>
                    <a:latin typeface="Calibri"/>
                    <a:ea typeface="Calibri"/>
                    <a:cs typeface="Calibri"/>
                    <a:sym typeface="Calibri"/>
                  </a:rPr>
                  <a:t>Set cookie: </a:t>
                </a:r>
                <a:r>
                  <a:rPr lang="en-US" sz="1800">
                    <a:solidFill>
                      <a:srgbClr val="7030A0"/>
                    </a:solidFill>
                    <a:latin typeface="Calibri"/>
                    <a:ea typeface="Calibri"/>
                    <a:cs typeface="Calibri"/>
                    <a:sym typeface="Calibri"/>
                  </a:rPr>
                  <a:t>7493</a:t>
                </a:r>
                <a:endParaRPr/>
              </a:p>
            </p:txBody>
          </p:sp>
        </p:grpSp>
      </p:grpSp>
      <p:sp>
        <p:nvSpPr>
          <p:cNvPr id="730" name="Google Shape;730;p25"/>
          <p:cNvSpPr txBox="1"/>
          <p:nvPr/>
        </p:nvSpPr>
        <p:spPr>
          <a:xfrm>
            <a:off x="9238709" y="5397500"/>
            <a:ext cx="2385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7030A0"/>
                </a:solidFill>
                <a:latin typeface="Calibri"/>
                <a:ea typeface="Calibri"/>
                <a:cs typeface="Calibri"/>
                <a:sym typeface="Calibri"/>
              </a:rPr>
              <a:t>7493</a:t>
            </a:r>
            <a:r>
              <a:rPr lang="en-US" sz="1600">
                <a:solidFill>
                  <a:schemeClr val="dk1"/>
                </a:solidFill>
                <a:latin typeface="Calibri"/>
                <a:ea typeface="Calibri"/>
                <a:cs typeface="Calibri"/>
                <a:sym typeface="Calibri"/>
              </a:rPr>
              <a:t>: socks.com, 2/16/22</a:t>
            </a:r>
            <a:endParaRPr/>
          </a:p>
        </p:txBody>
      </p:sp>
      <p:sp>
        <p:nvSpPr>
          <p:cNvPr id="731" name="Google Shape;731;p25"/>
          <p:cNvSpPr/>
          <p:nvPr/>
        </p:nvSpPr>
        <p:spPr>
          <a:xfrm>
            <a:off x="152400" y="1257300"/>
            <a:ext cx="3035300" cy="2273300"/>
          </a:xfrm>
          <a:prstGeom prst="rect">
            <a:avLst/>
          </a:prstGeom>
          <a:solidFill>
            <a:schemeClr val="lt1">
              <a:alpha val="67058"/>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2" name="Google Shape;732;p25"/>
          <p:cNvSpPr/>
          <p:nvPr/>
        </p:nvSpPr>
        <p:spPr>
          <a:xfrm>
            <a:off x="5041900" y="1663700"/>
            <a:ext cx="1676400" cy="825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733" name="Google Shape;733;p25"/>
          <p:cNvPicPr preferRelativeResize="0"/>
          <p:nvPr/>
        </p:nvPicPr>
        <p:blipFill rotWithShape="1">
          <a:blip r:embed="rId7">
            <a:alphaModFix/>
          </a:blip>
          <a:srcRect b="0" l="0" r="0" t="0"/>
          <a:stretch/>
        </p:blipFill>
        <p:spPr>
          <a:xfrm>
            <a:off x="5168900" y="1705046"/>
            <a:ext cx="1447800" cy="777076"/>
          </a:xfrm>
          <a:prstGeom prst="rect">
            <a:avLst/>
          </a:prstGeom>
          <a:noFill/>
          <a:ln>
            <a:noFill/>
          </a:ln>
        </p:spPr>
      </p:pic>
      <p:grpSp>
        <p:nvGrpSpPr>
          <p:cNvPr id="734" name="Google Shape;734;p25"/>
          <p:cNvGrpSpPr/>
          <p:nvPr/>
        </p:nvGrpSpPr>
        <p:grpSpPr>
          <a:xfrm>
            <a:off x="2946400" y="2946400"/>
            <a:ext cx="3797300" cy="1333500"/>
            <a:chOff x="2946400" y="2946400"/>
            <a:chExt cx="3797300" cy="1333500"/>
          </a:xfrm>
        </p:grpSpPr>
        <p:sp>
          <p:nvSpPr>
            <p:cNvPr id="735" name="Google Shape;735;p25"/>
            <p:cNvSpPr txBox="1"/>
            <p:nvPr/>
          </p:nvSpPr>
          <p:spPr>
            <a:xfrm>
              <a:off x="2946400" y="3733800"/>
              <a:ext cx="1866900" cy="319446"/>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None/>
              </a:pPr>
              <a:r>
                <a:rPr lang="en-US" sz="1600">
                  <a:solidFill>
                    <a:schemeClr val="dk1"/>
                  </a:solidFill>
                  <a:latin typeface="Calibri"/>
                  <a:ea typeface="Calibri"/>
                  <a:cs typeface="Calibri"/>
                  <a:sym typeface="Calibri"/>
                </a:rPr>
                <a:t>cookie: </a:t>
              </a:r>
              <a:r>
                <a:rPr lang="en-US" sz="1800">
                  <a:solidFill>
                    <a:srgbClr val="C00000"/>
                  </a:solidFill>
                  <a:latin typeface="Calibri"/>
                  <a:ea typeface="Calibri"/>
                  <a:cs typeface="Calibri"/>
                  <a:sym typeface="Calibri"/>
                </a:rPr>
                <a:t>1634</a:t>
              </a:r>
              <a:endParaRPr/>
            </a:p>
          </p:txBody>
        </p:sp>
        <p:grpSp>
          <p:nvGrpSpPr>
            <p:cNvPr id="736" name="Google Shape;736;p25"/>
            <p:cNvGrpSpPr/>
            <p:nvPr/>
          </p:nvGrpSpPr>
          <p:grpSpPr>
            <a:xfrm>
              <a:off x="3771900" y="2946400"/>
              <a:ext cx="2971800" cy="1333500"/>
              <a:chOff x="3771900" y="2946400"/>
              <a:chExt cx="2971800" cy="1333500"/>
            </a:xfrm>
          </p:grpSpPr>
          <p:cxnSp>
            <p:nvCxnSpPr>
              <p:cNvPr id="737" name="Google Shape;737;p25"/>
              <p:cNvCxnSpPr/>
              <p:nvPr/>
            </p:nvCxnSpPr>
            <p:spPr>
              <a:xfrm rot="10800000">
                <a:off x="5118100" y="2971800"/>
                <a:ext cx="0" cy="1308100"/>
              </a:xfrm>
              <a:prstGeom prst="straightConnector1">
                <a:avLst/>
              </a:prstGeom>
              <a:noFill/>
              <a:ln cap="flat" cmpd="sng" w="25400">
                <a:solidFill>
                  <a:srgbClr val="0E01A0"/>
                </a:solidFill>
                <a:prstDash val="solid"/>
                <a:miter lim="800000"/>
                <a:headEnd len="med" w="med" type="triangle"/>
                <a:tailEnd len="sm" w="sm" type="none"/>
              </a:ln>
            </p:spPr>
          </p:cxnSp>
          <p:sp>
            <p:nvSpPr>
              <p:cNvPr id="738" name="Google Shape;738;p25"/>
              <p:cNvSpPr txBox="1"/>
              <p:nvPr/>
            </p:nvSpPr>
            <p:spPr>
              <a:xfrm>
                <a:off x="5105400" y="3302000"/>
                <a:ext cx="736600"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800">
                    <a:solidFill>
                      <a:schemeClr val="dk1"/>
                    </a:solidFill>
                    <a:latin typeface="Calibri"/>
                    <a:ea typeface="Calibri"/>
                    <a:cs typeface="Calibri"/>
                    <a:sym typeface="Calibri"/>
                  </a:rPr>
                  <a:t>HTTP reply</a:t>
                </a:r>
                <a:endParaRPr/>
              </a:p>
            </p:txBody>
          </p:sp>
          <p:grpSp>
            <p:nvGrpSpPr>
              <p:cNvPr id="739" name="Google Shape;739;p25"/>
              <p:cNvGrpSpPr/>
              <p:nvPr/>
            </p:nvGrpSpPr>
            <p:grpSpPr>
              <a:xfrm>
                <a:off x="3771900" y="2946400"/>
                <a:ext cx="1473200" cy="1308100"/>
                <a:chOff x="3771900" y="2946400"/>
                <a:chExt cx="1473200" cy="1308100"/>
              </a:xfrm>
            </p:grpSpPr>
            <p:cxnSp>
              <p:nvCxnSpPr>
                <p:cNvPr id="740" name="Google Shape;740;p25"/>
                <p:cNvCxnSpPr/>
                <p:nvPr/>
              </p:nvCxnSpPr>
              <p:spPr>
                <a:xfrm rot="10800000">
                  <a:off x="4851400" y="2946400"/>
                  <a:ext cx="0" cy="1308100"/>
                </a:xfrm>
                <a:prstGeom prst="straightConnector1">
                  <a:avLst/>
                </a:prstGeom>
                <a:noFill/>
                <a:ln cap="flat" cmpd="sng" w="25400">
                  <a:solidFill>
                    <a:srgbClr val="0E01A0"/>
                  </a:solidFill>
                  <a:prstDash val="solid"/>
                  <a:miter lim="800000"/>
                  <a:headEnd len="sm" w="sm" type="none"/>
                  <a:tailEnd len="med" w="med" type="triangle"/>
                </a:ln>
              </p:spPr>
            </p:cxnSp>
            <p:sp>
              <p:nvSpPr>
                <p:cNvPr id="741" name="Google Shape;741;p25"/>
                <p:cNvSpPr txBox="1"/>
                <p:nvPr/>
              </p:nvSpPr>
              <p:spPr>
                <a:xfrm>
                  <a:off x="3771900" y="3276600"/>
                  <a:ext cx="1473200"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1800">
                      <a:solidFill>
                        <a:schemeClr val="dk1"/>
                      </a:solidFill>
                      <a:latin typeface="Calibri"/>
                      <a:ea typeface="Calibri"/>
                      <a:cs typeface="Calibri"/>
                      <a:sym typeface="Calibri"/>
                    </a:rPr>
                    <a:t>HTTP </a:t>
                  </a:r>
                  <a:endParaRPr/>
                </a:p>
                <a:p>
                  <a:pPr indent="0" lvl="0" marL="0" marR="0" rtl="0" algn="ctr">
                    <a:lnSpc>
                      <a:spcPct val="80000"/>
                    </a:lnSpc>
                    <a:spcBef>
                      <a:spcPts val="0"/>
                    </a:spcBef>
                    <a:spcAft>
                      <a:spcPts val="0"/>
                    </a:spcAft>
                    <a:buNone/>
                  </a:pPr>
                  <a:r>
                    <a:rPr lang="en-US" sz="1800">
                      <a:solidFill>
                        <a:schemeClr val="dk1"/>
                      </a:solidFill>
                      <a:latin typeface="Calibri"/>
                      <a:ea typeface="Calibri"/>
                      <a:cs typeface="Calibri"/>
                      <a:sym typeface="Calibri"/>
                    </a:rPr>
                    <a:t>GET</a:t>
                  </a:r>
                  <a:endParaRPr/>
                </a:p>
              </p:txBody>
            </p:sp>
          </p:grpSp>
          <p:sp>
            <p:nvSpPr>
              <p:cNvPr id="742" name="Google Shape;742;p25"/>
              <p:cNvSpPr txBox="1"/>
              <p:nvPr/>
            </p:nvSpPr>
            <p:spPr>
              <a:xfrm>
                <a:off x="4876800" y="3746500"/>
                <a:ext cx="1866900" cy="319446"/>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None/>
                </a:pPr>
                <a:r>
                  <a:rPr lang="en-US" sz="1600">
                    <a:solidFill>
                      <a:schemeClr val="dk1"/>
                    </a:solidFill>
                    <a:latin typeface="Calibri"/>
                    <a:ea typeface="Calibri"/>
                    <a:cs typeface="Calibri"/>
                    <a:sym typeface="Calibri"/>
                  </a:rPr>
                  <a:t>Set cookie: </a:t>
                </a:r>
                <a:r>
                  <a:rPr lang="en-US" sz="1800">
                    <a:solidFill>
                      <a:srgbClr val="C00000"/>
                    </a:solidFill>
                    <a:latin typeface="Calibri"/>
                    <a:ea typeface="Calibri"/>
                    <a:cs typeface="Calibri"/>
                    <a:sym typeface="Calibri"/>
                  </a:rPr>
                  <a:t>1634</a:t>
                </a:r>
                <a:endParaRPr/>
              </a:p>
            </p:txBody>
          </p:sp>
        </p:grpSp>
      </p:grpSp>
      <p:sp>
        <p:nvSpPr>
          <p:cNvPr id="743" name="Google Shape;743;p25"/>
          <p:cNvSpPr txBox="1"/>
          <p:nvPr/>
        </p:nvSpPr>
        <p:spPr>
          <a:xfrm>
            <a:off x="7010400" y="2019300"/>
            <a:ext cx="18485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1634</a:t>
            </a:r>
            <a:r>
              <a:rPr lang="en-US" sz="1600">
                <a:solidFill>
                  <a:schemeClr val="dk1"/>
                </a:solidFill>
                <a:latin typeface="Calibri"/>
                <a:ea typeface="Calibri"/>
                <a:cs typeface="Calibri"/>
                <a:sym typeface="Calibri"/>
              </a:rPr>
              <a:t>: arts, 2/17/22</a:t>
            </a:r>
            <a:endParaRPr/>
          </a:p>
        </p:txBody>
      </p:sp>
      <p:sp>
        <p:nvSpPr>
          <p:cNvPr id="744" name="Google Shape;744;p25"/>
          <p:cNvSpPr txBox="1"/>
          <p:nvPr/>
        </p:nvSpPr>
        <p:spPr>
          <a:xfrm>
            <a:off x="9251409" y="5626100"/>
            <a:ext cx="266611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7030A0"/>
                </a:solidFill>
                <a:latin typeface="Calibri"/>
                <a:ea typeface="Calibri"/>
                <a:cs typeface="Calibri"/>
                <a:sym typeface="Calibri"/>
              </a:rPr>
              <a:t>7493</a:t>
            </a:r>
            <a:r>
              <a:rPr lang="en-US" sz="1600">
                <a:solidFill>
                  <a:schemeClr val="dk1"/>
                </a:solidFill>
                <a:latin typeface="Calibri"/>
                <a:ea typeface="Calibri"/>
                <a:cs typeface="Calibri"/>
                <a:sym typeface="Calibri"/>
              </a:rPr>
              <a:t>: NY Times arts, 2/15/22</a:t>
            </a:r>
            <a:endParaRPr/>
          </a:p>
        </p:txBody>
      </p:sp>
      <p:sp>
        <p:nvSpPr>
          <p:cNvPr id="745" name="Google Shape;745;p25"/>
          <p:cNvSpPr txBox="1"/>
          <p:nvPr/>
        </p:nvSpPr>
        <p:spPr>
          <a:xfrm>
            <a:off x="5753100" y="6108700"/>
            <a:ext cx="22695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C00000"/>
                </a:solidFill>
                <a:latin typeface="Calibri"/>
                <a:ea typeface="Calibri"/>
                <a:cs typeface="Calibri"/>
                <a:sym typeface="Calibri"/>
              </a:rPr>
              <a:t>Returned ad for socks!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4"/>
                                        </p:tgtEl>
                                        <p:attrNameLst>
                                          <p:attrName>style.visibility</p:attrName>
                                        </p:attrNameLst>
                                      </p:cBhvr>
                                      <p:to>
                                        <p:strVal val="visible"/>
                                      </p:to>
                                    </p:set>
                                    <p:animEffect filter="fade" transition="in">
                                      <p:cBhvr>
                                        <p:cTn dur="500"/>
                                        <p:tgtEl>
                                          <p:spTgt spid="73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43"/>
                                        </p:tgtEl>
                                        <p:attrNameLst>
                                          <p:attrName>style.visibility</p:attrName>
                                        </p:attrNameLst>
                                      </p:cBhvr>
                                      <p:to>
                                        <p:strVal val="visible"/>
                                      </p:to>
                                    </p:set>
                                    <p:animEffect filter="fade" transition="in">
                                      <p:cBhvr>
                                        <p:cTn dur="500"/>
                                        <p:tgtEl>
                                          <p:spTgt spid="7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
                                        </p:tgtEl>
                                        <p:attrNameLst>
                                          <p:attrName>style.visibility</p:attrName>
                                        </p:attrNameLst>
                                      </p:cBhvr>
                                      <p:to>
                                        <p:strVal val="visible"/>
                                      </p:to>
                                    </p:set>
                                    <p:animEffect filter="fade" transition="in">
                                      <p:cBhvr>
                                        <p:cTn dur="500"/>
                                        <p:tgtEl>
                                          <p:spTgt spid="714"/>
                                        </p:tgtEl>
                                      </p:cBhvr>
                                    </p:animEffect>
                                  </p:childTnLst>
                                </p:cTn>
                              </p:par>
                              <p:par>
                                <p:cTn fill="hold" nodeType="withEffect" presetClass="exit" presetID="10" presetSubtype="0">
                                  <p:stCondLst>
                                    <p:cond delay="0"/>
                                  </p:stCondLst>
                                  <p:childTnLst>
                                    <p:animEffect filter="fade" transition="out">
                                      <p:cBhvr>
                                        <p:cTn dur="500"/>
                                        <p:tgtEl>
                                          <p:spTgt spid="734"/>
                                        </p:tgtEl>
                                      </p:cBhvr>
                                    </p:animEffect>
                                    <p:set>
                                      <p:cBhvr>
                                        <p:cTn dur="1" fill="hold">
                                          <p:stCondLst>
                                            <p:cond delay="500"/>
                                          </p:stCondLst>
                                        </p:cTn>
                                        <p:tgtEl>
                                          <p:spTgt spid="734"/>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44"/>
                                        </p:tgtEl>
                                        <p:attrNameLst>
                                          <p:attrName>style.visibility</p:attrName>
                                        </p:attrNameLst>
                                      </p:cBhvr>
                                      <p:to>
                                        <p:strVal val="visible"/>
                                      </p:to>
                                    </p:set>
                                    <p:animEffect filter="fade" transition="in">
                                      <p:cBhvr>
                                        <p:cTn dur="500"/>
                                        <p:tgtEl>
                                          <p:spTgt spid="7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2"/>
                                        </p:tgtEl>
                                        <p:attrNameLst>
                                          <p:attrName>style.visibility</p:attrName>
                                        </p:attrNameLst>
                                      </p:cBhvr>
                                      <p:to>
                                        <p:strVal val="visible"/>
                                      </p:to>
                                    </p:set>
                                    <p:animEffect filter="fade" transition="in">
                                      <p:cBhvr>
                                        <p:cTn dur="500"/>
                                        <p:tgtEl>
                                          <p:spTgt spid="722"/>
                                        </p:tgtEl>
                                      </p:cBhvr>
                                    </p:animEffect>
                                  </p:childTnLst>
                                </p:cTn>
                              </p:par>
                              <p:par>
                                <p:cTn fill="hold" nodeType="withEffect" presetClass="exit" presetID="10" presetSubtype="0">
                                  <p:stCondLst>
                                    <p:cond delay="0"/>
                                  </p:stCondLst>
                                  <p:childTnLst>
                                    <p:animEffect filter="fade" transition="out">
                                      <p:cBhvr>
                                        <p:cTn dur="500"/>
                                        <p:tgtEl>
                                          <p:spTgt spid="714"/>
                                        </p:tgtEl>
                                      </p:cBhvr>
                                    </p:animEffect>
                                    <p:set>
                                      <p:cBhvr>
                                        <p:cTn dur="1" fill="hold">
                                          <p:stCondLst>
                                            <p:cond delay="500"/>
                                          </p:stCondLst>
                                        </p:cTn>
                                        <p:tgtEl>
                                          <p:spTgt spid="71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
                                        </p:tgtEl>
                                        <p:attrNameLst>
                                          <p:attrName>style.visibility</p:attrName>
                                        </p:attrNameLst>
                                      </p:cBhvr>
                                      <p:to>
                                        <p:strVal val="visible"/>
                                      </p:to>
                                    </p:set>
                                    <p:animEffect filter="fade" transition="in">
                                      <p:cBhvr>
                                        <p:cTn dur="500"/>
                                        <p:tgtEl>
                                          <p:spTgt spid="7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26"/>
          <p:cNvSpPr txBox="1"/>
          <p:nvPr/>
        </p:nvSpPr>
        <p:spPr>
          <a:xfrm>
            <a:off x="360491" y="261258"/>
            <a:ext cx="1079013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5400">
                <a:solidFill>
                  <a:srgbClr val="0E01A0"/>
                </a:solidFill>
                <a:latin typeface="Calibri"/>
                <a:ea typeface="Calibri"/>
                <a:cs typeface="Calibri"/>
                <a:sym typeface="Calibri"/>
              </a:rPr>
              <a:t>Cookies: </a:t>
            </a:r>
            <a:r>
              <a:rPr lang="en-US" sz="4400">
                <a:solidFill>
                  <a:srgbClr val="0E01A0"/>
                </a:solidFill>
                <a:latin typeface="Calibri"/>
                <a:ea typeface="Calibri"/>
                <a:cs typeface="Calibri"/>
                <a:sym typeface="Calibri"/>
              </a:rPr>
              <a:t>tracking a user’s browsing behavior</a:t>
            </a:r>
            <a:endParaRPr/>
          </a:p>
        </p:txBody>
      </p:sp>
      <p:sp>
        <p:nvSpPr>
          <p:cNvPr id="752" name="Google Shape;752;p26"/>
          <p:cNvSpPr txBox="1"/>
          <p:nvPr>
            <p:ph idx="1" type="body"/>
          </p:nvPr>
        </p:nvSpPr>
        <p:spPr>
          <a:xfrm>
            <a:off x="613541" y="1386556"/>
            <a:ext cx="10515600" cy="5071394"/>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3200"/>
              <a:buNone/>
            </a:pPr>
            <a:r>
              <a:rPr lang="en-US" sz="3200"/>
              <a:t>Cookies can be used to: </a:t>
            </a:r>
            <a:endParaRPr/>
          </a:p>
          <a:p>
            <a:pPr indent="-227012" lvl="0" marL="463550" rtl="0" algn="l">
              <a:lnSpc>
                <a:spcPct val="90000"/>
              </a:lnSpc>
              <a:spcBef>
                <a:spcPts val="1000"/>
              </a:spcBef>
              <a:spcAft>
                <a:spcPts val="0"/>
              </a:spcAft>
              <a:buClr>
                <a:srgbClr val="0A14A3"/>
              </a:buClr>
              <a:buSzPts val="2800"/>
              <a:buFont typeface="Noto Sans Symbols"/>
              <a:buChar char="▪"/>
            </a:pPr>
            <a:r>
              <a:rPr lang="en-US"/>
              <a:t>track user behavior on a given website (</a:t>
            </a:r>
            <a:r>
              <a:rPr lang="en-US">
                <a:solidFill>
                  <a:srgbClr val="C00000"/>
                </a:solidFill>
              </a:rPr>
              <a:t>first party cookies</a:t>
            </a:r>
            <a:r>
              <a:rPr lang="en-US"/>
              <a:t>)</a:t>
            </a:r>
            <a:endParaRPr/>
          </a:p>
          <a:p>
            <a:pPr indent="-227012" lvl="0" marL="463550" rtl="0" algn="l">
              <a:lnSpc>
                <a:spcPct val="90000"/>
              </a:lnSpc>
              <a:spcBef>
                <a:spcPts val="1000"/>
              </a:spcBef>
              <a:spcAft>
                <a:spcPts val="0"/>
              </a:spcAft>
              <a:buClr>
                <a:srgbClr val="0A14A3"/>
              </a:buClr>
              <a:buSzPts val="2800"/>
              <a:buFont typeface="Noto Sans Symbols"/>
              <a:buChar char="▪"/>
            </a:pPr>
            <a:r>
              <a:rPr lang="en-US"/>
              <a:t>track user behavior across multiple websites (</a:t>
            </a:r>
            <a:r>
              <a:rPr lang="en-US">
                <a:solidFill>
                  <a:srgbClr val="C00000"/>
                </a:solidFill>
              </a:rPr>
              <a:t>third party cookies</a:t>
            </a:r>
            <a:r>
              <a:rPr lang="en-US"/>
              <a:t>) without user ever choosing to visit tracker site (!)</a:t>
            </a:r>
            <a:endParaRPr/>
          </a:p>
          <a:p>
            <a:pPr indent="-227012" lvl="0" marL="463550" rtl="0" algn="l">
              <a:lnSpc>
                <a:spcPct val="90000"/>
              </a:lnSpc>
              <a:spcBef>
                <a:spcPts val="1000"/>
              </a:spcBef>
              <a:spcAft>
                <a:spcPts val="0"/>
              </a:spcAft>
              <a:buClr>
                <a:srgbClr val="0A14A3"/>
              </a:buClr>
              <a:buSzPts val="2800"/>
              <a:buFont typeface="Noto Sans Symbols"/>
              <a:buChar char="▪"/>
            </a:pPr>
            <a:r>
              <a:rPr lang="en-US"/>
              <a:t>tracking may be </a:t>
            </a:r>
            <a:r>
              <a:rPr i="1" lang="en-US"/>
              <a:t>invisible</a:t>
            </a:r>
            <a:r>
              <a:rPr lang="en-US"/>
              <a:t> to user:</a:t>
            </a:r>
            <a:endParaRPr/>
          </a:p>
          <a:p>
            <a:pPr indent="-168275" lvl="1" marL="860425" rtl="0" algn="l">
              <a:lnSpc>
                <a:spcPct val="90000"/>
              </a:lnSpc>
              <a:spcBef>
                <a:spcPts val="500"/>
              </a:spcBef>
              <a:spcAft>
                <a:spcPts val="0"/>
              </a:spcAft>
              <a:buClr>
                <a:srgbClr val="0A14A3"/>
              </a:buClr>
              <a:buSzPts val="2400"/>
              <a:buChar char="•"/>
            </a:pPr>
            <a:r>
              <a:rPr lang="en-US"/>
              <a:t>rather than displayed ad triggering HTTP GET to tracker, could be an invisible link</a:t>
            </a:r>
            <a:endParaRPr/>
          </a:p>
          <a:p>
            <a:pPr indent="-74612" lvl="1" marL="920750" rtl="0" algn="l">
              <a:lnSpc>
                <a:spcPct val="90000"/>
              </a:lnSpc>
              <a:spcBef>
                <a:spcPts val="500"/>
              </a:spcBef>
              <a:spcAft>
                <a:spcPts val="0"/>
              </a:spcAft>
              <a:buClr>
                <a:srgbClr val="0A14A3"/>
              </a:buClr>
              <a:buSzPts val="2400"/>
              <a:buFont typeface="Noto Sans Symbols"/>
              <a:buNone/>
            </a:pPr>
            <a:r>
              <a:t/>
            </a:r>
            <a:endParaRPr/>
          </a:p>
          <a:p>
            <a:pPr indent="0" lvl="0" marL="236536" rtl="0" algn="l">
              <a:lnSpc>
                <a:spcPct val="90000"/>
              </a:lnSpc>
              <a:spcBef>
                <a:spcPts val="1000"/>
              </a:spcBef>
              <a:spcAft>
                <a:spcPts val="0"/>
              </a:spcAft>
              <a:buClr>
                <a:srgbClr val="0A14A3"/>
              </a:buClr>
              <a:buSzPts val="2800"/>
              <a:buNone/>
            </a:pPr>
            <a:r>
              <a:rPr lang="en-US"/>
              <a:t>third party tracking via cookies:</a:t>
            </a:r>
            <a:endParaRPr/>
          </a:p>
          <a:p>
            <a:pPr indent="-341313" lvl="0" marL="692150" rtl="0" algn="l">
              <a:lnSpc>
                <a:spcPct val="90000"/>
              </a:lnSpc>
              <a:spcBef>
                <a:spcPts val="1000"/>
              </a:spcBef>
              <a:spcAft>
                <a:spcPts val="0"/>
              </a:spcAft>
              <a:buClr>
                <a:srgbClr val="0A14A3"/>
              </a:buClr>
              <a:buSzPts val="2800"/>
              <a:buFont typeface="Noto Sans Symbols"/>
              <a:buChar char="▪"/>
            </a:pPr>
            <a:r>
              <a:rPr lang="en-US"/>
              <a:t>disabled by default in Firefox, Safari browsers</a:t>
            </a:r>
            <a:endParaRPr/>
          </a:p>
          <a:p>
            <a:pPr indent="-341313" lvl="0" marL="692150" rtl="0" algn="l">
              <a:lnSpc>
                <a:spcPct val="90000"/>
              </a:lnSpc>
              <a:spcBef>
                <a:spcPts val="1000"/>
              </a:spcBef>
              <a:spcAft>
                <a:spcPts val="0"/>
              </a:spcAft>
              <a:buClr>
                <a:srgbClr val="0A14A3"/>
              </a:buClr>
              <a:buSzPts val="2800"/>
              <a:buFont typeface="Noto Sans Symbols"/>
              <a:buChar char="▪"/>
            </a:pPr>
            <a:r>
              <a:rPr lang="en-US"/>
              <a:t>to be disabled in Chrome browser in 2023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27"/>
          <p:cNvSpPr txBox="1"/>
          <p:nvPr/>
        </p:nvSpPr>
        <p:spPr>
          <a:xfrm>
            <a:off x="360491" y="261258"/>
            <a:ext cx="10283071"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0E01A0"/>
                </a:solidFill>
                <a:latin typeface="Calibri"/>
                <a:ea typeface="Calibri"/>
                <a:cs typeface="Calibri"/>
                <a:sym typeface="Calibri"/>
              </a:rPr>
              <a:t> GDPR </a:t>
            </a:r>
            <a:r>
              <a:rPr lang="en-US" sz="2800">
                <a:solidFill>
                  <a:srgbClr val="0E01A0"/>
                </a:solidFill>
                <a:latin typeface="Calibri"/>
                <a:ea typeface="Calibri"/>
                <a:cs typeface="Calibri"/>
                <a:sym typeface="Calibri"/>
              </a:rPr>
              <a:t>(EU General Data Protection Regulation) </a:t>
            </a:r>
            <a:r>
              <a:rPr lang="en-US" sz="4400">
                <a:solidFill>
                  <a:srgbClr val="0E01A0"/>
                </a:solidFill>
                <a:latin typeface="Calibri"/>
                <a:ea typeface="Calibri"/>
                <a:cs typeface="Calibri"/>
                <a:sym typeface="Calibri"/>
              </a:rPr>
              <a:t>and cookies</a:t>
            </a:r>
            <a:endParaRPr sz="3600">
              <a:solidFill>
                <a:srgbClr val="0E01A0"/>
              </a:solidFill>
              <a:latin typeface="Calibri"/>
              <a:ea typeface="Calibri"/>
              <a:cs typeface="Calibri"/>
              <a:sym typeface="Calibri"/>
            </a:endParaRPr>
          </a:p>
        </p:txBody>
      </p:sp>
      <p:sp>
        <p:nvSpPr>
          <p:cNvPr id="759" name="Google Shape;759;p27"/>
          <p:cNvSpPr txBox="1"/>
          <p:nvPr>
            <p:ph idx="1" type="body"/>
          </p:nvPr>
        </p:nvSpPr>
        <p:spPr>
          <a:xfrm>
            <a:off x="802727" y="1632893"/>
            <a:ext cx="5736021" cy="291112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“Natural persons may be associated with online identifiers […] such as internet protocol addresses, cookie identifiers or other identifiers […].</a:t>
            </a:r>
            <a:endParaRPr/>
          </a:p>
          <a:p>
            <a:pPr indent="0" lvl="0" marL="0" rtl="0" algn="l">
              <a:lnSpc>
                <a:spcPct val="90000"/>
              </a:lnSpc>
              <a:spcBef>
                <a:spcPts val="1000"/>
              </a:spcBef>
              <a:spcAft>
                <a:spcPts val="0"/>
              </a:spcAft>
              <a:buClr>
                <a:schemeClr val="dk1"/>
              </a:buClr>
              <a:buSzPts val="2000"/>
              <a:buNone/>
            </a:pPr>
            <a:r>
              <a:rPr lang="en-US" sz="2000"/>
              <a:t>This may leave traces which, in particular when combined with unique identifiers and other information received by the servers, may be used to create profiles of the natural persons and identify them.”</a:t>
            </a:r>
            <a:endParaRPr/>
          </a:p>
          <a:p>
            <a:pPr indent="0" lvl="0" marL="0" rtl="0" algn="l">
              <a:lnSpc>
                <a:spcPct val="90000"/>
              </a:lnSpc>
              <a:spcBef>
                <a:spcPts val="1000"/>
              </a:spcBef>
              <a:spcAft>
                <a:spcPts val="0"/>
              </a:spcAft>
              <a:buClr>
                <a:schemeClr val="dk1"/>
              </a:buClr>
              <a:buSzPts val="2800"/>
              <a:buNone/>
            </a:pPr>
            <a:r>
              <a:t/>
            </a:r>
            <a:endParaRPr/>
          </a:p>
        </p:txBody>
      </p:sp>
      <p:sp>
        <p:nvSpPr>
          <p:cNvPr id="760" name="Google Shape;760;p27"/>
          <p:cNvSpPr/>
          <p:nvPr/>
        </p:nvSpPr>
        <p:spPr>
          <a:xfrm>
            <a:off x="547457" y="1418109"/>
            <a:ext cx="6229350" cy="2903220"/>
          </a:xfrm>
          <a:prstGeom prst="rect">
            <a:avLst/>
          </a:prstGeom>
          <a:noFill/>
          <a:ln cap="flat" cmpd="sng" w="508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1" name="Google Shape;761;p27"/>
          <p:cNvSpPr txBox="1"/>
          <p:nvPr/>
        </p:nvSpPr>
        <p:spPr>
          <a:xfrm>
            <a:off x="3578771" y="4114800"/>
            <a:ext cx="2817887"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GDPR, recital 30 (May 2018)</a:t>
            </a:r>
            <a:endParaRPr/>
          </a:p>
        </p:txBody>
      </p:sp>
      <p:grpSp>
        <p:nvGrpSpPr>
          <p:cNvPr id="762" name="Google Shape;762;p27"/>
          <p:cNvGrpSpPr/>
          <p:nvPr/>
        </p:nvGrpSpPr>
        <p:grpSpPr>
          <a:xfrm>
            <a:off x="7162802" y="1198179"/>
            <a:ext cx="5029198" cy="4840014"/>
            <a:chOff x="6810703" y="931954"/>
            <a:chExt cx="5675585" cy="5736860"/>
          </a:xfrm>
        </p:grpSpPr>
        <p:pic>
          <p:nvPicPr>
            <p:cNvPr descr="17 19 21.5 23.6&amp;#39;&amp;#39; Inch 60HZ IPS lcd Monitor display for desktop computer  pc|LCD Monitors| - AliExpress" id="763" name="Google Shape;763;p27"/>
            <p:cNvPicPr preferRelativeResize="0"/>
            <p:nvPr/>
          </p:nvPicPr>
          <p:blipFill rotWithShape="1">
            <a:blip r:embed="rId3">
              <a:alphaModFix/>
            </a:blip>
            <a:srcRect b="0" l="0" r="0" t="0"/>
            <a:stretch/>
          </p:blipFill>
          <p:spPr>
            <a:xfrm>
              <a:off x="6810703" y="931954"/>
              <a:ext cx="5675585" cy="5736860"/>
            </a:xfrm>
            <a:prstGeom prst="rect">
              <a:avLst/>
            </a:prstGeom>
            <a:noFill/>
            <a:ln>
              <a:noFill/>
            </a:ln>
          </p:spPr>
        </p:pic>
        <p:pic>
          <p:nvPicPr>
            <p:cNvPr id="764" name="Google Shape;764;p27"/>
            <p:cNvPicPr preferRelativeResize="0"/>
            <p:nvPr/>
          </p:nvPicPr>
          <p:blipFill rotWithShape="1">
            <a:blip r:embed="rId4">
              <a:alphaModFix/>
            </a:blip>
            <a:srcRect b="0" l="0" r="0" t="0"/>
            <a:stretch/>
          </p:blipFill>
          <p:spPr>
            <a:xfrm>
              <a:off x="7772399" y="1697511"/>
              <a:ext cx="3859905" cy="3315923"/>
            </a:xfrm>
            <a:prstGeom prst="rect">
              <a:avLst/>
            </a:prstGeom>
            <a:noFill/>
            <a:ln cap="flat" cmpd="sng" w="31750">
              <a:solidFill>
                <a:srgbClr val="BFBFBF"/>
              </a:solidFill>
              <a:prstDash val="solid"/>
              <a:round/>
              <a:headEnd len="sm" w="sm" type="none"/>
              <a:tailEnd len="sm" w="sm" type="none"/>
            </a:ln>
            <a:effectLst>
              <a:outerShdw blurRad="50800" rotWithShape="0" algn="tl" dir="2700000" dist="38100">
                <a:srgbClr val="000000">
                  <a:alpha val="40000"/>
                </a:srgbClr>
              </a:outerShdw>
            </a:effectLst>
          </p:spPr>
        </p:pic>
        <p:sp>
          <p:nvSpPr>
            <p:cNvPr id="765" name="Google Shape;765;p27"/>
            <p:cNvSpPr/>
            <p:nvPr/>
          </p:nvSpPr>
          <p:spPr>
            <a:xfrm>
              <a:off x="7993117" y="3957145"/>
              <a:ext cx="3484180" cy="930165"/>
            </a:xfrm>
            <a:prstGeom prst="rect">
              <a:avLst/>
            </a:prstGeom>
            <a:noFill/>
            <a:ln cap="flat" cmpd="sng" w="60325">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6" name="Google Shape;766;p27"/>
            <p:cNvSpPr txBox="1"/>
            <p:nvPr/>
          </p:nvSpPr>
          <p:spPr>
            <a:xfrm>
              <a:off x="8071944" y="5580992"/>
              <a:ext cx="3263462" cy="923330"/>
            </a:xfrm>
            <a:prstGeom prst="rect">
              <a:avLst/>
            </a:prstGeom>
            <a:solidFill>
              <a:schemeClr val="lt1">
                <a:alpha val="66666"/>
              </a:schemeClr>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rgbClr val="C00000"/>
                  </a:solidFill>
                  <a:latin typeface="Calibri"/>
                  <a:ea typeface="Calibri"/>
                  <a:cs typeface="Calibri"/>
                  <a:sym typeface="Calibri"/>
                </a:rPr>
                <a:t>User has explicit control over whether or not cookies are allowed</a:t>
              </a:r>
              <a:endParaRPr/>
            </a:p>
          </p:txBody>
        </p:sp>
      </p:grpSp>
      <p:grpSp>
        <p:nvGrpSpPr>
          <p:cNvPr id="767" name="Google Shape;767;p27"/>
          <p:cNvGrpSpPr/>
          <p:nvPr/>
        </p:nvGrpSpPr>
        <p:grpSpPr>
          <a:xfrm>
            <a:off x="504498" y="4461641"/>
            <a:ext cx="6274676" cy="1988605"/>
            <a:chOff x="504498" y="4461641"/>
            <a:chExt cx="6274676" cy="1988605"/>
          </a:xfrm>
        </p:grpSpPr>
        <p:sp>
          <p:nvSpPr>
            <p:cNvPr id="768" name="Google Shape;768;p27"/>
            <p:cNvSpPr txBox="1"/>
            <p:nvPr/>
          </p:nvSpPr>
          <p:spPr>
            <a:xfrm>
              <a:off x="504498" y="5249917"/>
              <a:ext cx="6274676"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when cookies can identify an individual, cookies are considered personal data, subject to GDPR personal data regulations</a:t>
              </a:r>
              <a:endParaRPr/>
            </a:p>
          </p:txBody>
        </p:sp>
        <p:sp>
          <p:nvSpPr>
            <p:cNvPr id="769" name="Google Shape;769;p27"/>
            <p:cNvSpPr/>
            <p:nvPr/>
          </p:nvSpPr>
          <p:spPr>
            <a:xfrm>
              <a:off x="3058509" y="4461641"/>
              <a:ext cx="646387" cy="819807"/>
            </a:xfrm>
            <a:prstGeom prst="downArrow">
              <a:avLst>
                <a:gd fmla="val 50000" name="adj1"/>
                <a:gd fmla="val 50000" name="adj2"/>
              </a:avLst>
            </a:prstGeom>
            <a:gradFill>
              <a:gsLst>
                <a:gs pos="0">
                  <a:srgbClr val="F5F7FC"/>
                </a:gs>
                <a:gs pos="100000">
                  <a:srgbClr val="C00000"/>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7"/>
                                        </p:tgtEl>
                                        <p:attrNameLst>
                                          <p:attrName>style.visibility</p:attrName>
                                        </p:attrNameLst>
                                      </p:cBhvr>
                                      <p:to>
                                        <p:strVal val="visible"/>
                                      </p:to>
                                    </p:set>
                                    <p:animEffect filter="fade" transition="in">
                                      <p:cBhvr>
                                        <p:cTn dur="500"/>
                                        <p:tgtEl>
                                          <p:spTgt spid="7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gtEl>
                                        <p:attrNameLst>
                                          <p:attrName>style.visibility</p:attrName>
                                        </p:attrNameLst>
                                      </p:cBhvr>
                                      <p:to>
                                        <p:strVal val="visible"/>
                                      </p:to>
                                    </p:set>
                                    <p:animEffect filter="fade" transition="in">
                                      <p:cBhvr>
                                        <p:cTn dur="500"/>
                                        <p:tgtEl>
                                          <p:spTgt spid="7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grpSp>
        <p:nvGrpSpPr>
          <p:cNvPr id="775" name="Google Shape;775;p28"/>
          <p:cNvGrpSpPr/>
          <p:nvPr/>
        </p:nvGrpSpPr>
        <p:grpSpPr>
          <a:xfrm>
            <a:off x="7981312" y="887185"/>
            <a:ext cx="3981504" cy="6263398"/>
            <a:chOff x="7981312" y="887185"/>
            <a:chExt cx="3981504" cy="6263398"/>
          </a:xfrm>
        </p:grpSpPr>
        <p:sp>
          <p:nvSpPr>
            <p:cNvPr id="776" name="Google Shape;776;p28"/>
            <p:cNvSpPr/>
            <p:nvPr/>
          </p:nvSpPr>
          <p:spPr>
            <a:xfrm>
              <a:off x="7981312" y="4289908"/>
              <a:ext cx="3981504"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Clr>
                  <a:srgbClr val="0000A3"/>
                </a:buClr>
                <a:buSzPts val="2800"/>
                <a:buFont typeface="Calibri"/>
                <a:buNone/>
              </a:pPr>
              <a:r>
                <a:rPr b="0" i="1" lang="en-US" sz="2800" u="none" cap="none" strike="noStrike">
                  <a:solidFill>
                    <a:srgbClr val="0000A3"/>
                  </a:solidFill>
                  <a:latin typeface="Calibri"/>
                  <a:ea typeface="Calibri"/>
                  <a:cs typeface="Calibri"/>
                  <a:sym typeface="Calibri"/>
                </a:rPr>
                <a:t>Computer Networking: A Top-Down Approach </a:t>
              </a:r>
              <a:br>
                <a:rPr b="0" i="0" lang="en-US" sz="2800" u="none" cap="none" strike="noStrike">
                  <a:solidFill>
                    <a:srgbClr val="008000"/>
                  </a:solidFill>
                  <a:latin typeface="Calibri"/>
                  <a:ea typeface="Calibri"/>
                  <a:cs typeface="Calibri"/>
                  <a:sym typeface="Calibri"/>
                </a:rPr>
              </a:br>
              <a:r>
                <a:rPr b="0" i="0" lang="en-US" sz="1800" u="none" cap="none" strike="noStrike">
                  <a:solidFill>
                    <a:srgbClr val="000000"/>
                  </a:solidFill>
                  <a:latin typeface="Calibri"/>
                  <a:ea typeface="Calibri"/>
                  <a:cs typeface="Calibri"/>
                  <a:sym typeface="Calibri"/>
                </a:rPr>
                <a:t>8</a:t>
              </a:r>
              <a:r>
                <a:rPr b="0" baseline="30000" i="0" lang="en-US" sz="1800" u="none" cap="none" strike="noStrike">
                  <a:solidFill>
                    <a:srgbClr val="000000"/>
                  </a:solidFill>
                  <a:latin typeface="Calibri"/>
                  <a:ea typeface="Calibri"/>
                  <a:cs typeface="Calibri"/>
                  <a:sym typeface="Calibri"/>
                </a:rPr>
                <a:t>th</a:t>
              </a:r>
              <a:r>
                <a:rPr b="0" i="0" lang="en-US" sz="1800" u="none" cap="none" strike="noStrike">
                  <a:solidFill>
                    <a:srgbClr val="000000"/>
                  </a:solidFill>
                  <a:latin typeface="Calibri"/>
                  <a:ea typeface="Calibri"/>
                  <a:cs typeface="Calibri"/>
                  <a:sym typeface="Calibri"/>
                </a:rPr>
                <a:t> edition </a:t>
              </a:r>
              <a:br>
                <a:rPr b="0" i="0" lang="en-US" sz="1800" u="none" cap="none" strike="noStrike">
                  <a:solidFill>
                    <a:srgbClr val="000000"/>
                  </a:solidFill>
                  <a:latin typeface="Calibri"/>
                  <a:ea typeface="Calibri"/>
                  <a:cs typeface="Calibri"/>
                  <a:sym typeface="Calibri"/>
                </a:rPr>
              </a:br>
              <a:r>
                <a:rPr b="0" i="0" lang="en-US" sz="1800" u="none" cap="none" strike="noStrike">
                  <a:solidFill>
                    <a:srgbClr val="000000"/>
                  </a:solidFill>
                  <a:latin typeface="Calibri"/>
                  <a:ea typeface="Calibri"/>
                  <a:cs typeface="Calibri"/>
                  <a:sym typeface="Calibri"/>
                </a:rPr>
                <a:t>Jim Kurose, Keith Ross</a:t>
              </a:r>
              <a:br>
                <a:rPr b="0" i="0" lang="en-US" sz="1800" u="none" cap="none" strike="noStrike">
                  <a:solidFill>
                    <a:srgbClr val="000000"/>
                  </a:solidFill>
                  <a:latin typeface="Calibri"/>
                  <a:ea typeface="Calibri"/>
                  <a:cs typeface="Calibri"/>
                  <a:sym typeface="Calibri"/>
                </a:rPr>
              </a:br>
              <a:r>
                <a:rPr b="0" i="0" lang="en-US" sz="1800" u="none" cap="none" strike="noStrike">
                  <a:solidFill>
                    <a:srgbClr val="000000"/>
                  </a:solidFill>
                  <a:latin typeface="Calibri"/>
                  <a:ea typeface="Calibri"/>
                  <a:cs typeface="Calibri"/>
                  <a:sym typeface="Calibri"/>
                </a:rPr>
                <a:t>Pearson, 2020</a:t>
              </a:r>
              <a:endParaRPr b="0" i="0" sz="2000" u="none" cap="none" strike="noStrike">
                <a:solidFill>
                  <a:srgbClr val="000000"/>
                </a:solidFill>
                <a:latin typeface="Calibri"/>
                <a:ea typeface="Calibri"/>
                <a:cs typeface="Calibri"/>
                <a:sym typeface="Calibri"/>
              </a:endParaRPr>
            </a:p>
          </p:txBody>
        </p:sp>
        <p:pic>
          <p:nvPicPr>
            <p:cNvPr descr="A picture containing outdoor, water, bridge, building&#10;&#10;Description automatically generated" id="777" name="Google Shape;777;p28"/>
            <p:cNvPicPr preferRelativeResize="0"/>
            <p:nvPr/>
          </p:nvPicPr>
          <p:blipFill rotWithShape="1">
            <a:blip r:embed="rId3">
              <a:alphaModFix/>
            </a:blip>
            <a:srcRect b="0" l="0" r="0" t="0"/>
            <a:stretch/>
          </p:blipFill>
          <p:spPr>
            <a:xfrm>
              <a:off x="8135257" y="887185"/>
              <a:ext cx="3040743" cy="3800929"/>
            </a:xfrm>
            <a:prstGeom prst="rect">
              <a:avLst/>
            </a:prstGeom>
            <a:noFill/>
            <a:ln>
              <a:noFill/>
            </a:ln>
          </p:spPr>
        </p:pic>
      </p:grpSp>
      <p:sp>
        <p:nvSpPr>
          <p:cNvPr id="778" name="Google Shape;778;p28"/>
          <p:cNvSpPr txBox="1"/>
          <p:nvPr/>
        </p:nvSpPr>
        <p:spPr>
          <a:xfrm>
            <a:off x="454405" y="476999"/>
            <a:ext cx="6551791" cy="1116709"/>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00A3"/>
              </a:buClr>
              <a:buSzPts val="6000"/>
              <a:buFont typeface="Calibri"/>
              <a:buNone/>
            </a:pPr>
            <a:r>
              <a:rPr b="1" lang="en-US" sz="6000">
                <a:solidFill>
                  <a:srgbClr val="0000A3"/>
                </a:solidFill>
                <a:latin typeface="Calibri"/>
                <a:ea typeface="Calibri"/>
                <a:cs typeface="Calibri"/>
                <a:sym typeface="Calibri"/>
              </a:rPr>
              <a:t>Application Layer</a:t>
            </a:r>
            <a:endParaRPr b="1" sz="6000">
              <a:solidFill>
                <a:srgbClr val="0000A3"/>
              </a:solidFill>
              <a:latin typeface="Calibri"/>
              <a:ea typeface="Calibri"/>
              <a:cs typeface="Calibri"/>
              <a:sym typeface="Calibri"/>
            </a:endParaRPr>
          </a:p>
        </p:txBody>
      </p:sp>
      <p:sp>
        <p:nvSpPr>
          <p:cNvPr id="779" name="Google Shape;779;p28"/>
          <p:cNvSpPr txBox="1"/>
          <p:nvPr/>
        </p:nvSpPr>
        <p:spPr>
          <a:xfrm>
            <a:off x="683117" y="1697142"/>
            <a:ext cx="7032051" cy="4351338"/>
          </a:xfrm>
          <a:prstGeom prst="rect">
            <a:avLst/>
          </a:prstGeom>
          <a:noFill/>
          <a:ln>
            <a:noFill/>
          </a:ln>
        </p:spPr>
        <p:txBody>
          <a:bodyPr anchorCtr="0" anchor="t" bIns="45700" lIns="91425" spcFirstLastPara="1" rIns="91425" wrap="square" tIns="45700">
            <a:noAutofit/>
          </a:bodyPr>
          <a:lstStyle/>
          <a:p>
            <a:pPr indent="-347663" lvl="0" marL="347663" marR="0" rtl="0" algn="l">
              <a:lnSpc>
                <a:spcPct val="90000"/>
              </a:lnSpc>
              <a:spcBef>
                <a:spcPts val="0"/>
              </a:spcBef>
              <a:spcAft>
                <a:spcPts val="0"/>
              </a:spcAft>
              <a:buClr>
                <a:srgbClr val="D8D8D8"/>
              </a:buClr>
              <a:buSzPts val="3200"/>
              <a:buFont typeface="Noto Sans Symbols"/>
              <a:buChar char="▪"/>
            </a:pPr>
            <a:r>
              <a:rPr lang="en-US" sz="3200">
                <a:solidFill>
                  <a:srgbClr val="D8D8D8"/>
                </a:solidFill>
                <a:latin typeface="Calibri"/>
                <a:ea typeface="Calibri"/>
                <a:cs typeface="Calibri"/>
                <a:sym typeface="Calibri"/>
              </a:rPr>
              <a:t>Principles of network applications</a:t>
            </a:r>
            <a:endParaRPr/>
          </a:p>
          <a:p>
            <a:pPr indent="-347663" lvl="0" marL="347663" marR="0" rtl="0" algn="l">
              <a:lnSpc>
                <a:spcPct val="90000"/>
              </a:lnSpc>
              <a:spcBef>
                <a:spcPts val="1000"/>
              </a:spcBef>
              <a:spcAft>
                <a:spcPts val="0"/>
              </a:spcAft>
              <a:buClr>
                <a:srgbClr val="D8D8D8"/>
              </a:buClr>
              <a:buSzPts val="3200"/>
              <a:buFont typeface="Noto Sans Symbols"/>
              <a:buChar char="▪"/>
            </a:pPr>
            <a:r>
              <a:rPr lang="en-US" sz="3200">
                <a:solidFill>
                  <a:srgbClr val="D8D8D8"/>
                </a:solidFill>
                <a:latin typeface="Calibri"/>
                <a:ea typeface="Calibri"/>
                <a:cs typeface="Calibri"/>
                <a:sym typeface="Calibri"/>
              </a:rPr>
              <a:t>Web and HTTP</a:t>
            </a:r>
            <a:endParaRPr/>
          </a:p>
          <a:p>
            <a:pPr indent="-347663" lvl="0" marL="347663" marR="0" rtl="0" algn="l">
              <a:lnSpc>
                <a:spcPct val="90000"/>
              </a:lnSpc>
              <a:spcBef>
                <a:spcPts val="1000"/>
              </a:spcBef>
              <a:spcAft>
                <a:spcPts val="0"/>
              </a:spcAft>
              <a:buClr>
                <a:srgbClr val="D8D8D8"/>
              </a:buClr>
              <a:buSzPts val="3200"/>
              <a:buFont typeface="Noto Sans Symbols"/>
              <a:buChar char="▪"/>
            </a:pPr>
            <a:r>
              <a:rPr lang="en-US" sz="3200">
                <a:solidFill>
                  <a:srgbClr val="D8D8D8"/>
                </a:solidFill>
                <a:latin typeface="Calibri"/>
                <a:ea typeface="Calibri"/>
                <a:cs typeface="Calibri"/>
                <a:sym typeface="Calibri"/>
              </a:rPr>
              <a:t>E-mail, SMTP, IMAP</a:t>
            </a:r>
            <a:endParaRPr/>
          </a:p>
          <a:p>
            <a:pPr indent="-347663" lvl="0" marL="347663" marR="0" rtl="0" algn="l">
              <a:lnSpc>
                <a:spcPct val="90000"/>
              </a:lnSpc>
              <a:spcBef>
                <a:spcPts val="1000"/>
              </a:spcBef>
              <a:spcAft>
                <a:spcPts val="0"/>
              </a:spcAft>
              <a:buClr>
                <a:srgbClr val="D8D8D8"/>
              </a:buClr>
              <a:buSzPts val="3200"/>
              <a:buFont typeface="Noto Sans Symbols"/>
              <a:buChar char="▪"/>
            </a:pPr>
            <a:r>
              <a:rPr lang="en-US" sz="3200">
                <a:solidFill>
                  <a:srgbClr val="D8D8D8"/>
                </a:solidFill>
                <a:latin typeface="Calibri"/>
                <a:ea typeface="Calibri"/>
                <a:cs typeface="Calibri"/>
                <a:sym typeface="Calibri"/>
              </a:rPr>
              <a:t>The Domain Name System: DNS</a:t>
            </a:r>
            <a:endParaRPr/>
          </a:p>
          <a:p>
            <a:pPr indent="-347663" lvl="0" marL="347663" marR="0" rtl="0" algn="l">
              <a:lnSpc>
                <a:spcPct val="90000"/>
              </a:lnSpc>
              <a:spcBef>
                <a:spcPts val="1000"/>
              </a:spcBef>
              <a:spcAft>
                <a:spcPts val="0"/>
              </a:spcAft>
              <a:buClr>
                <a:srgbClr val="D8D8D8"/>
              </a:buClr>
              <a:buSzPts val="3200"/>
              <a:buFont typeface="Noto Sans Symbols"/>
              <a:buChar char="▪"/>
            </a:pPr>
            <a:r>
              <a:rPr lang="en-US" sz="3200">
                <a:solidFill>
                  <a:srgbClr val="D8D8D8"/>
                </a:solidFill>
                <a:latin typeface="Calibri"/>
                <a:ea typeface="Calibri"/>
                <a:cs typeface="Calibri"/>
                <a:sym typeface="Calibri"/>
              </a:rPr>
              <a:t>P2P applications</a:t>
            </a:r>
            <a:endParaRPr/>
          </a:p>
          <a:p>
            <a:pPr indent="-347663" lvl="0" marL="347663" marR="0" rtl="0" algn="l">
              <a:lnSpc>
                <a:spcPct val="90000"/>
              </a:lnSpc>
              <a:spcBef>
                <a:spcPts val="1000"/>
              </a:spcBef>
              <a:spcAft>
                <a:spcPts val="0"/>
              </a:spcAft>
              <a:buClr>
                <a:srgbClr val="D8D8D8"/>
              </a:buClr>
              <a:buSzPts val="3200"/>
              <a:buFont typeface="Noto Sans Symbols"/>
              <a:buChar char="▪"/>
            </a:pPr>
            <a:r>
              <a:rPr lang="en-US" sz="3200">
                <a:solidFill>
                  <a:srgbClr val="D8D8D8"/>
                </a:solidFill>
                <a:latin typeface="Calibri"/>
                <a:ea typeface="Calibri"/>
                <a:cs typeface="Calibri"/>
                <a:sym typeface="Calibri"/>
              </a:rPr>
              <a:t>video streaming, CDNs</a:t>
            </a:r>
            <a:endParaRPr/>
          </a:p>
          <a:p>
            <a:pPr indent="-347663" lvl="0" marL="347663" marR="0" rtl="0" algn="l">
              <a:lnSpc>
                <a:spcPct val="90000"/>
              </a:lnSpc>
              <a:spcBef>
                <a:spcPts val="1000"/>
              </a:spcBef>
              <a:spcAft>
                <a:spcPts val="0"/>
              </a:spcAft>
              <a:buClr>
                <a:srgbClr val="D8D8D8"/>
              </a:buClr>
              <a:buSzPts val="3200"/>
              <a:buFont typeface="Noto Sans Symbols"/>
              <a:buChar char="▪"/>
            </a:pPr>
            <a:r>
              <a:rPr lang="en-US" sz="3200">
                <a:solidFill>
                  <a:srgbClr val="D8D8D8"/>
                </a:solidFill>
                <a:latin typeface="Calibri"/>
                <a:ea typeface="Calibri"/>
                <a:cs typeface="Calibri"/>
                <a:sym typeface="Calibri"/>
              </a:rPr>
              <a:t>socket programming</a:t>
            </a:r>
            <a:endParaRPr/>
          </a:p>
          <a:p>
            <a:pPr indent="-347663" lvl="0" marL="347663" marR="0" rtl="0" algn="l">
              <a:lnSpc>
                <a:spcPct val="90000"/>
              </a:lnSpc>
              <a:spcBef>
                <a:spcPts val="1000"/>
              </a:spcBef>
              <a:spcAft>
                <a:spcPts val="0"/>
              </a:spcAft>
              <a:buClr>
                <a:srgbClr val="0A14A3"/>
              </a:buClr>
              <a:buSzPts val="3200"/>
              <a:buFont typeface="Noto Sans Symbols"/>
              <a:buChar char="▪"/>
            </a:pPr>
            <a:r>
              <a:rPr lang="en-US" sz="3200">
                <a:solidFill>
                  <a:schemeClr val="dk1"/>
                </a:solidFill>
                <a:latin typeface="Calibri"/>
                <a:ea typeface="Calibri"/>
                <a:cs typeface="Calibri"/>
                <a:sym typeface="Calibri"/>
              </a:rPr>
              <a:t>supplemental: web tracking, 3</a:t>
            </a:r>
            <a:r>
              <a:rPr baseline="30000" lang="en-US" sz="3200">
                <a:solidFill>
                  <a:schemeClr val="dk1"/>
                </a:solidFill>
                <a:latin typeface="Calibri"/>
                <a:ea typeface="Calibri"/>
                <a:cs typeface="Calibri"/>
                <a:sym typeface="Calibri"/>
              </a:rPr>
              <a:t>rd</a:t>
            </a:r>
            <a:r>
              <a:rPr lang="en-US" sz="3200">
                <a:solidFill>
                  <a:schemeClr val="dk1"/>
                </a:solidFill>
                <a:latin typeface="Calibri"/>
                <a:ea typeface="Calibri"/>
                <a:cs typeface="Calibri"/>
                <a:sym typeface="Calibri"/>
              </a:rPr>
              <a:t> party cookies, GDPR</a:t>
            </a:r>
            <a:endParaRPr/>
          </a:p>
          <a:p>
            <a:pPr indent="-198438" lvl="0" marL="401638" marR="0" rtl="0" algn="l">
              <a:lnSpc>
                <a:spcPct val="90000"/>
              </a:lnSpc>
              <a:spcBef>
                <a:spcPts val="1000"/>
              </a:spcBef>
              <a:spcAft>
                <a:spcPts val="0"/>
              </a:spcAft>
              <a:buClr>
                <a:srgbClr val="0000A3"/>
              </a:buClr>
              <a:buSzPts val="3200"/>
              <a:buFont typeface="Noto Sans Symbols"/>
              <a:buNone/>
            </a:pPr>
            <a:r>
              <a:t/>
            </a:r>
            <a:endParaRPr sz="32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