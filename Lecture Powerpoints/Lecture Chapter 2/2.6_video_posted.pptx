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Arial Narrow"/>
      <p:regular r:id="rId22"/>
      <p:bold r:id="rId23"/>
      <p:italic r:id="rId24"/>
      <p:boldItalic r:id="rId25"/>
    </p:embeddedFont>
    <p:embeddedFont>
      <p:font typeface="Gill San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alNarrow-regular.fntdata"/><Relationship Id="rId21" Type="http://schemas.openxmlformats.org/officeDocument/2006/relationships/slide" Target="slides/slide15.xml"/><Relationship Id="rId24" Type="http://schemas.openxmlformats.org/officeDocument/2006/relationships/font" Target="fonts/ArialNarrow-italic.fntdata"/><Relationship Id="rId23" Type="http://schemas.openxmlformats.org/officeDocument/2006/relationships/font" Target="fonts/ArialNarrow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illSans-regular.fntdata"/><Relationship Id="rId25" Type="http://schemas.openxmlformats.org/officeDocument/2006/relationships/font" Target="fonts/ArialNarrow-boldItalic.fntdata"/><Relationship Id="rId27" Type="http://schemas.openxmlformats.org/officeDocument/2006/relationships/font" Target="fonts/Gill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3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Akamai: 100,000+ servers in 1000+ clusters in 1000+ networks in 70+ countries serving trillions of requests a 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people use Netflix?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4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2" name="Google Shape;15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3" name="Google Shape;15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peak load: 7million viewers, 2 Tbytes via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1" name="Google Shape;25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0.jp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55" name="Google Shape;55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6" name="Google Shape;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8" name="Google Shape;58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59" name="Google Shape;5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60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" name="Google Shape;61;p11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b="0" i="0" sz="24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Video Streaming and CDNs: context</a:t>
            </a:r>
            <a:endParaRPr/>
          </a:p>
        </p:txBody>
      </p:sp>
      <p:sp>
        <p:nvSpPr>
          <p:cNvPr id="68" name="Google Shape;68;p12"/>
          <p:cNvSpPr/>
          <p:nvPr/>
        </p:nvSpPr>
        <p:spPr>
          <a:xfrm>
            <a:off x="703683" y="1457742"/>
            <a:ext cx="8448901" cy="894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2"/>
          <p:cNvSpPr/>
          <p:nvPr/>
        </p:nvSpPr>
        <p:spPr>
          <a:xfrm>
            <a:off x="799123" y="1492538"/>
            <a:ext cx="6164385" cy="482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 video traffic: major consumer of Internet bandwidth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Netflix, YouTube, Amazon Prime: 80% of residential ISP traffic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(2020)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scale - how to reach ~1B users?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2"/>
          <p:cNvGrpSpPr/>
          <p:nvPr/>
        </p:nvGrpSpPr>
        <p:grpSpPr>
          <a:xfrm>
            <a:off x="8502619" y="3784268"/>
            <a:ext cx="3689381" cy="2624305"/>
            <a:chOff x="8502619" y="4539639"/>
            <a:chExt cx="3689381" cy="2624305"/>
          </a:xfrm>
        </p:grpSpPr>
        <p:pic>
          <p:nvPicPr>
            <p:cNvPr id="71" name="Google Shape;7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30975" y="6101881"/>
              <a:ext cx="1710592" cy="1062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20238" y="4539639"/>
              <a:ext cx="2671762" cy="149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02619" y="4874389"/>
              <a:ext cx="1227138" cy="569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972122" y="5629397"/>
              <a:ext cx="1501775" cy="708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12"/>
          <p:cNvSpPr/>
          <p:nvPr/>
        </p:nvSpPr>
        <p:spPr>
          <a:xfrm>
            <a:off x="857738" y="4177497"/>
            <a:ext cx="934133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heterogeneity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users have different capabilities (e.g., wired versus mobile; bandwidth rich versus bandwidth poor)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distributed, application-level infrastructure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864007" y="1452894"/>
            <a:ext cx="5710237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 sequence of images displayed at constant rate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24 images/sec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image: array of pixels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pixel represented by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coding: use redundancy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to decrease # bits used to encode image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spatial (within image)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temporal (from one image to next)</a:t>
            </a:r>
            <a:endParaRPr/>
          </a:p>
        </p:txBody>
      </p:sp>
      <p:pic>
        <p:nvPicPr>
          <p:cNvPr id="83" name="Google Shape;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760" y="2016918"/>
            <a:ext cx="1642671" cy="1860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3"/>
          <p:cNvGrpSpPr/>
          <p:nvPr/>
        </p:nvGrpSpPr>
        <p:grpSpPr>
          <a:xfrm>
            <a:off x="7728905" y="562768"/>
            <a:ext cx="3274430" cy="1730347"/>
            <a:chOff x="5345311" y="524250"/>
            <a:chExt cx="3274238" cy="1730214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5345311" y="1789936"/>
              <a:ext cx="1856071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……………………..</a:t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5808125" y="524250"/>
              <a:ext cx="2811424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spatial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values of same color (all purple), send only two values: color  value (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purple)  and number of repeated values (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N)</a:t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5354771" y="1885160"/>
              <a:ext cx="1803448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……………….…….</a:t>
              </a:r>
              <a:endParaRPr/>
            </a:p>
          </p:txBody>
        </p:sp>
        <p:cxnSp>
          <p:nvCxnSpPr>
            <p:cNvPr id="88" name="Google Shape;88;p13"/>
            <p:cNvCxnSpPr/>
            <p:nvPr/>
          </p:nvCxnSpPr>
          <p:spPr>
            <a:xfrm flipH="1">
              <a:off x="5565603" y="756253"/>
              <a:ext cx="313958" cy="11557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" name="Google Shape;89;p13"/>
          <p:cNvSpPr txBox="1"/>
          <p:nvPr/>
        </p:nvSpPr>
        <p:spPr>
          <a:xfrm>
            <a:off x="7707517" y="3922158"/>
            <a:ext cx="933284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435347" y="5878584"/>
            <a:ext cx="119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i+1</a:t>
            </a:r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6722609" y="4288938"/>
            <a:ext cx="2646470" cy="2006293"/>
            <a:chOff x="6722609" y="4288938"/>
            <a:chExt cx="2646470" cy="2006293"/>
          </a:xfrm>
        </p:grpSpPr>
        <p:sp>
          <p:nvSpPr>
            <p:cNvPr id="92" name="Google Shape;92;p13"/>
            <p:cNvSpPr txBox="1"/>
            <p:nvPr/>
          </p:nvSpPr>
          <p:spPr>
            <a:xfrm>
              <a:off x="6722609" y="5125243"/>
              <a:ext cx="2277657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93" name="Google Shape;93;p13"/>
            <p:cNvCxnSpPr/>
            <p:nvPr/>
          </p:nvCxnSpPr>
          <p:spPr>
            <a:xfrm>
              <a:off x="8356199" y="4288938"/>
              <a:ext cx="101288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6363" y="4074213"/>
            <a:ext cx="1642671" cy="186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6722609" y="562768"/>
            <a:ext cx="4416425" cy="5732463"/>
            <a:chOff x="4338638" y="295275"/>
            <a:chExt cx="4417210" cy="5732463"/>
          </a:xfrm>
        </p:grpSpPr>
        <p:pic>
          <p:nvPicPr>
            <p:cNvPr id="102" name="Google Shape;10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87975" y="1749425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" name="Google Shape;103;p14"/>
            <p:cNvGrpSpPr/>
            <p:nvPr/>
          </p:nvGrpSpPr>
          <p:grpSpPr>
            <a:xfrm>
              <a:off x="5345113" y="295275"/>
              <a:ext cx="3275012" cy="1730347"/>
              <a:chOff x="5345311" y="524250"/>
              <a:chExt cx="3274238" cy="1730214"/>
            </a:xfrm>
          </p:grpSpPr>
          <p:sp>
            <p:nvSpPr>
              <p:cNvPr id="104" name="Google Shape;104;p14"/>
              <p:cNvSpPr txBox="1"/>
              <p:nvPr/>
            </p:nvSpPr>
            <p:spPr>
              <a:xfrm>
                <a:off x="5345311" y="1789936"/>
                <a:ext cx="1856071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……………………..</a:t>
                </a:r>
                <a:endParaRPr/>
              </a:p>
            </p:txBody>
          </p:sp>
          <p:sp>
            <p:nvSpPr>
              <p:cNvPr id="105" name="Google Shape;105;p14"/>
              <p:cNvSpPr txBox="1"/>
              <p:nvPr/>
            </p:nvSpPr>
            <p:spPr>
              <a:xfrm>
                <a:off x="5808125" y="524250"/>
                <a:ext cx="2811424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1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spatial coding example: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instead of sending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N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values of same color (all purple), send only two values: color  value (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purple)  and number of repeated values (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N)</a:t>
                </a:r>
                <a:endParaRPr/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>
                <a:off x="5354771" y="1885160"/>
                <a:ext cx="1803448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……………….…….</a:t>
                </a:r>
                <a:endParaRPr/>
              </a:p>
            </p:txBody>
          </p:sp>
          <p:cxnSp>
            <p:nvCxnSpPr>
              <p:cNvPr id="107" name="Google Shape;107;p14"/>
              <p:cNvCxnSpPr/>
              <p:nvPr/>
            </p:nvCxnSpPr>
            <p:spPr>
              <a:xfrm flipH="1">
                <a:off x="5565603" y="756253"/>
                <a:ext cx="313958" cy="115578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8" name="Google Shape;108;p14"/>
            <p:cNvSpPr txBox="1"/>
            <p:nvPr/>
          </p:nvSpPr>
          <p:spPr>
            <a:xfrm>
              <a:off x="5323721" y="3654665"/>
              <a:ext cx="933450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</a:t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7051858" y="5611091"/>
              <a:ext cx="11969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i+1</a:t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4338638" y="4857750"/>
              <a:ext cx="2278062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111" name="Google Shape;111;p14"/>
            <p:cNvCxnSpPr/>
            <p:nvPr/>
          </p:nvCxnSpPr>
          <p:spPr>
            <a:xfrm>
              <a:off x="5972518" y="4021445"/>
              <a:ext cx="101306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12" name="Google Shape;11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12885" y="3806720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4"/>
          <p:cNvSpPr txBox="1"/>
          <p:nvPr/>
        </p:nvSpPr>
        <p:spPr>
          <a:xfrm>
            <a:off x="1033466" y="1458684"/>
            <a:ext cx="5254061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CBR: (constant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fixed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VBR:  (variable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changes as amount of spatial, temporal coding changes 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 1 (CD-ROM) 1.5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MPEG2 (DVD) 3-6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MPEG4 (often used in Internet,  64Kbps – 12 Mbps)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847142" y="4099627"/>
            <a:ext cx="10923837" cy="2543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/>
              <a:t>Main challenges: 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server-to-client bandwidth will </a:t>
            </a:r>
            <a:r>
              <a:rPr i="1" lang="en-US">
                <a:solidFill>
                  <a:srgbClr val="C00000"/>
                </a:solidFill>
              </a:rPr>
              <a:t>vary</a:t>
            </a:r>
            <a:r>
              <a:rPr lang="en-US"/>
              <a:t> over time, with changing network congestion levels (in house, access network, network core, video server)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 loss, delay due to congestion will delay playout, or result in poor video quality</a:t>
            </a:r>
            <a:endParaRPr/>
          </a:p>
        </p:txBody>
      </p:sp>
      <p:sp>
        <p:nvSpPr>
          <p:cNvPr id="120" name="Google Shape;120;p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85242" y="1331912"/>
            <a:ext cx="27495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scenario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23341" y="3132138"/>
            <a:ext cx="165258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server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(stored video)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15"/>
          <p:cNvGrpSpPr/>
          <p:nvPr/>
        </p:nvGrpSpPr>
        <p:grpSpPr>
          <a:xfrm>
            <a:off x="4485341" y="1757362"/>
            <a:ext cx="1815446" cy="1481575"/>
            <a:chOff x="1842724" y="2867233"/>
            <a:chExt cx="5649912" cy="3416300"/>
          </a:xfrm>
        </p:grpSpPr>
        <p:sp>
          <p:nvSpPr>
            <p:cNvPr id="124" name="Google Shape;124;p15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538452" y="2381945"/>
            <a:ext cx="367460" cy="735587"/>
            <a:chOff x="4140" y="429"/>
            <a:chExt cx="1425" cy="2396"/>
          </a:xfrm>
        </p:grpSpPr>
        <p:sp>
          <p:nvSpPr>
            <p:cNvPr id="127" name="Google Shape;127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" name="Google Shape;132;p15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15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" name="Google Shape;136;p15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15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15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" name="Google Shape;144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15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146" name="Google Shape;146;p15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" name="Google Shape;148;p15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1170991" y="2037185"/>
            <a:ext cx="1102382" cy="340302"/>
            <a:chOff x="3621" y="3265"/>
            <a:chExt cx="1776" cy="744"/>
          </a:xfrm>
        </p:grpSpPr>
        <p:pic>
          <p:nvPicPr>
            <p:cNvPr descr="reellogo" id="160" name="Google Shape;160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5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video1" id="163" name="Google Shape;16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5"/>
          <p:cNvGrpSpPr/>
          <p:nvPr/>
        </p:nvGrpSpPr>
        <p:grpSpPr>
          <a:xfrm>
            <a:off x="5138301" y="2487004"/>
            <a:ext cx="583292" cy="621162"/>
            <a:chOff x="4437" y="1472"/>
            <a:chExt cx="427" cy="418"/>
          </a:xfrm>
        </p:grpSpPr>
        <p:sp>
          <p:nvSpPr>
            <p:cNvPr id="165" name="Google Shape;165;p15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2405877" y="2063933"/>
            <a:ext cx="1997127" cy="1150190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5"/>
          <p:cNvCxnSpPr/>
          <p:nvPr/>
        </p:nvCxnSpPr>
        <p:spPr>
          <a:xfrm>
            <a:off x="2097155" y="2592961"/>
            <a:ext cx="1068231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5"/>
          <p:cNvCxnSpPr/>
          <p:nvPr/>
        </p:nvCxnSpPr>
        <p:spPr>
          <a:xfrm>
            <a:off x="3827908" y="2621196"/>
            <a:ext cx="1044130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15"/>
          <p:cNvSpPr txBox="1"/>
          <p:nvPr/>
        </p:nvSpPr>
        <p:spPr>
          <a:xfrm>
            <a:off x="5065901" y="3249340"/>
            <a:ext cx="659790" cy="3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2968679" y="2839643"/>
            <a:ext cx="790928" cy="316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grpSp>
        <p:nvGrpSpPr>
          <p:cNvPr id="180" name="Google Shape;180;p16"/>
          <p:cNvGrpSpPr/>
          <p:nvPr/>
        </p:nvGrpSpPr>
        <p:grpSpPr>
          <a:xfrm>
            <a:off x="3788806" y="4809551"/>
            <a:ext cx="427037" cy="785812"/>
            <a:chOff x="4140" y="429"/>
            <a:chExt cx="1425" cy="2396"/>
          </a:xfrm>
        </p:grpSpPr>
        <p:sp>
          <p:nvSpPr>
            <p:cNvPr id="181" name="Google Shape;181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" name="Google Shape;186;p1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187" name="Google Shape;187;p1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9" name="Google Shape;189;p1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0" name="Google Shape;190;p1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191" name="Google Shape;191;p1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1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5" name="Google Shape;195;p1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196" name="Google Shape;196;p1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625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" name="Google Shape;198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" name="Google Shape;199;p1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200" name="Google Shape;200;p1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1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361768" y="4441251"/>
            <a:ext cx="1281113" cy="363537"/>
            <a:chOff x="3621" y="3265"/>
            <a:chExt cx="1776" cy="744"/>
          </a:xfrm>
        </p:grpSpPr>
        <p:pic>
          <p:nvPicPr>
            <p:cNvPr descr="reellogo" id="214" name="Google Shape;21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16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video1" id="217" name="Google Shape;21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8" name="Google Shape;218;p16"/>
          <p:cNvCxnSpPr/>
          <p:nvPr/>
        </p:nvCxnSpPr>
        <p:spPr>
          <a:xfrm>
            <a:off x="1396443" y="1371026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" name="Google Shape;219;p16"/>
          <p:cNvGrpSpPr/>
          <p:nvPr/>
        </p:nvGrpSpPr>
        <p:grpSpPr>
          <a:xfrm>
            <a:off x="2056843" y="3347465"/>
            <a:ext cx="1662113" cy="1489076"/>
            <a:chOff x="944" y="2184"/>
            <a:chExt cx="1047" cy="938"/>
          </a:xfrm>
        </p:grpSpPr>
        <p:sp>
          <p:nvSpPr>
            <p:cNvPr id="220" name="Google Shape;220;p16"/>
            <p:cNvSpPr/>
            <p:nvPr/>
          </p:nvSpPr>
          <p:spPr>
            <a:xfrm>
              <a:off x="1278" y="2184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6"/>
            <p:cNvSpPr txBox="1"/>
            <p:nvPr/>
          </p:nvSpPr>
          <p:spPr>
            <a:xfrm>
              <a:off x="944" y="2366"/>
              <a:ext cx="1047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eriod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recorded (e.g., 30 frames/sec)</a:t>
              </a:r>
              <a:endParaRPr/>
            </a:p>
          </p:txBody>
        </p:sp>
      </p:grpSp>
      <p:grpSp>
        <p:nvGrpSpPr>
          <p:cNvPr id="222" name="Google Shape;222;p16"/>
          <p:cNvGrpSpPr/>
          <p:nvPr/>
        </p:nvGrpSpPr>
        <p:grpSpPr>
          <a:xfrm>
            <a:off x="1586943" y="1691701"/>
            <a:ext cx="2552700" cy="2525712"/>
            <a:chOff x="648" y="1147"/>
            <a:chExt cx="1608" cy="1591"/>
          </a:xfrm>
        </p:grpSpPr>
        <p:grpSp>
          <p:nvGrpSpPr>
            <p:cNvPr id="223" name="Google Shape;223;p16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224" name="Google Shape;224;p16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225" name="Google Shape;225;p16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26" name="Google Shape;226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27" name="Google Shape;227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28" name="Google Shape;228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229" name="Google Shape;229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30" name="Google Shape;230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31" name="Google Shape;231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232" name="Google Shape;232;p16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33" name="Google Shape;233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34" name="Google Shape;234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35" name="Google Shape;235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236" name="Google Shape;236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37" name="Google Shape;237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38" name="Google Shape;238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239" name="Google Shape;239;p16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240" name="Google Shape;240;p16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41" name="Google Shape;241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42" name="Google Shape;242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43" name="Google Shape;243;p16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44" name="Google Shape;244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45" name="Google Shape;245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246" name="Google Shape;246;p16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247" name="Google Shape;247;p16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" name="Google Shape;248;p16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49" name="Google Shape;249;p16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250" name="Google Shape;250;p16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251" name="Google Shape;251;p16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52" name="Google Shape;252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53" name="Google Shape;253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54" name="Google Shape;254;p16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55" name="Google Shape;255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56" name="Google Shape;256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257" name="Google Shape;257;p16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258" name="Google Shape;258;p16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59" name="Google Shape;259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60" name="Google Shape;260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61" name="Google Shape;261;p16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62" name="Google Shape;262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63" name="Google Shape;263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264" name="Google Shape;264;p16"/>
          <p:cNvGrpSpPr/>
          <p:nvPr/>
        </p:nvGrpSpPr>
        <p:grpSpPr>
          <a:xfrm>
            <a:off x="3723718" y="3122038"/>
            <a:ext cx="1373188" cy="1296988"/>
            <a:chOff x="1994" y="2042"/>
            <a:chExt cx="865" cy="817"/>
          </a:xfrm>
        </p:grpSpPr>
        <p:sp>
          <p:nvSpPr>
            <p:cNvPr id="265" name="Google Shape;265;p16"/>
            <p:cNvSpPr/>
            <p:nvPr/>
          </p:nvSpPr>
          <p:spPr>
            <a:xfrm rot="-5400000">
              <a:off x="2196" y="2196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1994" y="2042"/>
              <a:ext cx="638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sent</a:t>
              </a:r>
              <a:endParaRPr/>
            </a:p>
          </p:txBody>
        </p:sp>
      </p:grpSp>
      <p:sp>
        <p:nvSpPr>
          <p:cNvPr id="267" name="Google Shape;267;p16"/>
          <p:cNvSpPr txBox="1"/>
          <p:nvPr/>
        </p:nvSpPr>
        <p:spPr>
          <a:xfrm rot="-5433387">
            <a:off x="145493" y="2518789"/>
            <a:ext cx="19573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Cumulative data</a:t>
            </a:r>
            <a:endParaRPr/>
          </a:p>
        </p:txBody>
      </p:sp>
      <p:grpSp>
        <p:nvGrpSpPr>
          <p:cNvPr id="268" name="Google Shape;268;p16"/>
          <p:cNvGrpSpPr/>
          <p:nvPr/>
        </p:nvGrpSpPr>
        <p:grpSpPr>
          <a:xfrm>
            <a:off x="5009593" y="1507551"/>
            <a:ext cx="5768976" cy="4732339"/>
            <a:chOff x="2804" y="903"/>
            <a:chExt cx="3634" cy="2981"/>
          </a:xfrm>
        </p:grpSpPr>
        <p:cxnSp>
          <p:nvCxnSpPr>
            <p:cNvPr id="269" name="Google Shape;269;p16"/>
            <p:cNvCxnSpPr/>
            <p:nvPr/>
          </p:nvCxnSpPr>
          <p:spPr>
            <a:xfrm>
              <a:off x="3852" y="903"/>
              <a:ext cx="0" cy="229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70" name="Google Shape;270;p16"/>
            <p:cNvSpPr txBox="1"/>
            <p:nvPr/>
          </p:nvSpPr>
          <p:spPr>
            <a:xfrm>
              <a:off x="2804" y="3198"/>
              <a:ext cx="3634" cy="68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 at this time, client  playing out early part of video, while server still sending later part of video</a:t>
              </a:r>
              <a:endParaRPr/>
            </a:p>
          </p:txBody>
        </p:sp>
      </p:grpSp>
      <p:sp>
        <p:nvSpPr>
          <p:cNvPr id="271" name="Google Shape;271;p16"/>
          <p:cNvSpPr txBox="1"/>
          <p:nvPr/>
        </p:nvSpPr>
        <p:spPr>
          <a:xfrm>
            <a:off x="8657668" y="4236463"/>
            <a:ext cx="620713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grpSp>
        <p:nvGrpSpPr>
          <p:cNvPr id="272" name="Google Shape;272;p16"/>
          <p:cNvGrpSpPr/>
          <p:nvPr/>
        </p:nvGrpSpPr>
        <p:grpSpPr>
          <a:xfrm>
            <a:off x="4478338" y="1693820"/>
            <a:ext cx="2552700" cy="2525713"/>
            <a:chOff x="648" y="1147"/>
            <a:chExt cx="1608" cy="1591"/>
          </a:xfrm>
        </p:grpSpPr>
        <p:grpSp>
          <p:nvGrpSpPr>
            <p:cNvPr id="273" name="Google Shape;273;p16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274" name="Google Shape;274;p16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275" name="Google Shape;275;p16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76" name="Google Shape;276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77" name="Google Shape;277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78" name="Google Shape;278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279" name="Google Shape;279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80" name="Google Shape;280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81" name="Google Shape;281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282" name="Google Shape;282;p16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83" name="Google Shape;283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84" name="Google Shape;284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85" name="Google Shape;285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286" name="Google Shape;286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287" name="Google Shape;287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88" name="Google Shape;288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289" name="Google Shape;289;p16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290" name="Google Shape;290;p16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91" name="Google Shape;291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92" name="Google Shape;292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93" name="Google Shape;293;p16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294" name="Google Shape;294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95" name="Google Shape;295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296" name="Google Shape;296;p16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297" name="Google Shape;297;p16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8" name="Google Shape;298;p16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99" name="Google Shape;299;p16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00" name="Google Shape;300;p16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01" name="Google Shape;301;p16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302" name="Google Shape;302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03" name="Google Shape;303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304" name="Google Shape;304;p16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305" name="Google Shape;305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06" name="Google Shape;306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07" name="Google Shape;307;p16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08" name="Google Shape;308;p16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309" name="Google Shape;309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10" name="Google Shape;310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311" name="Google Shape;311;p16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312" name="Google Shape;312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13" name="Google Shape;313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314" name="Google Shape;314;p16"/>
          <p:cNvGrpSpPr/>
          <p:nvPr/>
        </p:nvGrpSpPr>
        <p:grpSpPr>
          <a:xfrm>
            <a:off x="6369579" y="1703345"/>
            <a:ext cx="4535488" cy="2581276"/>
            <a:chOff x="7656512" y="-921322"/>
            <a:chExt cx="4535488" cy="2581276"/>
          </a:xfrm>
        </p:grpSpPr>
        <p:grpSp>
          <p:nvGrpSpPr>
            <p:cNvPr id="315" name="Google Shape;315;p16"/>
            <p:cNvGrpSpPr/>
            <p:nvPr/>
          </p:nvGrpSpPr>
          <p:grpSpPr>
            <a:xfrm>
              <a:off x="7656512" y="-921322"/>
              <a:ext cx="2552700" cy="2525713"/>
              <a:chOff x="648" y="1147"/>
              <a:chExt cx="1608" cy="1591"/>
            </a:xfrm>
          </p:grpSpPr>
          <p:grpSp>
            <p:nvGrpSpPr>
              <p:cNvPr id="316" name="Google Shape;316;p16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17" name="Google Shape;317;p16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18" name="Google Shape;318;p16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19" name="Google Shape;319;p16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320" name="Google Shape;320;p16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21" name="Google Shape;321;p16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322" name="Google Shape;322;p16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323" name="Google Shape;323;p16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24" name="Google Shape;324;p16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325" name="Google Shape;325;p16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6" name="Google Shape;326;p16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327" name="Google Shape;327;p16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28" name="Google Shape;328;p16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329" name="Google Shape;329;p16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330" name="Google Shape;330;p16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31" name="Google Shape;331;p16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332" name="Google Shape;332;p16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33" name="Google Shape;333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34" name="Google Shape;334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35" name="Google Shape;335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336" name="Google Shape;336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37" name="Google Shape;337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38" name="Google Shape;338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339" name="Google Shape;339;p16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340" name="Google Shape;340;p16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41" name="Google Shape;341;p16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42" name="Google Shape;342;p16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43" name="Google Shape;343;p16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44" name="Google Shape;344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45" name="Google Shape;345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46" name="Google Shape;346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347" name="Google Shape;347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48" name="Google Shape;348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49" name="Google Shape;349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350" name="Google Shape;350;p16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51" name="Google Shape;351;p16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52" name="Google Shape;352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53" name="Google Shape;353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354" name="Google Shape;354;p16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55" name="Google Shape;355;p16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56" name="Google Shape;356;p16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357" name="Google Shape;357;p16"/>
            <p:cNvSpPr txBox="1"/>
            <p:nvPr/>
          </p:nvSpPr>
          <p:spPr>
            <a:xfrm>
              <a:off x="8126412" y="951929"/>
              <a:ext cx="4065588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3.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video received, played out at client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(30 frames/sec)</a:t>
              </a:r>
              <a:endParaRPr b="0" i="0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" name="Google Shape;358;p16"/>
            <p:cNvGrpSpPr/>
            <p:nvPr/>
          </p:nvGrpSpPr>
          <p:grpSpPr>
            <a:xfrm>
              <a:off x="9312275" y="210566"/>
              <a:ext cx="677863" cy="663575"/>
              <a:chOff x="4437" y="1472"/>
              <a:chExt cx="427" cy="418"/>
            </a:xfrm>
          </p:grpSpPr>
          <p:sp>
            <p:nvSpPr>
              <p:cNvPr id="359" name="Google Shape;359;p16"/>
              <p:cNvSpPr/>
              <p:nvPr/>
            </p:nvSpPr>
            <p:spPr>
              <a:xfrm>
                <a:off x="4443" y="1475"/>
                <a:ext cx="421" cy="361"/>
              </a:xfrm>
              <a:prstGeom prst="rect">
                <a:avLst/>
              </a:prstGeom>
              <a:gradFill>
                <a:gsLst>
                  <a:gs pos="0">
                    <a:srgbClr val="6B8FB3"/>
                  </a:gs>
                  <a:gs pos="50000">
                    <a:srgbClr val="99CCFF"/>
                  </a:gs>
                  <a:gs pos="100000">
                    <a:srgbClr val="6B8FB3"/>
                  </a:gs>
                </a:gsLst>
                <a:lin ang="5400000" scaled="0"/>
              </a:gra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dk2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4437" y="1472"/>
                <a:ext cx="423" cy="356"/>
              </a:xfrm>
              <a:prstGeom prst="rect">
                <a:avLst/>
              </a:prstGeom>
              <a:noFill/>
              <a:ln cap="flat" cmpd="sng" w="1905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363" name="Google Shape;363;p16"/>
          <p:cNvCxnSpPr/>
          <p:nvPr/>
        </p:nvCxnSpPr>
        <p:spPr>
          <a:xfrm flipH="1">
            <a:off x="1386918" y="4214238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364" name="Google Shape;364;p16"/>
          <p:cNvGrpSpPr/>
          <p:nvPr/>
        </p:nvGrpSpPr>
        <p:grpSpPr>
          <a:xfrm>
            <a:off x="3775832" y="4020339"/>
            <a:ext cx="253708" cy="320529"/>
            <a:chOff x="9051559" y="591777"/>
            <a:chExt cx="253708" cy="320529"/>
          </a:xfrm>
        </p:grpSpPr>
        <p:sp>
          <p:nvSpPr>
            <p:cNvPr id="365" name="Google Shape;365;p16"/>
            <p:cNvSpPr/>
            <p:nvPr/>
          </p:nvSpPr>
          <p:spPr>
            <a:xfrm rot="1596992">
              <a:off x="9109854" y="606165"/>
              <a:ext cx="133240" cy="2917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6" name="Google Shape;366;p16"/>
            <p:cNvCxnSpPr/>
            <p:nvPr/>
          </p:nvCxnSpPr>
          <p:spPr>
            <a:xfrm flipH="1">
              <a:off x="9055510" y="634181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 flipH="1">
              <a:off x="9176862" y="638677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68" name="Google Shape;368;p16"/>
          <p:cNvGrpSpPr/>
          <p:nvPr/>
        </p:nvGrpSpPr>
        <p:grpSpPr>
          <a:xfrm>
            <a:off x="4470401" y="4318000"/>
            <a:ext cx="1930400" cy="869908"/>
            <a:chOff x="6858000" y="237067"/>
            <a:chExt cx="1930400" cy="869908"/>
          </a:xfrm>
        </p:grpSpPr>
        <p:sp>
          <p:nvSpPr>
            <p:cNvPr id="369" name="Google Shape;369;p16"/>
            <p:cNvSpPr txBox="1"/>
            <p:nvPr/>
          </p:nvSpPr>
          <p:spPr>
            <a:xfrm>
              <a:off x="6999260" y="267187"/>
              <a:ext cx="1616075" cy="8397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delay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(fixed in this example)</a:t>
              </a:r>
              <a:endParaRPr/>
            </a:p>
          </p:txBody>
        </p:sp>
        <p:cxnSp>
          <p:nvCxnSpPr>
            <p:cNvPr id="370" name="Google Shape;370;p16"/>
            <p:cNvCxnSpPr/>
            <p:nvPr/>
          </p:nvCxnSpPr>
          <p:spPr>
            <a:xfrm>
              <a:off x="6858000" y="237067"/>
              <a:ext cx="193040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challenges</a:t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1047801" y="1389828"/>
            <a:ext cx="8553400" cy="448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continuous playout constraint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during client video playout, playout timing must match original timing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but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delays are variable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(jitter), so will need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client-side buffer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match continuous playout constraint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netflix rebuffering" id="378" name="Google Shape;3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5393" y="3044149"/>
            <a:ext cx="2124226" cy="11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7"/>
          <p:cNvSpPr/>
          <p:nvPr/>
        </p:nvSpPr>
        <p:spPr>
          <a:xfrm>
            <a:off x="1047801" y="4167220"/>
            <a:ext cx="8171815" cy="116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challenges: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interactivity: pause, fast-forward, rewind, jump through video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packets may be lost, retransmitted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playout buffering</a:t>
            </a:r>
            <a:endParaRPr/>
          </a:p>
        </p:txBody>
      </p:sp>
      <p:cxnSp>
        <p:nvCxnSpPr>
          <p:cNvPr id="386" name="Google Shape;386;p18"/>
          <p:cNvCxnSpPr/>
          <p:nvPr/>
        </p:nvCxnSpPr>
        <p:spPr>
          <a:xfrm>
            <a:off x="2445774" y="1667644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18"/>
          <p:cNvCxnSpPr/>
          <p:nvPr/>
        </p:nvCxnSpPr>
        <p:spPr>
          <a:xfrm flipH="1">
            <a:off x="2436249" y="4510856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88" name="Google Shape;388;p18"/>
          <p:cNvSpPr txBox="1"/>
          <p:nvPr/>
        </p:nvSpPr>
        <p:spPr>
          <a:xfrm>
            <a:off x="3077599" y="1770831"/>
            <a:ext cx="188455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constant bit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rate video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grpSp>
        <p:nvGrpSpPr>
          <p:cNvPr id="389" name="Google Shape;389;p18"/>
          <p:cNvGrpSpPr/>
          <p:nvPr/>
        </p:nvGrpSpPr>
        <p:grpSpPr>
          <a:xfrm>
            <a:off x="2826774" y="1997844"/>
            <a:ext cx="2552700" cy="2525712"/>
            <a:chOff x="648" y="1147"/>
            <a:chExt cx="1608" cy="1591"/>
          </a:xfrm>
        </p:grpSpPr>
        <p:grpSp>
          <p:nvGrpSpPr>
            <p:cNvPr id="390" name="Google Shape;390;p18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91" name="Google Shape;391;p18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92" name="Google Shape;392;p18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93" name="Google Shape;393;p18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94" name="Google Shape;394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95" name="Google Shape;395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396" name="Google Shape;396;p18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397" name="Google Shape;397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98" name="Google Shape;398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399" name="Google Shape;399;p18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00" name="Google Shape;400;p18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401" name="Google Shape;401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02" name="Google Shape;402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403" name="Google Shape;403;p18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404" name="Google Shape;404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05" name="Google Shape;405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406" name="Google Shape;406;p18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407" name="Google Shape;407;p18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08" name="Google Shape;408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09" name="Google Shape;409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10" name="Google Shape;410;p18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11" name="Google Shape;411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12" name="Google Shape;412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413" name="Google Shape;413;p18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414" name="Google Shape;414;p18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5" name="Google Shape;415;p18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16" name="Google Shape;416;p18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417" name="Google Shape;417;p18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418" name="Google Shape;418;p18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19" name="Google Shape;419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20" name="Google Shape;420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21" name="Google Shape;421;p18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22" name="Google Shape;422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23" name="Google Shape;423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424" name="Google Shape;424;p18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425" name="Google Shape;425;p18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26" name="Google Shape;426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27" name="Google Shape;427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28" name="Google Shape;428;p18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29" name="Google Shape;429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0" name="Google Shape;430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sp>
        <p:nvSpPr>
          <p:cNvPr id="431" name="Google Shape;431;p18"/>
          <p:cNvSpPr txBox="1"/>
          <p:nvPr/>
        </p:nvSpPr>
        <p:spPr>
          <a:xfrm rot="-5433387">
            <a:off x="1194824" y="2814097"/>
            <a:ext cx="1957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Cumulative data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9706999" y="4533081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433" name="Google Shape;433;p18"/>
          <p:cNvGrpSpPr/>
          <p:nvPr/>
        </p:nvGrpSpPr>
        <p:grpSpPr>
          <a:xfrm>
            <a:off x="4103124" y="2012131"/>
            <a:ext cx="3500438" cy="2520950"/>
            <a:chOff x="1572" y="1156"/>
            <a:chExt cx="2205" cy="1588"/>
          </a:xfrm>
        </p:grpSpPr>
        <p:grpSp>
          <p:nvGrpSpPr>
            <p:cNvPr id="434" name="Google Shape;434;p18"/>
            <p:cNvGrpSpPr/>
            <p:nvPr/>
          </p:nvGrpSpPr>
          <p:grpSpPr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435" name="Google Shape;435;p18"/>
              <p:cNvGrpSpPr/>
              <p:nvPr/>
            </p:nvGrpSpPr>
            <p:grpSpPr>
              <a:xfrm>
                <a:off x="1938" y="2600"/>
                <a:ext cx="319" cy="144"/>
                <a:chOff x="672" y="1920"/>
                <a:chExt cx="145" cy="144"/>
              </a:xfrm>
            </p:grpSpPr>
            <p:cxnSp>
              <p:nvCxnSpPr>
                <p:cNvPr id="436" name="Google Shape;436;p18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7" name="Google Shape;437;p18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38" name="Google Shape;438;p18"/>
              <p:cNvGrpSpPr/>
              <p:nvPr/>
            </p:nvGrpSpPr>
            <p:grpSpPr>
              <a:xfrm>
                <a:off x="2252" y="2455"/>
                <a:ext cx="72" cy="145"/>
                <a:chOff x="672" y="1919"/>
                <a:chExt cx="143" cy="145"/>
              </a:xfrm>
            </p:grpSpPr>
            <p:cxnSp>
              <p:nvCxnSpPr>
                <p:cNvPr id="439" name="Google Shape;439;p18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0" name="Google Shape;440;p18"/>
                <p:cNvCxnSpPr/>
                <p:nvPr/>
              </p:nvCxnSpPr>
              <p:spPr>
                <a:xfrm>
                  <a:off x="745" y="1849"/>
                  <a:ext cx="0" cy="14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41" name="Google Shape;441;p18"/>
              <p:cNvGrpSpPr/>
              <p:nvPr/>
            </p:nvGrpSpPr>
            <p:grpSpPr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442" name="Google Shape;442;p18"/>
                <p:cNvGrpSpPr/>
                <p:nvPr/>
              </p:nvGrpSpPr>
              <p:grpSpPr>
                <a:xfrm>
                  <a:off x="672" y="1920"/>
                  <a:ext cx="146" cy="145"/>
                  <a:chOff x="672" y="1920"/>
                  <a:chExt cx="146" cy="145"/>
                </a:xfrm>
              </p:grpSpPr>
              <p:cxnSp>
                <p:nvCxnSpPr>
                  <p:cNvPr id="443" name="Google Shape;443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4" name="Google Shape;444;p18"/>
                  <p:cNvCxnSpPr/>
                  <p:nvPr/>
                </p:nvCxnSpPr>
                <p:spPr>
                  <a:xfrm>
                    <a:off x="745" y="1847"/>
                    <a:ext cx="0" cy="14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45" name="Google Shape;445;p18"/>
                <p:cNvGrpSpPr/>
                <p:nvPr/>
              </p:nvGrpSpPr>
              <p:grpSpPr>
                <a:xfrm>
                  <a:off x="817" y="1776"/>
                  <a:ext cx="146" cy="144"/>
                  <a:chOff x="671" y="1920"/>
                  <a:chExt cx="146" cy="144"/>
                </a:xfrm>
              </p:grpSpPr>
              <p:cxnSp>
                <p:nvCxnSpPr>
                  <p:cNvPr id="446" name="Google Shape;446;p18"/>
                  <p:cNvCxnSpPr/>
                  <p:nvPr/>
                </p:nvCxnSpPr>
                <p:spPr>
                  <a:xfrm>
                    <a:off x="671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7" name="Google Shape;447;p18"/>
                  <p:cNvCxnSpPr/>
                  <p:nvPr/>
                </p:nvCxnSpPr>
                <p:spPr>
                  <a:xfrm>
                    <a:off x="744" y="1847"/>
                    <a:ext cx="0" cy="14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448" name="Google Shape;448;p18"/>
              <p:cNvGrpSpPr/>
              <p:nvPr/>
            </p:nvGrpSpPr>
            <p:grpSpPr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449" name="Google Shape;449;p18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50" name="Google Shape;450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1" name="Google Shape;451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52" name="Google Shape;452;p18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453" name="Google Shape;453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4" name="Google Shape;454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455" name="Google Shape;455;p18"/>
              <p:cNvGrpSpPr/>
              <p:nvPr/>
            </p:nvGrpSpPr>
            <p:grpSpPr>
              <a:xfrm>
                <a:off x="3045" y="1740"/>
                <a:ext cx="52" cy="144"/>
                <a:chOff x="672" y="1920"/>
                <a:chExt cx="146" cy="144"/>
              </a:xfrm>
            </p:grpSpPr>
            <p:cxnSp>
              <p:nvCxnSpPr>
                <p:cNvPr id="456" name="Google Shape;456;p18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7" name="Google Shape;457;p18"/>
                <p:cNvCxnSpPr/>
                <p:nvPr/>
              </p:nvCxnSpPr>
              <p:spPr>
                <a:xfrm>
                  <a:off x="745" y="1849"/>
                  <a:ext cx="0" cy="14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58" name="Google Shape;458;p18"/>
              <p:cNvGrpSpPr/>
              <p:nvPr/>
            </p:nvGrpSpPr>
            <p:grpSpPr>
              <a:xfrm>
                <a:off x="3092" y="1590"/>
                <a:ext cx="469" cy="144"/>
                <a:chOff x="672" y="1920"/>
                <a:chExt cx="145" cy="144"/>
              </a:xfrm>
            </p:grpSpPr>
            <p:cxnSp>
              <p:nvCxnSpPr>
                <p:cNvPr id="459" name="Google Shape;459;p18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0" name="Google Shape;460;p18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61" name="Google Shape;461;p18"/>
              <p:cNvGrpSpPr/>
              <p:nvPr/>
            </p:nvGrpSpPr>
            <p:grpSpPr>
              <a:xfrm>
                <a:off x="3550" y="1446"/>
                <a:ext cx="145" cy="144"/>
                <a:chOff x="672" y="1920"/>
                <a:chExt cx="145" cy="144"/>
              </a:xfrm>
            </p:grpSpPr>
            <p:cxnSp>
              <p:nvCxnSpPr>
                <p:cNvPr id="462" name="Google Shape;462;p18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3" name="Google Shape;463;p18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64" name="Google Shape;464;p18"/>
              <p:cNvGrpSpPr/>
              <p:nvPr/>
            </p:nvGrpSpPr>
            <p:grpSpPr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465" name="Google Shape;465;p18"/>
                <p:cNvGrpSpPr/>
                <p:nvPr/>
              </p:nvGrpSpPr>
              <p:grpSpPr>
                <a:xfrm>
                  <a:off x="672" y="1920"/>
                  <a:ext cx="144" cy="144"/>
                  <a:chOff x="672" y="1920"/>
                  <a:chExt cx="144" cy="144"/>
                </a:xfrm>
              </p:grpSpPr>
              <p:cxnSp>
                <p:nvCxnSpPr>
                  <p:cNvPr id="466" name="Google Shape;466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67" name="Google Shape;467;p18"/>
                  <p:cNvCxnSpPr/>
                  <p:nvPr/>
                </p:nvCxnSpPr>
                <p:spPr>
                  <a:xfrm>
                    <a:off x="744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68" name="Google Shape;468;p18"/>
                <p:cNvGrpSpPr/>
                <p:nvPr/>
              </p:nvGrpSpPr>
              <p:grpSpPr>
                <a:xfrm>
                  <a:off x="819" y="1776"/>
                  <a:ext cx="144" cy="144"/>
                  <a:chOff x="673" y="1920"/>
                  <a:chExt cx="144" cy="144"/>
                </a:xfrm>
              </p:grpSpPr>
              <p:cxnSp>
                <p:nvCxnSpPr>
                  <p:cNvPr id="469" name="Google Shape;469;p18"/>
                  <p:cNvCxnSpPr/>
                  <p:nvPr/>
                </p:nvCxnSpPr>
                <p:spPr>
                  <a:xfrm>
                    <a:off x="673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70" name="Google Shape;470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471" name="Google Shape;471;p18"/>
            <p:cNvSpPr txBox="1"/>
            <p:nvPr/>
          </p:nvSpPr>
          <p:spPr>
            <a:xfrm>
              <a:off x="1737" y="1724"/>
              <a:ext cx="664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cxnSp>
          <p:nvCxnSpPr>
            <p:cNvPr id="472" name="Google Shape;472;p18"/>
            <p:cNvCxnSpPr/>
            <p:nvPr/>
          </p:nvCxnSpPr>
          <p:spPr>
            <a:xfrm>
              <a:off x="1572" y="1938"/>
              <a:ext cx="109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73" name="Google Shape;473;p18"/>
            <p:cNvSpPr txBox="1"/>
            <p:nvPr/>
          </p:nvSpPr>
          <p:spPr>
            <a:xfrm>
              <a:off x="2651" y="1196"/>
              <a:ext cx="87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 video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reception</a:t>
              </a:r>
              <a:endParaRPr/>
            </a:p>
          </p:txBody>
        </p:sp>
      </p:grpSp>
      <p:grpSp>
        <p:nvGrpSpPr>
          <p:cNvPr id="474" name="Google Shape;474;p18"/>
          <p:cNvGrpSpPr/>
          <p:nvPr/>
        </p:nvGrpSpPr>
        <p:grpSpPr>
          <a:xfrm>
            <a:off x="4582549" y="1983556"/>
            <a:ext cx="5226054" cy="3214688"/>
            <a:chOff x="1874" y="1138"/>
            <a:chExt cx="3292" cy="2025"/>
          </a:xfrm>
        </p:grpSpPr>
        <p:grpSp>
          <p:nvGrpSpPr>
            <p:cNvPr id="475" name="Google Shape;475;p18"/>
            <p:cNvGrpSpPr/>
            <p:nvPr/>
          </p:nvGrpSpPr>
          <p:grpSpPr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476" name="Google Shape;476;p18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477" name="Google Shape;477;p18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478" name="Google Shape;478;p18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479" name="Google Shape;479;p18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480" name="Google Shape;480;p18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81" name="Google Shape;481;p18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482" name="Google Shape;482;p18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483" name="Google Shape;483;p18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84" name="Google Shape;484;p18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485" name="Google Shape;485;p18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486" name="Google Shape;486;p18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487" name="Google Shape;487;p18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88" name="Google Shape;488;p18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489" name="Google Shape;489;p18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490" name="Google Shape;490;p18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491" name="Google Shape;491;p18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492" name="Google Shape;492;p18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93" name="Google Shape;493;p18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494" name="Google Shape;494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95" name="Google Shape;495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496" name="Google Shape;496;p18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497" name="Google Shape;497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98" name="Google Shape;498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499" name="Google Shape;499;p18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500" name="Google Shape;500;p18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1" name="Google Shape;501;p18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502" name="Google Shape;502;p18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503" name="Google Shape;503;p18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504" name="Google Shape;504;p18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505" name="Google Shape;505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06" name="Google Shape;506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507" name="Google Shape;507;p18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508" name="Google Shape;508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09" name="Google Shape;509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510" name="Google Shape;510;p18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511" name="Google Shape;511;p18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512" name="Google Shape;512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13" name="Google Shape;513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514" name="Google Shape;514;p18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515" name="Google Shape;515;p18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16" name="Google Shape;516;p18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517" name="Google Shape;517;p18"/>
            <p:cNvSpPr txBox="1"/>
            <p:nvPr/>
          </p:nvSpPr>
          <p:spPr>
            <a:xfrm>
              <a:off x="3956" y="1225"/>
              <a:ext cx="1210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  constant bit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rate 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playout at client</a:t>
              </a:r>
              <a:endParaRPr/>
            </a:p>
          </p:txBody>
        </p:sp>
        <p:grpSp>
          <p:nvGrpSpPr>
            <p:cNvPr id="518" name="Google Shape;518;p18"/>
            <p:cNvGrpSpPr/>
            <p:nvPr/>
          </p:nvGrpSpPr>
          <p:grpSpPr>
            <a:xfrm>
              <a:off x="1874" y="2756"/>
              <a:ext cx="1059" cy="407"/>
              <a:chOff x="1874" y="2756"/>
              <a:chExt cx="1059" cy="407"/>
            </a:xfrm>
          </p:grpSpPr>
          <p:sp>
            <p:nvSpPr>
              <p:cNvPr id="519" name="Google Shape;519;p18"/>
              <p:cNvSpPr txBox="1"/>
              <p:nvPr/>
            </p:nvSpPr>
            <p:spPr>
              <a:xfrm>
                <a:off x="1874" y="2756"/>
                <a:ext cx="1059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playout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delay</a:t>
                </a:r>
                <a:endParaRPr/>
              </a:p>
            </p:txBody>
          </p:sp>
          <p:cxnSp>
            <p:nvCxnSpPr>
              <p:cNvPr id="520" name="Google Shape;520;p18"/>
              <p:cNvCxnSpPr/>
              <p:nvPr/>
            </p:nvCxnSpPr>
            <p:spPr>
              <a:xfrm>
                <a:off x="1938" y="2952"/>
                <a:ext cx="90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008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grpSp>
        <p:nvGrpSpPr>
          <p:cNvPr id="521" name="Google Shape;521;p18"/>
          <p:cNvGrpSpPr/>
          <p:nvPr/>
        </p:nvGrpSpPr>
        <p:grpSpPr>
          <a:xfrm>
            <a:off x="6060511" y="3126165"/>
            <a:ext cx="534988" cy="923926"/>
            <a:chOff x="2822" y="1854"/>
            <a:chExt cx="337" cy="582"/>
          </a:xfrm>
        </p:grpSpPr>
        <p:cxnSp>
          <p:nvCxnSpPr>
            <p:cNvPr id="522" name="Google Shape;522;p18"/>
            <p:cNvCxnSpPr/>
            <p:nvPr/>
          </p:nvCxnSpPr>
          <p:spPr>
            <a:xfrm rot="10800000">
              <a:off x="2988" y="1872"/>
              <a:ext cx="0" cy="564"/>
            </a:xfrm>
            <a:prstGeom prst="straightConnector1">
              <a:avLst/>
            </a:prstGeom>
            <a:noFill/>
            <a:ln cap="flat" cmpd="sng" w="19050">
              <a:solidFill>
                <a:srgbClr val="0000A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23" name="Google Shape;523;p18"/>
            <p:cNvSpPr txBox="1"/>
            <p:nvPr/>
          </p:nvSpPr>
          <p:spPr>
            <a:xfrm rot="-5400000">
              <a:off x="2707" y="1969"/>
              <a:ext cx="567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buffered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b="0" i="0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18"/>
          <p:cNvSpPr txBox="1"/>
          <p:nvPr/>
        </p:nvSpPr>
        <p:spPr>
          <a:xfrm>
            <a:off x="1252768" y="5367320"/>
            <a:ext cx="10515599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client-side buffering and playout delay: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compensate for network-added delay, delay jitter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531" name="Google Shape;531;p19"/>
          <p:cNvSpPr txBox="1"/>
          <p:nvPr/>
        </p:nvSpPr>
        <p:spPr>
          <a:xfrm>
            <a:off x="822435" y="1484670"/>
            <a:ext cx="10369274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divides video file into multiple chunks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chunk encoded at multiple different rates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rate encodings stored in different files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files replicated in various CDN nodes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manifest file: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URLs for different chunks</a:t>
            </a:r>
            <a:endParaRPr/>
          </a:p>
        </p:txBody>
      </p:sp>
      <p:grpSp>
        <p:nvGrpSpPr>
          <p:cNvPr id="532" name="Google Shape;532;p19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533" name="Google Shape;533;p19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19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536" name="Google Shape;536;p19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p19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19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" name="Google Shape;542;p19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5" name="Google Shape;545;p19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546" name="Google Shape;546;p19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9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sp>
        <p:nvSpPr>
          <p:cNvPr id="548" name="Google Shape;548;p19"/>
          <p:cNvSpPr txBox="1"/>
          <p:nvPr/>
        </p:nvSpPr>
        <p:spPr>
          <a:xfrm>
            <a:off x="857469" y="4086563"/>
            <a:ext cx="10369274" cy="2566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periodically estimates server-to-client bandwidth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consulting manifest, requests one chunk at a time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chooses maximum coding rate sustainable given current bandwidth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choose different coding rates at different points in time (depending on available bandwidth at time), and from different servers</a:t>
            </a:r>
            <a:endParaRPr/>
          </a:p>
        </p:txBody>
      </p:sp>
      <p:grpSp>
        <p:nvGrpSpPr>
          <p:cNvPr id="549" name="Google Shape;549;p19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550" name="Google Shape;550;p19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551" name="Google Shape;551;p1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19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1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19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6" name="Google Shape;556;p19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557" name="Google Shape;557;p19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19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9" name="Google Shape;559;p19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0" name="Google Shape;560;p19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561" name="Google Shape;561;p19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" name="Google Shape;562;p19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63" name="Google Shape;563;p19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9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5" name="Google Shape;565;p19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566" name="Google Shape;566;p19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19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68" name="Google Shape;568;p1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9" name="Google Shape;569;p19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570" name="Google Shape;570;p19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19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72" name="Google Shape;572;p19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1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19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19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9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9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9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9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9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3" name="Google Shape;583;p19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584" name="Google Shape;584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585" name="Google Shape;585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586" name="Google Shape;586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7" name="Google Shape;587;p19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588" name="Google Shape;588;p19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589" name="Google Shape;589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9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4" name="Google Shape;594;p19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595" name="Google Shape;595;p19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9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7" name="Google Shape;597;p19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8" name="Google Shape;598;p19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599" name="Google Shape;599;p19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9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1" name="Google Shape;601;p19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3" name="Google Shape;603;p19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04" name="Google Shape;604;p19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9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6" name="Google Shape;606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" name="Google Shape;607;p19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08" name="Google Shape;608;p19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19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0" name="Google Shape;610;p19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9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19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22" name="Google Shape;62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23" name="Google Shape;6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24" name="Google Shape;62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19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26" name="Google Shape;626;p19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27" name="Google Shape;627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2" name="Google Shape;632;p19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33" name="Google Shape;633;p19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9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5" name="Google Shape;635;p19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" name="Google Shape;636;p19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37" name="Google Shape;637;p19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9" name="Google Shape;639;p19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1" name="Google Shape;641;p19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42" name="Google Shape;642;p19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9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4" name="Google Shape;644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19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46" name="Google Shape;646;p19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9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8" name="Google Shape;648;p19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19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60" name="Google Shape;66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61" name="Google Shape;66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62" name="Google Shape;66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3" name="Google Shape;663;p19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664" name="Google Shape;664;p19"/>
          <p:cNvSpPr txBox="1"/>
          <p:nvPr/>
        </p:nvSpPr>
        <p:spPr>
          <a:xfrm>
            <a:off x="8056179" y="362607"/>
            <a:ext cx="334229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ynamic,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daptive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treaming over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20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72" name="Google Shape;672;p20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73" name="Google Shape;673;p2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0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0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" name="Google Shape;678;p20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79" name="Google Shape;679;p20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0" name="Google Shape;680;p20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1" name="Google Shape;681;p20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82" name="Google Shape;682;p20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83" name="Google Shape;683;p20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4" name="Google Shape;684;p20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5" name="Google Shape;685;p20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87" name="Google Shape;687;p20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88" name="Google Shape;688;p20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9" name="Google Shape;689;p20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0" name="Google Shape;690;p2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1" name="Google Shape;691;p20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92" name="Google Shape;692;p20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3" name="Google Shape;693;p20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4" name="Google Shape;694;p20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2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20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0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0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0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0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5" name="Google Shape;705;p20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706" name="Google Shape;706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707" name="Google Shape;707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708" name="Google Shape;70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9" name="Google Shape;709;p20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710" name="Google Shape;710;p20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711" name="Google Shape;711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6" name="Google Shape;716;p20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717" name="Google Shape;717;p20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20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9" name="Google Shape;719;p20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0" name="Google Shape;720;p20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721" name="Google Shape;721;p20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0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3" name="Google Shape;723;p20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5" name="Google Shape;725;p20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726" name="Google Shape;726;p20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0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8" name="Google Shape;728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9" name="Google Shape;729;p20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730" name="Google Shape;730;p20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0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2" name="Google Shape;732;p20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3" name="Google Shape;743;p20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744" name="Google Shape;74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45" name="Google Shape;74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46" name="Google Shape;74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7" name="Google Shape;747;p20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748" name="Google Shape;748;p20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749" name="Google Shape;749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4" name="Google Shape;754;p20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755" name="Google Shape;755;p20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0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7" name="Google Shape;757;p20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8" name="Google Shape;758;p20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759" name="Google Shape;759;p20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0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1" name="Google Shape;761;p20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3" name="Google Shape;763;p20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764" name="Google Shape;764;p20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6" name="Google Shape;766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7" name="Google Shape;767;p20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768" name="Google Shape;768;p20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0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0" name="Google Shape;770;p20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1" name="Google Shape;781;p20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782" name="Google Shape;78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83" name="Google Shape;78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84" name="Google Shape;78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20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786" name="Google Shape;786;p2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787" name="Google Shape;787;p20"/>
          <p:cNvSpPr txBox="1"/>
          <p:nvPr/>
        </p:nvSpPr>
        <p:spPr>
          <a:xfrm>
            <a:off x="750123" y="1425422"/>
            <a:ext cx="6582550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“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intelligence” </a:t>
            </a: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at client: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determines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(so that buffer starvation, or overflow does not occur)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encoding rate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(higher quality when more bandwidth available)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0"/>
          <p:cNvSpPr txBox="1"/>
          <p:nvPr/>
        </p:nvSpPr>
        <p:spPr>
          <a:xfrm>
            <a:off x="764871" y="4418084"/>
            <a:ext cx="6296330" cy="1601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(can request from URL server that is “close” to client or has high available bandwidth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</a:t>
            </a:r>
            <a:endParaRPr/>
          </a:p>
        </p:txBody>
      </p:sp>
      <p:sp>
        <p:nvSpPr>
          <p:cNvPr id="789" name="Google Shape;789;p20"/>
          <p:cNvSpPr txBox="1"/>
          <p:nvPr/>
        </p:nvSpPr>
        <p:spPr>
          <a:xfrm>
            <a:off x="1455456" y="6024759"/>
            <a:ext cx="9389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Streaming video =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encoding +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 + playout buffering</a:t>
            </a:r>
            <a:endParaRPr/>
          </a:p>
        </p:txBody>
      </p:sp>
      <p:grpSp>
        <p:nvGrpSpPr>
          <p:cNvPr id="790" name="Google Shape;790;p20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791" name="Google Shape;791;p20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0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3" name="Google Shape;793;p20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794" name="Google Shape;794;p20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0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0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0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98" name="Google Shape;798;p20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p20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0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2" name="Google Shape;802;p20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803" name="Google Shape;803;p20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20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pic>
        <p:nvPicPr>
          <p:cNvPr descr="A close up of a logo&#10;&#10;Description automatically generated" id="805" name="Google Shape;8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2982" y="1738745"/>
            <a:ext cx="2003136" cy="160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812" name="Google Shape;812;p21"/>
          <p:cNvSpPr txBox="1"/>
          <p:nvPr/>
        </p:nvSpPr>
        <p:spPr>
          <a:xfrm>
            <a:off x="1013029" y="1454599"/>
            <a:ext cx="10515599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1"/>
          <p:cNvSpPr txBox="1"/>
          <p:nvPr/>
        </p:nvSpPr>
        <p:spPr>
          <a:xfrm>
            <a:off x="1010693" y="2685802"/>
            <a:ext cx="5831541" cy="2508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1: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single, large “mega-server”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of network congestion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 (and possibly congested) path to distant clients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1"/>
          <p:cNvSpPr txBox="1"/>
          <p:nvPr/>
        </p:nvSpPr>
        <p:spPr>
          <a:xfrm>
            <a:off x="894495" y="5517758"/>
            <a:ext cx="10515599" cy="832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….quite simply: this solution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doesn’t scale</a:t>
            </a:r>
            <a:endParaRPr/>
          </a:p>
          <a:p>
            <a:pPr indent="-714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821" name="Google Shape;821;p22"/>
          <p:cNvSpPr txBox="1"/>
          <p:nvPr/>
        </p:nvSpPr>
        <p:spPr>
          <a:xfrm>
            <a:off x="1013029" y="1454599"/>
            <a:ext cx="10515599" cy="53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melight Networks" id="822" name="Google Shape;8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0180" y="5450903"/>
            <a:ext cx="31623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22"/>
          <p:cNvSpPr txBox="1"/>
          <p:nvPr/>
        </p:nvSpPr>
        <p:spPr>
          <a:xfrm>
            <a:off x="804333" y="3569967"/>
            <a:ext cx="10027722" cy="18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enter deep: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 CDN servers deep into many access networks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to users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Akamai: 240,000 servers deployed 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in &gt; 120 countries (2015)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kamai logo" id="824" name="Google Shape;8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0180" y="4361465"/>
            <a:ext cx="1886155" cy="7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22"/>
          <p:cNvSpPr txBox="1"/>
          <p:nvPr/>
        </p:nvSpPr>
        <p:spPr>
          <a:xfrm>
            <a:off x="976811" y="2027274"/>
            <a:ext cx="10515599" cy="15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1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2: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store/serve multiple copies of videos at multiple geographically distributed sites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(CDN)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2"/>
          <p:cNvSpPr txBox="1"/>
          <p:nvPr/>
        </p:nvSpPr>
        <p:spPr>
          <a:xfrm>
            <a:off x="812910" y="4953442"/>
            <a:ext cx="7025245" cy="133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bring home: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number (10’s) of larger clusters in POPs near access nets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by Limelight</a:t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0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23"/>
          <p:cNvGrpSpPr/>
          <p:nvPr/>
        </p:nvGrpSpPr>
        <p:grpSpPr>
          <a:xfrm>
            <a:off x="3201988" y="3854450"/>
            <a:ext cx="347662" cy="681038"/>
            <a:chOff x="7923189" y="2486664"/>
            <a:chExt cx="360377" cy="884585"/>
          </a:xfrm>
        </p:grpSpPr>
        <p:pic>
          <p:nvPicPr>
            <p:cNvPr id="833" name="Google Shape;833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34" name="Google Shape;834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835" name="Google Shape;835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0" name="Google Shape;840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41" name="Google Shape;841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2" name="Google Shape;842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3" name="Google Shape;843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4" name="Google Shape;844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45" name="Google Shape;845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" name="Google Shape;846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" name="Google Shape;847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9" name="Google Shape;849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850" name="Google Shape;850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1" name="Google Shape;851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52" name="Google Shape;852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3" name="Google Shape;853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54" name="Google Shape;854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5" name="Google Shape;855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56" name="Google Shape;856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67" name="Google Shape;867;p23"/>
          <p:cNvGrpSpPr/>
          <p:nvPr/>
        </p:nvGrpSpPr>
        <p:grpSpPr>
          <a:xfrm>
            <a:off x="2595259" y="3758984"/>
            <a:ext cx="7093255" cy="2812587"/>
            <a:chOff x="340191" y="1406493"/>
            <a:chExt cx="8496780" cy="5350000"/>
          </a:xfrm>
        </p:grpSpPr>
        <p:sp>
          <p:nvSpPr>
            <p:cNvPr id="868" name="Google Shape;868;p23"/>
            <p:cNvSpPr/>
            <p:nvPr/>
          </p:nvSpPr>
          <p:spPr>
            <a:xfrm>
              <a:off x="1825539" y="224138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669683" y="304142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6334646" y="249536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3"/>
            <p:cNvSpPr/>
            <p:nvPr/>
          </p:nvSpPr>
          <p:spPr>
            <a:xfrm>
              <a:off x="1241260" y="535264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3"/>
            <p:cNvSpPr/>
            <p:nvPr/>
          </p:nvSpPr>
          <p:spPr>
            <a:xfrm>
              <a:off x="822104" y="473039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3"/>
            <p:cNvSpPr/>
            <p:nvPr/>
          </p:nvSpPr>
          <p:spPr>
            <a:xfrm>
              <a:off x="593473" y="407004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3"/>
            <p:cNvSpPr/>
            <p:nvPr/>
          </p:nvSpPr>
          <p:spPr>
            <a:xfrm>
              <a:off x="7084047" y="2927129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3"/>
            <p:cNvSpPr/>
            <p:nvPr/>
          </p:nvSpPr>
          <p:spPr>
            <a:xfrm>
              <a:off x="3425955" y="200010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3"/>
            <p:cNvSpPr/>
            <p:nvPr/>
          </p:nvSpPr>
          <p:spPr>
            <a:xfrm>
              <a:off x="1050735" y="264775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3"/>
            <p:cNvSpPr/>
            <p:nvPr/>
          </p:nvSpPr>
          <p:spPr>
            <a:xfrm>
              <a:off x="4340478" y="197470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3"/>
            <p:cNvSpPr/>
            <p:nvPr/>
          </p:nvSpPr>
          <p:spPr>
            <a:xfrm>
              <a:off x="7401590" y="560662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3"/>
            <p:cNvSpPr/>
            <p:nvPr/>
          </p:nvSpPr>
          <p:spPr>
            <a:xfrm>
              <a:off x="8239903" y="495897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3"/>
            <p:cNvSpPr/>
            <p:nvPr/>
          </p:nvSpPr>
          <p:spPr>
            <a:xfrm>
              <a:off x="8011272" y="404464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3"/>
            <p:cNvSpPr/>
            <p:nvPr/>
          </p:nvSpPr>
          <p:spPr>
            <a:xfrm>
              <a:off x="5166089" y="5847904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3"/>
            <p:cNvSpPr/>
            <p:nvPr/>
          </p:nvSpPr>
          <p:spPr>
            <a:xfrm>
              <a:off x="4251566" y="598759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3"/>
            <p:cNvSpPr/>
            <p:nvPr/>
          </p:nvSpPr>
          <p:spPr>
            <a:xfrm>
              <a:off x="3032202" y="5835205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3"/>
            <p:cNvSpPr txBox="1"/>
            <p:nvPr/>
          </p:nvSpPr>
          <p:spPr>
            <a:xfrm rot="307360">
              <a:off x="5241475" y="1433583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885" name="Google Shape;885;p23"/>
            <p:cNvSpPr txBox="1"/>
            <p:nvPr/>
          </p:nvSpPr>
          <p:spPr>
            <a:xfrm rot="2829263">
              <a:off x="7390643" y="3033433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886" name="Google Shape;886;p23"/>
            <p:cNvSpPr txBox="1"/>
            <p:nvPr/>
          </p:nvSpPr>
          <p:spPr>
            <a:xfrm rot="9845918">
              <a:off x="6341242" y="5649524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887" name="Google Shape;887;p23"/>
            <p:cNvSpPr txBox="1"/>
            <p:nvPr/>
          </p:nvSpPr>
          <p:spPr>
            <a:xfrm rot="-9948738">
              <a:off x="2063761" y="5696601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888" name="Google Shape;888;p23"/>
            <p:cNvSpPr txBox="1"/>
            <p:nvPr/>
          </p:nvSpPr>
          <p:spPr>
            <a:xfrm rot="-4992697">
              <a:off x="195355" y="3660810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889" name="Google Shape;889;p23"/>
            <p:cNvSpPr txBox="1"/>
            <p:nvPr/>
          </p:nvSpPr>
          <p:spPr>
            <a:xfrm rot="-520651">
              <a:off x="2482309" y="1498435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890" name="Google Shape;890;p23"/>
            <p:cNvGrpSpPr/>
            <p:nvPr/>
          </p:nvGrpSpPr>
          <p:grpSpPr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891" name="Google Shape;891;p23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2" name="Google Shape;892;p23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893" name="Google Shape;893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4" name="Google Shape;894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95" name="Google Shape;895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96" name="Google Shape;896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897" name="Google Shape;897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8" name="Google Shape;898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899" name="Google Shape;899;p23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00" name="Google Shape;900;p23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901" name="Google Shape;901;p23"/>
              <p:cNvCxnSpPr>
                <a:stCxn id="900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23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23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23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23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23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23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8" name="Google Shape;908;p23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23"/>
              <p:cNvCxnSpPr>
                <a:endCxn id="893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910" name="Google Shape;910;p23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911" name="Google Shape;911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12" name="Google Shape;912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13" name="Google Shape;913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14" name="Google Shape;914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15" name="Google Shape;915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" name="Google Shape;916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17" name="Google Shape;917;p23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8" name="Google Shape;918;p23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19" name="Google Shape;919;p23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920" name="Google Shape;920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21" name="Google Shape;921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22" name="Google Shape;922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23" name="Google Shape;923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24" name="Google Shape;924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5" name="Google Shape;925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26" name="Google Shape;926;p23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7" name="Google Shape;927;p23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28" name="Google Shape;928;p23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929" name="Google Shape;929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30" name="Google Shape;930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31" name="Google Shape;931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32" name="Google Shape;932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33" name="Google Shape;933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4" name="Google Shape;934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35" name="Google Shape;935;p23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6" name="Google Shape;936;p23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37" name="Google Shape;937;p23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938" name="Google Shape;938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39" name="Google Shape;939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40" name="Google Shape;940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41" name="Google Shape;941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42" name="Google Shape;942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3" name="Google Shape;943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44" name="Google Shape;944;p23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5" name="Google Shape;945;p23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46" name="Google Shape;946;p23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947" name="Google Shape;947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48" name="Google Shape;948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49" name="Google Shape;949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50" name="Google Shape;950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51" name="Google Shape;951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2" name="Google Shape;952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53" name="Google Shape;953;p23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4" name="Google Shape;954;p23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55" name="Google Shape;955;p23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956" name="Google Shape;956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57" name="Google Shape;957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58" name="Google Shape;958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59" name="Google Shape;959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60" name="Google Shape;960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1" name="Google Shape;961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62" name="Google Shape;962;p23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3" name="Google Shape;963;p23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64" name="Google Shape;964;p23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965" name="Google Shape;965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66" name="Google Shape;966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67" name="Google Shape;967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68" name="Google Shape;968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69" name="Google Shape;969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0" name="Google Shape;970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71" name="Google Shape;971;p23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2" name="Google Shape;972;p23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973" name="Google Shape;973;p23"/>
            <p:cNvGrpSpPr/>
            <p:nvPr/>
          </p:nvGrpSpPr>
          <p:grpSpPr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974" name="Google Shape;974;p23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75" name="Google Shape;975;p23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976" name="Google Shape;976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77" name="Google Shape;977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78" name="Google Shape;978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79" name="Google Shape;979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80" name="Google Shape;980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1" name="Google Shape;981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982" name="Google Shape;982;p23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3" name="Google Shape;983;p23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984" name="Google Shape;984;p23"/>
              <p:cNvCxnSpPr>
                <a:stCxn id="983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23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23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23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23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23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23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23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23"/>
              <p:cNvCxnSpPr>
                <a:endCxn id="976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993" name="Google Shape;993;p23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994" name="Google Shape;994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95" name="Google Shape;995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96" name="Google Shape;996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97" name="Google Shape;997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998" name="Google Shape;998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9" name="Google Shape;999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00" name="Google Shape;1000;p23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1" name="Google Shape;1001;p23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02" name="Google Shape;1002;p23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1003" name="Google Shape;1003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04" name="Google Shape;1004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05" name="Google Shape;1005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06" name="Google Shape;1006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007" name="Google Shape;1007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8" name="Google Shape;1008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09" name="Google Shape;1009;p23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0" name="Google Shape;1010;p23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11" name="Google Shape;1011;p23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1012" name="Google Shape;1012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13" name="Google Shape;1013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14" name="Google Shape;1014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15" name="Google Shape;1015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016" name="Google Shape;1016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7" name="Google Shape;1017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18" name="Google Shape;1018;p23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9" name="Google Shape;1019;p23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20" name="Google Shape;1020;p23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1021" name="Google Shape;1021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22" name="Google Shape;1022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23" name="Google Shape;1023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24" name="Google Shape;1024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025" name="Google Shape;1025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6" name="Google Shape;1026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27" name="Google Shape;1027;p23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8" name="Google Shape;1028;p23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29" name="Google Shape;1029;p23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1030" name="Google Shape;1030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31" name="Google Shape;1031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32" name="Google Shape;1032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33" name="Google Shape;1033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034" name="Google Shape;1034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5" name="Google Shape;1035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36" name="Google Shape;1036;p23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7" name="Google Shape;1037;p23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38" name="Google Shape;1038;p23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41" name="Google Shape;1041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42" name="Google Shape;1042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043" name="Google Shape;1043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4" name="Google Shape;1044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45" name="Google Shape;1045;p23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6" name="Google Shape;1046;p23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47" name="Google Shape;1047;p23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1048" name="Google Shape;1048;p23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49" name="Google Shape;1049;p23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50" name="Google Shape;1050;p23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51" name="Google Shape;1051;p23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052" name="Google Shape;1052;p23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3" name="Google Shape;1053;p23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054" name="Google Shape;1054;p23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5" name="Google Shape;1055;p23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1056" name="Google Shape;1056;p23"/>
            <p:cNvSpPr/>
            <p:nvPr/>
          </p:nvSpPr>
          <p:spPr>
            <a:xfrm>
              <a:off x="1498600" y="4165600"/>
              <a:ext cx="3086100" cy="1168400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" name="Google Shape;1057;p23"/>
            <p:cNvGrpSpPr/>
            <p:nvPr/>
          </p:nvGrpSpPr>
          <p:grpSpPr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1058" name="Google Shape;1058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9" name="Google Shape;1059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0" name="Google Shape;1060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061" name="Google Shape;1061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62" name="Google Shape;1062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3" name="Google Shape;1063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064" name="Google Shape;1064;p23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" name="Google Shape;1065;p23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66" name="Google Shape;1066;p23"/>
            <p:cNvCxnSpPr>
              <a:stCxn id="1065" idx="0"/>
            </p:cNvCxnSpPr>
            <p:nvPr/>
          </p:nvCxnSpPr>
          <p:spPr>
            <a:xfrm>
              <a:off x="2662301" y="4315627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23"/>
            <p:cNvCxnSpPr/>
            <p:nvPr/>
          </p:nvCxnSpPr>
          <p:spPr>
            <a:xfrm>
              <a:off x="3112420" y="4624312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23"/>
            <p:cNvCxnSpPr/>
            <p:nvPr/>
          </p:nvCxnSpPr>
          <p:spPr>
            <a:xfrm flipH="1" rot="10800000">
              <a:off x="2920421" y="4797923"/>
              <a:ext cx="234667" cy="388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23"/>
            <p:cNvCxnSpPr/>
            <p:nvPr/>
          </p:nvCxnSpPr>
          <p:spPr>
            <a:xfrm flipH="1" rot="10800000">
              <a:off x="2636021" y="4648552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23"/>
            <p:cNvCxnSpPr/>
            <p:nvPr/>
          </p:nvCxnSpPr>
          <p:spPr>
            <a:xfrm flipH="1" rot="10800000">
              <a:off x="2348386" y="4902261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1" name="Google Shape;1071;p23"/>
            <p:cNvCxnSpPr/>
            <p:nvPr/>
          </p:nvCxnSpPr>
          <p:spPr>
            <a:xfrm flipH="1" rot="10800000">
              <a:off x="3127556" y="4839861"/>
              <a:ext cx="243934" cy="2154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23"/>
            <p:cNvCxnSpPr/>
            <p:nvPr/>
          </p:nvCxnSpPr>
          <p:spPr>
            <a:xfrm rot="10800000">
              <a:off x="3601475" y="4827802"/>
              <a:ext cx="342282" cy="1059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23"/>
            <p:cNvCxnSpPr/>
            <p:nvPr/>
          </p:nvCxnSpPr>
          <p:spPr>
            <a:xfrm flipH="1" rot="10800000">
              <a:off x="3587812" y="4532358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4" name="Google Shape;1074;p23"/>
            <p:cNvCxnSpPr>
              <a:endCxn id="1058" idx="4"/>
            </p:cNvCxnSpPr>
            <p:nvPr/>
          </p:nvCxnSpPr>
          <p:spPr>
            <a:xfrm rot="10800000">
              <a:off x="2408212" y="4421933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75" name="Google Shape;1075;p23"/>
            <p:cNvGrpSpPr/>
            <p:nvPr/>
          </p:nvGrpSpPr>
          <p:grpSpPr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1076" name="Google Shape;1076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079" name="Google Shape;1079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80" name="Google Shape;1080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" name="Google Shape;1081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082" name="Google Shape;1082;p23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" name="Google Shape;1083;p23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84" name="Google Shape;1084;p23"/>
            <p:cNvGrpSpPr/>
            <p:nvPr/>
          </p:nvGrpSpPr>
          <p:grpSpPr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1085" name="Google Shape;1085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6" name="Google Shape;1086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7" name="Google Shape;1087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088" name="Google Shape;1088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89" name="Google Shape;1089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" name="Google Shape;1090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091" name="Google Shape;1091;p23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" name="Google Shape;1092;p23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93" name="Google Shape;1093;p23"/>
            <p:cNvGrpSpPr/>
            <p:nvPr/>
          </p:nvGrpSpPr>
          <p:grpSpPr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1094" name="Google Shape;1094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097" name="Google Shape;1097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98" name="Google Shape;1098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9" name="Google Shape;1099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00" name="Google Shape;1100;p23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1" name="Google Shape;1101;p23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02" name="Google Shape;1102;p23"/>
            <p:cNvGrpSpPr/>
            <p:nvPr/>
          </p:nvGrpSpPr>
          <p:grpSpPr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1103" name="Google Shape;1103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4" name="Google Shape;1104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5" name="Google Shape;1105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106" name="Google Shape;1106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07" name="Google Shape;1107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09" name="Google Shape;1109;p23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" name="Google Shape;1110;p23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11" name="Google Shape;1111;p23"/>
            <p:cNvGrpSpPr/>
            <p:nvPr/>
          </p:nvGrpSpPr>
          <p:grpSpPr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1112" name="Google Shape;1112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3" name="Google Shape;1113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4" name="Google Shape;1114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115" name="Google Shape;1115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16" name="Google Shape;1116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7" name="Google Shape;1117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18" name="Google Shape;1118;p23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9" name="Google Shape;1119;p23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20" name="Google Shape;1120;p23"/>
            <p:cNvGrpSpPr/>
            <p:nvPr/>
          </p:nvGrpSpPr>
          <p:grpSpPr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1121" name="Google Shape;1121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2" name="Google Shape;1122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3" name="Google Shape;1123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124" name="Google Shape;1124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25" name="Google Shape;1125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6" name="Google Shape;1126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27" name="Google Shape;1127;p23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" name="Google Shape;1128;p23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29" name="Google Shape;1129;p23"/>
            <p:cNvGrpSpPr/>
            <p:nvPr/>
          </p:nvGrpSpPr>
          <p:grpSpPr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1130" name="Google Shape;1130;p23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1" name="Google Shape;1131;p23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2" name="Google Shape;1132;p23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133" name="Google Shape;1133;p23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34" name="Google Shape;1134;p2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5" name="Google Shape;1135;p2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36" name="Google Shape;1136;p23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23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38" name="Google Shape;1138;p23"/>
            <p:cNvCxnSpPr>
              <a:endCxn id="978" idx="1"/>
            </p:cNvCxnSpPr>
            <p:nvPr/>
          </p:nvCxnSpPr>
          <p:spPr>
            <a:xfrm>
              <a:off x="2383486" y="2610474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23"/>
            <p:cNvCxnSpPr>
              <a:stCxn id="876" idx="8"/>
              <a:endCxn id="1140" idx="2"/>
            </p:cNvCxnSpPr>
            <p:nvPr/>
          </p:nvCxnSpPr>
          <p:spPr>
            <a:xfrm>
              <a:off x="1455738" y="2990814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1" name="Google Shape;1141;p23"/>
            <p:cNvCxnSpPr>
              <a:endCxn id="1140" idx="3"/>
            </p:cNvCxnSpPr>
            <p:nvPr/>
          </p:nvCxnSpPr>
          <p:spPr>
            <a:xfrm>
              <a:off x="1235234" y="3271143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23"/>
            <p:cNvCxnSpPr>
              <a:endCxn id="1023" idx="1"/>
            </p:cNvCxnSpPr>
            <p:nvPr/>
          </p:nvCxnSpPr>
          <p:spPr>
            <a:xfrm>
              <a:off x="3915618" y="2411781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23"/>
            <p:cNvCxnSpPr>
              <a:endCxn id="1023" idx="0"/>
            </p:cNvCxnSpPr>
            <p:nvPr/>
          </p:nvCxnSpPr>
          <p:spPr>
            <a:xfrm flipH="1">
              <a:off x="4426303" y="2390060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4" name="Google Shape;1144;p23"/>
            <p:cNvCxnSpPr>
              <a:endCxn id="940" idx="0"/>
            </p:cNvCxnSpPr>
            <p:nvPr/>
          </p:nvCxnSpPr>
          <p:spPr>
            <a:xfrm>
              <a:off x="6770957" y="2900235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23"/>
            <p:cNvCxnSpPr/>
            <p:nvPr/>
          </p:nvCxnSpPr>
          <p:spPr>
            <a:xfrm flipH="1">
              <a:off x="7137400" y="3251200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23"/>
            <p:cNvCxnSpPr>
              <a:stCxn id="880" idx="4"/>
              <a:endCxn id="954" idx="0"/>
            </p:cNvCxnSpPr>
            <p:nvPr/>
          </p:nvCxnSpPr>
          <p:spPr>
            <a:xfrm flipH="1">
              <a:off x="7483613" y="4229100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23"/>
            <p:cNvCxnSpPr/>
            <p:nvPr/>
          </p:nvCxnSpPr>
          <p:spPr>
            <a:xfrm rot="10800000">
              <a:off x="7454900" y="4573588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23"/>
            <p:cNvCxnSpPr>
              <a:endCxn id="956" idx="5"/>
            </p:cNvCxnSpPr>
            <p:nvPr/>
          </p:nvCxnSpPr>
          <p:spPr>
            <a:xfrm rot="10800000">
              <a:off x="6496434" y="4722379"/>
              <a:ext cx="10479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" name="Google Shape;1149;p23"/>
            <p:cNvCxnSpPr>
              <a:stCxn id="881" idx="0"/>
              <a:endCxn id="1150" idx="5"/>
            </p:cNvCxnSpPr>
            <p:nvPr/>
          </p:nvCxnSpPr>
          <p:spPr>
            <a:xfrm rot="10800000">
              <a:off x="5085361" y="5684604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23"/>
            <p:cNvCxnSpPr/>
            <p:nvPr/>
          </p:nvCxnSpPr>
          <p:spPr>
            <a:xfrm rot="10800000">
              <a:off x="4068763" y="5045075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23"/>
            <p:cNvCxnSpPr/>
            <p:nvPr/>
          </p:nvCxnSpPr>
          <p:spPr>
            <a:xfrm flipH="1" rot="10800000">
              <a:off x="3389313" y="5689600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23"/>
            <p:cNvCxnSpPr/>
            <p:nvPr/>
          </p:nvCxnSpPr>
          <p:spPr>
            <a:xfrm flipH="1" rot="10800000">
              <a:off x="1790700" y="5160963"/>
              <a:ext cx="401638" cy="2095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23"/>
            <p:cNvCxnSpPr/>
            <p:nvPr/>
          </p:nvCxnSpPr>
          <p:spPr>
            <a:xfrm flipH="1" rot="10800000">
              <a:off x="1179513" y="4467225"/>
              <a:ext cx="227012" cy="282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23"/>
            <p:cNvCxnSpPr>
              <a:endCxn id="1140" idx="5"/>
            </p:cNvCxnSpPr>
            <p:nvPr/>
          </p:nvCxnSpPr>
          <p:spPr>
            <a:xfrm flipH="1" rot="10800000">
              <a:off x="1156034" y="4369521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6" name="Google Shape;1156;p23"/>
            <p:cNvSpPr/>
            <p:nvPr/>
          </p:nvSpPr>
          <p:spPr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7" name="Google Shape;1157;p23"/>
            <p:cNvCxnSpPr/>
            <p:nvPr/>
          </p:nvCxnSpPr>
          <p:spPr>
            <a:xfrm>
              <a:off x="4713288" y="3051291"/>
              <a:ext cx="964307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23"/>
            <p:cNvCxnSpPr/>
            <p:nvPr/>
          </p:nvCxnSpPr>
          <p:spPr>
            <a:xfrm>
              <a:off x="6139457" y="3169615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23"/>
            <p:cNvCxnSpPr>
              <a:stCxn id="1105" idx="0"/>
            </p:cNvCxnSpPr>
            <p:nvPr/>
          </p:nvCxnSpPr>
          <p:spPr>
            <a:xfrm flipH="1" rot="10800000">
              <a:off x="3833272" y="4233218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0" name="Google Shape;1160;p23"/>
            <p:cNvSpPr/>
            <p:nvPr/>
          </p:nvSpPr>
          <p:spPr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1161" name="Google Shape;1161;p23"/>
            <p:cNvCxnSpPr>
              <a:stCxn id="1160" idx="6"/>
              <a:endCxn id="899" idx="1"/>
            </p:cNvCxnSpPr>
            <p:nvPr/>
          </p:nvCxnSpPr>
          <p:spPr>
            <a:xfrm flipH="1" rot="10800000">
              <a:off x="4460773" y="3953985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23"/>
            <p:cNvCxnSpPr/>
            <p:nvPr/>
          </p:nvCxnSpPr>
          <p:spPr>
            <a:xfrm>
              <a:off x="3692525" y="3789363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23"/>
            <p:cNvCxnSpPr>
              <a:stCxn id="1030" idx="5"/>
              <a:endCxn id="895" idx="1"/>
            </p:cNvCxnSpPr>
            <p:nvPr/>
          </p:nvCxnSpPr>
          <p:spPr>
            <a:xfrm>
              <a:off x="4876256" y="3633041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23"/>
            <p:cNvCxnSpPr>
              <a:endCxn id="1060" idx="0"/>
            </p:cNvCxnSpPr>
            <p:nvPr/>
          </p:nvCxnSpPr>
          <p:spPr>
            <a:xfrm flipH="1">
              <a:off x="2407287" y="3753303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23"/>
            <p:cNvCxnSpPr>
              <a:stCxn id="1119" idx="0"/>
            </p:cNvCxnSpPr>
            <p:nvPr/>
          </p:nvCxnSpPr>
          <p:spPr>
            <a:xfrm flipH="1" rot="10800000">
              <a:off x="4307761" y="4626575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0" name="Google Shape;1150;p23"/>
            <p:cNvSpPr/>
            <p:nvPr/>
          </p:nvSpPr>
          <p:spPr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3"/>
            <p:cNvSpPr/>
            <p:nvPr/>
          </p:nvSpPr>
          <p:spPr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66" name="Google Shape;1166;p23"/>
            <p:cNvCxnSpPr>
              <a:stCxn id="1140" idx="0"/>
              <a:endCxn id="1054" idx="0"/>
            </p:cNvCxnSpPr>
            <p:nvPr/>
          </p:nvCxnSpPr>
          <p:spPr>
            <a:xfrm flipH="1" rot="10800000">
              <a:off x="1684338" y="3653682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23"/>
            <p:cNvCxnSpPr>
              <a:endCxn id="1064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8" name="Google Shape;1168;p23"/>
          <p:cNvGrpSpPr/>
          <p:nvPr/>
        </p:nvGrpSpPr>
        <p:grpSpPr>
          <a:xfrm>
            <a:off x="1963738" y="4827588"/>
            <a:ext cx="874712" cy="506412"/>
            <a:chOff x="2889" y="1631"/>
            <a:chExt cx="980" cy="743"/>
          </a:xfrm>
        </p:grpSpPr>
        <p:sp>
          <p:nvSpPr>
            <p:cNvPr id="1169" name="Google Shape;1169;p23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2889" y="1631"/>
              <a:ext cx="980" cy="254"/>
            </a:xfrm>
            <a:prstGeom prst="triangle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1" name="Google Shape;1171;p23"/>
          <p:cNvCxnSpPr/>
          <p:nvPr/>
        </p:nvCxnSpPr>
        <p:spPr>
          <a:xfrm flipH="1" rot="10800000">
            <a:off x="2686051" y="5280026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2" name="Google Shape;1172;p23"/>
          <p:cNvSpPr txBox="1"/>
          <p:nvPr>
            <p:ph idx="1" type="body"/>
          </p:nvPr>
        </p:nvSpPr>
        <p:spPr>
          <a:xfrm>
            <a:off x="991026" y="1906929"/>
            <a:ext cx="1053595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subscriber requests content, service provider returns manifest</a:t>
            </a:r>
            <a:endParaRPr/>
          </a:p>
        </p:txBody>
      </p:sp>
      <p:sp>
        <p:nvSpPr>
          <p:cNvPr id="1173" name="Google Shape;1173;p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grpSp>
        <p:nvGrpSpPr>
          <p:cNvPr id="1174" name="Google Shape;1174;p23"/>
          <p:cNvGrpSpPr/>
          <p:nvPr/>
        </p:nvGrpSpPr>
        <p:grpSpPr>
          <a:xfrm>
            <a:off x="4745038" y="5776913"/>
            <a:ext cx="349250" cy="679450"/>
            <a:chOff x="7923189" y="2486664"/>
            <a:chExt cx="360377" cy="884585"/>
          </a:xfrm>
        </p:grpSpPr>
        <p:pic>
          <p:nvPicPr>
            <p:cNvPr id="1175" name="Google Shape;117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1177" name="Google Shape;1177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82" name="Google Shape;1182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183" name="Google Shape;1183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4" name="Google Shape;1184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85" name="Google Shape;1185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86" name="Google Shape;1186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187" name="Google Shape;1187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8" name="Google Shape;1188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89" name="Google Shape;1189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91" name="Google Shape;1191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192" name="Google Shape;1192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94" name="Google Shape;1194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95" name="Google Shape;1195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196" name="Google Shape;1196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7" name="Google Shape;1197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98" name="Google Shape;1198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09" name="Google Shape;1209;p23"/>
          <p:cNvGrpSpPr/>
          <p:nvPr/>
        </p:nvGrpSpPr>
        <p:grpSpPr>
          <a:xfrm>
            <a:off x="5911851" y="3556000"/>
            <a:ext cx="347663" cy="679450"/>
            <a:chOff x="7923189" y="2486664"/>
            <a:chExt cx="360377" cy="884585"/>
          </a:xfrm>
        </p:grpSpPr>
        <p:pic>
          <p:nvPicPr>
            <p:cNvPr id="1210" name="Google Shape;121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1" name="Google Shape;1211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1212" name="Google Shape;1212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17" name="Google Shape;1217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218" name="Google Shape;1218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Google Shape;1219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0" name="Google Shape;1220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1" name="Google Shape;1221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222" name="Google Shape;1222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3" name="Google Shape;1223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4" name="Google Shape;1224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6" name="Google Shape;1226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227" name="Google Shape;1227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8" name="Google Shape;1228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9" name="Google Shape;1229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0" name="Google Shape;1230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231" name="Google Shape;1231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2" name="Google Shape;1232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33" name="Google Shape;1233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44" name="Google Shape;1244;p23"/>
          <p:cNvGrpSpPr/>
          <p:nvPr/>
        </p:nvGrpSpPr>
        <p:grpSpPr>
          <a:xfrm>
            <a:off x="6608763" y="5611814"/>
            <a:ext cx="347662" cy="681037"/>
            <a:chOff x="7923189" y="2486664"/>
            <a:chExt cx="360377" cy="884585"/>
          </a:xfrm>
        </p:grpSpPr>
        <p:pic>
          <p:nvPicPr>
            <p:cNvPr id="1245" name="Google Shape;124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6" name="Google Shape;1246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1247" name="Google Shape;1247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52" name="Google Shape;1252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253" name="Google Shape;1253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4" name="Google Shape;1254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55" name="Google Shape;1255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56" name="Google Shape;1256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257" name="Google Shape;1257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8" name="Google Shape;1258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59" name="Google Shape;1259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61" name="Google Shape;1261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262" name="Google Shape;1262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3" name="Google Shape;1263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64" name="Google Shape;1264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65" name="Google Shape;1265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266" name="Google Shape;1266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7" name="Google Shape;1267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68" name="Google Shape;1268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79" name="Google Shape;1279;p23"/>
          <p:cNvGrpSpPr/>
          <p:nvPr/>
        </p:nvGrpSpPr>
        <p:grpSpPr>
          <a:xfrm>
            <a:off x="7591426" y="3829050"/>
            <a:ext cx="347663" cy="681038"/>
            <a:chOff x="7923189" y="2486664"/>
            <a:chExt cx="360377" cy="884585"/>
          </a:xfrm>
        </p:grpSpPr>
        <p:pic>
          <p:nvPicPr>
            <p:cNvPr id="1280" name="Google Shape;128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1" name="Google Shape;1281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1282" name="Google Shape;1282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87" name="Google Shape;1287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288" name="Google Shape;1288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9" name="Google Shape;1289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90" name="Google Shape;1290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91" name="Google Shape;1291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292" name="Google Shape;1292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3" name="Google Shape;1293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94" name="Google Shape;1294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96" name="Google Shape;1296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297" name="Google Shape;1297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8" name="Google Shape;1298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99" name="Google Shape;1299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00" name="Google Shape;1300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301" name="Google Shape;1301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2" name="Google Shape;1302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03" name="Google Shape;1303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14" name="Google Shape;1314;p23"/>
          <p:cNvGrpSpPr/>
          <p:nvPr/>
        </p:nvGrpSpPr>
        <p:grpSpPr>
          <a:xfrm>
            <a:off x="3646488" y="5629275"/>
            <a:ext cx="347662" cy="681038"/>
            <a:chOff x="7923189" y="2486664"/>
            <a:chExt cx="360377" cy="884585"/>
          </a:xfrm>
        </p:grpSpPr>
        <p:pic>
          <p:nvPicPr>
            <p:cNvPr id="1315" name="Google Shape;131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6" name="Google Shape;1316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1317" name="Google Shape;1317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22" name="Google Shape;1322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323" name="Google Shape;1323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4" name="Google Shape;1324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25" name="Google Shape;1325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26" name="Google Shape;1326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327" name="Google Shape;1327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Google Shape;1328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29" name="Google Shape;1329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31" name="Google Shape;1331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332" name="Google Shape;1332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3" name="Google Shape;1333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34" name="Google Shape;1334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35" name="Google Shape;1335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336" name="Google Shape;1336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7" name="Google Shape;1337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38" name="Google Shape;1338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49" name="Google Shape;1349;p23"/>
          <p:cNvGrpSpPr/>
          <p:nvPr/>
        </p:nvGrpSpPr>
        <p:grpSpPr>
          <a:xfrm>
            <a:off x="9231313" y="4368777"/>
            <a:ext cx="990600" cy="731861"/>
            <a:chOff x="7707615" y="4368869"/>
            <a:chExt cx="990551" cy="731658"/>
          </a:xfrm>
        </p:grpSpPr>
        <p:pic>
          <p:nvPicPr>
            <p:cNvPr id="1350" name="Google Shape;1350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51" name="Google Shape;1351;p23"/>
            <p:cNvGrpSpPr/>
            <p:nvPr/>
          </p:nvGrpSpPr>
          <p:grpSpPr>
            <a:xfrm flipH="1">
              <a:off x="7707615" y="4368892"/>
              <a:ext cx="225477" cy="395239"/>
              <a:chOff x="4143" y="429"/>
              <a:chExt cx="1422" cy="2392"/>
            </a:xfrm>
          </p:grpSpPr>
          <p:sp>
            <p:nvSpPr>
              <p:cNvPr id="1352" name="Google Shape;1352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23"/>
              <p:cNvSpPr/>
              <p:nvPr/>
            </p:nvSpPr>
            <p:spPr>
              <a:xfrm>
                <a:off x="4203" y="429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23"/>
              <p:cNvSpPr/>
              <p:nvPr/>
            </p:nvSpPr>
            <p:spPr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57" name="Google Shape;1357;p23"/>
              <p:cNvGrpSpPr/>
              <p:nvPr/>
            </p:nvGrpSpPr>
            <p:grpSpPr>
              <a:xfrm>
                <a:off x="4754" y="669"/>
                <a:ext cx="581" cy="144"/>
                <a:chOff x="620" y="2569"/>
                <a:chExt cx="725" cy="138"/>
              </a:xfrm>
            </p:grpSpPr>
            <p:sp>
              <p:nvSpPr>
                <p:cNvPr id="1358" name="Google Shape;1358;p23"/>
                <p:cNvSpPr/>
                <p:nvPr/>
              </p:nvSpPr>
              <p:spPr>
                <a:xfrm>
                  <a:off x="620" y="2569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9" name="Google Shape;1359;p23"/>
                <p:cNvSpPr/>
                <p:nvPr/>
              </p:nvSpPr>
              <p:spPr>
                <a:xfrm>
                  <a:off x="645" y="2587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60" name="Google Shape;1360;p23"/>
              <p:cNvSpPr/>
              <p:nvPr/>
            </p:nvSpPr>
            <p:spPr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61" name="Google Shape;1361;p23"/>
              <p:cNvGrpSpPr/>
              <p:nvPr/>
            </p:nvGrpSpPr>
            <p:grpSpPr>
              <a:xfrm>
                <a:off x="4744" y="996"/>
                <a:ext cx="581" cy="134"/>
                <a:chOff x="610" y="2570"/>
                <a:chExt cx="725" cy="139"/>
              </a:xfrm>
            </p:grpSpPr>
            <p:sp>
              <p:nvSpPr>
                <p:cNvPr id="1362" name="Google Shape;1362;p23"/>
                <p:cNvSpPr/>
                <p:nvPr/>
              </p:nvSpPr>
              <p:spPr>
                <a:xfrm>
                  <a:off x="610" y="2570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3" name="Google Shape;1363;p23"/>
                <p:cNvSpPr/>
                <p:nvPr/>
              </p:nvSpPr>
              <p:spPr>
                <a:xfrm>
                  <a:off x="623" y="2590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64" name="Google Shape;1364;p23"/>
              <p:cNvSpPr/>
              <p:nvPr/>
            </p:nvSpPr>
            <p:spPr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23"/>
              <p:cNvSpPr/>
              <p:nvPr/>
            </p:nvSpPr>
            <p:spPr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66" name="Google Shape;1366;p23"/>
              <p:cNvGrpSpPr/>
              <p:nvPr/>
            </p:nvGrpSpPr>
            <p:grpSpPr>
              <a:xfrm>
                <a:off x="4734" y="1629"/>
                <a:ext cx="571" cy="144"/>
                <a:chOff x="613" y="2570"/>
                <a:chExt cx="711" cy="133"/>
              </a:xfrm>
            </p:grpSpPr>
            <p:sp>
              <p:nvSpPr>
                <p:cNvPr id="1367" name="Google Shape;1367;p23"/>
                <p:cNvSpPr/>
                <p:nvPr/>
              </p:nvSpPr>
              <p:spPr>
                <a:xfrm>
                  <a:off x="613" y="2570"/>
                  <a:ext cx="711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8" name="Google Shape;1368;p23"/>
                <p:cNvSpPr/>
                <p:nvPr/>
              </p:nvSpPr>
              <p:spPr>
                <a:xfrm>
                  <a:off x="625" y="2588"/>
                  <a:ext cx="673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69" name="Google Shape;1369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70" name="Google Shape;1370;p23"/>
              <p:cNvGrpSpPr/>
              <p:nvPr/>
            </p:nvGrpSpPr>
            <p:grpSpPr>
              <a:xfrm>
                <a:off x="4744" y="1303"/>
                <a:ext cx="580" cy="163"/>
                <a:chOff x="620" y="2544"/>
                <a:chExt cx="723" cy="163"/>
              </a:xfrm>
            </p:grpSpPr>
            <p:sp>
              <p:nvSpPr>
                <p:cNvPr id="1371" name="Google Shape;1371;p23"/>
                <p:cNvSpPr/>
                <p:nvPr/>
              </p:nvSpPr>
              <p:spPr>
                <a:xfrm>
                  <a:off x="620" y="2544"/>
                  <a:ext cx="723" cy="16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2" name="Google Shape;1372;p23"/>
                <p:cNvSpPr/>
                <p:nvPr/>
              </p:nvSpPr>
              <p:spPr>
                <a:xfrm>
                  <a:off x="645" y="2582"/>
                  <a:ext cx="673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73" name="Google Shape;1373;p23"/>
              <p:cNvSpPr/>
              <p:nvPr/>
            </p:nvSpPr>
            <p:spPr>
              <a:xfrm>
                <a:off x="5255" y="429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>
                <a:off x="4143" y="2677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23"/>
              <p:cNvSpPr/>
              <p:nvPr/>
            </p:nvSpPr>
            <p:spPr>
              <a:xfrm>
                <a:off x="4203" y="2705"/>
                <a:ext cx="1071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23"/>
              <p:cNvSpPr/>
              <p:nvPr/>
            </p:nvSpPr>
            <p:spPr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23"/>
              <p:cNvSpPr/>
              <p:nvPr/>
            </p:nvSpPr>
            <p:spPr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23"/>
            <p:cNvGrpSpPr/>
            <p:nvPr/>
          </p:nvGrpSpPr>
          <p:grpSpPr>
            <a:xfrm flipH="1">
              <a:off x="7939390" y="4368869"/>
              <a:ext cx="227063" cy="396726"/>
              <a:chOff x="4136" y="427"/>
              <a:chExt cx="1432" cy="2401"/>
            </a:xfrm>
          </p:grpSpPr>
          <p:sp>
            <p:nvSpPr>
              <p:cNvPr id="1385" name="Google Shape;1385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>
                <a:off x="4207" y="427"/>
                <a:ext cx="1051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23"/>
              <p:cNvSpPr/>
              <p:nvPr/>
            </p:nvSpPr>
            <p:spPr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90" name="Google Shape;1390;p23"/>
              <p:cNvGrpSpPr/>
              <p:nvPr/>
            </p:nvGrpSpPr>
            <p:grpSpPr>
              <a:xfrm>
                <a:off x="4747" y="667"/>
                <a:ext cx="581" cy="144"/>
                <a:chOff x="612" y="2567"/>
                <a:chExt cx="725" cy="138"/>
              </a:xfrm>
            </p:grpSpPr>
            <p:sp>
              <p:nvSpPr>
                <p:cNvPr id="1391" name="Google Shape;1391;p23"/>
                <p:cNvSpPr/>
                <p:nvPr/>
              </p:nvSpPr>
              <p:spPr>
                <a:xfrm>
                  <a:off x="612" y="2567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2" name="Google Shape;1392;p23"/>
                <p:cNvSpPr/>
                <p:nvPr/>
              </p:nvSpPr>
              <p:spPr>
                <a:xfrm>
                  <a:off x="624" y="2586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93" name="Google Shape;1393;p23"/>
              <p:cNvSpPr/>
              <p:nvPr/>
            </p:nvSpPr>
            <p:spPr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94" name="Google Shape;1394;p23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95" name="Google Shape;1395;p23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23"/>
                <p:cNvSpPr/>
                <p:nvPr/>
              </p:nvSpPr>
              <p:spPr>
                <a:xfrm>
                  <a:off x="627" y="2588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97" name="Google Shape;1397;p23"/>
              <p:cNvSpPr/>
              <p:nvPr/>
            </p:nvSpPr>
            <p:spPr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23"/>
              <p:cNvSpPr/>
              <p:nvPr/>
            </p:nvSpPr>
            <p:spPr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99" name="Google Shape;1399;p23"/>
              <p:cNvGrpSpPr/>
              <p:nvPr/>
            </p:nvGrpSpPr>
            <p:grpSpPr>
              <a:xfrm>
                <a:off x="4737" y="1628"/>
                <a:ext cx="571" cy="153"/>
                <a:chOff x="617" y="2569"/>
                <a:chExt cx="711" cy="141"/>
              </a:xfrm>
            </p:grpSpPr>
            <p:sp>
              <p:nvSpPr>
                <p:cNvPr id="1400" name="Google Shape;1400;p23"/>
                <p:cNvSpPr/>
                <p:nvPr/>
              </p:nvSpPr>
              <p:spPr>
                <a:xfrm>
                  <a:off x="617" y="2569"/>
                  <a:ext cx="711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1" name="Google Shape;1401;p23"/>
                <p:cNvSpPr/>
                <p:nvPr/>
              </p:nvSpPr>
              <p:spPr>
                <a:xfrm>
                  <a:off x="629" y="2586"/>
                  <a:ext cx="67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02" name="Google Shape;1402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3" name="Google Shape;1403;p23"/>
              <p:cNvGrpSpPr/>
              <p:nvPr/>
            </p:nvGrpSpPr>
            <p:grpSpPr>
              <a:xfrm>
                <a:off x="4737" y="1330"/>
                <a:ext cx="611" cy="134"/>
                <a:chOff x="612" y="2571"/>
                <a:chExt cx="761" cy="134"/>
              </a:xfrm>
            </p:grpSpPr>
            <p:sp>
              <p:nvSpPr>
                <p:cNvPr id="1404" name="Google Shape;1404;p23"/>
                <p:cNvSpPr/>
                <p:nvPr/>
              </p:nvSpPr>
              <p:spPr>
                <a:xfrm>
                  <a:off x="612" y="2571"/>
                  <a:ext cx="761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23"/>
                <p:cNvSpPr/>
                <p:nvPr/>
              </p:nvSpPr>
              <p:spPr>
                <a:xfrm>
                  <a:off x="624" y="2590"/>
                  <a:ext cx="72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06" name="Google Shape;1406;p23"/>
              <p:cNvSpPr/>
              <p:nvPr/>
            </p:nvSpPr>
            <p:spPr>
              <a:xfrm>
                <a:off x="5248" y="427"/>
                <a:ext cx="70" cy="229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23"/>
              <p:cNvSpPr/>
              <p:nvPr/>
            </p:nvSpPr>
            <p:spPr>
              <a:xfrm>
                <a:off x="4136" y="2684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23"/>
              <p:cNvSpPr/>
              <p:nvPr/>
            </p:nvSpPr>
            <p:spPr>
              <a:xfrm>
                <a:off x="4207" y="2713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3"/>
              <p:cNvSpPr/>
              <p:nvPr/>
            </p:nvSpPr>
            <p:spPr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7" name="Google Shape;1417;p23"/>
            <p:cNvGrpSpPr/>
            <p:nvPr/>
          </p:nvGrpSpPr>
          <p:grpSpPr>
            <a:xfrm flipH="1">
              <a:off x="8472689" y="4384738"/>
              <a:ext cx="225477" cy="395239"/>
              <a:chOff x="4140" y="431"/>
              <a:chExt cx="1422" cy="2392"/>
            </a:xfrm>
          </p:grpSpPr>
          <p:sp>
            <p:nvSpPr>
              <p:cNvPr id="1418" name="Google Shape;1418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>
                <a:off x="4200" y="431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23"/>
              <p:cNvSpPr/>
              <p:nvPr/>
            </p:nvSpPr>
            <p:spPr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23" name="Google Shape;1423;p23"/>
              <p:cNvGrpSpPr/>
              <p:nvPr/>
            </p:nvGrpSpPr>
            <p:grpSpPr>
              <a:xfrm>
                <a:off x="4751" y="671"/>
                <a:ext cx="581" cy="144"/>
                <a:chOff x="616" y="2571"/>
                <a:chExt cx="725" cy="138"/>
              </a:xfrm>
            </p:grpSpPr>
            <p:sp>
              <p:nvSpPr>
                <p:cNvPr id="1424" name="Google Shape;1424;p23"/>
                <p:cNvSpPr/>
                <p:nvPr/>
              </p:nvSpPr>
              <p:spPr>
                <a:xfrm>
                  <a:off x="616" y="2571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5" name="Google Shape;1425;p23"/>
                <p:cNvSpPr/>
                <p:nvPr/>
              </p:nvSpPr>
              <p:spPr>
                <a:xfrm>
                  <a:off x="629" y="2590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26" name="Google Shape;1426;p23"/>
              <p:cNvSpPr/>
              <p:nvPr/>
            </p:nvSpPr>
            <p:spPr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27" name="Google Shape;1427;p23"/>
              <p:cNvGrpSpPr/>
              <p:nvPr/>
            </p:nvGrpSpPr>
            <p:grpSpPr>
              <a:xfrm>
                <a:off x="4721" y="998"/>
                <a:ext cx="581" cy="134"/>
                <a:chOff x="581" y="2572"/>
                <a:chExt cx="725" cy="139"/>
              </a:xfrm>
            </p:grpSpPr>
            <p:sp>
              <p:nvSpPr>
                <p:cNvPr id="1428" name="Google Shape;1428;p23"/>
                <p:cNvSpPr/>
                <p:nvPr/>
              </p:nvSpPr>
              <p:spPr>
                <a:xfrm>
                  <a:off x="581" y="2572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9" name="Google Shape;1429;p23"/>
                <p:cNvSpPr/>
                <p:nvPr/>
              </p:nvSpPr>
              <p:spPr>
                <a:xfrm>
                  <a:off x="594" y="2592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30" name="Google Shape;1430;p23"/>
              <p:cNvSpPr/>
              <p:nvPr/>
            </p:nvSpPr>
            <p:spPr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23"/>
              <p:cNvSpPr/>
              <p:nvPr/>
            </p:nvSpPr>
            <p:spPr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2" name="Google Shape;1432;p23"/>
              <p:cNvGrpSpPr/>
              <p:nvPr/>
            </p:nvGrpSpPr>
            <p:grpSpPr>
              <a:xfrm>
                <a:off x="4731" y="1631"/>
                <a:ext cx="551" cy="144"/>
                <a:chOff x="609" y="2572"/>
                <a:chExt cx="686" cy="133"/>
              </a:xfrm>
            </p:grpSpPr>
            <p:sp>
              <p:nvSpPr>
                <p:cNvPr id="1433" name="Google Shape;1433;p23"/>
                <p:cNvSpPr/>
                <p:nvPr/>
              </p:nvSpPr>
              <p:spPr>
                <a:xfrm>
                  <a:off x="609" y="2572"/>
                  <a:ext cx="686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4" name="Google Shape;1434;p23"/>
                <p:cNvSpPr/>
                <p:nvPr/>
              </p:nvSpPr>
              <p:spPr>
                <a:xfrm>
                  <a:off x="621" y="2590"/>
                  <a:ext cx="648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35" name="Google Shape;1435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6" name="Google Shape;1436;p23"/>
              <p:cNvGrpSpPr/>
              <p:nvPr/>
            </p:nvGrpSpPr>
            <p:grpSpPr>
              <a:xfrm>
                <a:off x="4741" y="1324"/>
                <a:ext cx="580" cy="144"/>
                <a:chOff x="616" y="2565"/>
                <a:chExt cx="723" cy="144"/>
              </a:xfrm>
            </p:grpSpPr>
            <p:sp>
              <p:nvSpPr>
                <p:cNvPr id="1437" name="Google Shape;1437;p23"/>
                <p:cNvSpPr/>
                <p:nvPr/>
              </p:nvSpPr>
              <p:spPr>
                <a:xfrm>
                  <a:off x="616" y="2565"/>
                  <a:ext cx="723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8" name="Google Shape;1438;p23"/>
                <p:cNvSpPr/>
                <p:nvPr/>
              </p:nvSpPr>
              <p:spPr>
                <a:xfrm>
                  <a:off x="629" y="2585"/>
                  <a:ext cx="686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39" name="Google Shape;1439;p23"/>
              <p:cNvSpPr/>
              <p:nvPr/>
            </p:nvSpPr>
            <p:spPr>
              <a:xfrm>
                <a:off x="5251" y="431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23"/>
              <p:cNvSpPr/>
              <p:nvPr/>
            </p:nvSpPr>
            <p:spPr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23"/>
              <p:cNvSpPr/>
              <p:nvPr/>
            </p:nvSpPr>
            <p:spPr>
              <a:xfrm>
                <a:off x="4140" y="2679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23"/>
              <p:cNvSpPr/>
              <p:nvPr/>
            </p:nvSpPr>
            <p:spPr>
              <a:xfrm>
                <a:off x="4200" y="2708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23"/>
              <p:cNvSpPr/>
              <p:nvPr/>
            </p:nvSpPr>
            <p:spPr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23"/>
              <p:cNvSpPr/>
              <p:nvPr/>
            </p:nvSpPr>
            <p:spPr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23"/>
              <p:cNvSpPr/>
              <p:nvPr/>
            </p:nvSpPr>
            <p:spPr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3"/>
              <p:cNvSpPr/>
              <p:nvPr/>
            </p:nvSpPr>
            <p:spPr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50" name="Google Shape;1450;p23"/>
          <p:cNvGrpSpPr/>
          <p:nvPr/>
        </p:nvGrpSpPr>
        <p:grpSpPr>
          <a:xfrm>
            <a:off x="8710613" y="5734050"/>
            <a:ext cx="347662" cy="681038"/>
            <a:chOff x="7923189" y="2486664"/>
            <a:chExt cx="360377" cy="884585"/>
          </a:xfrm>
        </p:grpSpPr>
        <p:pic>
          <p:nvPicPr>
            <p:cNvPr id="1451" name="Google Shape;145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2" name="Google Shape;1452;p23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1453" name="Google Shape;1453;p2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2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2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58" name="Google Shape;1458;p2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1459" name="Google Shape;1459;p2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0" name="Google Shape;1460;p2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61" name="Google Shape;1461;p2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62" name="Google Shape;1462;p2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1463" name="Google Shape;1463;p2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4" name="Google Shape;1464;p2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65" name="Google Shape;1465;p2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2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67" name="Google Shape;1467;p2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1468" name="Google Shape;1468;p2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9" name="Google Shape;1469;p2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70" name="Google Shape;1470;p2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71" name="Google Shape;1471;p2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1472" name="Google Shape;1472;p2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3" name="Google Shape;1473;p2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74" name="Google Shape;1474;p2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2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2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2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2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2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2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2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2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2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2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85" name="Google Shape;1485;p23"/>
          <p:cNvGrpSpPr/>
          <p:nvPr/>
        </p:nvGrpSpPr>
        <p:grpSpPr>
          <a:xfrm>
            <a:off x="1751013" y="3719513"/>
            <a:ext cx="982662" cy="1585912"/>
            <a:chOff x="226804" y="3719080"/>
            <a:chExt cx="982820" cy="1586234"/>
          </a:xfrm>
        </p:grpSpPr>
        <p:pic>
          <p:nvPicPr>
            <p:cNvPr id="1486" name="Google Shape;1486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7" name="Google Shape;1487;p23"/>
            <p:cNvSpPr/>
            <p:nvPr/>
          </p:nvSpPr>
          <p:spPr>
            <a:xfrm flipH="1">
              <a:off x="226804" y="3719080"/>
              <a:ext cx="982820" cy="514019"/>
            </a:xfrm>
            <a:prstGeom prst="cloudCallout">
              <a:avLst>
                <a:gd fmla="val -7606" name="adj1"/>
                <a:gd fmla="val 14786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adman.jpg" id="1488" name="Google Shape;1488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9" name="Google Shape;1489;p23"/>
          <p:cNvSpPr txBox="1"/>
          <p:nvPr/>
        </p:nvSpPr>
        <p:spPr>
          <a:xfrm>
            <a:off x="1057413" y="1427018"/>
            <a:ext cx="9735279" cy="540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CDN: stores copies of content (e.g. MADMEN) at CDN nodes </a:t>
            </a:r>
            <a:endParaRPr/>
          </a:p>
        </p:txBody>
      </p:sp>
      <p:grpSp>
        <p:nvGrpSpPr>
          <p:cNvPr id="1490" name="Google Shape;1490;p23"/>
          <p:cNvGrpSpPr/>
          <p:nvPr/>
        </p:nvGrpSpPr>
        <p:grpSpPr>
          <a:xfrm>
            <a:off x="1558926" y="5030789"/>
            <a:ext cx="1857375" cy="338137"/>
            <a:chOff x="5957397" y="-30236"/>
            <a:chExt cx="1857399" cy="338554"/>
          </a:xfrm>
        </p:grpSpPr>
        <p:sp>
          <p:nvSpPr>
            <p:cNvPr id="1491" name="Google Shape;1491;p23"/>
            <p:cNvSpPr/>
            <p:nvPr/>
          </p:nvSpPr>
          <p:spPr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23"/>
            <p:cNvSpPr txBox="1"/>
            <p:nvPr/>
          </p:nvSpPr>
          <p:spPr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where’s Madmen?</a:t>
              </a:r>
              <a:endParaRPr/>
            </a:p>
          </p:txBody>
        </p:sp>
      </p:grpSp>
      <p:grpSp>
        <p:nvGrpSpPr>
          <p:cNvPr id="1493" name="Google Shape;1493;p23"/>
          <p:cNvGrpSpPr/>
          <p:nvPr/>
        </p:nvGrpSpPr>
        <p:grpSpPr>
          <a:xfrm>
            <a:off x="8785226" y="4778375"/>
            <a:ext cx="1279525" cy="338138"/>
            <a:chOff x="5931471" y="-30236"/>
            <a:chExt cx="1279747" cy="338971"/>
          </a:xfrm>
        </p:grpSpPr>
        <p:sp>
          <p:nvSpPr>
            <p:cNvPr id="1494" name="Google Shape;1494;p23"/>
            <p:cNvSpPr/>
            <p:nvPr/>
          </p:nvSpPr>
          <p:spPr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23"/>
            <p:cNvSpPr txBox="1"/>
            <p:nvPr/>
          </p:nvSpPr>
          <p:spPr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manifest file</a:t>
              </a:r>
              <a:endParaRPr/>
            </a:p>
          </p:txBody>
        </p:sp>
      </p:grpSp>
      <p:sp>
        <p:nvSpPr>
          <p:cNvPr id="1496" name="Google Shape;1496;p23"/>
          <p:cNvSpPr/>
          <p:nvPr/>
        </p:nvSpPr>
        <p:spPr>
          <a:xfrm>
            <a:off x="2571029" y="4229534"/>
            <a:ext cx="1008062" cy="881062"/>
          </a:xfrm>
          <a:custGeom>
            <a:rect b="b" l="l" r="r" t="t"/>
            <a:pathLst>
              <a:path extrusionOk="0" h="1108430" w="1284637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23"/>
          <p:cNvSpPr/>
          <p:nvPr/>
        </p:nvSpPr>
        <p:spPr>
          <a:xfrm flipH="1" rot="10800000">
            <a:off x="2624139" y="5127626"/>
            <a:ext cx="2166937" cy="709613"/>
          </a:xfrm>
          <a:custGeom>
            <a:rect b="b" l="l" r="r" t="t"/>
            <a:pathLst>
              <a:path extrusionOk="0" h="980345" w="189892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3"/>
          <p:cNvSpPr txBox="1"/>
          <p:nvPr/>
        </p:nvSpPr>
        <p:spPr>
          <a:xfrm>
            <a:off x="1168393" y="2402083"/>
            <a:ext cx="9901388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manifest, client retrieves content at highest supportable rate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23"/>
          <p:cNvSpPr txBox="1"/>
          <p:nvPr/>
        </p:nvSpPr>
        <p:spPr>
          <a:xfrm>
            <a:off x="1170413" y="2819021"/>
            <a:ext cx="91138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choose different rate or copy if network path congested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" name="Google Shape;1505;p24"/>
          <p:cNvGrpSpPr/>
          <p:nvPr/>
        </p:nvGrpSpPr>
        <p:grpSpPr>
          <a:xfrm>
            <a:off x="2595259" y="3755808"/>
            <a:ext cx="7093255" cy="2812587"/>
            <a:chOff x="340191" y="1406490"/>
            <a:chExt cx="8496779" cy="5349995"/>
          </a:xfrm>
        </p:grpSpPr>
        <p:sp>
          <p:nvSpPr>
            <p:cNvPr id="1506" name="Google Shape;1506;p24"/>
            <p:cNvSpPr/>
            <p:nvPr/>
          </p:nvSpPr>
          <p:spPr>
            <a:xfrm>
              <a:off x="1825540" y="224137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24"/>
            <p:cNvSpPr/>
            <p:nvPr/>
          </p:nvSpPr>
          <p:spPr>
            <a:xfrm>
              <a:off x="669684" y="304141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24"/>
            <p:cNvSpPr/>
            <p:nvPr/>
          </p:nvSpPr>
          <p:spPr>
            <a:xfrm>
              <a:off x="6334646" y="249535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1241261" y="535263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822105" y="4730385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593474" y="407003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7084047" y="292712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3425955" y="200009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1050735" y="264774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24"/>
            <p:cNvSpPr/>
            <p:nvPr/>
          </p:nvSpPr>
          <p:spPr>
            <a:xfrm>
              <a:off x="4340478" y="19746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24"/>
            <p:cNvSpPr/>
            <p:nvPr/>
          </p:nvSpPr>
          <p:spPr>
            <a:xfrm>
              <a:off x="7401589" y="560661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4"/>
            <p:cNvSpPr/>
            <p:nvPr/>
          </p:nvSpPr>
          <p:spPr>
            <a:xfrm>
              <a:off x="8239902" y="495896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24"/>
            <p:cNvSpPr/>
            <p:nvPr/>
          </p:nvSpPr>
          <p:spPr>
            <a:xfrm>
              <a:off x="8011271" y="404463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24"/>
            <p:cNvSpPr/>
            <p:nvPr/>
          </p:nvSpPr>
          <p:spPr>
            <a:xfrm>
              <a:off x="5166088" y="58478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4251565" y="598758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3032203" y="58351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4"/>
            <p:cNvSpPr txBox="1"/>
            <p:nvPr/>
          </p:nvSpPr>
          <p:spPr>
            <a:xfrm rot="307360">
              <a:off x="5241476" y="1433580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523" name="Google Shape;1523;p24"/>
            <p:cNvSpPr txBox="1"/>
            <p:nvPr/>
          </p:nvSpPr>
          <p:spPr>
            <a:xfrm rot="2829263">
              <a:off x="7390643" y="3033432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524" name="Google Shape;1524;p24"/>
            <p:cNvSpPr txBox="1"/>
            <p:nvPr/>
          </p:nvSpPr>
          <p:spPr>
            <a:xfrm rot="9845918">
              <a:off x="6341242" y="5649517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525" name="Google Shape;1525;p24"/>
            <p:cNvSpPr txBox="1"/>
            <p:nvPr/>
          </p:nvSpPr>
          <p:spPr>
            <a:xfrm rot="-9948738">
              <a:off x="2063761" y="5696594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526" name="Google Shape;1526;p24"/>
            <p:cNvSpPr txBox="1"/>
            <p:nvPr/>
          </p:nvSpPr>
          <p:spPr>
            <a:xfrm rot="-4992697">
              <a:off x="195356" y="3660805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527" name="Google Shape;1527;p24"/>
            <p:cNvSpPr txBox="1"/>
            <p:nvPr/>
          </p:nvSpPr>
          <p:spPr>
            <a:xfrm rot="-520651">
              <a:off x="2482310" y="1498432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1528" name="Google Shape;1528;p24"/>
            <p:cNvGrpSpPr/>
            <p:nvPr/>
          </p:nvGrpSpPr>
          <p:grpSpPr>
            <a:xfrm>
              <a:off x="4546600" y="3746496"/>
              <a:ext cx="3225799" cy="1117598"/>
              <a:chOff x="7848600" y="2044700"/>
              <a:chExt cx="3200399" cy="1371600"/>
            </a:xfrm>
          </p:grpSpPr>
          <p:sp>
            <p:nvSpPr>
              <p:cNvPr id="1529" name="Google Shape;1529;p24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30" name="Google Shape;1530;p24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1531" name="Google Shape;1531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32" name="Google Shape;1532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33" name="Google Shape;1533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34" name="Google Shape;1534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35" name="Google Shape;1535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6" name="Google Shape;1536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37" name="Google Shape;1537;p24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38" name="Google Shape;1538;p24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539" name="Google Shape;1539;p24"/>
              <p:cNvCxnSpPr>
                <a:stCxn id="1538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0" name="Google Shape;1540;p24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1" name="Google Shape;1541;p24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24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3" name="Google Shape;1543;p24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4" name="Google Shape;1544;p24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5" name="Google Shape;1545;p24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6" name="Google Shape;1546;p24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7" name="Google Shape;1547;p24"/>
              <p:cNvCxnSpPr>
                <a:endCxn id="1531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548" name="Google Shape;1548;p24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1549" name="Google Shape;1549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50" name="Google Shape;1550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51" name="Google Shape;1551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52" name="Google Shape;1552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53" name="Google Shape;1553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4" name="Google Shape;1554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55" name="Google Shape;1555;p24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56" name="Google Shape;1556;p24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57" name="Google Shape;1557;p24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1558" name="Google Shape;1558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59" name="Google Shape;1559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60" name="Google Shape;1560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61" name="Google Shape;1561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62" name="Google Shape;1562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3" name="Google Shape;1563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64" name="Google Shape;1564;p24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5" name="Google Shape;1565;p24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66" name="Google Shape;1566;p24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1567" name="Google Shape;1567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68" name="Google Shape;1568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69" name="Google Shape;1569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70" name="Google Shape;1570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71" name="Google Shape;1571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2" name="Google Shape;1572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73" name="Google Shape;1573;p24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4" name="Google Shape;1574;p24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75" name="Google Shape;1575;p24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1576" name="Google Shape;1576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77" name="Google Shape;1577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78" name="Google Shape;1578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79" name="Google Shape;1579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80" name="Google Shape;1580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1" name="Google Shape;1581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82" name="Google Shape;1582;p24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3" name="Google Shape;1583;p24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4" name="Google Shape;1584;p24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1585" name="Google Shape;1585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86" name="Google Shape;1586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87" name="Google Shape;1587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88" name="Google Shape;1588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89" name="Google Shape;1589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0" name="Google Shape;1590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91" name="Google Shape;1591;p24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92" name="Google Shape;1592;p24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93" name="Google Shape;1593;p24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1594" name="Google Shape;1594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95" name="Google Shape;1595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96" name="Google Shape;1596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597" name="Google Shape;1597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598" name="Google Shape;1598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9" name="Google Shape;1599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00" name="Google Shape;1600;p24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01" name="Google Shape;1601;p24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02" name="Google Shape;1602;p24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1603" name="Google Shape;1603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04" name="Google Shape;1604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05" name="Google Shape;1605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06" name="Google Shape;1606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07" name="Google Shape;1607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8" name="Google Shape;1608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09" name="Google Shape;1609;p24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0" name="Google Shape;1610;p24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611" name="Google Shape;1611;p24"/>
            <p:cNvGrpSpPr/>
            <p:nvPr/>
          </p:nvGrpSpPr>
          <p:grpSpPr>
            <a:xfrm>
              <a:off x="1803401" y="2755897"/>
              <a:ext cx="3467099" cy="1193800"/>
              <a:chOff x="7848600" y="2044700"/>
              <a:chExt cx="3200399" cy="1371600"/>
            </a:xfrm>
          </p:grpSpPr>
          <p:sp>
            <p:nvSpPr>
              <p:cNvPr id="1612" name="Google Shape;1612;p24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3" name="Google Shape;1613;p24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1614" name="Google Shape;1614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15" name="Google Shape;1615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16" name="Google Shape;1616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17" name="Google Shape;1617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18" name="Google Shape;1618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9" name="Google Shape;1619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22" name="Google Shape;1622;p24"/>
              <p:cNvCxnSpPr>
                <a:stCxn id="1621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3" name="Google Shape;1623;p24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4" name="Google Shape;1624;p24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5" name="Google Shape;1625;p24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6" name="Google Shape;1626;p24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7" name="Google Shape;1627;p24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8" name="Google Shape;1628;p24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9" name="Google Shape;1629;p24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0" name="Google Shape;1630;p24"/>
              <p:cNvCxnSpPr>
                <a:endCxn id="1614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631" name="Google Shape;1631;p24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1632" name="Google Shape;1632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33" name="Google Shape;1633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34" name="Google Shape;1634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35" name="Google Shape;1635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36" name="Google Shape;1636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37" name="Google Shape;1637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40" name="Google Shape;1640;p24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1641" name="Google Shape;1641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42" name="Google Shape;1642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43" name="Google Shape;1643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44" name="Google Shape;1644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45" name="Google Shape;1645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46" name="Google Shape;1646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49" name="Google Shape;1649;p24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1650" name="Google Shape;1650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51" name="Google Shape;1651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52" name="Google Shape;1652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53" name="Google Shape;1653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54" name="Google Shape;1654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55" name="Google Shape;1655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58" name="Google Shape;1658;p24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1659" name="Google Shape;1659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60" name="Google Shape;1660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61" name="Google Shape;1661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62" name="Google Shape;1662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63" name="Google Shape;1663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4" name="Google Shape;1664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65" name="Google Shape;1665;p24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67" name="Google Shape;1667;p24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1668" name="Google Shape;1668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69" name="Google Shape;1669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70" name="Google Shape;1670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71" name="Google Shape;1671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72" name="Google Shape;1672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3" name="Google Shape;1673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74" name="Google Shape;1674;p24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5" name="Google Shape;1675;p24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76" name="Google Shape;1676;p24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1677" name="Google Shape;1677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78" name="Google Shape;1678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79" name="Google Shape;1679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80" name="Google Shape;1680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81" name="Google Shape;1681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82" name="Google Shape;1682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1686" name="Google Shape;1686;p24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87" name="Google Shape;1687;p24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88" name="Google Shape;1688;p24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689" name="Google Shape;1689;p24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1690" name="Google Shape;1690;p2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91" name="Google Shape;1691;p2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1694" name="Google Shape;1694;p24"/>
            <p:cNvSpPr/>
            <p:nvPr/>
          </p:nvSpPr>
          <p:spPr>
            <a:xfrm>
              <a:off x="1498600" y="4165596"/>
              <a:ext cx="3086099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95" name="Google Shape;1695;p24"/>
            <p:cNvGrpSpPr/>
            <p:nvPr/>
          </p:nvGrpSpPr>
          <p:grpSpPr>
            <a:xfrm>
              <a:off x="2152273" y="4264500"/>
              <a:ext cx="513732" cy="157430"/>
              <a:chOff x="2356" y="1300"/>
              <a:chExt cx="555" cy="194"/>
            </a:xfrm>
          </p:grpSpPr>
          <p:sp>
            <p:nvSpPr>
              <p:cNvPr id="1696" name="Google Shape;1696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97" name="Google Shape;1697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98" name="Google Shape;1698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699" name="Google Shape;1699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00" name="Google Shape;1700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1" name="Google Shape;1701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02" name="Google Shape;1702;p24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3" name="Google Shape;1703;p24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04" name="Google Shape;1704;p24"/>
            <p:cNvCxnSpPr>
              <a:stCxn id="1703" idx="0"/>
            </p:cNvCxnSpPr>
            <p:nvPr/>
          </p:nvCxnSpPr>
          <p:spPr>
            <a:xfrm>
              <a:off x="2662301" y="4315623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5" name="Google Shape;1705;p24"/>
            <p:cNvCxnSpPr/>
            <p:nvPr/>
          </p:nvCxnSpPr>
          <p:spPr>
            <a:xfrm>
              <a:off x="3112420" y="4624308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6" name="Google Shape;1706;p24"/>
            <p:cNvCxnSpPr/>
            <p:nvPr/>
          </p:nvCxnSpPr>
          <p:spPr>
            <a:xfrm flipH="1" rot="10800000">
              <a:off x="2920421" y="4797919"/>
              <a:ext cx="234667" cy="38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7" name="Google Shape;1707;p24"/>
            <p:cNvCxnSpPr/>
            <p:nvPr/>
          </p:nvCxnSpPr>
          <p:spPr>
            <a:xfrm flipH="1" rot="10800000">
              <a:off x="2636021" y="4648548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8" name="Google Shape;1708;p24"/>
            <p:cNvCxnSpPr/>
            <p:nvPr/>
          </p:nvCxnSpPr>
          <p:spPr>
            <a:xfrm flipH="1" rot="10800000">
              <a:off x="2348386" y="4902256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9" name="Google Shape;1709;p24"/>
            <p:cNvCxnSpPr/>
            <p:nvPr/>
          </p:nvCxnSpPr>
          <p:spPr>
            <a:xfrm flipH="1" rot="10800000">
              <a:off x="3127556" y="4839857"/>
              <a:ext cx="243934" cy="215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0" name="Google Shape;1710;p24"/>
            <p:cNvCxnSpPr/>
            <p:nvPr/>
          </p:nvCxnSpPr>
          <p:spPr>
            <a:xfrm rot="10800000">
              <a:off x="3601475" y="4827798"/>
              <a:ext cx="342282" cy="1059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1" name="Google Shape;1711;p24"/>
            <p:cNvCxnSpPr/>
            <p:nvPr/>
          </p:nvCxnSpPr>
          <p:spPr>
            <a:xfrm flipH="1" rot="10800000">
              <a:off x="3587811" y="4532353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2" name="Google Shape;1712;p24"/>
            <p:cNvCxnSpPr>
              <a:endCxn id="1696" idx="4"/>
            </p:cNvCxnSpPr>
            <p:nvPr/>
          </p:nvCxnSpPr>
          <p:spPr>
            <a:xfrm rot="10800000">
              <a:off x="2408213" y="4421930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13" name="Google Shape;1713;p24"/>
            <p:cNvGrpSpPr/>
            <p:nvPr/>
          </p:nvGrpSpPr>
          <p:grpSpPr>
            <a:xfrm>
              <a:off x="3144256" y="4681756"/>
              <a:ext cx="513732" cy="157430"/>
              <a:chOff x="2356" y="1300"/>
              <a:chExt cx="555" cy="194"/>
            </a:xfrm>
          </p:grpSpPr>
          <p:sp>
            <p:nvSpPr>
              <p:cNvPr id="1714" name="Google Shape;1714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15" name="Google Shape;1715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16" name="Google Shape;1716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17" name="Google Shape;1717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18" name="Google Shape;1718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9" name="Google Shape;1719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20" name="Google Shape;1720;p24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1" name="Google Shape;1721;p24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22" name="Google Shape;1722;p24"/>
            <p:cNvGrpSpPr/>
            <p:nvPr/>
          </p:nvGrpSpPr>
          <p:grpSpPr>
            <a:xfrm>
              <a:off x="2389607" y="4745631"/>
              <a:ext cx="513732" cy="157430"/>
              <a:chOff x="2356" y="1300"/>
              <a:chExt cx="555" cy="194"/>
            </a:xfrm>
          </p:grpSpPr>
          <p:sp>
            <p:nvSpPr>
              <p:cNvPr id="1723" name="Google Shape;1723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4" name="Google Shape;1724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5" name="Google Shape;1725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26" name="Google Shape;1726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27" name="Google Shape;1727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8" name="Google Shape;1728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29" name="Google Shape;1729;p24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0" name="Google Shape;1730;p24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31" name="Google Shape;1731;p24"/>
            <p:cNvGrpSpPr/>
            <p:nvPr/>
          </p:nvGrpSpPr>
          <p:grpSpPr>
            <a:xfrm>
              <a:off x="2667612" y="4492206"/>
              <a:ext cx="513732" cy="157430"/>
              <a:chOff x="2356" y="1300"/>
              <a:chExt cx="555" cy="194"/>
            </a:xfrm>
          </p:grpSpPr>
          <p:sp>
            <p:nvSpPr>
              <p:cNvPr id="1732" name="Google Shape;1732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3" name="Google Shape;1733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4" name="Google Shape;1734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35" name="Google Shape;1735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36" name="Google Shape;1736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7" name="Google Shape;1737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38" name="Google Shape;1738;p24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9" name="Google Shape;1739;p24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40" name="Google Shape;1740;p24"/>
            <p:cNvGrpSpPr/>
            <p:nvPr/>
          </p:nvGrpSpPr>
          <p:grpSpPr>
            <a:xfrm>
              <a:off x="3578257" y="4374514"/>
              <a:ext cx="513732" cy="157430"/>
              <a:chOff x="2356" y="1300"/>
              <a:chExt cx="555" cy="194"/>
            </a:xfrm>
          </p:grpSpPr>
          <p:sp>
            <p:nvSpPr>
              <p:cNvPr id="1741" name="Google Shape;1741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42" name="Google Shape;1742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43" name="Google Shape;1743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44" name="Google Shape;1744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45" name="Google Shape;1745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6" name="Google Shape;1746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47" name="Google Shape;1747;p24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8" name="Google Shape;1748;p24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49" name="Google Shape;1749;p24"/>
            <p:cNvGrpSpPr/>
            <p:nvPr/>
          </p:nvGrpSpPr>
          <p:grpSpPr>
            <a:xfrm>
              <a:off x="3797517" y="4879598"/>
              <a:ext cx="513732" cy="157430"/>
              <a:chOff x="2356" y="1300"/>
              <a:chExt cx="555" cy="194"/>
            </a:xfrm>
          </p:grpSpPr>
          <p:sp>
            <p:nvSpPr>
              <p:cNvPr id="1750" name="Google Shape;1750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1" name="Google Shape;1751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2" name="Google Shape;1752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53" name="Google Shape;1753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54" name="Google Shape;1754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5" name="Google Shape;1755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56" name="Google Shape;1756;p24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7" name="Google Shape;1757;p24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58" name="Google Shape;1758;p24"/>
            <p:cNvGrpSpPr/>
            <p:nvPr/>
          </p:nvGrpSpPr>
          <p:grpSpPr>
            <a:xfrm>
              <a:off x="2927730" y="5041357"/>
              <a:ext cx="513732" cy="157430"/>
              <a:chOff x="2356" y="1300"/>
              <a:chExt cx="555" cy="194"/>
            </a:xfrm>
          </p:grpSpPr>
          <p:sp>
            <p:nvSpPr>
              <p:cNvPr id="1759" name="Google Shape;1759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0" name="Google Shape;1760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1" name="Google Shape;1761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62" name="Google Shape;1762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63" name="Google Shape;1763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4" name="Google Shape;1764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65" name="Google Shape;1765;p24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6" name="Google Shape;1766;p24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67" name="Google Shape;1767;p24"/>
            <p:cNvGrpSpPr/>
            <p:nvPr/>
          </p:nvGrpSpPr>
          <p:grpSpPr>
            <a:xfrm>
              <a:off x="2066981" y="4995523"/>
              <a:ext cx="513732" cy="157430"/>
              <a:chOff x="2356" y="1300"/>
              <a:chExt cx="555" cy="194"/>
            </a:xfrm>
          </p:grpSpPr>
          <p:sp>
            <p:nvSpPr>
              <p:cNvPr id="1768" name="Google Shape;1768;p24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9" name="Google Shape;1769;p24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70" name="Google Shape;1770;p24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771" name="Google Shape;1771;p24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72" name="Google Shape;1772;p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3" name="Google Shape;1773;p2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74" name="Google Shape;1774;p24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5" name="Google Shape;1775;p24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76" name="Google Shape;1776;p24"/>
            <p:cNvCxnSpPr>
              <a:endCxn id="1616" idx="1"/>
            </p:cNvCxnSpPr>
            <p:nvPr/>
          </p:nvCxnSpPr>
          <p:spPr>
            <a:xfrm>
              <a:off x="2383486" y="2610471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7" name="Google Shape;1777;p24"/>
            <p:cNvCxnSpPr>
              <a:stCxn id="1514" idx="8"/>
              <a:endCxn id="1778" idx="2"/>
            </p:cNvCxnSpPr>
            <p:nvPr/>
          </p:nvCxnSpPr>
          <p:spPr>
            <a:xfrm>
              <a:off x="1455738" y="2990809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9" name="Google Shape;1779;p24"/>
            <p:cNvCxnSpPr>
              <a:endCxn id="1778" idx="3"/>
            </p:cNvCxnSpPr>
            <p:nvPr/>
          </p:nvCxnSpPr>
          <p:spPr>
            <a:xfrm>
              <a:off x="1235234" y="3271138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0" name="Google Shape;1780;p24"/>
            <p:cNvCxnSpPr>
              <a:endCxn id="1661" idx="1"/>
            </p:cNvCxnSpPr>
            <p:nvPr/>
          </p:nvCxnSpPr>
          <p:spPr>
            <a:xfrm>
              <a:off x="3915619" y="2411778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24"/>
            <p:cNvCxnSpPr>
              <a:endCxn id="1661" idx="0"/>
            </p:cNvCxnSpPr>
            <p:nvPr/>
          </p:nvCxnSpPr>
          <p:spPr>
            <a:xfrm flipH="1">
              <a:off x="4426303" y="2390057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24"/>
            <p:cNvCxnSpPr>
              <a:endCxn id="1578" idx="0"/>
            </p:cNvCxnSpPr>
            <p:nvPr/>
          </p:nvCxnSpPr>
          <p:spPr>
            <a:xfrm>
              <a:off x="6770956" y="2900231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3" name="Google Shape;1783;p24"/>
            <p:cNvCxnSpPr/>
            <p:nvPr/>
          </p:nvCxnSpPr>
          <p:spPr>
            <a:xfrm flipH="1">
              <a:off x="7137398" y="3251197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4" name="Google Shape;1784;p24"/>
            <p:cNvCxnSpPr>
              <a:stCxn id="1518" idx="4"/>
              <a:endCxn id="1592" idx="0"/>
            </p:cNvCxnSpPr>
            <p:nvPr/>
          </p:nvCxnSpPr>
          <p:spPr>
            <a:xfrm flipH="1">
              <a:off x="7483611" y="4229096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5" name="Google Shape;1785;p24"/>
            <p:cNvCxnSpPr/>
            <p:nvPr/>
          </p:nvCxnSpPr>
          <p:spPr>
            <a:xfrm rot="10800000">
              <a:off x="7454899" y="4573584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6" name="Google Shape;1786;p24"/>
            <p:cNvCxnSpPr>
              <a:endCxn id="1594" idx="5"/>
            </p:cNvCxnSpPr>
            <p:nvPr/>
          </p:nvCxnSpPr>
          <p:spPr>
            <a:xfrm rot="10800000">
              <a:off x="6496434" y="4722373"/>
              <a:ext cx="10476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7" name="Google Shape;1787;p24"/>
            <p:cNvCxnSpPr>
              <a:stCxn id="1519" idx="0"/>
              <a:endCxn id="1788" idx="5"/>
            </p:cNvCxnSpPr>
            <p:nvPr/>
          </p:nvCxnSpPr>
          <p:spPr>
            <a:xfrm rot="10800000">
              <a:off x="5085362" y="5684597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9" name="Google Shape;1789;p24"/>
            <p:cNvCxnSpPr/>
            <p:nvPr/>
          </p:nvCxnSpPr>
          <p:spPr>
            <a:xfrm rot="10800000">
              <a:off x="4068763" y="5045070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0" name="Google Shape;1790;p24"/>
            <p:cNvCxnSpPr/>
            <p:nvPr/>
          </p:nvCxnSpPr>
          <p:spPr>
            <a:xfrm flipH="1" rot="10800000">
              <a:off x="3389313" y="5689595"/>
              <a:ext cx="306387" cy="1650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1" name="Google Shape;1791;p24"/>
            <p:cNvCxnSpPr/>
            <p:nvPr/>
          </p:nvCxnSpPr>
          <p:spPr>
            <a:xfrm flipH="1" rot="10800000">
              <a:off x="1790701" y="5160959"/>
              <a:ext cx="401638" cy="2095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2" name="Google Shape;1792;p24"/>
            <p:cNvCxnSpPr/>
            <p:nvPr/>
          </p:nvCxnSpPr>
          <p:spPr>
            <a:xfrm flipH="1" rot="10800000">
              <a:off x="1179514" y="4467220"/>
              <a:ext cx="227012" cy="2825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3" name="Google Shape;1793;p24"/>
            <p:cNvCxnSpPr>
              <a:endCxn id="1778" idx="5"/>
            </p:cNvCxnSpPr>
            <p:nvPr/>
          </p:nvCxnSpPr>
          <p:spPr>
            <a:xfrm flipH="1" rot="10800000">
              <a:off x="1156034" y="4369514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4" name="Google Shape;1794;p24"/>
            <p:cNvSpPr/>
            <p:nvPr/>
          </p:nvSpPr>
          <p:spPr>
            <a:xfrm>
              <a:off x="5677594" y="2896840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5" name="Google Shape;1795;p24"/>
            <p:cNvCxnSpPr/>
            <p:nvPr/>
          </p:nvCxnSpPr>
          <p:spPr>
            <a:xfrm>
              <a:off x="4713288" y="3051287"/>
              <a:ext cx="964306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6" name="Google Shape;1796;p24"/>
            <p:cNvCxnSpPr/>
            <p:nvPr/>
          </p:nvCxnSpPr>
          <p:spPr>
            <a:xfrm>
              <a:off x="6139457" y="3169610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7" name="Google Shape;1797;p24"/>
            <p:cNvCxnSpPr>
              <a:stCxn id="1743" idx="0"/>
            </p:cNvCxnSpPr>
            <p:nvPr/>
          </p:nvCxnSpPr>
          <p:spPr>
            <a:xfrm flipH="1" rot="10800000">
              <a:off x="3833272" y="4233214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8" name="Google Shape;1798;p24"/>
            <p:cNvSpPr/>
            <p:nvPr/>
          </p:nvSpPr>
          <p:spPr>
            <a:xfrm>
              <a:off x="3932543" y="3959555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1799" name="Google Shape;1799;p24"/>
            <p:cNvCxnSpPr>
              <a:stCxn id="1798" idx="6"/>
              <a:endCxn id="1537" idx="1"/>
            </p:cNvCxnSpPr>
            <p:nvPr/>
          </p:nvCxnSpPr>
          <p:spPr>
            <a:xfrm flipH="1" rot="10800000">
              <a:off x="4460773" y="3953980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0" name="Google Shape;1800;p24"/>
            <p:cNvCxnSpPr/>
            <p:nvPr/>
          </p:nvCxnSpPr>
          <p:spPr>
            <a:xfrm>
              <a:off x="3692525" y="3789358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1" name="Google Shape;1801;p24"/>
            <p:cNvCxnSpPr>
              <a:stCxn id="1668" idx="5"/>
              <a:endCxn id="1533" idx="1"/>
            </p:cNvCxnSpPr>
            <p:nvPr/>
          </p:nvCxnSpPr>
          <p:spPr>
            <a:xfrm>
              <a:off x="4876256" y="3633038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2" name="Google Shape;1802;p24"/>
            <p:cNvCxnSpPr>
              <a:endCxn id="1698" idx="0"/>
            </p:cNvCxnSpPr>
            <p:nvPr/>
          </p:nvCxnSpPr>
          <p:spPr>
            <a:xfrm flipH="1">
              <a:off x="2407288" y="3753300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3" name="Google Shape;1803;p24"/>
            <p:cNvCxnSpPr>
              <a:stCxn id="1757" idx="0"/>
            </p:cNvCxnSpPr>
            <p:nvPr/>
          </p:nvCxnSpPr>
          <p:spPr>
            <a:xfrm flipH="1" rot="10800000">
              <a:off x="4307762" y="4626568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8" name="Google Shape;1788;p24"/>
            <p:cNvSpPr/>
            <p:nvPr/>
          </p:nvSpPr>
          <p:spPr>
            <a:xfrm>
              <a:off x="3340101" y="5359394"/>
              <a:ext cx="2044700" cy="380999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4"/>
            <p:cNvSpPr/>
            <p:nvPr/>
          </p:nvSpPr>
          <p:spPr>
            <a:xfrm rot="5400000">
              <a:off x="867570" y="3736176"/>
              <a:ext cx="1252535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4" name="Google Shape;1804;p24"/>
            <p:cNvCxnSpPr>
              <a:stCxn id="1778" idx="0"/>
              <a:endCxn id="1692" idx="0"/>
            </p:cNvCxnSpPr>
            <p:nvPr/>
          </p:nvCxnSpPr>
          <p:spPr>
            <a:xfrm flipH="1" rot="10800000">
              <a:off x="1684338" y="3653676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5" name="Google Shape;1805;p24"/>
            <p:cNvCxnSpPr>
              <a:endCxn id="1702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806" name="Google Shape;1806;p24"/>
          <p:cNvCxnSpPr/>
          <p:nvPr/>
        </p:nvCxnSpPr>
        <p:spPr>
          <a:xfrm flipH="1" rot="10800000">
            <a:off x="2686051" y="5276851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7" name="Google Shape;1807;p24"/>
          <p:cNvGrpSpPr/>
          <p:nvPr/>
        </p:nvGrpSpPr>
        <p:grpSpPr>
          <a:xfrm>
            <a:off x="1963739" y="3552826"/>
            <a:ext cx="8258175" cy="2900363"/>
            <a:chOff x="439215" y="3555216"/>
            <a:chExt cx="8258951" cy="2901368"/>
          </a:xfrm>
        </p:grpSpPr>
        <p:grpSp>
          <p:nvGrpSpPr>
            <p:cNvPr id="1808" name="Google Shape;1808;p24"/>
            <p:cNvGrpSpPr/>
            <p:nvPr/>
          </p:nvGrpSpPr>
          <p:grpSpPr>
            <a:xfrm>
              <a:off x="1678362" y="3855145"/>
              <a:ext cx="347753" cy="680208"/>
              <a:chOff x="7923189" y="2486663"/>
              <a:chExt cx="360362" cy="884586"/>
            </a:xfrm>
          </p:grpSpPr>
          <p:pic>
            <p:nvPicPr>
              <p:cNvPr id="1809" name="Google Shape;1809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810" name="Google Shape;1810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1811" name="Google Shape;1811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2" name="Google Shape;1812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3" name="Google Shape;1813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5" name="Google Shape;1815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16" name="Google Shape;1816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817" name="Google Shape;1817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8" name="Google Shape;1818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19" name="Google Shape;1819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20" name="Google Shape;1820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21" name="Google Shape;1821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2" name="Google Shape;1822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23" name="Google Shape;1823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4" name="Google Shape;1824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25" name="Google Shape;1825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26" name="Google Shape;1826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7" name="Google Shape;1827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28" name="Google Shape;1828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29" name="Google Shape;1829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830" name="Google Shape;1830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1" name="Google Shape;1831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32" name="Google Shape;1832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3" name="Google Shape;1833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4" name="Google Shape;1834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5" name="Google Shape;1835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6" name="Google Shape;1836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7" name="Google Shape;1837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8" name="Google Shape;1838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9" name="Google Shape;1839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0" name="Google Shape;1840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1" name="Google Shape;1841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2" name="Google Shape;1842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43" name="Google Shape;1843;p24"/>
            <p:cNvGrpSpPr/>
            <p:nvPr/>
          </p:nvGrpSpPr>
          <p:grpSpPr>
            <a:xfrm>
              <a:off x="3221830" y="5776376"/>
              <a:ext cx="347753" cy="680208"/>
              <a:chOff x="7923189" y="2486663"/>
              <a:chExt cx="360362" cy="884586"/>
            </a:xfrm>
          </p:grpSpPr>
          <p:pic>
            <p:nvPicPr>
              <p:cNvPr id="1844" name="Google Shape;1844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845" name="Google Shape;1845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1846" name="Google Shape;1846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7" name="Google Shape;1847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8" name="Google Shape;1848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9" name="Google Shape;1849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0" name="Google Shape;1850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51" name="Google Shape;1851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852" name="Google Shape;1852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3" name="Google Shape;1853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54" name="Google Shape;1854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55" name="Google Shape;1855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56" name="Google Shape;1856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7" name="Google Shape;1857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58" name="Google Shape;1858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9" name="Google Shape;1859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60" name="Google Shape;1860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61" name="Google Shape;1861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2" name="Google Shape;1862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63" name="Google Shape;1863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64" name="Google Shape;1864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865" name="Google Shape;1865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6" name="Google Shape;1866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67" name="Google Shape;1867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8" name="Google Shape;1868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9" name="Google Shape;1869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0" name="Google Shape;1870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1" name="Google Shape;1871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3" name="Google Shape;1873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4" name="Google Shape;1874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5" name="Google Shape;1875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6" name="Google Shape;1876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7" name="Google Shape;1877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78" name="Google Shape;1878;p24"/>
            <p:cNvGrpSpPr/>
            <p:nvPr/>
          </p:nvGrpSpPr>
          <p:grpSpPr>
            <a:xfrm>
              <a:off x="4387291" y="3555216"/>
              <a:ext cx="347753" cy="680208"/>
              <a:chOff x="7923189" y="2486663"/>
              <a:chExt cx="360362" cy="884586"/>
            </a:xfrm>
          </p:grpSpPr>
          <p:pic>
            <p:nvPicPr>
              <p:cNvPr id="1879" name="Google Shape;1879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880" name="Google Shape;1880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1881" name="Google Shape;1881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2" name="Google Shape;1882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3" name="Google Shape;1883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4" name="Google Shape;1884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5" name="Google Shape;1885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86" name="Google Shape;1886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887" name="Google Shape;1887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8" name="Google Shape;1888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89" name="Google Shape;1889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90" name="Google Shape;1890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91" name="Google Shape;1891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2" name="Google Shape;1892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93" name="Google Shape;1893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4" name="Google Shape;1894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95" name="Google Shape;1895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96" name="Google Shape;1896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7" name="Google Shape;1897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98" name="Google Shape;1898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99" name="Google Shape;1899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00" name="Google Shape;1900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1" name="Google Shape;1901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02" name="Google Shape;1902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3" name="Google Shape;1903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6" name="Google Shape;1906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7" name="Google Shape;1907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8" name="Google Shape;1908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9" name="Google Shape;1909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0" name="Google Shape;1910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1" name="Google Shape;1911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2" name="Google Shape;1912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13" name="Google Shape;1913;p24"/>
            <p:cNvGrpSpPr/>
            <p:nvPr/>
          </p:nvGrpSpPr>
          <p:grpSpPr>
            <a:xfrm>
              <a:off x="5084012" y="5612511"/>
              <a:ext cx="347767" cy="680207"/>
              <a:chOff x="7923189" y="2486664"/>
              <a:chExt cx="360377" cy="884585"/>
            </a:xfrm>
          </p:grpSpPr>
          <p:pic>
            <p:nvPicPr>
              <p:cNvPr id="1914" name="Google Shape;1914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98" y="2486664"/>
                <a:ext cx="239568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15" name="Google Shape;1915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1916" name="Google Shape;1916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7" name="Google Shape;1917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8" name="Google Shape;1918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9" name="Google Shape;1919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0" name="Google Shape;1920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21" name="Google Shape;1921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922" name="Google Shape;1922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3" name="Google Shape;1923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24" name="Google Shape;1924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25" name="Google Shape;1925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926" name="Google Shape;1926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7" name="Google Shape;1927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28" name="Google Shape;1928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9" name="Google Shape;1929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30" name="Google Shape;1930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931" name="Google Shape;1931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2" name="Google Shape;1932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33" name="Google Shape;1933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4" name="Google Shape;1934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35" name="Google Shape;1935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6" name="Google Shape;1936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37" name="Google Shape;1937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8" name="Google Shape;1938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9" name="Google Shape;1939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0" name="Google Shape;1940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1" name="Google Shape;1941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2" name="Google Shape;1942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3" name="Google Shape;1943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4" name="Google Shape;1944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5" name="Google Shape;1945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6" name="Google Shape;1946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7" name="Google Shape;1947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48" name="Google Shape;1948;p24"/>
            <p:cNvGrpSpPr/>
            <p:nvPr/>
          </p:nvGrpSpPr>
          <p:grpSpPr>
            <a:xfrm>
              <a:off x="6068038" y="3829780"/>
              <a:ext cx="347753" cy="680208"/>
              <a:chOff x="7923189" y="2486663"/>
              <a:chExt cx="360362" cy="884586"/>
            </a:xfrm>
          </p:grpSpPr>
          <p:pic>
            <p:nvPicPr>
              <p:cNvPr id="1949" name="Google Shape;1949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50" name="Google Shape;1950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1951" name="Google Shape;1951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2" name="Google Shape;1952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3" name="Google Shape;1953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4" name="Google Shape;1954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5" name="Google Shape;1955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56" name="Google Shape;1956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957" name="Google Shape;1957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8" name="Google Shape;1958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59" name="Google Shape;1959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60" name="Google Shape;1960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961" name="Google Shape;1961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2" name="Google Shape;1962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63" name="Google Shape;1963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4" name="Google Shape;1964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65" name="Google Shape;1965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966" name="Google Shape;1966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7" name="Google Shape;1967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68" name="Google Shape;1968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69" name="Google Shape;1969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70" name="Google Shape;1970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71" name="Google Shape;1971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72" name="Google Shape;1972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3" name="Google Shape;1973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4" name="Google Shape;1974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6" name="Google Shape;1976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8" name="Google Shape;1978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9" name="Google Shape;1979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0" name="Google Shape;1980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1" name="Google Shape;1981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2" name="Google Shape;1982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83" name="Google Shape;1983;p24"/>
            <p:cNvGrpSpPr/>
            <p:nvPr/>
          </p:nvGrpSpPr>
          <p:grpSpPr>
            <a:xfrm>
              <a:off x="2122838" y="5630065"/>
              <a:ext cx="347753" cy="680208"/>
              <a:chOff x="7923189" y="2486663"/>
              <a:chExt cx="360362" cy="884586"/>
            </a:xfrm>
          </p:grpSpPr>
          <p:pic>
            <p:nvPicPr>
              <p:cNvPr id="1984" name="Google Shape;1984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85" name="Google Shape;1985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1986" name="Google Shape;1986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7" name="Google Shape;1987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8" name="Google Shape;1988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9" name="Google Shape;1989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0" name="Google Shape;1990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1" name="Google Shape;1991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992" name="Google Shape;1992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93" name="Google Shape;1993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94" name="Google Shape;1994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5" name="Google Shape;1995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996" name="Google Shape;1996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97" name="Google Shape;1997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98" name="Google Shape;1998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9" name="Google Shape;1999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00" name="Google Shape;2000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001" name="Google Shape;2001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02" name="Google Shape;2002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03" name="Google Shape;2003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04" name="Google Shape;2004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005" name="Google Shape;2005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06" name="Google Shape;2006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07" name="Google Shape;2007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8" name="Google Shape;2008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1" name="Google Shape;2011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2" name="Google Shape;2012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3" name="Google Shape;2013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4" name="Google Shape;2014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5" name="Google Shape;2015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6" name="Google Shape;2016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7" name="Google Shape;2017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18" name="Google Shape;2018;p24"/>
            <p:cNvGrpSpPr/>
            <p:nvPr/>
          </p:nvGrpSpPr>
          <p:grpSpPr>
            <a:xfrm>
              <a:off x="7707456" y="4365068"/>
              <a:ext cx="990710" cy="735459"/>
              <a:chOff x="7707456" y="4365068"/>
              <a:chExt cx="990710" cy="735459"/>
            </a:xfrm>
          </p:grpSpPr>
          <p:pic>
            <p:nvPicPr>
              <p:cNvPr id="2019" name="Google Shape;2019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771833" y="4640202"/>
                <a:ext cx="822008" cy="4603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020" name="Google Shape;2020;p24"/>
              <p:cNvGrpSpPr/>
              <p:nvPr/>
            </p:nvGrpSpPr>
            <p:grpSpPr>
              <a:xfrm flipH="1">
                <a:off x="7707456" y="4368231"/>
                <a:ext cx="225477" cy="394743"/>
                <a:chOff x="4144" y="425"/>
                <a:chExt cx="1422" cy="2389"/>
              </a:xfrm>
            </p:grpSpPr>
            <p:sp>
              <p:nvSpPr>
                <p:cNvPr id="2021" name="Google Shape;2021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24"/>
                <p:cNvSpPr/>
                <p:nvPr/>
              </p:nvSpPr>
              <p:spPr>
                <a:xfrm>
                  <a:off x="4204" y="425"/>
                  <a:ext cx="1051" cy="2259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3" name="Google Shape;2023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4" name="Google Shape;2024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24"/>
                <p:cNvSpPr/>
                <p:nvPr/>
              </p:nvSpPr>
              <p:spPr>
                <a:xfrm>
                  <a:off x="4214" y="685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26" name="Google Shape;2026;p24"/>
                <p:cNvGrpSpPr/>
                <p:nvPr/>
              </p:nvGrpSpPr>
              <p:grpSpPr>
                <a:xfrm>
                  <a:off x="4775" y="666"/>
                  <a:ext cx="581" cy="144"/>
                  <a:chOff x="646" y="2566"/>
                  <a:chExt cx="725" cy="138"/>
                </a:xfrm>
              </p:grpSpPr>
              <p:sp>
                <p:nvSpPr>
                  <p:cNvPr id="2027" name="Google Shape;2027;p24"/>
                  <p:cNvSpPr/>
                  <p:nvPr/>
                </p:nvSpPr>
                <p:spPr>
                  <a:xfrm>
                    <a:off x="646" y="2566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8" name="Google Shape;2028;p24"/>
                  <p:cNvSpPr/>
                  <p:nvPr/>
                </p:nvSpPr>
                <p:spPr>
                  <a:xfrm>
                    <a:off x="659" y="2584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29" name="Google Shape;2029;p24"/>
                <p:cNvSpPr/>
                <p:nvPr/>
              </p:nvSpPr>
              <p:spPr>
                <a:xfrm>
                  <a:off x="4224" y="1012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30" name="Google Shape;2030;p24"/>
                <p:cNvGrpSpPr/>
                <p:nvPr/>
              </p:nvGrpSpPr>
              <p:grpSpPr>
                <a:xfrm>
                  <a:off x="4745" y="992"/>
                  <a:ext cx="581" cy="135"/>
                  <a:chOff x="611" y="2566"/>
                  <a:chExt cx="725" cy="140"/>
                </a:xfrm>
              </p:grpSpPr>
              <p:sp>
                <p:nvSpPr>
                  <p:cNvPr id="2031" name="Google Shape;2031;p24"/>
                  <p:cNvSpPr/>
                  <p:nvPr/>
                </p:nvSpPr>
                <p:spPr>
                  <a:xfrm>
                    <a:off x="611" y="2566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2" name="Google Shape;2032;p24"/>
                  <p:cNvSpPr/>
                  <p:nvPr/>
                </p:nvSpPr>
                <p:spPr>
                  <a:xfrm>
                    <a:off x="624" y="2586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33" name="Google Shape;2033;p24"/>
                <p:cNvSpPr/>
                <p:nvPr/>
              </p:nvSpPr>
              <p:spPr>
                <a:xfrm>
                  <a:off x="4224" y="1358"/>
                  <a:ext cx="591" cy="29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4" name="Google Shape;2034;p24"/>
                <p:cNvSpPr/>
                <p:nvPr/>
              </p:nvSpPr>
              <p:spPr>
                <a:xfrm>
                  <a:off x="4234" y="1627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35" name="Google Shape;2035;p24"/>
                <p:cNvGrpSpPr/>
                <p:nvPr/>
              </p:nvGrpSpPr>
              <p:grpSpPr>
                <a:xfrm>
                  <a:off x="4735" y="1627"/>
                  <a:ext cx="571" cy="125"/>
                  <a:chOff x="614" y="2568"/>
                  <a:chExt cx="711" cy="115"/>
                </a:xfrm>
              </p:grpSpPr>
              <p:sp>
                <p:nvSpPr>
                  <p:cNvPr id="2036" name="Google Shape;2036;p24"/>
                  <p:cNvSpPr/>
                  <p:nvPr/>
                </p:nvSpPr>
                <p:spPr>
                  <a:xfrm>
                    <a:off x="614" y="2568"/>
                    <a:ext cx="711" cy="11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7" name="Google Shape;2037;p24"/>
                  <p:cNvSpPr/>
                  <p:nvPr/>
                </p:nvSpPr>
                <p:spPr>
                  <a:xfrm>
                    <a:off x="626" y="2585"/>
                    <a:ext cx="674" cy="8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38" name="Google Shape;2038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39" name="Google Shape;2039;p24"/>
                <p:cNvGrpSpPr/>
                <p:nvPr/>
              </p:nvGrpSpPr>
              <p:grpSpPr>
                <a:xfrm>
                  <a:off x="4765" y="1300"/>
                  <a:ext cx="560" cy="163"/>
                  <a:chOff x="646" y="2541"/>
                  <a:chExt cx="698" cy="163"/>
                </a:xfrm>
              </p:grpSpPr>
              <p:sp>
                <p:nvSpPr>
                  <p:cNvPr id="2040" name="Google Shape;2040;p24"/>
                  <p:cNvSpPr/>
                  <p:nvPr/>
                </p:nvSpPr>
                <p:spPr>
                  <a:xfrm>
                    <a:off x="646" y="2541"/>
                    <a:ext cx="698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1" name="Google Shape;2041;p24"/>
                  <p:cNvSpPr/>
                  <p:nvPr/>
                </p:nvSpPr>
                <p:spPr>
                  <a:xfrm>
                    <a:off x="659" y="2560"/>
                    <a:ext cx="661" cy="13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42" name="Google Shape;2042;p24"/>
                <p:cNvSpPr/>
                <p:nvPr/>
              </p:nvSpPr>
              <p:spPr>
                <a:xfrm>
                  <a:off x="5256" y="425"/>
                  <a:ext cx="60" cy="2268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5516" y="2588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4144" y="2655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8" name="Google Shape;2048;p24"/>
                <p:cNvSpPr/>
                <p:nvPr/>
              </p:nvSpPr>
              <p:spPr>
                <a:xfrm>
                  <a:off x="4204" y="2684"/>
                  <a:ext cx="1071" cy="8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9" name="Google Shape;2049;p24"/>
                <p:cNvSpPr/>
                <p:nvPr/>
              </p:nvSpPr>
              <p:spPr>
                <a:xfrm>
                  <a:off x="4314" y="2357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4485" y="2357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4665" y="2357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5065" y="1809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3" name="Google Shape;2053;p24"/>
              <p:cNvGrpSpPr/>
              <p:nvPr/>
            </p:nvGrpSpPr>
            <p:grpSpPr>
              <a:xfrm flipH="1">
                <a:off x="7939232" y="4365068"/>
                <a:ext cx="227063" cy="400196"/>
                <a:chOff x="4137" y="404"/>
                <a:chExt cx="1432" cy="2422"/>
              </a:xfrm>
            </p:grpSpPr>
            <p:sp>
              <p:nvSpPr>
                <p:cNvPr id="2054" name="Google Shape;2054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4207" y="404"/>
                  <a:ext cx="1051" cy="2307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4207" y="693"/>
                  <a:ext cx="60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9" name="Google Shape;2059;p24"/>
                <p:cNvGrpSpPr/>
                <p:nvPr/>
              </p:nvGrpSpPr>
              <p:grpSpPr>
                <a:xfrm>
                  <a:off x="4747" y="664"/>
                  <a:ext cx="581" cy="125"/>
                  <a:chOff x="612" y="2564"/>
                  <a:chExt cx="725" cy="120"/>
                </a:xfrm>
              </p:grpSpPr>
              <p:sp>
                <p:nvSpPr>
                  <p:cNvPr id="2060" name="Google Shape;2060;p24"/>
                  <p:cNvSpPr/>
                  <p:nvPr/>
                </p:nvSpPr>
                <p:spPr>
                  <a:xfrm>
                    <a:off x="612" y="2564"/>
                    <a:ext cx="725" cy="12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1" name="Google Shape;2061;p24"/>
                  <p:cNvSpPr/>
                  <p:nvPr/>
                </p:nvSpPr>
                <p:spPr>
                  <a:xfrm>
                    <a:off x="625" y="2582"/>
                    <a:ext cx="700" cy="8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62" name="Google Shape;2062;p24"/>
                <p:cNvSpPr/>
                <p:nvPr/>
              </p:nvSpPr>
              <p:spPr>
                <a:xfrm>
                  <a:off x="4227" y="1019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63" name="Google Shape;2063;p24"/>
                <p:cNvGrpSpPr/>
                <p:nvPr/>
              </p:nvGrpSpPr>
              <p:grpSpPr>
                <a:xfrm>
                  <a:off x="4748" y="990"/>
                  <a:ext cx="581" cy="135"/>
                  <a:chOff x="615" y="2564"/>
                  <a:chExt cx="725" cy="140"/>
                </a:xfrm>
              </p:grpSpPr>
              <p:sp>
                <p:nvSpPr>
                  <p:cNvPr id="2064" name="Google Shape;2064;p24"/>
                  <p:cNvSpPr/>
                  <p:nvPr/>
                </p:nvSpPr>
                <p:spPr>
                  <a:xfrm>
                    <a:off x="615" y="2564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5" name="Google Shape;2065;p24"/>
                  <p:cNvSpPr/>
                  <p:nvPr/>
                </p:nvSpPr>
                <p:spPr>
                  <a:xfrm>
                    <a:off x="627" y="2584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66" name="Google Shape;2066;p24"/>
                <p:cNvSpPr/>
                <p:nvPr/>
              </p:nvSpPr>
              <p:spPr>
                <a:xfrm>
                  <a:off x="4217" y="1356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7" name="Google Shape;2067;p24"/>
                <p:cNvSpPr/>
                <p:nvPr/>
              </p:nvSpPr>
              <p:spPr>
                <a:xfrm>
                  <a:off x="4227" y="165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68" name="Google Shape;2068;p24"/>
                <p:cNvGrpSpPr/>
                <p:nvPr/>
              </p:nvGrpSpPr>
              <p:grpSpPr>
                <a:xfrm>
                  <a:off x="4737" y="1625"/>
                  <a:ext cx="571" cy="154"/>
                  <a:chOff x="617" y="2566"/>
                  <a:chExt cx="711" cy="142"/>
                </a:xfrm>
              </p:grpSpPr>
              <p:sp>
                <p:nvSpPr>
                  <p:cNvPr id="2069" name="Google Shape;2069;p24"/>
                  <p:cNvSpPr/>
                  <p:nvPr/>
                </p:nvSpPr>
                <p:spPr>
                  <a:xfrm>
                    <a:off x="617" y="2566"/>
                    <a:ext cx="711" cy="14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0" name="Google Shape;2070;p24"/>
                  <p:cNvSpPr/>
                  <p:nvPr/>
                </p:nvSpPr>
                <p:spPr>
                  <a:xfrm>
                    <a:off x="630" y="2584"/>
                    <a:ext cx="67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71" name="Google Shape;2071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72" name="Google Shape;2072;p24"/>
                <p:cNvGrpSpPr/>
                <p:nvPr/>
              </p:nvGrpSpPr>
              <p:grpSpPr>
                <a:xfrm>
                  <a:off x="4737" y="1327"/>
                  <a:ext cx="611" cy="135"/>
                  <a:chOff x="612" y="2568"/>
                  <a:chExt cx="761" cy="135"/>
                </a:xfrm>
              </p:grpSpPr>
              <p:sp>
                <p:nvSpPr>
                  <p:cNvPr id="2073" name="Google Shape;2073;p24"/>
                  <p:cNvSpPr/>
                  <p:nvPr/>
                </p:nvSpPr>
                <p:spPr>
                  <a:xfrm>
                    <a:off x="612" y="2568"/>
                    <a:ext cx="761" cy="13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4" name="Google Shape;2074;p24"/>
                  <p:cNvSpPr/>
                  <p:nvPr/>
                </p:nvSpPr>
                <p:spPr>
                  <a:xfrm>
                    <a:off x="625" y="2587"/>
                    <a:ext cx="723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75" name="Google Shape;2075;p24"/>
                <p:cNvSpPr/>
                <p:nvPr/>
              </p:nvSpPr>
              <p:spPr>
                <a:xfrm>
                  <a:off x="5248" y="404"/>
                  <a:ext cx="70" cy="2316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6" name="Google Shape;2076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8" name="Google Shape;2078;p24"/>
                <p:cNvSpPr/>
                <p:nvPr/>
              </p:nvSpPr>
              <p:spPr>
                <a:xfrm>
                  <a:off x="5519" y="2615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9" name="Google Shape;2079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24"/>
                <p:cNvSpPr/>
                <p:nvPr/>
              </p:nvSpPr>
              <p:spPr>
                <a:xfrm>
                  <a:off x="4137" y="2682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1" name="Google Shape;2081;p24"/>
                <p:cNvSpPr/>
                <p:nvPr/>
              </p:nvSpPr>
              <p:spPr>
                <a:xfrm>
                  <a:off x="4207" y="2711"/>
                  <a:ext cx="1071" cy="8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2" name="Google Shape;2082;p24"/>
                <p:cNvSpPr/>
                <p:nvPr/>
              </p:nvSpPr>
              <p:spPr>
                <a:xfrm>
                  <a:off x="4307" y="2384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3" name="Google Shape;2083;p24"/>
                <p:cNvSpPr/>
                <p:nvPr/>
              </p:nvSpPr>
              <p:spPr>
                <a:xfrm>
                  <a:off x="4487" y="2384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4" name="Google Shape;2084;p24"/>
                <p:cNvSpPr/>
                <p:nvPr/>
              </p:nvSpPr>
              <p:spPr>
                <a:xfrm>
                  <a:off x="4658" y="2384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5" name="Google Shape;2085;p24"/>
                <p:cNvSpPr/>
                <p:nvPr/>
              </p:nvSpPr>
              <p:spPr>
                <a:xfrm>
                  <a:off x="5068" y="1836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86" name="Google Shape;2086;p24"/>
              <p:cNvGrpSpPr/>
              <p:nvPr/>
            </p:nvGrpSpPr>
            <p:grpSpPr>
              <a:xfrm flipH="1">
                <a:off x="8472689" y="4384243"/>
                <a:ext cx="225477" cy="395404"/>
                <a:chOff x="4140" y="428"/>
                <a:chExt cx="1422" cy="2393"/>
              </a:xfrm>
            </p:grpSpPr>
            <p:sp>
              <p:nvSpPr>
                <p:cNvPr id="2087" name="Google Shape;2087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8" name="Google Shape;2088;p24"/>
                <p:cNvSpPr/>
                <p:nvPr/>
              </p:nvSpPr>
              <p:spPr>
                <a:xfrm>
                  <a:off x="4200" y="428"/>
                  <a:ext cx="1051" cy="2278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0" name="Google Shape;2090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1" name="Google Shape;2091;p24"/>
                <p:cNvSpPr/>
                <p:nvPr/>
              </p:nvSpPr>
              <p:spPr>
                <a:xfrm>
                  <a:off x="4210" y="687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2" name="Google Shape;2092;p24"/>
                <p:cNvGrpSpPr/>
                <p:nvPr/>
              </p:nvGrpSpPr>
              <p:grpSpPr>
                <a:xfrm>
                  <a:off x="4751" y="668"/>
                  <a:ext cx="581" cy="144"/>
                  <a:chOff x="616" y="2568"/>
                  <a:chExt cx="725" cy="138"/>
                </a:xfrm>
              </p:grpSpPr>
              <p:sp>
                <p:nvSpPr>
                  <p:cNvPr id="2093" name="Google Shape;2093;p24"/>
                  <p:cNvSpPr/>
                  <p:nvPr/>
                </p:nvSpPr>
                <p:spPr>
                  <a:xfrm>
                    <a:off x="616" y="2568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4" name="Google Shape;2094;p24"/>
                  <p:cNvSpPr/>
                  <p:nvPr/>
                </p:nvSpPr>
                <p:spPr>
                  <a:xfrm>
                    <a:off x="629" y="2586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5" name="Google Shape;2095;p24"/>
                <p:cNvSpPr/>
                <p:nvPr/>
              </p:nvSpPr>
              <p:spPr>
                <a:xfrm>
                  <a:off x="4220" y="101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6" name="Google Shape;2096;p24"/>
                <p:cNvGrpSpPr/>
                <p:nvPr/>
              </p:nvGrpSpPr>
              <p:grpSpPr>
                <a:xfrm>
                  <a:off x="4721" y="995"/>
                  <a:ext cx="581" cy="135"/>
                  <a:chOff x="581" y="2569"/>
                  <a:chExt cx="725" cy="140"/>
                </a:xfrm>
              </p:grpSpPr>
              <p:sp>
                <p:nvSpPr>
                  <p:cNvPr id="2097" name="Google Shape;2097;p24"/>
                  <p:cNvSpPr/>
                  <p:nvPr/>
                </p:nvSpPr>
                <p:spPr>
                  <a:xfrm>
                    <a:off x="581" y="2569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8" name="Google Shape;2098;p24"/>
                  <p:cNvSpPr/>
                  <p:nvPr/>
                </p:nvSpPr>
                <p:spPr>
                  <a:xfrm>
                    <a:off x="594" y="2589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9" name="Google Shape;2099;p24"/>
                <p:cNvSpPr/>
                <p:nvPr/>
              </p:nvSpPr>
              <p:spPr>
                <a:xfrm>
                  <a:off x="4220" y="1360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0" name="Google Shape;2100;p24"/>
                <p:cNvSpPr/>
                <p:nvPr/>
              </p:nvSpPr>
              <p:spPr>
                <a:xfrm>
                  <a:off x="4230" y="1648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01" name="Google Shape;2101;p24"/>
                <p:cNvGrpSpPr/>
                <p:nvPr/>
              </p:nvGrpSpPr>
              <p:grpSpPr>
                <a:xfrm>
                  <a:off x="4731" y="1629"/>
                  <a:ext cx="551" cy="144"/>
                  <a:chOff x="609" y="2570"/>
                  <a:chExt cx="686" cy="133"/>
                </a:xfrm>
              </p:grpSpPr>
              <p:sp>
                <p:nvSpPr>
                  <p:cNvPr id="2102" name="Google Shape;2102;p24"/>
                  <p:cNvSpPr/>
                  <p:nvPr/>
                </p:nvSpPr>
                <p:spPr>
                  <a:xfrm>
                    <a:off x="609" y="2570"/>
                    <a:ext cx="686" cy="13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3" name="Google Shape;2103;p24"/>
                  <p:cNvSpPr/>
                  <p:nvPr/>
                </p:nvSpPr>
                <p:spPr>
                  <a:xfrm>
                    <a:off x="621" y="2588"/>
                    <a:ext cx="649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04" name="Google Shape;2104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05" name="Google Shape;2105;p24"/>
                <p:cNvGrpSpPr/>
                <p:nvPr/>
              </p:nvGrpSpPr>
              <p:grpSpPr>
                <a:xfrm>
                  <a:off x="4741" y="1302"/>
                  <a:ext cx="580" cy="163"/>
                  <a:chOff x="616" y="2543"/>
                  <a:chExt cx="723" cy="163"/>
                </a:xfrm>
              </p:grpSpPr>
              <p:sp>
                <p:nvSpPr>
                  <p:cNvPr id="2106" name="Google Shape;2106;p24"/>
                  <p:cNvSpPr/>
                  <p:nvPr/>
                </p:nvSpPr>
                <p:spPr>
                  <a:xfrm>
                    <a:off x="616" y="2543"/>
                    <a:ext cx="723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7" name="Google Shape;2107;p24"/>
                  <p:cNvSpPr/>
                  <p:nvPr/>
                </p:nvSpPr>
                <p:spPr>
                  <a:xfrm>
                    <a:off x="629" y="2582"/>
                    <a:ext cx="686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08" name="Google Shape;2108;p24"/>
                <p:cNvSpPr/>
                <p:nvPr/>
              </p:nvSpPr>
              <p:spPr>
                <a:xfrm>
                  <a:off x="5251" y="428"/>
                  <a:ext cx="60" cy="2287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9" name="Google Shape;2109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0" name="Google Shape;2110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1" name="Google Shape;2111;p24"/>
                <p:cNvSpPr/>
                <p:nvPr/>
              </p:nvSpPr>
              <p:spPr>
                <a:xfrm>
                  <a:off x="5512" y="2609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2" name="Google Shape;2112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3" name="Google Shape;2113;p24"/>
                <p:cNvSpPr/>
                <p:nvPr/>
              </p:nvSpPr>
              <p:spPr>
                <a:xfrm>
                  <a:off x="4140" y="2677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4" name="Google Shape;2114;p24"/>
                <p:cNvSpPr/>
                <p:nvPr/>
              </p:nvSpPr>
              <p:spPr>
                <a:xfrm>
                  <a:off x="4200" y="2705"/>
                  <a:ext cx="1071" cy="7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5" name="Google Shape;2115;p24"/>
                <p:cNvSpPr/>
                <p:nvPr/>
              </p:nvSpPr>
              <p:spPr>
                <a:xfrm>
                  <a:off x="4310" y="2379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6" name="Google Shape;2116;p24"/>
                <p:cNvSpPr/>
                <p:nvPr/>
              </p:nvSpPr>
              <p:spPr>
                <a:xfrm>
                  <a:off x="4480" y="2379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7" name="Google Shape;2117;p24"/>
                <p:cNvSpPr/>
                <p:nvPr/>
              </p:nvSpPr>
              <p:spPr>
                <a:xfrm>
                  <a:off x="4661" y="2379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8" name="Google Shape;2118;p24"/>
                <p:cNvSpPr/>
                <p:nvPr/>
              </p:nvSpPr>
              <p:spPr>
                <a:xfrm>
                  <a:off x="5061" y="1831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19" name="Google Shape;2119;p24"/>
            <p:cNvGrpSpPr/>
            <p:nvPr/>
          </p:nvGrpSpPr>
          <p:grpSpPr>
            <a:xfrm>
              <a:off x="7186941" y="5734675"/>
              <a:ext cx="347753" cy="680208"/>
              <a:chOff x="7923189" y="2486663"/>
              <a:chExt cx="360362" cy="884586"/>
            </a:xfrm>
          </p:grpSpPr>
          <p:pic>
            <p:nvPicPr>
              <p:cNvPr id="2120" name="Google Shape;2120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121" name="Google Shape;2121;p24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22" name="Google Shape;2122;p2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3" name="Google Shape;2123;p2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4" name="Google Shape;2124;p2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5" name="Google Shape;2125;p2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6" name="Google Shape;2126;p2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27" name="Google Shape;2127;p2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128" name="Google Shape;2128;p2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9" name="Google Shape;2129;p2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30" name="Google Shape;2130;p2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31" name="Google Shape;2131;p2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132" name="Google Shape;2132;p2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3" name="Google Shape;2133;p2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34" name="Google Shape;2134;p2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5" name="Google Shape;2135;p2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36" name="Google Shape;2136;p2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137" name="Google Shape;2137;p2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8" name="Google Shape;2138;p2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39" name="Google Shape;2139;p2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40" name="Google Shape;2140;p2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141" name="Google Shape;2141;p2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2" name="Google Shape;2142;p2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43" name="Google Shape;2143;p2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4" name="Google Shape;2144;p2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5" name="Google Shape;2145;p2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6" name="Google Shape;2146;p2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7" name="Google Shape;2147;p2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8" name="Google Shape;2148;p2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9" name="Google Shape;2149;p2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0" name="Google Shape;2150;p2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1" name="Google Shape;2151;p2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2" name="Google Shape;2152;p2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3" name="Google Shape;2153;p2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54" name="Google Shape;2154;p24"/>
            <p:cNvGrpSpPr/>
            <p:nvPr/>
          </p:nvGrpSpPr>
          <p:grpSpPr>
            <a:xfrm>
              <a:off x="439215" y="4827099"/>
              <a:ext cx="871949" cy="506826"/>
              <a:chOff x="439215" y="4827099"/>
              <a:chExt cx="871949" cy="506826"/>
            </a:xfrm>
          </p:grpSpPr>
          <p:grpSp>
            <p:nvGrpSpPr>
              <p:cNvPr id="2155" name="Google Shape;2155;p24"/>
              <p:cNvGrpSpPr/>
              <p:nvPr/>
            </p:nvGrpSpPr>
            <p:grpSpPr>
              <a:xfrm>
                <a:off x="439215" y="4827099"/>
                <a:ext cx="871949" cy="506826"/>
                <a:chOff x="2889" y="1631"/>
                <a:chExt cx="976" cy="743"/>
              </a:xfrm>
            </p:grpSpPr>
            <p:sp>
              <p:nvSpPr>
                <p:cNvPr id="2156" name="Google Shape;2156;p24"/>
                <p:cNvSpPr/>
                <p:nvPr/>
              </p:nvSpPr>
              <p:spPr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7" name="Google Shape;2157;p24"/>
                <p:cNvSpPr/>
                <p:nvPr/>
              </p:nvSpPr>
              <p:spPr>
                <a:xfrm>
                  <a:off x="2889" y="1631"/>
                  <a:ext cx="976" cy="25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158" name="Google Shape;2158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83109" y="5014480"/>
                <a:ext cx="405029" cy="290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59" name="Google Shape;2159;p24"/>
          <p:cNvGrpSpPr/>
          <p:nvPr/>
        </p:nvGrpSpPr>
        <p:grpSpPr>
          <a:xfrm>
            <a:off x="1949451" y="1181101"/>
            <a:ext cx="8258175" cy="5427663"/>
            <a:chOff x="425291" y="1016574"/>
            <a:chExt cx="8258951" cy="5427438"/>
          </a:xfrm>
        </p:grpSpPr>
        <p:grpSp>
          <p:nvGrpSpPr>
            <p:cNvPr id="2160" name="Google Shape;2160;p24"/>
            <p:cNvGrpSpPr/>
            <p:nvPr/>
          </p:nvGrpSpPr>
          <p:grpSpPr>
            <a:xfrm>
              <a:off x="861989" y="1488950"/>
              <a:ext cx="7326475" cy="4955062"/>
              <a:chOff x="861989" y="1488950"/>
              <a:chExt cx="7326475" cy="4955062"/>
            </a:xfrm>
          </p:grpSpPr>
          <p:cxnSp>
            <p:nvCxnSpPr>
              <p:cNvPr id="2161" name="Google Shape;2161;p24"/>
              <p:cNvCxnSpPr>
                <a:stCxn id="2158" idx="2"/>
              </p:cNvCxnSpPr>
              <p:nvPr/>
            </p:nvCxnSpPr>
            <p:spPr>
              <a:xfrm rot="10800000">
                <a:off x="861989" y="2767320"/>
                <a:ext cx="24000" cy="237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2" name="Google Shape;2162;p24"/>
              <p:cNvCxnSpPr>
                <a:stCxn id="1812" idx="2"/>
              </p:cNvCxnSpPr>
              <p:nvPr/>
            </p:nvCxnSpPr>
            <p:spPr>
              <a:xfrm flipH="1" rot="10800000">
                <a:off x="1769891" y="1937029"/>
                <a:ext cx="300" cy="24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3" name="Google Shape;2163;p24"/>
              <p:cNvCxnSpPr/>
              <p:nvPr/>
            </p:nvCxnSpPr>
            <p:spPr>
              <a:xfrm rot="10800000">
                <a:off x="2209958" y="325285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4" name="Google Shape;2164;p24"/>
              <p:cNvCxnSpPr/>
              <p:nvPr/>
            </p:nvCxnSpPr>
            <p:spPr>
              <a:xfrm rot="10800000">
                <a:off x="3314938" y="3904152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5" name="Google Shape;2165;p24"/>
              <p:cNvCxnSpPr/>
              <p:nvPr/>
            </p:nvCxnSpPr>
            <p:spPr>
              <a:xfrm rot="10800000">
                <a:off x="4465279" y="1488950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6" name="Google Shape;2166;p24"/>
              <p:cNvCxnSpPr/>
              <p:nvPr/>
            </p:nvCxnSpPr>
            <p:spPr>
              <a:xfrm rot="10800000">
                <a:off x="5162011" y="356135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7" name="Google Shape;2167;p24"/>
              <p:cNvCxnSpPr/>
              <p:nvPr/>
            </p:nvCxnSpPr>
            <p:spPr>
              <a:xfrm rot="10800000">
                <a:off x="6130907" y="177844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8" name="Google Shape;2168;p24"/>
              <p:cNvCxnSpPr/>
              <p:nvPr/>
            </p:nvCxnSpPr>
            <p:spPr>
              <a:xfrm rot="10800000">
                <a:off x="8188464" y="238403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9" name="Google Shape;2169;p24"/>
              <p:cNvCxnSpPr/>
              <p:nvPr/>
            </p:nvCxnSpPr>
            <p:spPr>
              <a:xfrm rot="10800000">
                <a:off x="7267323" y="388000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70" name="Google Shape;2170;p24"/>
            <p:cNvGrpSpPr/>
            <p:nvPr/>
          </p:nvGrpSpPr>
          <p:grpSpPr>
            <a:xfrm>
              <a:off x="425291" y="1016574"/>
              <a:ext cx="8258951" cy="2901368"/>
              <a:chOff x="439215" y="3555216"/>
              <a:chExt cx="8258951" cy="2901368"/>
            </a:xfrm>
          </p:grpSpPr>
          <p:grpSp>
            <p:nvGrpSpPr>
              <p:cNvPr id="2171" name="Google Shape;2171;p24"/>
              <p:cNvGrpSpPr/>
              <p:nvPr/>
            </p:nvGrpSpPr>
            <p:grpSpPr>
              <a:xfrm>
                <a:off x="1678362" y="385514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72" name="Google Shape;2172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173" name="Google Shape;2173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74" name="Google Shape;2174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5" name="Google Shape;2175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6" name="Google Shape;2176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7" name="Google Shape;2177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8" name="Google Shape;2178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179" name="Google Shape;2179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180" name="Google Shape;2180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81" name="Google Shape;2181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182" name="Google Shape;2182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183" name="Google Shape;2183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184" name="Google Shape;2184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85" name="Google Shape;2185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186" name="Google Shape;2186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7" name="Google Shape;2187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188" name="Google Shape;2188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189" name="Google Shape;2189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90" name="Google Shape;2190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191" name="Google Shape;2191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92" name="Google Shape;2192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193" name="Google Shape;2193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94" name="Google Shape;2194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195" name="Google Shape;2195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6" name="Google Shape;2196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7" name="Google Shape;2197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8" name="Google Shape;2198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9" name="Google Shape;2199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0" name="Google Shape;2200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1" name="Google Shape;2201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2" name="Google Shape;2202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3" name="Google Shape;2203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4" name="Google Shape;2204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5" name="Google Shape;2205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206" name="Google Shape;2206;p24"/>
              <p:cNvGrpSpPr/>
              <p:nvPr/>
            </p:nvGrpSpPr>
            <p:grpSpPr>
              <a:xfrm>
                <a:off x="3221830" y="577637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207" name="Google Shape;2207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208" name="Google Shape;2208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209" name="Google Shape;2209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0" name="Google Shape;2210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1" name="Google Shape;2211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2" name="Google Shape;2212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3" name="Google Shape;2213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14" name="Google Shape;2214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215" name="Google Shape;2215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16" name="Google Shape;2216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17" name="Google Shape;2217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18" name="Google Shape;2218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219" name="Google Shape;2219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20" name="Google Shape;2220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21" name="Google Shape;2221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2" name="Google Shape;2222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23" name="Google Shape;2223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224" name="Google Shape;2224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25" name="Google Shape;2225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26" name="Google Shape;2226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227" name="Google Shape;2227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228" name="Google Shape;2228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29" name="Google Shape;2229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30" name="Google Shape;2230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1" name="Google Shape;2231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2" name="Google Shape;2232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3" name="Google Shape;2233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4" name="Google Shape;2234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5" name="Google Shape;2235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6" name="Google Shape;2236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7" name="Google Shape;2237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8" name="Google Shape;2238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9" name="Google Shape;2239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0" name="Google Shape;2240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241" name="Google Shape;2241;p24"/>
              <p:cNvGrpSpPr/>
              <p:nvPr/>
            </p:nvGrpSpPr>
            <p:grpSpPr>
              <a:xfrm>
                <a:off x="4387291" y="355521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242" name="Google Shape;2242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243" name="Google Shape;2243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244" name="Google Shape;2244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5" name="Google Shape;2245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6" name="Google Shape;2246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7" name="Google Shape;2247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8" name="Google Shape;2248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49" name="Google Shape;2249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250" name="Google Shape;2250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51" name="Google Shape;2251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52" name="Google Shape;2252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53" name="Google Shape;2253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254" name="Google Shape;2254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55" name="Google Shape;2255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56" name="Google Shape;2256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7" name="Google Shape;2257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58" name="Google Shape;2258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259" name="Google Shape;2259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60" name="Google Shape;2260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61" name="Google Shape;2261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262" name="Google Shape;2262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263" name="Google Shape;2263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64" name="Google Shape;2264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65" name="Google Shape;2265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6" name="Google Shape;2266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7" name="Google Shape;2267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8" name="Google Shape;2268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9" name="Google Shape;2269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0" name="Google Shape;2270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1" name="Google Shape;2271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2" name="Google Shape;2272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3" name="Google Shape;2273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4" name="Google Shape;2274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5" name="Google Shape;2275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276" name="Google Shape;2276;p24"/>
              <p:cNvGrpSpPr/>
              <p:nvPr/>
            </p:nvGrpSpPr>
            <p:grpSpPr>
              <a:xfrm>
                <a:off x="5084012" y="5612511"/>
                <a:ext cx="347767" cy="680207"/>
                <a:chOff x="7923189" y="2486664"/>
                <a:chExt cx="360377" cy="884585"/>
              </a:xfrm>
            </p:grpSpPr>
            <p:pic>
              <p:nvPicPr>
                <p:cNvPr id="2277" name="Google Shape;2277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98" y="2486664"/>
                  <a:ext cx="239568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278" name="Google Shape;2278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279" name="Google Shape;2279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0" name="Google Shape;2280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1" name="Google Shape;2281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2" name="Google Shape;2282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3" name="Google Shape;2283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84" name="Google Shape;2284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285" name="Google Shape;2285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86" name="Google Shape;2286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87" name="Google Shape;2287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88" name="Google Shape;2288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289" name="Google Shape;2289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90" name="Google Shape;2290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91" name="Google Shape;2291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2" name="Google Shape;2292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93" name="Google Shape;2293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294" name="Google Shape;2294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95" name="Google Shape;2295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296" name="Google Shape;2296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297" name="Google Shape;2297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298" name="Google Shape;2298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99" name="Google Shape;2299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00" name="Google Shape;2300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1" name="Google Shape;2301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2" name="Google Shape;2302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3" name="Google Shape;2303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4" name="Google Shape;2304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5" name="Google Shape;2305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6" name="Google Shape;2306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7" name="Google Shape;2307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8" name="Google Shape;2308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9" name="Google Shape;2309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0" name="Google Shape;2310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11" name="Google Shape;2311;p24"/>
              <p:cNvGrpSpPr/>
              <p:nvPr/>
            </p:nvGrpSpPr>
            <p:grpSpPr>
              <a:xfrm>
                <a:off x="6068038" y="3829780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312" name="Google Shape;2312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313" name="Google Shape;2313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314" name="Google Shape;2314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5" name="Google Shape;2315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6" name="Google Shape;2316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7" name="Google Shape;2317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8" name="Google Shape;2318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19" name="Google Shape;2319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320" name="Google Shape;2320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21" name="Google Shape;2321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22" name="Google Shape;2322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23" name="Google Shape;2323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324" name="Google Shape;2324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25" name="Google Shape;2325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26" name="Google Shape;2326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7" name="Google Shape;2327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28" name="Google Shape;2328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329" name="Google Shape;2329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30" name="Google Shape;2330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31" name="Google Shape;2331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332" name="Google Shape;2332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333" name="Google Shape;2333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34" name="Google Shape;2334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35" name="Google Shape;2335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6" name="Google Shape;2336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7" name="Google Shape;2337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8" name="Google Shape;2338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9" name="Google Shape;2339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0" name="Google Shape;2340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1" name="Google Shape;2341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2" name="Google Shape;2342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3" name="Google Shape;2343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4" name="Google Shape;2344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5" name="Google Shape;2345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46" name="Google Shape;2346;p24"/>
              <p:cNvGrpSpPr/>
              <p:nvPr/>
            </p:nvGrpSpPr>
            <p:grpSpPr>
              <a:xfrm>
                <a:off x="2122838" y="563006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347" name="Google Shape;2347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348" name="Google Shape;2348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349" name="Google Shape;2349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0" name="Google Shape;2350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1" name="Google Shape;2351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2" name="Google Shape;2352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3" name="Google Shape;2353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54" name="Google Shape;2354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355" name="Google Shape;2355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6" name="Google Shape;2356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57" name="Google Shape;2357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58" name="Google Shape;2358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359" name="Google Shape;2359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0" name="Google Shape;2360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61" name="Google Shape;2361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2" name="Google Shape;2362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63" name="Google Shape;2363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364" name="Google Shape;2364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5" name="Google Shape;2365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66" name="Google Shape;2366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367" name="Google Shape;2367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368" name="Google Shape;2368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9" name="Google Shape;2369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70" name="Google Shape;2370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1" name="Google Shape;2371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2" name="Google Shape;2372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3" name="Google Shape;2373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4" name="Google Shape;2374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5" name="Google Shape;2375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6" name="Google Shape;2376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7" name="Google Shape;2377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8" name="Google Shape;2378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9" name="Google Shape;2379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80" name="Google Shape;2380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381" name="Google Shape;2381;p24"/>
              <p:cNvGrpSpPr/>
              <p:nvPr/>
            </p:nvGrpSpPr>
            <p:grpSpPr>
              <a:xfrm>
                <a:off x="7707456" y="4369529"/>
                <a:ext cx="990710" cy="730998"/>
                <a:chOff x="7707456" y="4369529"/>
                <a:chExt cx="990710" cy="730998"/>
              </a:xfrm>
            </p:grpSpPr>
            <p:pic>
              <p:nvPicPr>
                <p:cNvPr id="2382" name="Google Shape;2382;p2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771833" y="4640202"/>
                  <a:ext cx="822008" cy="4603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383" name="Google Shape;2383;p24"/>
                <p:cNvGrpSpPr/>
                <p:nvPr/>
              </p:nvGrpSpPr>
              <p:grpSpPr>
                <a:xfrm flipH="1">
                  <a:off x="7707456" y="4369553"/>
                  <a:ext cx="225477" cy="395239"/>
                  <a:chOff x="4144" y="433"/>
                  <a:chExt cx="1422" cy="2392"/>
                </a:xfrm>
              </p:grpSpPr>
              <p:sp>
                <p:nvSpPr>
                  <p:cNvPr id="2384" name="Google Shape;2384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5" name="Google Shape;2385;p24"/>
                  <p:cNvSpPr/>
                  <p:nvPr/>
                </p:nvSpPr>
                <p:spPr>
                  <a:xfrm>
                    <a:off x="4204" y="433"/>
                    <a:ext cx="1051" cy="2277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86" name="Google Shape;2386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7" name="Google Shape;2387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8" name="Google Shape;2388;p24"/>
                  <p:cNvSpPr/>
                  <p:nvPr/>
                </p:nvSpPr>
                <p:spPr>
                  <a:xfrm>
                    <a:off x="4214" y="692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89" name="Google Shape;2389;p24"/>
                  <p:cNvGrpSpPr/>
                  <p:nvPr/>
                </p:nvGrpSpPr>
                <p:grpSpPr>
                  <a:xfrm>
                    <a:off x="4775" y="692"/>
                    <a:ext cx="581" cy="125"/>
                    <a:chOff x="646" y="2591"/>
                    <a:chExt cx="725" cy="120"/>
                  </a:xfrm>
                </p:grpSpPr>
                <p:sp>
                  <p:nvSpPr>
                    <p:cNvPr id="2390" name="Google Shape;2390;p24"/>
                    <p:cNvSpPr/>
                    <p:nvPr/>
                  </p:nvSpPr>
                  <p:spPr>
                    <a:xfrm>
                      <a:off x="646" y="2591"/>
                      <a:ext cx="725" cy="12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91" name="Google Shape;2391;p24"/>
                    <p:cNvSpPr/>
                    <p:nvPr/>
                  </p:nvSpPr>
                  <p:spPr>
                    <a:xfrm>
                      <a:off x="659" y="2591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92" name="Google Shape;2392;p24"/>
                  <p:cNvSpPr/>
                  <p:nvPr/>
                </p:nvSpPr>
                <p:spPr>
                  <a:xfrm>
                    <a:off x="4224" y="1019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93" name="Google Shape;2393;p24"/>
                  <p:cNvGrpSpPr/>
                  <p:nvPr/>
                </p:nvGrpSpPr>
                <p:grpSpPr>
                  <a:xfrm>
                    <a:off x="4745" y="1019"/>
                    <a:ext cx="581" cy="135"/>
                    <a:chOff x="611" y="2594"/>
                    <a:chExt cx="725" cy="140"/>
                  </a:xfrm>
                </p:grpSpPr>
                <p:sp>
                  <p:nvSpPr>
                    <p:cNvPr id="2394" name="Google Shape;2394;p24"/>
                    <p:cNvSpPr/>
                    <p:nvPr/>
                  </p:nvSpPr>
                  <p:spPr>
                    <a:xfrm>
                      <a:off x="611" y="2594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95" name="Google Shape;2395;p24"/>
                    <p:cNvSpPr/>
                    <p:nvPr/>
                  </p:nvSpPr>
                  <p:spPr>
                    <a:xfrm>
                      <a:off x="624" y="2614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96" name="Google Shape;2396;p24"/>
                  <p:cNvSpPr/>
                  <p:nvPr/>
                </p:nvSpPr>
                <p:spPr>
                  <a:xfrm>
                    <a:off x="4224" y="1365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7" name="Google Shape;2397;p24"/>
                  <p:cNvSpPr/>
                  <p:nvPr/>
                </p:nvSpPr>
                <p:spPr>
                  <a:xfrm>
                    <a:off x="4234" y="165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98" name="Google Shape;2398;p24"/>
                  <p:cNvGrpSpPr/>
                  <p:nvPr/>
                </p:nvGrpSpPr>
                <p:grpSpPr>
                  <a:xfrm>
                    <a:off x="4735" y="1653"/>
                    <a:ext cx="571" cy="125"/>
                    <a:chOff x="614" y="2592"/>
                    <a:chExt cx="711" cy="115"/>
                  </a:xfrm>
                </p:grpSpPr>
                <p:sp>
                  <p:nvSpPr>
                    <p:cNvPr id="2399" name="Google Shape;2399;p24"/>
                    <p:cNvSpPr/>
                    <p:nvPr/>
                  </p:nvSpPr>
                  <p:spPr>
                    <a:xfrm>
                      <a:off x="614" y="2592"/>
                      <a:ext cx="71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00" name="Google Shape;2400;p24"/>
                    <p:cNvSpPr/>
                    <p:nvPr/>
                  </p:nvSpPr>
                  <p:spPr>
                    <a:xfrm>
                      <a:off x="626" y="2610"/>
                      <a:ext cx="674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01" name="Google Shape;2401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02" name="Google Shape;2402;p24"/>
                  <p:cNvGrpSpPr/>
                  <p:nvPr/>
                </p:nvGrpSpPr>
                <p:grpSpPr>
                  <a:xfrm>
                    <a:off x="4765" y="1327"/>
                    <a:ext cx="560" cy="163"/>
                    <a:chOff x="646" y="2568"/>
                    <a:chExt cx="698" cy="163"/>
                  </a:xfrm>
                </p:grpSpPr>
                <p:sp>
                  <p:nvSpPr>
                    <p:cNvPr id="2403" name="Google Shape;2403;p24"/>
                    <p:cNvSpPr/>
                    <p:nvPr/>
                  </p:nvSpPr>
                  <p:spPr>
                    <a:xfrm>
                      <a:off x="646" y="2568"/>
                      <a:ext cx="698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04" name="Google Shape;2404;p24"/>
                    <p:cNvSpPr/>
                    <p:nvPr/>
                  </p:nvSpPr>
                  <p:spPr>
                    <a:xfrm>
                      <a:off x="659" y="2587"/>
                      <a:ext cx="661" cy="11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05" name="Google Shape;2405;p24"/>
                  <p:cNvSpPr/>
                  <p:nvPr/>
                </p:nvSpPr>
                <p:spPr>
                  <a:xfrm>
                    <a:off x="5255" y="433"/>
                    <a:ext cx="60" cy="228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6" name="Google Shape;2406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7" name="Google Shape;2407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8" name="Google Shape;2408;p24"/>
                  <p:cNvSpPr/>
                  <p:nvPr/>
                </p:nvSpPr>
                <p:spPr>
                  <a:xfrm>
                    <a:off x="5516" y="2614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9" name="Google Shape;2409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0" name="Google Shape;2410;p24"/>
                  <p:cNvSpPr/>
                  <p:nvPr/>
                </p:nvSpPr>
                <p:spPr>
                  <a:xfrm>
                    <a:off x="4144" y="2681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1" name="Google Shape;2411;p24"/>
                  <p:cNvSpPr/>
                  <p:nvPr/>
                </p:nvSpPr>
                <p:spPr>
                  <a:xfrm>
                    <a:off x="4204" y="2710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2" name="Google Shape;2412;p24"/>
                  <p:cNvSpPr/>
                  <p:nvPr/>
                </p:nvSpPr>
                <p:spPr>
                  <a:xfrm>
                    <a:off x="4314" y="2383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3" name="Google Shape;2413;p24"/>
                  <p:cNvSpPr/>
                  <p:nvPr/>
                </p:nvSpPr>
                <p:spPr>
                  <a:xfrm>
                    <a:off x="4485" y="2383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4" name="Google Shape;2414;p24"/>
                  <p:cNvSpPr/>
                  <p:nvPr/>
                </p:nvSpPr>
                <p:spPr>
                  <a:xfrm>
                    <a:off x="4665" y="2383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5" name="Google Shape;2415;p24"/>
                  <p:cNvSpPr/>
                  <p:nvPr/>
                </p:nvSpPr>
                <p:spPr>
                  <a:xfrm>
                    <a:off x="5065" y="1836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16" name="Google Shape;2416;p24"/>
                <p:cNvGrpSpPr/>
                <p:nvPr/>
              </p:nvGrpSpPr>
              <p:grpSpPr>
                <a:xfrm flipH="1">
                  <a:off x="7939232" y="4369529"/>
                  <a:ext cx="227063" cy="400031"/>
                  <a:chOff x="4137" y="431"/>
                  <a:chExt cx="1432" cy="2421"/>
                </a:xfrm>
              </p:grpSpPr>
              <p:sp>
                <p:nvSpPr>
                  <p:cNvPr id="2417" name="Google Shape;2417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8" name="Google Shape;2418;p24"/>
                  <p:cNvSpPr/>
                  <p:nvPr/>
                </p:nvSpPr>
                <p:spPr>
                  <a:xfrm>
                    <a:off x="4207" y="431"/>
                    <a:ext cx="1051" cy="2306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9" name="Google Shape;2419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0" name="Google Shape;2420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1" name="Google Shape;2421;p24"/>
                  <p:cNvSpPr/>
                  <p:nvPr/>
                </p:nvSpPr>
                <p:spPr>
                  <a:xfrm>
                    <a:off x="4207" y="700"/>
                    <a:ext cx="60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22" name="Google Shape;2422;p24"/>
                  <p:cNvGrpSpPr/>
                  <p:nvPr/>
                </p:nvGrpSpPr>
                <p:grpSpPr>
                  <a:xfrm>
                    <a:off x="4747" y="671"/>
                    <a:ext cx="581" cy="144"/>
                    <a:chOff x="612" y="2571"/>
                    <a:chExt cx="725" cy="138"/>
                  </a:xfrm>
                </p:grpSpPr>
                <p:sp>
                  <p:nvSpPr>
                    <p:cNvPr id="2423" name="Google Shape;2423;p24"/>
                    <p:cNvSpPr/>
                    <p:nvPr/>
                  </p:nvSpPr>
                  <p:spPr>
                    <a:xfrm>
                      <a:off x="612" y="2571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24" name="Google Shape;2424;p24"/>
                    <p:cNvSpPr/>
                    <p:nvPr/>
                  </p:nvSpPr>
                  <p:spPr>
                    <a:xfrm>
                      <a:off x="625" y="2590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25" name="Google Shape;2425;p24"/>
                  <p:cNvSpPr/>
                  <p:nvPr/>
                </p:nvSpPr>
                <p:spPr>
                  <a:xfrm>
                    <a:off x="4227" y="102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26" name="Google Shape;2426;p24"/>
                  <p:cNvGrpSpPr/>
                  <p:nvPr/>
                </p:nvGrpSpPr>
                <p:grpSpPr>
                  <a:xfrm>
                    <a:off x="4748" y="998"/>
                    <a:ext cx="581" cy="144"/>
                    <a:chOff x="615" y="2572"/>
                    <a:chExt cx="725" cy="149"/>
                  </a:xfrm>
                </p:grpSpPr>
                <p:sp>
                  <p:nvSpPr>
                    <p:cNvPr id="2427" name="Google Shape;2427;p24"/>
                    <p:cNvSpPr/>
                    <p:nvPr/>
                  </p:nvSpPr>
                  <p:spPr>
                    <a:xfrm>
                      <a:off x="615" y="2572"/>
                      <a:ext cx="725" cy="14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28" name="Google Shape;2428;p24"/>
                    <p:cNvSpPr/>
                    <p:nvPr/>
                  </p:nvSpPr>
                  <p:spPr>
                    <a:xfrm>
                      <a:off x="627" y="2592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29" name="Google Shape;2429;p24"/>
                  <p:cNvSpPr/>
                  <p:nvPr/>
                </p:nvSpPr>
                <p:spPr>
                  <a:xfrm>
                    <a:off x="4217" y="136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0" name="Google Shape;2430;p24"/>
                  <p:cNvSpPr/>
                  <p:nvPr/>
                </p:nvSpPr>
                <p:spPr>
                  <a:xfrm>
                    <a:off x="4227" y="1680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31" name="Google Shape;2431;p24"/>
                  <p:cNvGrpSpPr/>
                  <p:nvPr/>
                </p:nvGrpSpPr>
                <p:grpSpPr>
                  <a:xfrm>
                    <a:off x="4737" y="1651"/>
                    <a:ext cx="571" cy="154"/>
                    <a:chOff x="617" y="2590"/>
                    <a:chExt cx="711" cy="142"/>
                  </a:xfrm>
                </p:grpSpPr>
                <p:sp>
                  <p:nvSpPr>
                    <p:cNvPr id="2432" name="Google Shape;2432;p24"/>
                    <p:cNvSpPr/>
                    <p:nvPr/>
                  </p:nvSpPr>
                  <p:spPr>
                    <a:xfrm>
                      <a:off x="617" y="2590"/>
                      <a:ext cx="711" cy="142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33" name="Google Shape;2433;p24"/>
                    <p:cNvSpPr/>
                    <p:nvPr/>
                  </p:nvSpPr>
                  <p:spPr>
                    <a:xfrm>
                      <a:off x="630" y="2608"/>
                      <a:ext cx="674" cy="10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34" name="Google Shape;2434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35" name="Google Shape;2435;p24"/>
                  <p:cNvGrpSpPr/>
                  <p:nvPr/>
                </p:nvGrpSpPr>
                <p:grpSpPr>
                  <a:xfrm>
                    <a:off x="4737" y="1354"/>
                    <a:ext cx="611" cy="115"/>
                    <a:chOff x="612" y="2595"/>
                    <a:chExt cx="761" cy="115"/>
                  </a:xfrm>
                </p:grpSpPr>
                <p:sp>
                  <p:nvSpPr>
                    <p:cNvPr id="2436" name="Google Shape;2436;p24"/>
                    <p:cNvSpPr/>
                    <p:nvPr/>
                  </p:nvSpPr>
                  <p:spPr>
                    <a:xfrm>
                      <a:off x="612" y="2595"/>
                      <a:ext cx="76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37" name="Google Shape;2437;p24"/>
                    <p:cNvSpPr/>
                    <p:nvPr/>
                  </p:nvSpPr>
                  <p:spPr>
                    <a:xfrm>
                      <a:off x="625" y="2614"/>
                      <a:ext cx="723" cy="8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38" name="Google Shape;2438;p24"/>
                  <p:cNvSpPr/>
                  <p:nvPr/>
                </p:nvSpPr>
                <p:spPr>
                  <a:xfrm>
                    <a:off x="5248" y="431"/>
                    <a:ext cx="70" cy="231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9" name="Google Shape;2439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0" name="Google Shape;2440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1" name="Google Shape;2441;p24"/>
                  <p:cNvSpPr/>
                  <p:nvPr/>
                </p:nvSpPr>
                <p:spPr>
                  <a:xfrm>
                    <a:off x="5519" y="2641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2" name="Google Shape;2442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3" name="Google Shape;2443;p24"/>
                  <p:cNvSpPr/>
                  <p:nvPr/>
                </p:nvSpPr>
                <p:spPr>
                  <a:xfrm>
                    <a:off x="4137" y="2708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4" name="Google Shape;2444;p24"/>
                  <p:cNvSpPr/>
                  <p:nvPr/>
                </p:nvSpPr>
                <p:spPr>
                  <a:xfrm>
                    <a:off x="4207" y="2737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5" name="Google Shape;2445;p24"/>
                  <p:cNvSpPr/>
                  <p:nvPr/>
                </p:nvSpPr>
                <p:spPr>
                  <a:xfrm>
                    <a:off x="4307" y="2410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6" name="Google Shape;2446;p24"/>
                  <p:cNvSpPr/>
                  <p:nvPr/>
                </p:nvSpPr>
                <p:spPr>
                  <a:xfrm>
                    <a:off x="4487" y="2410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7" name="Google Shape;2447;p24"/>
                  <p:cNvSpPr/>
                  <p:nvPr/>
                </p:nvSpPr>
                <p:spPr>
                  <a:xfrm>
                    <a:off x="4658" y="2410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8" name="Google Shape;2448;p24"/>
                  <p:cNvSpPr/>
                  <p:nvPr/>
                </p:nvSpPr>
                <p:spPr>
                  <a:xfrm>
                    <a:off x="5068" y="1863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49" name="Google Shape;2449;p24"/>
                <p:cNvGrpSpPr/>
                <p:nvPr/>
              </p:nvGrpSpPr>
              <p:grpSpPr>
                <a:xfrm flipH="1">
                  <a:off x="8472689" y="4385069"/>
                  <a:ext cx="225477" cy="395570"/>
                  <a:chOff x="4140" y="433"/>
                  <a:chExt cx="1422" cy="2394"/>
                </a:xfrm>
              </p:grpSpPr>
              <p:sp>
                <p:nvSpPr>
                  <p:cNvPr id="2450" name="Google Shape;2450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1" name="Google Shape;2451;p24"/>
                  <p:cNvSpPr/>
                  <p:nvPr/>
                </p:nvSpPr>
                <p:spPr>
                  <a:xfrm>
                    <a:off x="4200" y="454"/>
                    <a:ext cx="1051" cy="2258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2" name="Google Shape;2452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3" name="Google Shape;2453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4" name="Google Shape;2454;p24"/>
                  <p:cNvSpPr/>
                  <p:nvPr/>
                </p:nvSpPr>
                <p:spPr>
                  <a:xfrm>
                    <a:off x="4210" y="714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55" name="Google Shape;2455;p24"/>
                  <p:cNvGrpSpPr/>
                  <p:nvPr/>
                </p:nvGrpSpPr>
                <p:grpSpPr>
                  <a:xfrm>
                    <a:off x="4751" y="695"/>
                    <a:ext cx="581" cy="144"/>
                    <a:chOff x="616" y="2594"/>
                    <a:chExt cx="725" cy="138"/>
                  </a:xfrm>
                </p:grpSpPr>
                <p:sp>
                  <p:nvSpPr>
                    <p:cNvPr id="2456" name="Google Shape;2456;p24"/>
                    <p:cNvSpPr/>
                    <p:nvPr/>
                  </p:nvSpPr>
                  <p:spPr>
                    <a:xfrm>
                      <a:off x="616" y="2594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57" name="Google Shape;2457;p24"/>
                    <p:cNvSpPr/>
                    <p:nvPr/>
                  </p:nvSpPr>
                  <p:spPr>
                    <a:xfrm>
                      <a:off x="629" y="2612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58" name="Google Shape;2458;p24"/>
                  <p:cNvSpPr/>
                  <p:nvPr/>
                </p:nvSpPr>
                <p:spPr>
                  <a:xfrm>
                    <a:off x="4220" y="1041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59" name="Google Shape;2459;p24"/>
                  <p:cNvGrpSpPr/>
                  <p:nvPr/>
                </p:nvGrpSpPr>
                <p:grpSpPr>
                  <a:xfrm>
                    <a:off x="4721" y="1021"/>
                    <a:ext cx="581" cy="135"/>
                    <a:chOff x="581" y="2596"/>
                    <a:chExt cx="725" cy="140"/>
                  </a:xfrm>
                </p:grpSpPr>
                <p:sp>
                  <p:nvSpPr>
                    <p:cNvPr id="2460" name="Google Shape;2460;p24"/>
                    <p:cNvSpPr/>
                    <p:nvPr/>
                  </p:nvSpPr>
                  <p:spPr>
                    <a:xfrm>
                      <a:off x="581" y="2596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61" name="Google Shape;2461;p24"/>
                    <p:cNvSpPr/>
                    <p:nvPr/>
                  </p:nvSpPr>
                  <p:spPr>
                    <a:xfrm>
                      <a:off x="594" y="2616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62" name="Google Shape;2462;p24"/>
                  <p:cNvSpPr/>
                  <p:nvPr/>
                </p:nvSpPr>
                <p:spPr>
                  <a:xfrm>
                    <a:off x="4220" y="136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3" name="Google Shape;2463;p24"/>
                  <p:cNvSpPr/>
                  <p:nvPr/>
                </p:nvSpPr>
                <p:spPr>
                  <a:xfrm>
                    <a:off x="4230" y="1655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64" name="Google Shape;2464;p24"/>
                  <p:cNvGrpSpPr/>
                  <p:nvPr/>
                </p:nvGrpSpPr>
                <p:grpSpPr>
                  <a:xfrm>
                    <a:off x="4731" y="1655"/>
                    <a:ext cx="551" cy="125"/>
                    <a:chOff x="609" y="2594"/>
                    <a:chExt cx="686" cy="115"/>
                  </a:xfrm>
                </p:grpSpPr>
                <p:sp>
                  <p:nvSpPr>
                    <p:cNvPr id="2465" name="Google Shape;2465;p24"/>
                    <p:cNvSpPr/>
                    <p:nvPr/>
                  </p:nvSpPr>
                  <p:spPr>
                    <a:xfrm>
                      <a:off x="609" y="2594"/>
                      <a:ext cx="686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66" name="Google Shape;2466;p24"/>
                    <p:cNvSpPr/>
                    <p:nvPr/>
                  </p:nvSpPr>
                  <p:spPr>
                    <a:xfrm>
                      <a:off x="621" y="2612"/>
                      <a:ext cx="649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67" name="Google Shape;2467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468" name="Google Shape;2468;p24"/>
                  <p:cNvGrpSpPr/>
                  <p:nvPr/>
                </p:nvGrpSpPr>
                <p:grpSpPr>
                  <a:xfrm>
                    <a:off x="4741" y="1329"/>
                    <a:ext cx="580" cy="163"/>
                    <a:chOff x="616" y="2570"/>
                    <a:chExt cx="723" cy="163"/>
                  </a:xfrm>
                </p:grpSpPr>
                <p:sp>
                  <p:nvSpPr>
                    <p:cNvPr id="2469" name="Google Shape;2469;p24"/>
                    <p:cNvSpPr/>
                    <p:nvPr/>
                  </p:nvSpPr>
                  <p:spPr>
                    <a:xfrm>
                      <a:off x="616" y="2570"/>
                      <a:ext cx="723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70" name="Google Shape;2470;p24"/>
                    <p:cNvSpPr/>
                    <p:nvPr/>
                  </p:nvSpPr>
                  <p:spPr>
                    <a:xfrm>
                      <a:off x="629" y="2589"/>
                      <a:ext cx="686" cy="13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71" name="Google Shape;2471;p24"/>
                  <p:cNvSpPr/>
                  <p:nvPr/>
                </p:nvSpPr>
                <p:spPr>
                  <a:xfrm>
                    <a:off x="5251" y="454"/>
                    <a:ext cx="60" cy="226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2" name="Google Shape;2472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3" name="Google Shape;2473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4" name="Google Shape;2474;p24"/>
                  <p:cNvSpPr/>
                  <p:nvPr/>
                </p:nvSpPr>
                <p:spPr>
                  <a:xfrm>
                    <a:off x="5512" y="2616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5" name="Google Shape;2475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6" name="Google Shape;2476;p24"/>
                  <p:cNvSpPr/>
                  <p:nvPr/>
                </p:nvSpPr>
                <p:spPr>
                  <a:xfrm>
                    <a:off x="4140" y="2683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7" name="Google Shape;2477;p24"/>
                  <p:cNvSpPr/>
                  <p:nvPr/>
                </p:nvSpPr>
                <p:spPr>
                  <a:xfrm>
                    <a:off x="4200" y="2712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8" name="Google Shape;2478;p24"/>
                  <p:cNvSpPr/>
                  <p:nvPr/>
                </p:nvSpPr>
                <p:spPr>
                  <a:xfrm>
                    <a:off x="4310" y="2386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79" name="Google Shape;2479;p24"/>
                  <p:cNvSpPr/>
                  <p:nvPr/>
                </p:nvSpPr>
                <p:spPr>
                  <a:xfrm>
                    <a:off x="4480" y="2386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0" name="Google Shape;2480;p24"/>
                  <p:cNvSpPr/>
                  <p:nvPr/>
                </p:nvSpPr>
                <p:spPr>
                  <a:xfrm>
                    <a:off x="4661" y="2386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1" name="Google Shape;2481;p24"/>
                  <p:cNvSpPr/>
                  <p:nvPr/>
                </p:nvSpPr>
                <p:spPr>
                  <a:xfrm>
                    <a:off x="5061" y="1838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482" name="Google Shape;2482;p24"/>
              <p:cNvGrpSpPr/>
              <p:nvPr/>
            </p:nvGrpSpPr>
            <p:grpSpPr>
              <a:xfrm>
                <a:off x="7186941" y="573467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483" name="Google Shape;2483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484" name="Google Shape;2484;p24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485" name="Google Shape;2485;p24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6" name="Google Shape;2486;p24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7" name="Google Shape;2487;p24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8" name="Google Shape;2488;p24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9" name="Google Shape;2489;p24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90" name="Google Shape;2490;p24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2491" name="Google Shape;2491;p24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92" name="Google Shape;2492;p24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93" name="Google Shape;2493;p24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94" name="Google Shape;2494;p24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2495" name="Google Shape;2495;p24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496" name="Google Shape;2496;p24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497" name="Google Shape;2497;p24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8" name="Google Shape;2498;p24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499" name="Google Shape;2499;p24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2500" name="Google Shape;2500;p24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01" name="Google Shape;2501;p24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502" name="Google Shape;2502;p24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503" name="Google Shape;2503;p24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2504" name="Google Shape;2504;p24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05" name="Google Shape;2505;p24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506" name="Google Shape;2506;p24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7" name="Google Shape;2507;p24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8" name="Google Shape;2508;p24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9" name="Google Shape;2509;p24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0" name="Google Shape;2510;p24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1" name="Google Shape;2511;p24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2" name="Google Shape;2512;p24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3" name="Google Shape;2513;p24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4" name="Google Shape;2514;p24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5" name="Google Shape;2515;p24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6" name="Google Shape;2516;p24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517" name="Google Shape;2517;p24"/>
              <p:cNvGrpSpPr/>
              <p:nvPr/>
            </p:nvGrpSpPr>
            <p:grpSpPr>
              <a:xfrm>
                <a:off x="439215" y="4826417"/>
                <a:ext cx="871949" cy="507508"/>
                <a:chOff x="439215" y="4826417"/>
                <a:chExt cx="871949" cy="507508"/>
              </a:xfrm>
            </p:grpSpPr>
            <p:grpSp>
              <p:nvGrpSpPr>
                <p:cNvPr id="2518" name="Google Shape;2518;p24"/>
                <p:cNvGrpSpPr/>
                <p:nvPr/>
              </p:nvGrpSpPr>
              <p:grpSpPr>
                <a:xfrm>
                  <a:off x="439215" y="4826417"/>
                  <a:ext cx="871949" cy="507508"/>
                  <a:chOff x="2889" y="1630"/>
                  <a:chExt cx="976" cy="744"/>
                </a:xfrm>
              </p:grpSpPr>
              <p:sp>
                <p:nvSpPr>
                  <p:cNvPr id="2519" name="Google Shape;2519;p24"/>
                  <p:cNvSpPr/>
                  <p:nvPr/>
                </p:nvSpPr>
                <p:spPr>
                  <a:xfrm>
                    <a:off x="3046" y="1841"/>
                    <a:ext cx="663" cy="533"/>
                  </a:xfrm>
                  <a:prstGeom prst="rect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0" name="Google Shape;2520;p24"/>
                  <p:cNvSpPr/>
                  <p:nvPr/>
                </p:nvSpPr>
                <p:spPr>
                  <a:xfrm>
                    <a:off x="2889" y="1630"/>
                    <a:ext cx="976" cy="25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CC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pic>
              <p:nvPicPr>
                <p:cNvPr id="2521" name="Google Shape;2521;p2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83109" y="5014480"/>
                  <a:ext cx="405029" cy="29083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2522" name="Google Shape;2522;p24"/>
          <p:cNvSpPr/>
          <p:nvPr/>
        </p:nvSpPr>
        <p:spPr>
          <a:xfrm>
            <a:off x="1459847" y="4108856"/>
            <a:ext cx="9037638" cy="2503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3" name="Google Shape;2523;p24"/>
          <p:cNvGrpSpPr/>
          <p:nvPr/>
        </p:nvGrpSpPr>
        <p:grpSpPr>
          <a:xfrm>
            <a:off x="1925639" y="4171941"/>
            <a:ext cx="8074025" cy="523220"/>
            <a:chOff x="379080" y="5456397"/>
            <a:chExt cx="8074239" cy="524687"/>
          </a:xfrm>
        </p:grpSpPr>
        <p:sp>
          <p:nvSpPr>
            <p:cNvPr id="2524" name="Google Shape;2524;p24"/>
            <p:cNvSpPr/>
            <p:nvPr/>
          </p:nvSpPr>
          <p:spPr>
            <a:xfrm>
              <a:off x="379080" y="5489828"/>
              <a:ext cx="8074239" cy="421866"/>
            </a:xfrm>
            <a:prstGeom prst="rect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24"/>
            <p:cNvSpPr txBox="1"/>
            <p:nvPr/>
          </p:nvSpPr>
          <p:spPr>
            <a:xfrm>
              <a:off x="1081801" y="5456397"/>
              <a:ext cx="6920219" cy="524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host-host communication as a service</a:t>
              </a:r>
              <a:endParaRPr/>
            </a:p>
          </p:txBody>
        </p:sp>
      </p:grpSp>
      <p:sp>
        <p:nvSpPr>
          <p:cNvPr id="2526" name="Google Shape;2526;p24"/>
          <p:cNvSpPr txBox="1"/>
          <p:nvPr>
            <p:ph idx="1" type="body"/>
          </p:nvPr>
        </p:nvSpPr>
        <p:spPr>
          <a:xfrm>
            <a:off x="925817" y="5070373"/>
            <a:ext cx="9700619" cy="13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None/>
            </a:pPr>
            <a:r>
              <a:rPr i="1" lang="en-US">
                <a:solidFill>
                  <a:srgbClr val="CD0000"/>
                </a:solidFill>
                <a:latin typeface="Calibri"/>
                <a:ea typeface="Calibri"/>
                <a:cs typeface="Calibri"/>
                <a:sym typeface="Calibri"/>
              </a:rPr>
              <a:t>OTT challenges: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coping with a congested Internet from the “edge”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content to place in which CDN node?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from which CDN node to retrieve content? At which rate?</a:t>
            </a:r>
            <a:endParaRPr/>
          </a:p>
        </p:txBody>
      </p:sp>
      <p:sp>
        <p:nvSpPr>
          <p:cNvPr id="2527" name="Google Shape;2527;p24"/>
          <p:cNvSpPr txBox="1"/>
          <p:nvPr/>
        </p:nvSpPr>
        <p:spPr>
          <a:xfrm>
            <a:off x="3409501" y="2041781"/>
            <a:ext cx="457182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i="1" lang="en-US" sz="4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OTT: “over the top”</a:t>
            </a:r>
            <a:endParaRPr/>
          </a:p>
        </p:txBody>
      </p:sp>
      <p:sp>
        <p:nvSpPr>
          <p:cNvPr id="2528" name="Google Shape;2528;p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4" name="Google Shape;2534;p25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2535" name="Google Shape;253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6" name="Google Shape;2536;p25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2537" name="Google Shape;2537;p25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2538" name="Google Shape;2538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39" name="Google Shape;2539;p25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40" name="Google Shape;2540;p25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2541" name="Google Shape;2541;p25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2542" name="Google Shape;254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3" name="Google Shape;2543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4" name="Google Shape;2544;p25"/>
          <p:cNvSpPr txBox="1"/>
          <p:nvPr/>
        </p:nvSpPr>
        <p:spPr>
          <a:xfrm>
            <a:off x="724908" y="518072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sz="60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25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sz="24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