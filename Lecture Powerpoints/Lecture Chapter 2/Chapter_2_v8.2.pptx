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</p:sldIdLst>
  <p:sldSz cy="6858000" cx="12192000"/>
  <p:notesSz cx="6858000" cy="9144000"/>
  <p:embeddedFontLst>
    <p:embeddedFont>
      <p:font typeface="Arial Narrow"/>
      <p:regular r:id="rId142"/>
      <p:bold r:id="rId143"/>
      <p:italic r:id="rId144"/>
      <p:boldItalic r:id="rId145"/>
    </p:embeddedFont>
    <p:embeddedFont>
      <p:font typeface="Tahoma"/>
      <p:regular r:id="rId146"/>
      <p:bold r:id="rId147"/>
    </p:embeddedFont>
    <p:embeddedFont>
      <p:font typeface="Noto Sans Symbols"/>
      <p:regular r:id="rId148"/>
      <p:bold r:id="rId149"/>
    </p:embeddedFont>
    <p:embeddedFont>
      <p:font typeface="Gill Sans"/>
      <p:regular r:id="rId150"/>
      <p:bold r:id="rId1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04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04" orient="horz"/>
        <p:guide pos="57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26" Type="http://schemas.openxmlformats.org/officeDocument/2006/relationships/slide" Target="slides/slide21.xml"/><Relationship Id="rId121" Type="http://schemas.openxmlformats.org/officeDocument/2006/relationships/slide" Target="slides/slide116.xml"/><Relationship Id="rId25" Type="http://schemas.openxmlformats.org/officeDocument/2006/relationships/slide" Target="slides/slide20.xml"/><Relationship Id="rId120" Type="http://schemas.openxmlformats.org/officeDocument/2006/relationships/slide" Target="slides/slide115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125" Type="http://schemas.openxmlformats.org/officeDocument/2006/relationships/slide" Target="slides/slide120.xml"/><Relationship Id="rId29" Type="http://schemas.openxmlformats.org/officeDocument/2006/relationships/slide" Target="slides/slide24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font" Target="fonts/GillSans-regular.fntdata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font" Target="fonts/NotoSansSymbols-bold.fntdata"/><Relationship Id="rId4" Type="http://schemas.openxmlformats.org/officeDocument/2006/relationships/slideMaster" Target="slideMasters/slideMaster1.xml"/><Relationship Id="rId148" Type="http://schemas.openxmlformats.org/officeDocument/2006/relationships/font" Target="fonts/NotoSansSymbols-regular.fntdata"/><Relationship Id="rId9" Type="http://schemas.openxmlformats.org/officeDocument/2006/relationships/slide" Target="slides/slide4.xml"/><Relationship Id="rId143" Type="http://schemas.openxmlformats.org/officeDocument/2006/relationships/font" Target="fonts/ArialNarrow-bold.fntdata"/><Relationship Id="rId142" Type="http://schemas.openxmlformats.org/officeDocument/2006/relationships/font" Target="fonts/ArialNarrow-regular.fntdata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5" Type="http://schemas.openxmlformats.org/officeDocument/2006/relationships/notesMaster" Target="notesMasters/notesMaster1.xml"/><Relationship Id="rId147" Type="http://schemas.openxmlformats.org/officeDocument/2006/relationships/font" Target="fonts/Tahoma-bold.fntdata"/><Relationship Id="rId6" Type="http://schemas.openxmlformats.org/officeDocument/2006/relationships/slide" Target="slides/slide1.xml"/><Relationship Id="rId146" Type="http://schemas.openxmlformats.org/officeDocument/2006/relationships/font" Target="fonts/Tahoma-regular.fntdata"/><Relationship Id="rId7" Type="http://schemas.openxmlformats.org/officeDocument/2006/relationships/slide" Target="slides/slide2.xml"/><Relationship Id="rId145" Type="http://schemas.openxmlformats.org/officeDocument/2006/relationships/font" Target="fonts/ArialNarrow-boldItalic.fntdata"/><Relationship Id="rId8" Type="http://schemas.openxmlformats.org/officeDocument/2006/relationships/slide" Target="slides/slide3.xml"/><Relationship Id="rId144" Type="http://schemas.openxmlformats.org/officeDocument/2006/relationships/font" Target="fonts/ArialNarrow-italic.fntdata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Relationship Id="rId151" Type="http://schemas.openxmlformats.org/officeDocument/2006/relationships/font" Target="fonts/Gill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Version History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8.1. Updates throughout, including a lot more animations.  These are the ppt files used to make Chapter 2 online lectures in Sept. 2020.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8.0  (April 2020)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reformatted for 16:9 aspect ratio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updated to 8</a:t>
            </a:r>
            <a:r>
              <a:rPr baseline="30000" lang="en-US"/>
              <a:t>th</a:t>
            </a:r>
            <a:r>
              <a:rPr lang="en-US"/>
              <a:t> edition material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Use of Calibri font, rather that Gill Sans MT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Add LOTS more animation throughout</a:t>
            </a:r>
            <a:endParaRPr/>
          </a:p>
        </p:txBody>
      </p:sp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2" name="Google Shape;107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1" name="Google Shape;15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4" name="Google Shape;157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5" name="Google Shape;163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5" name="Google Shape;164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6" name="Google Shape;164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4" name="Google Shape;165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Google Shape;165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5" name="Google Shape;166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3" name="Google Shape;168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3" name="Google Shape;169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0" name="Google Shape;171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9" name="Google Shape;171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0" name="Google Shape;172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9" name="Google Shape;172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5" name="Google Shape;174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8" name="Google Shape;180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4" name="Google Shape;182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5" name="Google Shape;182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3" name="Google Shape;183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0" name="Google Shape;189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1" name="Google Shape;189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3" name="Google Shape;194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4" name="Google Shape;194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7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9" name="Google Shape;200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0" name="Google Shape;201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8" name="Google Shape;201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9" name="Google Shape;201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Google Shape;204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3" name="Google Shape;204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4" name="Google Shape;204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3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5" name="Google Shape;211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6" name="Google Shape;211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7" name="Google Shape;212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8" name="Google Shape;212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5" name="Google Shape;214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6" name="Google Shape;214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2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4" name="Google Shape;215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9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1" name="Google Shape;2161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6" name="Shape 2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Google Shape;216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8" name="Google Shape;216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9" name="Google Shape;2169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3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4" name="Google Shape;2184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5" name="Google Shape;218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6" name="Google Shape;2186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1" name="Shape 2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2" name="Google Shape;219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3" name="Google Shape;219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2194" name="Google Shape;2194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5" name="Shape 2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6" name="Google Shape;2286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7" name="Google Shape;2287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2288" name="Google Shape;2288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4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2295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6" name="Google Shape;2296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2297" name="Google Shape;2297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9" name="Shape 2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1" name="Google Shape;239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2392" name="Google Shape;2392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0" name="Shape 2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1" name="Google Shape;240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2" name="Google Shape;240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8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0" name="Google Shape;241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2411" name="Google Shape;2411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2" name="Shape 2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3" name="Google Shape;2513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4" name="Google Shape;2514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re: poor content providers – like in real-estate, location is everything.  servers want to be close to clients.</a:t>
            </a:r>
            <a:endParaRPr/>
          </a:p>
        </p:txBody>
      </p:sp>
      <p:sp>
        <p:nvSpPr>
          <p:cNvPr id="2515" name="Google Shape;2515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5" name="Shape 2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6" name="Google Shape;252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7" name="Google Shape;252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why minutes (recall earlier delay versus arrival rate curve from Chapter 1)</a:t>
            </a:r>
            <a:endParaRPr/>
          </a:p>
        </p:txBody>
      </p:sp>
      <p:sp>
        <p:nvSpPr>
          <p:cNvPr id="2528" name="Google Shape;2528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5" name="Shape 2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6" name="Google Shape;2746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7" name="Google Shape;2747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2748" name="Google Shape;2748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8" name="Shape 2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" name="Google Shape;2979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0" name="Google Shape;2980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2981" name="Google Shape;2981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3" name="Shape 3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4" name="Google Shape;323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5" name="Google Shape;3235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3236" name="Google Shape;3236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8" name="Shape 3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9" name="Google Shape;3489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0" name="Google Shape;3490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3491" name="Google Shape;3491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8" name="Shape 3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9" name="Google Shape;3549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0" name="Google Shape;3550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3551" name="Google Shape;3551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7" name="Shape 3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8" name="Google Shape;3558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9" name="Google Shape;3559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3560" name="Google Shape;3560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6" name="Shape 3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7" name="Google Shape;3567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8" name="Google Shape;3568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3569" name="Google Shape;3569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1" name="Shape 3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2" name="Google Shape;3662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3" name="Google Shape;3663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shortest job first: decreased average delay!</a:t>
            </a:r>
            <a:endParaRPr/>
          </a:p>
        </p:txBody>
      </p:sp>
      <p:sp>
        <p:nvSpPr>
          <p:cNvPr id="3664" name="Google Shape;3664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2" name="Shape 3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3" name="Google Shape;3783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4" name="Google Shape;3784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3785" name="Google Shape;3785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0" name="Shape 3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1" name="Google Shape;3791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2" name="Google Shape;3792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3" name="Google Shape;3793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0" name="Shape 3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1" name="Google Shape;3801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2" name="Google Shape;3802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3" name="Google Shape;3803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5" name="Shape 4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6" name="Google Shape;4026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7" name="Google Shape;4027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8" name="Google Shape;4028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6" name="Shape 4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7" name="Google Shape;4257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8" name="Google Shape;4258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9" name="Google Shape;4259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6" name="Shape 4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7" name="Google Shape;4357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8" name="Google Shape;4358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9" name="Google Shape;4359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2" name="Shape 4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3" name="Google Shape;4493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4" name="Google Shape;4494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5" name="Google Shape;4495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6" name="Shape 4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7" name="Google Shape;4507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8" name="Google Shape;4508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9" name="Google Shape;4509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5" name="Shape 4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6" name="Google Shape;4516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7" name="Google Shape;4517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8" name="Google Shape;4518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1" name="Shape 4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2" name="Google Shape;4532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3" name="Google Shape;4533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4" name="Google Shape;4534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1" name="Shape 4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2" name="Google Shape;4662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3" name="Google Shape;4663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From: https://postmarkapp.com/guides/everything-you-need-to-know-about-smtp</a:t>
            </a:r>
            <a:endParaRPr/>
          </a:p>
        </p:txBody>
      </p:sp>
      <p:sp>
        <p:nvSpPr>
          <p:cNvPr id="4664" name="Google Shape;4664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9" name="Shape 4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0" name="Google Shape;4670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1" name="Google Shape;4671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6" name="Shape 4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7" name="Google Shape;4677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8" name="Google Shape;4678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9" name="Google Shape;4679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6" name="Shape 4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7" name="Google Shape;4687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8" name="Google Shape;4688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9" name="Google Shape;4689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5" name="Shape 4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6" name="Google Shape;4696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7" name="Google Shape;4697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8" name="Google Shape;4698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5" name="Shape 4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6" name="Google Shape;4706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7" name="Google Shape;4707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8" name="Google Shape;4708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7" name="Shape 4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8" name="Google Shape;4718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9" name="Google Shape;4719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0" name="Google Shape;4720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4" name="Shape 4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5" name="Google Shape;4755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6" name="Google Shape;4756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7" name="Google Shape;4757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4" name="Shape 4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5" name="Google Shape;4765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6" name="Google Shape;4766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7" name="Google Shape;4767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4" name="Shape 4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5" name="Google Shape;4775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6" name="Google Shape;4776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7" name="Google Shape;4777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0" name="Shape 4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1" name="Google Shape;4791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2" name="Google Shape;4792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3" name="Google Shape;4793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8" name="Shape 4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9" name="Google Shape;4799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0" name="Google Shape;4800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1" name="Google Shape;4801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9" name="Shape 4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0" name="Google Shape;4970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1" name="Google Shape;4971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2" name="Google Shape;4972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0" name="Shape 5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1" name="Google Shape;5141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2" name="Google Shape;5142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3" name="Google Shape;5143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8" name="Shape 5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9" name="Google Shape;5149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0" name="Google Shape;5150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1" name="Google Shape;5151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2" name="Shape 5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3" name="Google Shape;5163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4" name="Google Shape;5164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5" name="Google Shape;5165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0" name="Shape 5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" name="Google Shape;5201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02" name="Google Shape;5202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3" name="Google Shape;5203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3" name="Shape 5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4" name="Google Shape;5244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5" name="Google Shape;5245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6" name="Google Shape;5246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1" name="Shape 5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2" name="Google Shape;5252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3" name="Google Shape;5253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4" name="Google Shape;5254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0" name="Shape 5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1" name="Google Shape;5261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2" name="Google Shape;5262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8" name="Shape 5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9" name="Google Shape;5269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0" name="Google Shape;5270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5" name="Shape 5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6" name="Google Shape;5276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7" name="Google Shape;5277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2" name="Shape 5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" name="Google Shape;5283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4" name="Google Shape;5284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5" name="Google Shape;5285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2" name="Shape 5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3" name="Google Shape;5293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4" name="Google Shape;5294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5" name="Google Shape;5295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1" name="Shape 5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2" name="Google Shape;5782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3" name="Google Shape;5783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4" name="Google Shape;5784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4" name="Shape 5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5" name="Google Shape;5865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6" name="Google Shape;5866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7" name="Google Shape;5867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1" name="Shape 5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2" name="Google Shape;5942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3" name="Google Shape;5943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4" name="Google Shape;5944;p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2" name="Shape 6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3" name="Google Shape;6023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4" name="Google Shape;6024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5" name="Google Shape;6025;p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1" name="Shape 6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2" name="Google Shape;6032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3" name="Google Shape;6033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4" name="Google Shape;6034;p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2" name="Shape 6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3" name="Google Shape;6123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4" name="Google Shape;6124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5" name="Google Shape;6125;p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8" name="Shape 6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9" name="Google Shape;6209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10" name="Google Shape;6210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1" name="Google Shape;6211;p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7" name="Shape 6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8" name="Google Shape;6218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19" name="Google Shape;6219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0" name="Google Shape;6220;p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3" name="Shape 6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4" name="Google Shape;6274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5" name="Google Shape;6275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6" name="Google Shape;6276;p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3" name="Shape 6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4" name="Google Shape;6284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5" name="Google Shape;6285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6" name="Google Shape;6286;p9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8" name="Shape 6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9" name="Google Shape;6299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0" name="Google Shape;6300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1" name="Google Shape;6301;p9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8" name="Shape 6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9" name="Google Shape;6319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0" name="Google Shape;6320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1" name="Google Shape;6321;p9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8" name="Shape 6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9" name="Google Shape;6339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0" name="Google Shape;6340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1" name="Google Shape;6341;p9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9" name="Shape 6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0" name="Google Shape;6400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01" name="Google Shape;6401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2" name="Google Shape;6402;p9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7" name="Shape 6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8" name="Google Shape;6598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99" name="Google Shape;6599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0" name="Google Shape;6600;p9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7" name="Shape 6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8" name="Google Shape;6608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09" name="Google Shape;6609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0" name="Google Shape;6610;p10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3" name="Shape 6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4" name="Google Shape;6754;p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5" name="Google Shape;6755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6" name="Google Shape;6756;p10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4" name="Shape 6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5" name="Google Shape;6895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96" name="Google Shape;6896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7" name="Google Shape;6897;p10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6" name="Shape 7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7" name="Google Shape;7037;p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8" name="Google Shape;7038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9" name="Google Shape;7039;p10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6" name="Shape 7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7" name="Google Shape;7047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48" name="Google Shape;7048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9" name="Google Shape;7049;p10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9" name="Shape 7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0" name="Google Shape;7060;p105:notes"/>
          <p:cNvSpPr txBox="1"/>
          <p:nvPr/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25" spcFirstLastPara="1" rIns="96625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61" name="Google Shape;7061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62" name="Google Shape;7062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Akamai: 100,000+ servers in 1000+ clusters in 1000+ networks in 70+ countries serving trillions of requests a day.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many people use Netflix?</a:t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3" name="Shape 7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4" name="Google Shape;7734;p106:notes"/>
          <p:cNvSpPr txBox="1"/>
          <p:nvPr/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25" spcFirstLastPara="1" rIns="96625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35" name="Google Shape;7735;p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36" name="Google Shape;7736;p1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peak load: 7million viewers, 2 Tbytes via </a:t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3" name="Shape 8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4" name="Google Shape;8764;p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65" name="Google Shape;8765;p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6" name="Google Shape;8766;p10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3" name="Shape 8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4" name="Google Shape;8774;p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75" name="Google Shape;8775;p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6" name="Google Shape;8776;p10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3" name="Shape 8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4" name="Google Shape;8784;p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85" name="Google Shape;8785;p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6" name="Google Shape;8786;p10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3" name="Shape 8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4" name="Google Shape;8794;p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95" name="Google Shape;8795;p1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Version History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7.01 (January 2020)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reformatted for 16:9 aspect ratio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Use of Calibri font, rather that Gill Sans MT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Updated slide content for 2020 link technologies and applications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Add more animation throughout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New Master slide </a:t>
            </a:r>
            <a:endParaRPr/>
          </a:p>
        </p:txBody>
      </p:sp>
      <p:sp>
        <p:nvSpPr>
          <p:cNvPr id="8796" name="Google Shape;8796;p1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0" name="Shape 8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1" name="Google Shape;8801;p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02" name="Google Shape;8802;p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Retired this slide, since telnet isn’t really used anymore, and few non https: mail servers around anymore....</a:t>
            </a:r>
            <a:endParaRPr/>
          </a:p>
        </p:txBody>
      </p:sp>
      <p:sp>
        <p:nvSpPr>
          <p:cNvPr id="8803" name="Google Shape;8803;p1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8" name="Shape 8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9" name="Google Shape;8809;p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10" name="Google Shape;8810;p1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retired, since there’s the Netflix example which is visually better</a:t>
            </a:r>
            <a:endParaRPr/>
          </a:p>
        </p:txBody>
      </p:sp>
      <p:sp>
        <p:nvSpPr>
          <p:cNvPr id="8811" name="Google Shape;8811;p1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2" name="Shape 9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3" name="Google Shape;9023;p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24" name="Google Shape;9024;p1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This slide retired, since there’s the new Netflix example which is visually better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5" name="Google Shape;9025;p1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3" name="Shape 9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4" name="Google Shape;9304;p1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5" name="Google Shape;9305;p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0" name="Shape 9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1" name="Google Shape;9311;p1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12" name="Google Shape;9312;p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13" name="Google Shape;9313;p1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From: </a:t>
            </a:r>
            <a:r>
              <a:rPr lang="en-US" sz="1600"/>
              <a:t>Emilio F Zegarra</a:t>
            </a:r>
            <a:endParaRPr sz="16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7" name="Shape 9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" name="Google Shape;9318;p1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9" name="Google Shape;9319;p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0" name="Shape 9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1" name="Google Shape;9331;p1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32" name="Google Shape;9332;p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33" name="Google Shape;9333;p1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 the presentation</a:t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8" name="Shape 9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9" name="Google Shape;9339;p1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0" name="Google Shape;9340;p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5" name="Shape 9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6" name="Google Shape;9346;p1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7" name="Google Shape;9347;p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2" name="Shape 9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3" name="Google Shape;9353;p1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54" name="Google Shape;9354;p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55" name="Google Shape;9355;p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4" name="Shape 9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5" name="Google Shape;9365;p1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6" name="Google Shape;9366;p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1" name="Shape 9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2" name="Google Shape;9372;p1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3" name="Google Shape;9373;p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8" name="Shape 9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9" name="Google Shape;9379;p1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0" name="Google Shape;9380;p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5" name="Shape 9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6" name="Google Shape;9386;p1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7" name="Google Shape;9387;p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2" name="Shape 9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3" name="Google Shape;9393;p1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4" name="Google Shape;9394;p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9" name="Shape 9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0" name="Google Shape;9400;p1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1" name="Google Shape;9401;p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6" name="Shape 9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7" name="Google Shape;9407;p1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8" name="Google Shape;9408;p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3" name="Shape 9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4" name="Google Shape;9414;p1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5" name="Google Shape;9415;p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0" name="Shape 9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" name="Google Shape;9421;p1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2" name="Google Shape;9422;p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8" name="Shape 9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9" name="Google Shape;9439;p1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0" name="Google Shape;9440;p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3" name="Shape 9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4" name="Google Shape;9504;p1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5" name="Google Shape;9505;p1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0" name="Shape 9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1" name="Google Shape;9511;p1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2" name="Google Shape;9512;p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7" name="Shape 9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8" name="Google Shape;9518;p1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9" name="Google Shape;9519;p1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4" name="Shape 9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5" name="Google Shape;9525;p1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6" name="Google Shape;9526;p1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1" name="Shape 9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2" name="Google Shape;9532;p1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3" name="Google Shape;9533;p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5" name="Shape 9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6" name="Google Shape;9556;p1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7" name="Google Shape;9557;p1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31.png"/><Relationship Id="rId11" Type="http://schemas.openxmlformats.org/officeDocument/2006/relationships/image" Target="../media/image11.png"/><Relationship Id="rId22" Type="http://schemas.openxmlformats.org/officeDocument/2006/relationships/image" Target="../media/image38.png"/><Relationship Id="rId10" Type="http://schemas.openxmlformats.org/officeDocument/2006/relationships/image" Target="../media/image14.png"/><Relationship Id="rId21" Type="http://schemas.openxmlformats.org/officeDocument/2006/relationships/image" Target="../media/image23.png"/><Relationship Id="rId13" Type="http://schemas.openxmlformats.org/officeDocument/2006/relationships/image" Target="../media/image15.png"/><Relationship Id="rId12" Type="http://schemas.openxmlformats.org/officeDocument/2006/relationships/image" Target="../media/image16.png"/><Relationship Id="rId23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10.png"/><Relationship Id="rId15" Type="http://schemas.openxmlformats.org/officeDocument/2006/relationships/image" Target="../media/image13.png"/><Relationship Id="rId14" Type="http://schemas.openxmlformats.org/officeDocument/2006/relationships/image" Target="../media/image12.png"/><Relationship Id="rId17" Type="http://schemas.openxmlformats.org/officeDocument/2006/relationships/image" Target="../media/image48.png"/><Relationship Id="rId16" Type="http://schemas.openxmlformats.org/officeDocument/2006/relationships/image" Target="../media/image9.png"/><Relationship Id="rId5" Type="http://schemas.openxmlformats.org/officeDocument/2006/relationships/image" Target="../media/image6.png"/><Relationship Id="rId19" Type="http://schemas.openxmlformats.org/officeDocument/2006/relationships/image" Target="../media/image25.png"/><Relationship Id="rId6" Type="http://schemas.openxmlformats.org/officeDocument/2006/relationships/image" Target="../media/image3.png"/><Relationship Id="rId18" Type="http://schemas.openxmlformats.org/officeDocument/2006/relationships/image" Target="../media/image21.png"/><Relationship Id="rId7" Type="http://schemas.openxmlformats.org/officeDocument/2006/relationships/image" Target="../media/image8.png"/><Relationship Id="rId8" Type="http://schemas.openxmlformats.org/officeDocument/2006/relationships/image" Target="../media/image37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31.png"/><Relationship Id="rId11" Type="http://schemas.openxmlformats.org/officeDocument/2006/relationships/image" Target="../media/image11.png"/><Relationship Id="rId22" Type="http://schemas.openxmlformats.org/officeDocument/2006/relationships/image" Target="../media/image38.png"/><Relationship Id="rId10" Type="http://schemas.openxmlformats.org/officeDocument/2006/relationships/image" Target="../media/image14.png"/><Relationship Id="rId21" Type="http://schemas.openxmlformats.org/officeDocument/2006/relationships/image" Target="../media/image23.png"/><Relationship Id="rId13" Type="http://schemas.openxmlformats.org/officeDocument/2006/relationships/image" Target="../media/image15.png"/><Relationship Id="rId12" Type="http://schemas.openxmlformats.org/officeDocument/2006/relationships/image" Target="../media/image16.png"/><Relationship Id="rId23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10.png"/><Relationship Id="rId15" Type="http://schemas.openxmlformats.org/officeDocument/2006/relationships/image" Target="../media/image13.png"/><Relationship Id="rId14" Type="http://schemas.openxmlformats.org/officeDocument/2006/relationships/image" Target="../media/image12.png"/><Relationship Id="rId17" Type="http://schemas.openxmlformats.org/officeDocument/2006/relationships/image" Target="../media/image48.png"/><Relationship Id="rId16" Type="http://schemas.openxmlformats.org/officeDocument/2006/relationships/image" Target="../media/image9.png"/><Relationship Id="rId5" Type="http://schemas.openxmlformats.org/officeDocument/2006/relationships/image" Target="../media/image6.png"/><Relationship Id="rId19" Type="http://schemas.openxmlformats.org/officeDocument/2006/relationships/image" Target="../media/image25.png"/><Relationship Id="rId6" Type="http://schemas.openxmlformats.org/officeDocument/2006/relationships/image" Target="../media/image3.png"/><Relationship Id="rId18" Type="http://schemas.openxmlformats.org/officeDocument/2006/relationships/image" Target="../media/image21.png"/><Relationship Id="rId7" Type="http://schemas.openxmlformats.org/officeDocument/2006/relationships/image" Target="../media/image8.png"/><Relationship Id="rId8" Type="http://schemas.openxmlformats.org/officeDocument/2006/relationships/image" Target="../media/image37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38.png"/><Relationship Id="rId11" Type="http://schemas.openxmlformats.org/officeDocument/2006/relationships/image" Target="../media/image16.png"/><Relationship Id="rId22" Type="http://schemas.openxmlformats.org/officeDocument/2006/relationships/image" Target="../media/image11.png"/><Relationship Id="rId10" Type="http://schemas.openxmlformats.org/officeDocument/2006/relationships/image" Target="../media/image14.png"/><Relationship Id="rId21" Type="http://schemas.openxmlformats.org/officeDocument/2006/relationships/image" Target="../media/image26.png"/><Relationship Id="rId13" Type="http://schemas.openxmlformats.org/officeDocument/2006/relationships/image" Target="../media/image12.png"/><Relationship Id="rId12" Type="http://schemas.openxmlformats.org/officeDocument/2006/relationships/image" Target="../media/image15.png"/><Relationship Id="rId23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10.png"/><Relationship Id="rId15" Type="http://schemas.openxmlformats.org/officeDocument/2006/relationships/image" Target="../media/image48.png"/><Relationship Id="rId14" Type="http://schemas.openxmlformats.org/officeDocument/2006/relationships/image" Target="../media/image9.png"/><Relationship Id="rId17" Type="http://schemas.openxmlformats.org/officeDocument/2006/relationships/image" Target="../media/image25.png"/><Relationship Id="rId16" Type="http://schemas.openxmlformats.org/officeDocument/2006/relationships/image" Target="../media/image21.png"/><Relationship Id="rId5" Type="http://schemas.openxmlformats.org/officeDocument/2006/relationships/image" Target="../media/image6.png"/><Relationship Id="rId19" Type="http://schemas.openxmlformats.org/officeDocument/2006/relationships/image" Target="../media/image23.png"/><Relationship Id="rId6" Type="http://schemas.openxmlformats.org/officeDocument/2006/relationships/image" Target="../media/image3.png"/><Relationship Id="rId18" Type="http://schemas.openxmlformats.org/officeDocument/2006/relationships/image" Target="../media/image31.png"/><Relationship Id="rId7" Type="http://schemas.openxmlformats.org/officeDocument/2006/relationships/image" Target="../media/image8.png"/><Relationship Id="rId8" Type="http://schemas.openxmlformats.org/officeDocument/2006/relationships/image" Target="../media/image3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rfc-editor.org/rfc/rfc959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5.png"/><Relationship Id="rId4" Type="http://schemas.openxmlformats.org/officeDocument/2006/relationships/image" Target="../media/image4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9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3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moocat.me/words/guides/how-to-use-telnet-to-send-a-get-and-head-http-request" TargetMode="External"/><Relationship Id="rId4" Type="http://schemas.openxmlformats.org/officeDocument/2006/relationships/hyperlink" Target="https://gist.githubusercontent.com/khalefa-ow/500209741080f2bf2c4fd8c51977a40a/raw/edc00b4798271f13ecc53ca4afb8306705592770/HTTPClient.java" TargetMode="External"/><Relationship Id="rId5" Type="http://schemas.openxmlformats.org/officeDocument/2006/relationships/hyperlink" Target="https://gist.github.com/khalefa-ow/500209741080f2bf2c4fd8c51977a40a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9.png"/><Relationship Id="rId4" Type="http://schemas.openxmlformats.org/officeDocument/2006/relationships/image" Target="../media/image5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clearcode.cc/blog/difference-between-first-party-third-party-cookies/" TargetMode="External"/><Relationship Id="rId4" Type="http://schemas.openxmlformats.org/officeDocument/2006/relationships/hyperlink" Target="https://blog.mozilla.org/security/2021/02/23/total-cookie-protection/" TargetMode="External"/><Relationship Id="rId5" Type="http://schemas.openxmlformats.org/officeDocument/2006/relationships/image" Target="../media/image6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9.png"/><Relationship Id="rId4" Type="http://schemas.openxmlformats.org/officeDocument/2006/relationships/image" Target="../media/image5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8.png"/><Relationship Id="rId4" Type="http://schemas.openxmlformats.org/officeDocument/2006/relationships/image" Target="../media/image6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png"/><Relationship Id="rId4" Type="http://schemas.openxmlformats.org/officeDocument/2006/relationships/image" Target="../media/image63.png"/><Relationship Id="rId5" Type="http://schemas.openxmlformats.org/officeDocument/2006/relationships/image" Target="../media/image6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9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9.png"/><Relationship Id="rId4" Type="http://schemas.openxmlformats.org/officeDocument/2006/relationships/image" Target="../media/image65.png"/><Relationship Id="rId5" Type="http://schemas.openxmlformats.org/officeDocument/2006/relationships/image" Target="../media/image6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5.png"/><Relationship Id="rId4" Type="http://schemas.openxmlformats.org/officeDocument/2006/relationships/image" Target="../media/image67.png"/><Relationship Id="rId5" Type="http://schemas.openxmlformats.org/officeDocument/2006/relationships/image" Target="../media/image49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70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9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74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4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3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4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49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49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83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9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85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2.jpg"/></Relationships>
</file>

<file path=ppt/slides/_rels/slide84.xml.rels><?xml version="1.0" encoding="UTF-8" standalone="yes"?><Relationships xmlns="http://schemas.openxmlformats.org/package/2006/relationships"><Relationship Id="rId20" Type="http://schemas.openxmlformats.org/officeDocument/2006/relationships/image" Target="../media/image38.png"/><Relationship Id="rId11" Type="http://schemas.openxmlformats.org/officeDocument/2006/relationships/image" Target="../media/image16.png"/><Relationship Id="rId22" Type="http://schemas.openxmlformats.org/officeDocument/2006/relationships/image" Target="../media/image11.png"/><Relationship Id="rId10" Type="http://schemas.openxmlformats.org/officeDocument/2006/relationships/image" Target="../media/image14.png"/><Relationship Id="rId21" Type="http://schemas.openxmlformats.org/officeDocument/2006/relationships/image" Target="../media/image26.png"/><Relationship Id="rId13" Type="http://schemas.openxmlformats.org/officeDocument/2006/relationships/image" Target="../media/image12.png"/><Relationship Id="rId12" Type="http://schemas.openxmlformats.org/officeDocument/2006/relationships/image" Target="../media/image15.png"/><Relationship Id="rId23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10.png"/><Relationship Id="rId15" Type="http://schemas.openxmlformats.org/officeDocument/2006/relationships/image" Target="../media/image48.png"/><Relationship Id="rId14" Type="http://schemas.openxmlformats.org/officeDocument/2006/relationships/image" Target="../media/image9.png"/><Relationship Id="rId17" Type="http://schemas.openxmlformats.org/officeDocument/2006/relationships/image" Target="../media/image25.png"/><Relationship Id="rId16" Type="http://schemas.openxmlformats.org/officeDocument/2006/relationships/image" Target="../media/image21.png"/><Relationship Id="rId5" Type="http://schemas.openxmlformats.org/officeDocument/2006/relationships/image" Target="../media/image6.png"/><Relationship Id="rId19" Type="http://schemas.openxmlformats.org/officeDocument/2006/relationships/image" Target="../media/image23.png"/><Relationship Id="rId6" Type="http://schemas.openxmlformats.org/officeDocument/2006/relationships/image" Target="../media/image3.png"/><Relationship Id="rId18" Type="http://schemas.openxmlformats.org/officeDocument/2006/relationships/image" Target="../media/image31.png"/><Relationship Id="rId7" Type="http://schemas.openxmlformats.org/officeDocument/2006/relationships/image" Target="../media/image8.png"/><Relationship Id="rId8" Type="http://schemas.openxmlformats.org/officeDocument/2006/relationships/image" Target="../media/image37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49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49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49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71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65.png"/><Relationship Id="rId4" Type="http://schemas.openxmlformats.org/officeDocument/2006/relationships/image" Target="../media/image49.png"/><Relationship Id="rId5" Type="http://schemas.openxmlformats.org/officeDocument/2006/relationships/image" Target="../media/image68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65.png"/><Relationship Id="rId4" Type="http://schemas.openxmlformats.org/officeDocument/2006/relationships/image" Target="../media/image76.png"/><Relationship Id="rId5" Type="http://schemas.openxmlformats.org/officeDocument/2006/relationships/image" Target="../media/image98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65.png"/><Relationship Id="rId4" Type="http://schemas.openxmlformats.org/officeDocument/2006/relationships/image" Target="../media/image67.png"/><Relationship Id="rId5" Type="http://schemas.openxmlformats.org/officeDocument/2006/relationships/image" Target="../media/image49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2.jp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86.png"/><Relationship Id="rId4" Type="http://schemas.openxmlformats.org/officeDocument/2006/relationships/image" Target="../media/image95.png"/><Relationship Id="rId5" Type="http://schemas.openxmlformats.org/officeDocument/2006/relationships/image" Target="../media/image102.png"/><Relationship Id="rId6" Type="http://schemas.openxmlformats.org/officeDocument/2006/relationships/image" Target="../media/image96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90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90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105.png"/><Relationship Id="rId4" Type="http://schemas.openxmlformats.org/officeDocument/2006/relationships/image" Target="../media/image92.jp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05.png"/><Relationship Id="rId4" Type="http://schemas.openxmlformats.org/officeDocument/2006/relationships/image" Target="../media/image92.jp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97.jp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101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101.png"/><Relationship Id="rId4" Type="http://schemas.openxmlformats.org/officeDocument/2006/relationships/image" Target="../media/image112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115.png"/><Relationship Id="rId4" Type="http://schemas.openxmlformats.org/officeDocument/2006/relationships/image" Target="../media/image107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109.png"/><Relationship Id="rId4" Type="http://schemas.openxmlformats.org/officeDocument/2006/relationships/image" Target="../media/image111.png"/><Relationship Id="rId5" Type="http://schemas.openxmlformats.org/officeDocument/2006/relationships/image" Target="../media/image106.png"/><Relationship Id="rId6" Type="http://schemas.openxmlformats.org/officeDocument/2006/relationships/image" Target="../media/image113.jp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109.png"/><Relationship Id="rId4" Type="http://schemas.openxmlformats.org/officeDocument/2006/relationships/image" Target="../media/image111.png"/><Relationship Id="rId5" Type="http://schemas.openxmlformats.org/officeDocument/2006/relationships/image" Target="../media/image106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2.jp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9.png"/><Relationship Id="rId4" Type="http://schemas.openxmlformats.org/officeDocument/2006/relationships/image" Target="../media/image67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9.png"/><Relationship Id="rId4" Type="http://schemas.openxmlformats.org/officeDocument/2006/relationships/image" Target="../media/image67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2.xml"/><Relationship Id="rId3" Type="http://schemas.openxmlformats.org/officeDocument/2006/relationships/hyperlink" Target="http://localhost/books/" TargetMode="External"/><Relationship Id="rId4" Type="http://schemas.openxmlformats.org/officeDocument/2006/relationships/hyperlink" Target="http://localhost/books/ISBN-0011" TargetMode="External"/><Relationship Id="rId5" Type="http://schemas.openxmlformats.org/officeDocument/2006/relationships/hyperlink" Target="http://localhost/books/ISBN-0011/authors" TargetMode="External"/><Relationship Id="rId6" Type="http://schemas.openxmlformats.org/officeDocument/2006/relationships/hyperlink" Target="http://localhost/classes" TargetMode="External"/><Relationship Id="rId7" Type="http://schemas.openxmlformats.org/officeDocument/2006/relationships/hyperlink" Target="http://localhost/classes/cs2650" TargetMode="External"/><Relationship Id="rId8" Type="http://schemas.openxmlformats.org/officeDocument/2006/relationships/hyperlink" Target="http://localhost/classes/cs2650/students" TargetMode="Externa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Relationship Id="rId3" Type="http://schemas.openxmlformats.org/officeDocument/2006/relationships/hyperlink" Target="http://localhost/books" TargetMode="External"/><Relationship Id="rId4" Type="http://schemas.openxmlformats.org/officeDocument/2006/relationships/hyperlink" Target="http://localhost/books/ISBN-0011021" TargetMode="External"/><Relationship Id="rId5" Type="http://schemas.openxmlformats.org/officeDocument/2006/relationships/hyperlink" Target="http://localhost/books/ISBN-0011021/authors" TargetMode="Externa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5.xml"/><Relationship Id="rId3" Type="http://schemas.openxmlformats.org/officeDocument/2006/relationships/hyperlink" Target="http://localhost/books/" TargetMode="External"/><Relationship Id="rId4" Type="http://schemas.openxmlformats.org/officeDocument/2006/relationships/hyperlink" Target="http://localhost/books/isbn-111" TargetMode="Externa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6.xml"/><Relationship Id="rId3" Type="http://schemas.openxmlformats.org/officeDocument/2006/relationships/hyperlink" Target="http://localhost/books/ISBN-0011" TargetMode="Externa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3.xml"/><Relationship Id="rId3" Type="http://schemas.openxmlformats.org/officeDocument/2006/relationships/hyperlink" Target="http://www.restlet.org/" TargetMode="External"/><Relationship Id="rId4" Type="http://schemas.openxmlformats.org/officeDocument/2006/relationships/hyperlink" Target="http://www.projectzero.org/" TargetMode="External"/><Relationship Id="rId5" Type="http://schemas.openxmlformats.org/officeDocument/2006/relationships/hyperlink" Target="https://jersey.dev.java.net/" TargetMode="External"/><Relationship Id="rId6" Type="http://schemas.openxmlformats.org/officeDocument/2006/relationships/hyperlink" Target="http://www.jboss.org/resteasy/" TargetMode="Externa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4.xml"/><Relationship Id="rId3" Type="http://schemas.openxmlformats.org/officeDocument/2006/relationships/hyperlink" Target="http://www.cs.pitt.edu/icms/iccards" TargetMode="External"/><Relationship Id="rId4" Type="http://schemas.openxmlformats.org/officeDocument/2006/relationships/hyperlink" Target="http://www.cs.pitt.edu/icms/iccards/001" TargetMode="External"/><Relationship Id="rId5" Type="http://schemas.openxmlformats.org/officeDocument/2006/relationships/hyperlink" Target="http://www.cs.pitt.edu/icms/groups/1/users" TargetMode="External"/></Relationships>
</file>

<file path=ppt/slides/_rels/slide13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1.jpg"/><Relationship Id="rId10" Type="http://schemas.openxmlformats.org/officeDocument/2006/relationships/image" Target="../media/image123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117.png"/><Relationship Id="rId4" Type="http://schemas.openxmlformats.org/officeDocument/2006/relationships/image" Target="../media/image124.jpg"/><Relationship Id="rId9" Type="http://schemas.openxmlformats.org/officeDocument/2006/relationships/image" Target="../media/image122.png"/><Relationship Id="rId5" Type="http://schemas.openxmlformats.org/officeDocument/2006/relationships/image" Target="../media/image116.jpg"/><Relationship Id="rId6" Type="http://schemas.openxmlformats.org/officeDocument/2006/relationships/image" Target="../media/image118.png"/><Relationship Id="rId7" Type="http://schemas.openxmlformats.org/officeDocument/2006/relationships/image" Target="../media/image125.jpg"/><Relationship Id="rId8" Type="http://schemas.openxmlformats.org/officeDocument/2006/relationships/image" Target="../media/image120.png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6.xml"/><Relationship Id="rId3" Type="http://schemas.openxmlformats.org/officeDocument/2006/relationships/hyperlink" Target="http://en.wikipedia.org/wiki/Representational_State_Transfer" TargetMode="External"/><Relationship Id="rId4" Type="http://schemas.openxmlformats.org/officeDocument/2006/relationships/hyperlink" Target="http://www.ics.uci.edu/~fielding/pubs/dissertation/top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1325035" y="561975"/>
            <a:ext cx="5378450" cy="1724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Chapter 2</a:t>
            </a:r>
            <a:br>
              <a:rPr b="1" i="0" lang="en-US" sz="6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Application Layer</a:t>
            </a:r>
            <a:endParaRPr/>
          </a:p>
        </p:txBody>
      </p:sp>
      <p:sp>
        <p:nvSpPr>
          <p:cNvPr id="35" name="Google Shape;35;p6"/>
          <p:cNvSpPr txBox="1"/>
          <p:nvPr/>
        </p:nvSpPr>
        <p:spPr>
          <a:xfrm>
            <a:off x="1350014" y="2647662"/>
            <a:ext cx="5378450" cy="1629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note on the use of these PowerPoint slides: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work on our part. In return for use, we only ask the following: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6"/>
          <p:cNvSpPr txBox="1"/>
          <p:nvPr/>
        </p:nvSpPr>
        <p:spPr>
          <a:xfrm>
            <a:off x="1325035" y="3894603"/>
            <a:ext cx="5378450" cy="2636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use these slides (e.g., in a class) that you mention their source (after all, we’d like people to use our book!)</a:t>
            </a:r>
            <a:endParaRPr/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post any slides on a www site, that you note that they are adapted from (or perhaps identical to) our slides, and note our copyright of this material.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 revision history, see the slide note for this page. </a:t>
            </a:r>
            <a:endParaRPr/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Thanks and enjoy!  JFK/KWR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All material copyright 1996-2020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J.F Kurose and K.W. Ross, All Rights Reserved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6"/>
          <p:cNvSpPr/>
          <p:nvPr/>
        </p:nvSpPr>
        <p:spPr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Computer Networking: A Top-Down Approach </a:t>
            </a:r>
            <a:br>
              <a:rPr b="0" i="0" lang="en-US" sz="28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edition     n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Jim Kurose, Keith Ross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Pearson, 2020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outdoor, water, bridge, building&#10;&#10;Description automatically generated" id="39" name="Google Shape;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5257" y="887185"/>
            <a:ext cx="3040743" cy="3800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Application layer: overview</a:t>
            </a:r>
            <a:endParaRPr sz="4400"/>
          </a:p>
        </p:txBody>
      </p:sp>
      <p:sp>
        <p:nvSpPr>
          <p:cNvPr id="46" name="Google Shape;46;p7"/>
          <p:cNvSpPr txBox="1"/>
          <p:nvPr/>
        </p:nvSpPr>
        <p:spPr>
          <a:xfrm>
            <a:off x="809242" y="1870563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1638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and HTTP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Domain Name System DNS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7"/>
          <p:cNvSpPr txBox="1"/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349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streaming and content distribution networks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Kurose&amp;Ross 8th edition photo" id="49" name="Google Shape;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7391" y="4125913"/>
            <a:ext cx="3087757" cy="2315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Application </a:t>
            </a:r>
            <a:r>
              <a:rPr lang="en-US"/>
              <a:t>l</a:t>
            </a:r>
            <a:r>
              <a:rPr lang="en-US" sz="4400"/>
              <a:t>ayer: overview</a:t>
            </a:r>
            <a:endParaRPr sz="4400"/>
          </a:p>
        </p:txBody>
      </p:sp>
      <p:sp>
        <p:nvSpPr>
          <p:cNvPr id="56" name="Google Shape;56;p8"/>
          <p:cNvSpPr txBox="1"/>
          <p:nvPr/>
        </p:nvSpPr>
        <p:spPr>
          <a:xfrm>
            <a:off x="747307" y="1406319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Our goals: </a:t>
            </a:r>
            <a:endParaRPr/>
          </a:p>
          <a:p>
            <a:pPr indent="-346075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conceptual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implementation aspects of application-layer protocols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transport-layer service models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client-server paradigm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peer-to-peer paradigm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8"/>
          <p:cNvSpPr txBox="1"/>
          <p:nvPr/>
        </p:nvSpPr>
        <p:spPr>
          <a:xfrm>
            <a:off x="6516985" y="1399497"/>
            <a:ext cx="5405262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9250" lvl="0" marL="349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learn about protocols by examining popular application-layer protocols and infrastructure</a:t>
            </a:r>
            <a:endParaRPr/>
          </a:p>
          <a:p>
            <a:pPr indent="-349250" lvl="1" marL="6921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endParaRPr/>
          </a:p>
          <a:p>
            <a:pPr indent="-349250" lvl="1" marL="6921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SMTP, IMAP</a:t>
            </a:r>
            <a:endParaRPr/>
          </a:p>
          <a:p>
            <a:pPr indent="-349250" lvl="1" marL="6921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endParaRPr/>
          </a:p>
          <a:p>
            <a:pPr indent="-349250" lvl="1" marL="6921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 streaming systems, CDNs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programming network applications</a:t>
            </a:r>
            <a:endParaRPr/>
          </a:p>
          <a:p>
            <a:pPr indent="-349250" lvl="1" marL="6921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socket API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Some </a:t>
            </a:r>
            <a:r>
              <a:rPr lang="en-US"/>
              <a:t>n</a:t>
            </a:r>
            <a:r>
              <a:rPr lang="en-US" sz="4400"/>
              <a:t>etwork apps</a:t>
            </a:r>
            <a:endParaRPr sz="4400"/>
          </a:p>
        </p:txBody>
      </p:sp>
      <p:sp>
        <p:nvSpPr>
          <p:cNvPr id="65" name="Google Shape;65;p9"/>
          <p:cNvSpPr txBox="1"/>
          <p:nvPr/>
        </p:nvSpPr>
        <p:spPr>
          <a:xfrm>
            <a:off x="914400" y="1456928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1788" lvl="0" marL="3460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social networking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text messaging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e-mail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multi-user network games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streaming stored video (YouTube, Hulu, Netflix) 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P2P file sharing</a:t>
            </a:r>
            <a:endParaRPr/>
          </a:p>
          <a:p>
            <a:pPr indent="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9"/>
          <p:cNvSpPr txBox="1"/>
          <p:nvPr/>
        </p:nvSpPr>
        <p:spPr>
          <a:xfrm>
            <a:off x="6468101" y="1456928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1788" lvl="0" marL="3460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voice over IP (e.g., Skype)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real-time video conferencing (e.g., Zoom)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search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remote login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  <a:p>
            <a:pPr indent="0" lvl="0" marL="14287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9"/>
          <p:cNvSpPr txBox="1"/>
          <p:nvPr/>
        </p:nvSpPr>
        <p:spPr>
          <a:xfrm>
            <a:off x="6946490" y="5161935"/>
            <a:ext cx="359874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b="0" i="1" lang="en-US" sz="36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your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favorites?</a:t>
            </a:r>
            <a:endParaRPr/>
          </a:p>
        </p:txBody>
      </p:sp>
      <p:sp>
        <p:nvSpPr>
          <p:cNvPr id="68" name="Google Shape;68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0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6" name="Google Shape;76;p10"/>
          <p:cNvGrpSpPr/>
          <p:nvPr/>
        </p:nvGrpSpPr>
        <p:grpSpPr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77" name="Google Shape;77;p10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0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10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0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81" name="Google Shape;81;p10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82" name="Google Shape;82;p10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83" name="Google Shape;83;p10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10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85" name="Google Shape;85;p10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0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7" name="Google Shape;87;p10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" name="Google Shape;88;p10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9" name="Google Shape;89;p10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" name="Google Shape;90;p10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1" name="Google Shape;91;p10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" name="Google Shape;92;p10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3" name="Google Shape;93;p10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94" name="Google Shape;94;p10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0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6" name="Google Shape;96;p10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" name="Google Shape;97;p10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" name="Google Shape;98;p10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9" name="Google Shape;99;p10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0" name="Google Shape;100;p10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1" name="Google Shape;101;p10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02" name="Google Shape;102;p10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104" name="Google Shape;104;p10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0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106" name="Google Shape;106;p10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107" name="Google Shape;107;p10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p10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9" name="Google Shape;109;p10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" name="Google Shape;110;p10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" name="Google Shape;111;p10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" name="Google Shape;112;p10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3" name="Google Shape;113;p10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" name="Google Shape;114;p10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5" name="Google Shape;115;p10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6" name="Google Shape;116;p10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" name="Google Shape;117;p10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8" name="Google Shape;118;p10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19" name="Google Shape;119;p10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grpSp>
          <p:nvGrpSpPr>
            <p:cNvPr id="120" name="Google Shape;120;p10"/>
            <p:cNvGrpSpPr/>
            <p:nvPr/>
          </p:nvGrpSpPr>
          <p:grpSpPr>
            <a:xfrm>
              <a:off x="7857253" y="2127325"/>
              <a:ext cx="3283852" cy="3640284"/>
              <a:chOff x="7881336" y="2104198"/>
              <a:chExt cx="3283852" cy="3640284"/>
            </a:xfrm>
          </p:grpSpPr>
          <p:cxnSp>
            <p:nvCxnSpPr>
              <p:cNvPr id="121" name="Google Shape;121;p10"/>
              <p:cNvCxnSpPr/>
              <p:nvPr/>
            </p:nvCxnSpPr>
            <p:spPr>
              <a:xfrm flipH="1" rot="5400000">
                <a:off x="9813692" y="5228612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" name="Google Shape;122;p10"/>
              <p:cNvCxnSpPr/>
              <p:nvPr/>
            </p:nvCxnSpPr>
            <p:spPr>
              <a:xfrm rot="10800000">
                <a:off x="10234009" y="5382159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" name="Google Shape;123;p10"/>
              <p:cNvCxnSpPr/>
              <p:nvPr/>
            </p:nvCxnSpPr>
            <p:spPr>
              <a:xfrm>
                <a:off x="9457042" y="4815390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" name="Google Shape;124;p10"/>
              <p:cNvCxnSpPr/>
              <p:nvPr/>
            </p:nvCxnSpPr>
            <p:spPr>
              <a:xfrm flipH="1" rot="10800000">
                <a:off x="8874149" y="4815390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" name="Google Shape;125;p10"/>
              <p:cNvCxnSpPr/>
              <p:nvPr/>
            </p:nvCxnSpPr>
            <p:spPr>
              <a:xfrm>
                <a:off x="8845827" y="5085749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" name="Google Shape;126;p10"/>
              <p:cNvCxnSpPr/>
              <p:nvPr/>
            </p:nvCxnSpPr>
            <p:spPr>
              <a:xfrm>
                <a:off x="8234290" y="5094207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" name="Google Shape;127;p10"/>
              <p:cNvCxnSpPr/>
              <p:nvPr/>
            </p:nvCxnSpPr>
            <p:spPr>
              <a:xfrm flipH="1" rot="10800000">
                <a:off x="7972450" y="5267343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" name="Google Shape;128;p10"/>
              <p:cNvCxnSpPr/>
              <p:nvPr/>
            </p:nvCxnSpPr>
            <p:spPr>
              <a:xfrm flipH="1">
                <a:off x="8397900" y="5259125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" name="Google Shape;129;p10"/>
              <p:cNvCxnSpPr/>
              <p:nvPr/>
            </p:nvCxnSpPr>
            <p:spPr>
              <a:xfrm rot="10800000">
                <a:off x="8512814" y="5284804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" name="Google Shape;130;p10"/>
              <p:cNvCxnSpPr/>
              <p:nvPr/>
            </p:nvCxnSpPr>
            <p:spPr>
              <a:xfrm>
                <a:off x="8512814" y="5234921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" name="Google Shape;131;p10"/>
              <p:cNvCxnSpPr/>
              <p:nvPr/>
            </p:nvCxnSpPr>
            <p:spPr>
              <a:xfrm>
                <a:off x="8271861" y="3806843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" name="Google Shape;132;p10"/>
              <p:cNvCxnSpPr/>
              <p:nvPr/>
            </p:nvCxnSpPr>
            <p:spPr>
              <a:xfrm flipH="1" rot="10800000">
                <a:off x="7881336" y="4017980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" name="Google Shape;133;p10"/>
              <p:cNvCxnSpPr/>
              <p:nvPr/>
            </p:nvCxnSpPr>
            <p:spPr>
              <a:xfrm flipH="1" rot="5400000">
                <a:off x="9909628" y="5560344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" name="Google Shape;134;p10"/>
              <p:cNvCxnSpPr/>
              <p:nvPr/>
            </p:nvCxnSpPr>
            <p:spPr>
              <a:xfrm flipH="1" rot="10800000">
                <a:off x="8483508" y="5013435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" name="Google Shape;135;p10"/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6" name="Google Shape;136;p10"/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7" name="Google Shape;137;p10"/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8" name="Google Shape;138;p10"/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9" name="Google Shape;139;p10"/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1" name="Google Shape;141;p10"/>
              <p:cNvCxnSpPr/>
              <p:nvPr/>
            </p:nvCxnSpPr>
            <p:spPr>
              <a:xfrm rot="10800000">
                <a:off x="10706077" y="2695840"/>
                <a:ext cx="353541" cy="678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2" name="Google Shape;142;p10"/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3" name="Google Shape;143;p10"/>
              <p:cNvCxnSpPr/>
              <p:nvPr/>
            </p:nvCxnSpPr>
            <p:spPr>
              <a:xfrm flipH="1" rot="10800000">
                <a:off x="9402788" y="4090252"/>
                <a:ext cx="429324" cy="7056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" name="Google Shape;144;p10"/>
              <p:cNvCxnSpPr/>
              <p:nvPr/>
            </p:nvCxnSpPr>
            <p:spPr>
              <a:xfrm flipH="1" rot="10800000">
                <a:off x="8268637" y="4024329"/>
                <a:ext cx="969051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ntenna_radiation_stylized" id="145" name="Google Shape;145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46" name="Google Shape;146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ell_tower_radiation copy" id="147" name="Google Shape;147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10"/>
            <p:cNvSpPr/>
            <p:nvPr/>
          </p:nvSpPr>
          <p:spPr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9" name="Google Shape;149;p10"/>
          <p:cNvCxnSpPr/>
          <p:nvPr/>
        </p:nvCxnSpPr>
        <p:spPr>
          <a:xfrm>
            <a:off x="8207860" y="2700359"/>
            <a:ext cx="227964" cy="1743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0" name="Google Shape;150;p10"/>
          <p:cNvGrpSpPr/>
          <p:nvPr/>
        </p:nvGrpSpPr>
        <p:grpSpPr>
          <a:xfrm>
            <a:off x="8050698" y="2309376"/>
            <a:ext cx="298450" cy="464008"/>
            <a:chOff x="3130" y="3288"/>
            <a:chExt cx="410" cy="742"/>
          </a:xfrm>
        </p:grpSpPr>
        <p:cxnSp>
          <p:nvCxnSpPr>
            <p:cNvPr id="151" name="Google Shape;151;p10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" name="Google Shape;152;p10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" name="Google Shape;153;p10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" name="Google Shape;154;p10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10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10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" name="Google Shape;157;p10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" name="Google Shape;158;p10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" name="Google Shape;159;p10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0" name="Google Shape;160;p10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" name="Google Shape;161;p10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" name="Google Shape;162;p10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" name="Google Shape;163;p10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" name="Google Shape;164;p10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" name="Google Shape;165;p10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access_point_stylized_small" id="166" name="Google Shape;166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167" name="Google Shape;16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" name="Google Shape;168;p10"/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169" name="Google Shape;169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70" name="Google Shape;170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71" name="Google Shape;171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2" name="Google Shape;172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6" name="Google Shape;176;p10"/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177" name="Google Shape;177;p1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1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9" name="Google Shape;179;p10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80" name="Google Shape;180;p1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1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1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1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4" name="Google Shape;184;p10"/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185" name="Google Shape;185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86" name="Google Shape;186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87" name="Google Shape;187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8" name="Google Shape;188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2" name="Google Shape;192;p10"/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193" name="Google Shape;193;p1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5" name="Google Shape;195;p10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96" name="Google Shape;196;p1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1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1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0" name="Google Shape;200;p10"/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201" name="Google Shape;201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02" name="Google Shape;202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03" name="Google Shape;203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4" name="Google Shape;204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8" name="Google Shape;208;p10"/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209" name="Google Shape;209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0" name="Google Shape;210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1" name="Google Shape;211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2" name="Google Shape;212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6" name="Google Shape;216;p10"/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217" name="Google Shape;217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8" name="Google Shape;218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9" name="Google Shape;219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0" name="Google Shape;220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4" name="Google Shape;224;p10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225" name="Google Shape;225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6" name="Google Shape;226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7" name="Google Shape;227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8" name="Google Shape;228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2" name="Google Shape;232;p10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233" name="Google Shape;233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4" name="Google Shape;234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5" name="Google Shape;235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6" name="Google Shape;236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0" name="Google Shape;240;p10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241" name="Google Shape;241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42" name="Google Shape;242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43" name="Google Shape;243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4" name="Google Shape;244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8" name="Google Shape;248;p10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249" name="Google Shape;249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50" name="Google Shape;250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51" name="Google Shape;251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52" name="Google Shape;252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6" name="Google Shape;256;p10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257" name="Google Shape;257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58" name="Google Shape;258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59" name="Google Shape;259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0" name="Google Shape;260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4" name="Google Shape;264;p10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265" name="Google Shape;265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66" name="Google Shape;266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67" name="Google Shape;267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8" name="Google Shape;268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2" name="Google Shape;272;p10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273" name="Google Shape;273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4" name="Google Shape;274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5" name="Google Shape;275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6" name="Google Shape;276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0" name="Google Shape;280;p10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281" name="Google Shape;281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2" name="Google Shape;282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3" name="Google Shape;283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8" name="Google Shape;288;p10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289" name="Google Shape;289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90" name="Google Shape;290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91" name="Google Shape;291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2" name="Google Shape;292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6" name="Google Shape;296;p10"/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297" name="Google Shape;297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98" name="Google Shape;298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99" name="Google Shape;299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00" name="Google Shape;300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4" name="Google Shape;304;p10"/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305" name="Google Shape;305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06" name="Google Shape;306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07" name="Google Shape;307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08" name="Google Shape;308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12" name="Google Shape;312;p10"/>
          <p:cNvGrpSpPr/>
          <p:nvPr/>
        </p:nvGrpSpPr>
        <p:grpSpPr>
          <a:xfrm>
            <a:off x="7439074" y="2356613"/>
            <a:ext cx="534987" cy="414882"/>
            <a:chOff x="7432700" y="2327293"/>
            <a:chExt cx="534987" cy="414882"/>
          </a:xfrm>
        </p:grpSpPr>
        <p:pic>
          <p:nvPicPr>
            <p:cNvPr descr="antenna_stylized" id="313" name="Google Shape;313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314" name="Google Shape;314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5" name="Google Shape;315;p10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316" name="Google Shape;316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7" name="Google Shape;317;p10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10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0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10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10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10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3" name="Google Shape;323;p10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324" name="Google Shape;324;p10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10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10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10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10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0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0" name="Google Shape;330;p10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10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10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0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10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0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6" name="Google Shape;336;p10"/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descr="light2.png" id="337" name="Google Shape;337;p1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38" name="Google Shape;338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9" name="Google Shape;339;p10"/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descr="car_icon_small" id="340" name="Google Shape;340;p1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41" name="Google Shape;341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2" name="Google Shape;342;p10"/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343" name="Google Shape;343;p10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344" name="Google Shape;344;p10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345" name="Google Shape;345;p10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6" name="Google Shape;346;p10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347" name="Google Shape;347;p10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8" name="Google Shape;348;p10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10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10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" name="Google Shape;351;p10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0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0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4" name="Google Shape;354;p10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355" name="Google Shape;355;p10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" name="Google Shape;356;p10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" name="Google Shape;357;p10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" name="Google Shape;358;p10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9" name="Google Shape;359;p10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0" name="Google Shape;360;p10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61" name="Google Shape;361;p10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10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0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0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10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10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7" name="Google Shape;367;p10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368" name="Google Shape;368;p10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9" name="Google Shape;369;p10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0" name="Google Shape;370;p10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371" name="Google Shape;371;p10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72" name="Google Shape;372;p10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73" name="Google Shape;373;p10"/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74" name="Google Shape;374;p10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75" name="Google Shape;375;p10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76" name="Google Shape;376;p10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377" name="Google Shape;377;p10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78" name="Google Shape;378;p10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79" name="Google Shape;379;p10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80" name="Google Shape;380;p10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81" name="Google Shape;381;p10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82" name="Google Shape;382;p10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383" name="Google Shape;383;p10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84" name="Google Shape;384;p10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85" name="Google Shape;385;p10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386" name="Google Shape;386;p10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387" name="Google Shape;387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0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0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2" name="Google Shape;392;p10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393" name="Google Shape;393;p10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10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5" name="Google Shape;395;p10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6" name="Google Shape;396;p10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397" name="Google Shape;397;p10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10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9" name="Google Shape;399;p10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0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1" name="Google Shape;401;p10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402" name="Google Shape;402;p10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10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4" name="Google Shape;404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5" name="Google Shape;405;p10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406" name="Google Shape;406;p10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0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8" name="Google Shape;408;p10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0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10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10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10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10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10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0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9" name="Google Shape;419;p10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420" name="Google Shape;420;p1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1" name="Google Shape;421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2" name="Google Shape;422;p10"/>
          <p:cNvGrpSpPr/>
          <p:nvPr/>
        </p:nvGrpSpPr>
        <p:grpSpPr>
          <a:xfrm>
            <a:off x="9201681" y="5852809"/>
            <a:ext cx="310186" cy="312008"/>
            <a:chOff x="877" y="1008"/>
            <a:chExt cx="2747" cy="2626"/>
          </a:xfrm>
        </p:grpSpPr>
        <p:pic>
          <p:nvPicPr>
            <p:cNvPr descr="antenna_stylized" id="423" name="Google Shape;423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424" name="Google Shape;424;p1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5" name="Google Shape;425;p10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426" name="Google Shape;426;p1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10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0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10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10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10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10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3" name="Google Shape;433;p10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34" name="Google Shape;434;p10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10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10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0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0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10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0" name="Google Shape;440;p10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10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10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10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10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10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6" name="Google Shape;446;p10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447" name="Google Shape;447;p1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9" name="Google Shape;449;p10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450" name="Google Shape;450;p1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2" name="Google Shape;452;p10"/>
          <p:cNvGrpSpPr/>
          <p:nvPr/>
        </p:nvGrpSpPr>
        <p:grpSpPr>
          <a:xfrm>
            <a:off x="9534746" y="5795138"/>
            <a:ext cx="319264" cy="256836"/>
            <a:chOff x="877" y="1008"/>
            <a:chExt cx="2747" cy="2626"/>
          </a:xfrm>
        </p:grpSpPr>
        <p:pic>
          <p:nvPicPr>
            <p:cNvPr descr="antenna_stylized" id="453" name="Google Shape;453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454" name="Google Shape;454;p1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10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456" name="Google Shape;456;p1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7" name="Google Shape;457;p10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10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10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10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10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10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3" name="Google Shape;463;p10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64" name="Google Shape;464;p10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" name="Google Shape;465;p10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10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10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68;p10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10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0" name="Google Shape;470;p10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10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0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0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10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0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6" name="Google Shape;476;p10"/>
          <p:cNvSpPr/>
          <p:nvPr/>
        </p:nvSpPr>
        <p:spPr>
          <a:xfrm>
            <a:off x="10153593" y="5636971"/>
            <a:ext cx="34049" cy="332924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0"/>
          <p:cNvSpPr/>
          <p:nvPr/>
        </p:nvSpPr>
        <p:spPr>
          <a:xfrm>
            <a:off x="10159970" y="5656923"/>
            <a:ext cx="20333" cy="308020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0"/>
          <p:cNvSpPr/>
          <p:nvPr/>
        </p:nvSpPr>
        <p:spPr>
          <a:xfrm>
            <a:off x="10155518" y="5812753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10026299" y="5674399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0" name="Google Shape;480;p10"/>
          <p:cNvGrpSpPr/>
          <p:nvPr/>
        </p:nvGrpSpPr>
        <p:grpSpPr>
          <a:xfrm>
            <a:off x="10091053" y="5670891"/>
            <a:ext cx="69517" cy="21877"/>
            <a:chOff x="613" y="2566"/>
            <a:chExt cx="721" cy="144"/>
          </a:xfrm>
        </p:grpSpPr>
        <p:sp>
          <p:nvSpPr>
            <p:cNvPr id="481" name="Google Shape;481;p10"/>
            <p:cNvSpPr/>
            <p:nvPr/>
          </p:nvSpPr>
          <p:spPr>
            <a:xfrm>
              <a:off x="613" y="2566"/>
              <a:ext cx="721" cy="14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10"/>
            <p:cNvSpPr/>
            <p:nvPr/>
          </p:nvSpPr>
          <p:spPr>
            <a:xfrm>
              <a:off x="625" y="2581"/>
              <a:ext cx="696" cy="11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3" name="Google Shape;483;p10"/>
          <p:cNvSpPr/>
          <p:nvPr/>
        </p:nvSpPr>
        <p:spPr>
          <a:xfrm>
            <a:off x="10027502" y="5722750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4" name="Google Shape;484;p10"/>
          <p:cNvGrpSpPr/>
          <p:nvPr/>
        </p:nvGrpSpPr>
        <p:grpSpPr>
          <a:xfrm>
            <a:off x="10091005" y="5718110"/>
            <a:ext cx="69517" cy="19515"/>
            <a:chOff x="615" y="2564"/>
            <a:chExt cx="721" cy="139"/>
          </a:xfrm>
        </p:grpSpPr>
        <p:sp>
          <p:nvSpPr>
            <p:cNvPr id="485" name="Google Shape;485;p10"/>
            <p:cNvSpPr/>
            <p:nvPr/>
          </p:nvSpPr>
          <p:spPr>
            <a:xfrm>
              <a:off x="615" y="2564"/>
              <a:ext cx="721" cy="139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10"/>
            <p:cNvSpPr/>
            <p:nvPr/>
          </p:nvSpPr>
          <p:spPr>
            <a:xfrm>
              <a:off x="628" y="2581"/>
              <a:ext cx="696" cy="10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7" name="Google Shape;487;p10"/>
          <p:cNvSpPr/>
          <p:nvPr/>
        </p:nvSpPr>
        <p:spPr>
          <a:xfrm>
            <a:off x="10027502" y="5771101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0"/>
          <p:cNvSpPr/>
          <p:nvPr/>
        </p:nvSpPr>
        <p:spPr>
          <a:xfrm>
            <a:off x="10028705" y="5814938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9" name="Google Shape;489;p10"/>
          <p:cNvGrpSpPr/>
          <p:nvPr/>
        </p:nvGrpSpPr>
        <p:grpSpPr>
          <a:xfrm>
            <a:off x="10089851" y="5813708"/>
            <a:ext cx="69541" cy="19618"/>
            <a:chOff x="618" y="2586"/>
            <a:chExt cx="720" cy="124"/>
          </a:xfrm>
        </p:grpSpPr>
        <p:sp>
          <p:nvSpPr>
            <p:cNvPr id="490" name="Google Shape;490;p10"/>
            <p:cNvSpPr/>
            <p:nvPr/>
          </p:nvSpPr>
          <p:spPr>
            <a:xfrm>
              <a:off x="618" y="2586"/>
              <a:ext cx="720" cy="12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10"/>
            <p:cNvSpPr/>
            <p:nvPr/>
          </p:nvSpPr>
          <p:spPr>
            <a:xfrm>
              <a:off x="630" y="2586"/>
              <a:ext cx="695" cy="10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2" name="Google Shape;492;p10"/>
          <p:cNvSpPr/>
          <p:nvPr/>
        </p:nvSpPr>
        <p:spPr>
          <a:xfrm>
            <a:off x="10156000" y="5771101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3" name="Google Shape;493;p10"/>
          <p:cNvGrpSpPr/>
          <p:nvPr/>
        </p:nvGrpSpPr>
        <p:grpSpPr>
          <a:xfrm>
            <a:off x="10089849" y="5767606"/>
            <a:ext cx="70700" cy="19515"/>
            <a:chOff x="613" y="2571"/>
            <a:chExt cx="732" cy="134"/>
          </a:xfrm>
        </p:grpSpPr>
        <p:sp>
          <p:nvSpPr>
            <p:cNvPr id="494" name="Google Shape;494;p10"/>
            <p:cNvSpPr/>
            <p:nvPr/>
          </p:nvSpPr>
          <p:spPr>
            <a:xfrm>
              <a:off x="613" y="2571"/>
              <a:ext cx="732" cy="13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10"/>
            <p:cNvSpPr/>
            <p:nvPr/>
          </p:nvSpPr>
          <p:spPr>
            <a:xfrm>
              <a:off x="625" y="2587"/>
              <a:ext cx="720" cy="10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6" name="Google Shape;496;p10"/>
          <p:cNvSpPr/>
          <p:nvPr/>
        </p:nvSpPr>
        <p:spPr>
          <a:xfrm>
            <a:off x="10150946" y="5636388"/>
            <a:ext cx="8422" cy="332778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10158887" y="5720566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0"/>
          <p:cNvSpPr/>
          <p:nvPr/>
        </p:nvSpPr>
        <p:spPr>
          <a:xfrm>
            <a:off x="10159248" y="5672943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0"/>
          <p:cNvSpPr/>
          <p:nvPr/>
        </p:nvSpPr>
        <p:spPr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0"/>
          <p:cNvSpPr/>
          <p:nvPr/>
        </p:nvSpPr>
        <p:spPr>
          <a:xfrm>
            <a:off x="10157684" y="5954603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0"/>
          <p:cNvSpPr/>
          <p:nvPr/>
        </p:nvSpPr>
        <p:spPr>
          <a:xfrm>
            <a:off x="10017877" y="5963487"/>
            <a:ext cx="143898" cy="21845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0"/>
          <p:cNvSpPr/>
          <p:nvPr/>
        </p:nvSpPr>
        <p:spPr>
          <a:xfrm>
            <a:off x="10026299" y="5969166"/>
            <a:ext cx="128257" cy="11505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0"/>
          <p:cNvSpPr/>
          <p:nvPr/>
        </p:nvSpPr>
        <p:spPr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0"/>
          <p:cNvSpPr/>
          <p:nvPr/>
        </p:nvSpPr>
        <p:spPr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0"/>
          <p:cNvSpPr/>
          <p:nvPr/>
        </p:nvSpPr>
        <p:spPr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0"/>
          <p:cNvSpPr/>
          <p:nvPr/>
        </p:nvSpPr>
        <p:spPr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0"/>
          <p:cNvSpPr/>
          <p:nvPr/>
        </p:nvSpPr>
        <p:spPr>
          <a:xfrm>
            <a:off x="6539916" y="1365914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8" name="Google Shape;508;p10"/>
          <p:cNvGrpSpPr/>
          <p:nvPr/>
        </p:nvGrpSpPr>
        <p:grpSpPr>
          <a:xfrm>
            <a:off x="7680324" y="1814171"/>
            <a:ext cx="2755429" cy="4250670"/>
            <a:chOff x="7680324" y="1814171"/>
            <a:chExt cx="2755429" cy="4250670"/>
          </a:xfrm>
        </p:grpSpPr>
        <p:grpSp>
          <p:nvGrpSpPr>
            <p:cNvPr id="509" name="Google Shape;509;p10"/>
            <p:cNvGrpSpPr/>
            <p:nvPr/>
          </p:nvGrpSpPr>
          <p:grpSpPr>
            <a:xfrm>
              <a:off x="7750224" y="1859725"/>
              <a:ext cx="415925" cy="385763"/>
              <a:chOff x="2751" y="1851"/>
              <a:chExt cx="462" cy="478"/>
            </a:xfrm>
          </p:grpSpPr>
          <p:pic>
            <p:nvPicPr>
              <p:cNvPr descr="iphone_stylized_small" id="510" name="Google Shape;510;p10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511" name="Google Shape;511;p10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12" name="Google Shape;512;p10"/>
            <p:cNvGrpSpPr/>
            <p:nvPr/>
          </p:nvGrpSpPr>
          <p:grpSpPr>
            <a:xfrm flipH="1">
              <a:off x="7773981" y="5281060"/>
              <a:ext cx="345630" cy="320302"/>
              <a:chOff x="2839" y="3501"/>
              <a:chExt cx="755" cy="803"/>
            </a:xfrm>
          </p:grpSpPr>
          <p:pic>
            <p:nvPicPr>
              <p:cNvPr descr="desktop_computer_stylized_medium" id="513" name="Google Shape;513;p10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4" name="Google Shape;514;p10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5" name="Google Shape;515;p10"/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10"/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10"/>
            <p:cNvSpPr/>
            <p:nvPr/>
          </p:nvSpPr>
          <p:spPr>
            <a:xfrm>
              <a:off x="9823450" y="5554772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8" name="Google Shape;518;p10"/>
          <p:cNvGrpSpPr/>
          <p:nvPr/>
        </p:nvGrpSpPr>
        <p:grpSpPr>
          <a:xfrm>
            <a:off x="8005845" y="1168489"/>
            <a:ext cx="1065213" cy="965200"/>
            <a:chOff x="4047" y="420"/>
            <a:chExt cx="671" cy="608"/>
          </a:xfrm>
        </p:grpSpPr>
        <p:sp>
          <p:nvSpPr>
            <p:cNvPr id="519" name="Google Shape;519;p10"/>
            <p:cNvSpPr/>
            <p:nvPr/>
          </p:nvSpPr>
          <p:spPr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10"/>
            <p:cNvSpPr/>
            <p:nvPr/>
          </p:nvSpPr>
          <p:spPr>
            <a:xfrm>
              <a:off x="4245" y="435"/>
              <a:ext cx="435" cy="5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10"/>
            <p:cNvSpPr/>
            <p:nvPr/>
          </p:nvSpPr>
          <p:spPr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0"/>
            <p:cNvSpPr txBox="1"/>
            <p:nvPr/>
          </p:nvSpPr>
          <p:spPr>
            <a:xfrm>
              <a:off x="4205" y="421"/>
              <a:ext cx="513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link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3" name="Google Shape;523;p10"/>
            <p:cNvCxnSpPr/>
            <p:nvPr/>
          </p:nvCxnSpPr>
          <p:spPr>
            <a:xfrm>
              <a:off x="4245" y="651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4" name="Google Shape;524;p10"/>
            <p:cNvCxnSpPr/>
            <p:nvPr/>
          </p:nvCxnSpPr>
          <p:spPr>
            <a:xfrm>
              <a:off x="4251" y="738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5" name="Google Shape;525;p10"/>
            <p:cNvCxnSpPr/>
            <p:nvPr/>
          </p:nvCxnSpPr>
          <p:spPr>
            <a:xfrm>
              <a:off x="4251" y="825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26" name="Google Shape;526;p10"/>
            <p:cNvSpPr/>
            <p:nvPr/>
          </p:nvSpPr>
          <p:spPr>
            <a:xfrm>
              <a:off x="4047" y="434"/>
              <a:ext cx="192" cy="594"/>
            </a:xfrm>
            <a:custGeom>
              <a:rect b="b" l="l" r="r" t="t"/>
              <a:pathLst>
                <a:path extrusionOk="0" h="594" w="192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CC000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10104523" y="4743539"/>
            <a:ext cx="1050926" cy="974725"/>
            <a:chOff x="4047" y="414"/>
            <a:chExt cx="662" cy="614"/>
          </a:xfrm>
        </p:grpSpPr>
        <p:sp>
          <p:nvSpPr>
            <p:cNvPr id="528" name="Google Shape;528;p10"/>
            <p:cNvSpPr/>
            <p:nvPr/>
          </p:nvSpPr>
          <p:spPr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4245" y="435"/>
              <a:ext cx="435" cy="5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10"/>
            <p:cNvSpPr txBox="1"/>
            <p:nvPr/>
          </p:nvSpPr>
          <p:spPr>
            <a:xfrm>
              <a:off x="4196" y="414"/>
              <a:ext cx="513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link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2" name="Google Shape;532;p10"/>
            <p:cNvCxnSpPr/>
            <p:nvPr/>
          </p:nvCxnSpPr>
          <p:spPr>
            <a:xfrm>
              <a:off x="4245" y="651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3" name="Google Shape;533;p10"/>
            <p:cNvCxnSpPr/>
            <p:nvPr/>
          </p:nvCxnSpPr>
          <p:spPr>
            <a:xfrm>
              <a:off x="4251" y="738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4" name="Google Shape;534;p10"/>
            <p:cNvCxnSpPr/>
            <p:nvPr/>
          </p:nvCxnSpPr>
          <p:spPr>
            <a:xfrm>
              <a:off x="4251" y="825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35" name="Google Shape;535;p10"/>
            <p:cNvSpPr/>
            <p:nvPr/>
          </p:nvSpPr>
          <p:spPr>
            <a:xfrm>
              <a:off x="4047" y="434"/>
              <a:ext cx="192" cy="594"/>
            </a:xfrm>
            <a:custGeom>
              <a:rect b="b" l="l" r="r" t="t"/>
              <a:pathLst>
                <a:path extrusionOk="0" h="594" w="192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CC000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6" name="Google Shape;536;p10"/>
          <p:cNvGrpSpPr/>
          <p:nvPr/>
        </p:nvGrpSpPr>
        <p:grpSpPr>
          <a:xfrm>
            <a:off x="7962986" y="4374557"/>
            <a:ext cx="1060451" cy="965200"/>
            <a:chOff x="4047" y="420"/>
            <a:chExt cx="668" cy="608"/>
          </a:xfrm>
        </p:grpSpPr>
        <p:sp>
          <p:nvSpPr>
            <p:cNvPr id="537" name="Google Shape;537;p10"/>
            <p:cNvSpPr/>
            <p:nvPr/>
          </p:nvSpPr>
          <p:spPr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10"/>
            <p:cNvSpPr/>
            <p:nvPr/>
          </p:nvSpPr>
          <p:spPr>
            <a:xfrm>
              <a:off x="4245" y="435"/>
              <a:ext cx="435" cy="5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10"/>
            <p:cNvSpPr txBox="1"/>
            <p:nvPr/>
          </p:nvSpPr>
          <p:spPr>
            <a:xfrm>
              <a:off x="4202" y="423"/>
              <a:ext cx="513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link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1" name="Google Shape;541;p10"/>
            <p:cNvCxnSpPr/>
            <p:nvPr/>
          </p:nvCxnSpPr>
          <p:spPr>
            <a:xfrm>
              <a:off x="4245" y="651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2" name="Google Shape;542;p10"/>
            <p:cNvCxnSpPr/>
            <p:nvPr/>
          </p:nvCxnSpPr>
          <p:spPr>
            <a:xfrm>
              <a:off x="4251" y="738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3" name="Google Shape;543;p10"/>
            <p:cNvCxnSpPr/>
            <p:nvPr/>
          </p:nvCxnSpPr>
          <p:spPr>
            <a:xfrm>
              <a:off x="4251" y="825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4" name="Google Shape;544;p10"/>
            <p:cNvSpPr/>
            <p:nvPr/>
          </p:nvSpPr>
          <p:spPr>
            <a:xfrm>
              <a:off x="4047" y="434"/>
              <a:ext cx="192" cy="594"/>
            </a:xfrm>
            <a:custGeom>
              <a:rect b="b" l="l" r="r" t="t"/>
              <a:pathLst>
                <a:path extrusionOk="0" h="594" w="192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CC000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45" name="Google Shape;545;p10"/>
          <p:cNvCxnSpPr/>
          <p:nvPr/>
        </p:nvCxnSpPr>
        <p:spPr>
          <a:xfrm>
            <a:off x="8998030" y="4451439"/>
            <a:ext cx="1290637" cy="541337"/>
          </a:xfrm>
          <a:prstGeom prst="straightConnector1">
            <a:avLst/>
          </a:prstGeom>
          <a:noFill/>
          <a:ln cap="flat" cmpd="sng" w="7620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46" name="Google Shape;546;p10"/>
          <p:cNvCxnSpPr/>
          <p:nvPr/>
        </p:nvCxnSpPr>
        <p:spPr>
          <a:xfrm>
            <a:off x="9093280" y="1325651"/>
            <a:ext cx="1700212" cy="3386138"/>
          </a:xfrm>
          <a:prstGeom prst="straightConnector1">
            <a:avLst/>
          </a:prstGeom>
          <a:noFill/>
          <a:ln cap="flat" cmpd="sng" w="7620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47" name="Google Shape;547;p1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Creating a network </a:t>
            </a:r>
            <a:r>
              <a:rPr lang="en-US"/>
              <a:t>a</a:t>
            </a:r>
            <a:r>
              <a:rPr lang="en-US" sz="4400"/>
              <a:t>pp</a:t>
            </a:r>
            <a:endParaRPr sz="4400"/>
          </a:p>
        </p:txBody>
      </p:sp>
      <p:sp>
        <p:nvSpPr>
          <p:cNvPr id="548" name="Google Shape;548;p10"/>
          <p:cNvSpPr txBox="1"/>
          <p:nvPr/>
        </p:nvSpPr>
        <p:spPr>
          <a:xfrm>
            <a:off x="889178" y="1334086"/>
            <a:ext cx="5309184" cy="4974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write programs that:</a:t>
            </a:r>
            <a:endParaRPr/>
          </a:p>
          <a:p>
            <a:pPr indent="-231775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 on (different) end systems</a:t>
            </a:r>
            <a:endParaRPr/>
          </a:p>
          <a:p>
            <a:pPr indent="-231775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communicate over network</a:t>
            </a:r>
            <a:endParaRPr/>
          </a:p>
          <a:p>
            <a:pPr indent="-231775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web server software communicates with browser software</a:t>
            </a:r>
            <a:endParaRPr/>
          </a:p>
          <a:p>
            <a:pPr indent="0" lvl="0" marL="14287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no need to write software for network-core devices</a:t>
            </a:r>
            <a:endParaRPr/>
          </a:p>
          <a:p>
            <a:pPr indent="-231775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network-core devices do not run user applications </a:t>
            </a:r>
            <a:endParaRPr/>
          </a:p>
          <a:p>
            <a:pPr indent="-231775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applications on end systems  allows for rapid app development, propagation</a:t>
            </a:r>
            <a:endParaRPr/>
          </a:p>
          <a:p>
            <a:pPr indent="-190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9" name="Google Shape;549;p10"/>
          <p:cNvGrpSpPr/>
          <p:nvPr/>
        </p:nvGrpSpPr>
        <p:grpSpPr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550" name="Google Shape;550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10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10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5" name="Google Shape;555;p10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556" name="Google Shape;556;p10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10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58" name="Google Shape;558;p10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9" name="Google Shape;559;p10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560" name="Google Shape;560;p10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10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2" name="Google Shape;562;p10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10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4" name="Google Shape;564;p10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565" name="Google Shape;565;p10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10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7" name="Google Shape;567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8" name="Google Shape;568;p10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569" name="Google Shape;569;p10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p10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71" name="Google Shape;571;p10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10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10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10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10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10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10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10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2" name="Google Shape;582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1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1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0" name="Google Shape;590;p11"/>
          <p:cNvGrpSpPr/>
          <p:nvPr/>
        </p:nvGrpSpPr>
        <p:grpSpPr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591" name="Google Shape;591;p11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3" name="Google Shape;593;p11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1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595" name="Google Shape;595;p11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596" name="Google Shape;596;p11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597" name="Google Shape;597;p11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8" name="Google Shape;598;p11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599" name="Google Shape;599;p11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01" name="Google Shape;601;p11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2" name="Google Shape;602;p11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3" name="Google Shape;603;p11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4" name="Google Shape;604;p11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5" name="Google Shape;605;p11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6" name="Google Shape;606;p11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07" name="Google Shape;607;p11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608" name="Google Shape;608;p11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11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10" name="Google Shape;610;p11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1" name="Google Shape;611;p11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2" name="Google Shape;612;p11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3" name="Google Shape;613;p11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4" name="Google Shape;614;p11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" name="Google Shape;615;p11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16" name="Google Shape;616;p11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1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618" name="Google Shape;618;p11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1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620" name="Google Shape;620;p11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621" name="Google Shape;621;p11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2" name="Google Shape;622;p11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3" name="Google Shape;623;p11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4" name="Google Shape;624;p11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5" name="Google Shape;625;p11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6" name="Google Shape;626;p11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7" name="Google Shape;627;p11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8" name="Google Shape;628;p11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9" name="Google Shape;629;p11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0" name="Google Shape;630;p11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1" name="Google Shape;631;p11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2" name="Google Shape;632;p11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633" name="Google Shape;633;p11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grpSp>
          <p:nvGrpSpPr>
            <p:cNvPr id="634" name="Google Shape;634;p11"/>
            <p:cNvGrpSpPr/>
            <p:nvPr/>
          </p:nvGrpSpPr>
          <p:grpSpPr>
            <a:xfrm>
              <a:off x="7857253" y="2127325"/>
              <a:ext cx="3283852" cy="3640284"/>
              <a:chOff x="7881336" y="2104198"/>
              <a:chExt cx="3283852" cy="3640284"/>
            </a:xfrm>
          </p:grpSpPr>
          <p:cxnSp>
            <p:nvCxnSpPr>
              <p:cNvPr id="635" name="Google Shape;635;p11"/>
              <p:cNvCxnSpPr/>
              <p:nvPr/>
            </p:nvCxnSpPr>
            <p:spPr>
              <a:xfrm flipH="1" rot="5400000">
                <a:off x="9813692" y="5228612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6" name="Google Shape;636;p11"/>
              <p:cNvCxnSpPr/>
              <p:nvPr/>
            </p:nvCxnSpPr>
            <p:spPr>
              <a:xfrm rot="10800000">
                <a:off x="10234009" y="5382159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7" name="Google Shape;637;p11"/>
              <p:cNvCxnSpPr/>
              <p:nvPr/>
            </p:nvCxnSpPr>
            <p:spPr>
              <a:xfrm>
                <a:off x="9457042" y="4815390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8" name="Google Shape;638;p11"/>
              <p:cNvCxnSpPr/>
              <p:nvPr/>
            </p:nvCxnSpPr>
            <p:spPr>
              <a:xfrm flipH="1" rot="10800000">
                <a:off x="8874149" y="4815390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9" name="Google Shape;639;p11"/>
              <p:cNvCxnSpPr/>
              <p:nvPr/>
            </p:nvCxnSpPr>
            <p:spPr>
              <a:xfrm>
                <a:off x="8845827" y="5085749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0" name="Google Shape;640;p11"/>
              <p:cNvCxnSpPr/>
              <p:nvPr/>
            </p:nvCxnSpPr>
            <p:spPr>
              <a:xfrm>
                <a:off x="8234290" y="5094207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1" name="Google Shape;641;p11"/>
              <p:cNvCxnSpPr/>
              <p:nvPr/>
            </p:nvCxnSpPr>
            <p:spPr>
              <a:xfrm flipH="1" rot="10800000">
                <a:off x="7972450" y="5267343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2" name="Google Shape;642;p11"/>
              <p:cNvCxnSpPr/>
              <p:nvPr/>
            </p:nvCxnSpPr>
            <p:spPr>
              <a:xfrm flipH="1">
                <a:off x="8397900" y="5259125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3" name="Google Shape;643;p11"/>
              <p:cNvCxnSpPr/>
              <p:nvPr/>
            </p:nvCxnSpPr>
            <p:spPr>
              <a:xfrm rot="10800000">
                <a:off x="8512814" y="5284804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4" name="Google Shape;644;p11"/>
              <p:cNvCxnSpPr/>
              <p:nvPr/>
            </p:nvCxnSpPr>
            <p:spPr>
              <a:xfrm>
                <a:off x="8512814" y="5234921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5" name="Google Shape;645;p11"/>
              <p:cNvCxnSpPr/>
              <p:nvPr/>
            </p:nvCxnSpPr>
            <p:spPr>
              <a:xfrm>
                <a:off x="8271861" y="3806843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6" name="Google Shape;646;p11"/>
              <p:cNvCxnSpPr/>
              <p:nvPr/>
            </p:nvCxnSpPr>
            <p:spPr>
              <a:xfrm flipH="1" rot="10800000">
                <a:off x="7881336" y="4017980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7" name="Google Shape;647;p11"/>
              <p:cNvCxnSpPr/>
              <p:nvPr/>
            </p:nvCxnSpPr>
            <p:spPr>
              <a:xfrm flipH="1" rot="5400000">
                <a:off x="9909628" y="5560344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8" name="Google Shape;648;p11"/>
              <p:cNvCxnSpPr/>
              <p:nvPr/>
            </p:nvCxnSpPr>
            <p:spPr>
              <a:xfrm flipH="1" rot="10800000">
                <a:off x="8483508" y="5013435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9" name="Google Shape;649;p11"/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0" name="Google Shape;650;p11"/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1" name="Google Shape;651;p11"/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2" name="Google Shape;652;p11"/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3" name="Google Shape;653;p11"/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4" name="Google Shape;654;p11"/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5" name="Google Shape;655;p11"/>
              <p:cNvCxnSpPr/>
              <p:nvPr/>
            </p:nvCxnSpPr>
            <p:spPr>
              <a:xfrm rot="10800000">
                <a:off x="10706077" y="2695840"/>
                <a:ext cx="353541" cy="678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6" name="Google Shape;656;p11"/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7" name="Google Shape;657;p11"/>
              <p:cNvCxnSpPr/>
              <p:nvPr/>
            </p:nvCxnSpPr>
            <p:spPr>
              <a:xfrm flipH="1" rot="10800000">
                <a:off x="9402788" y="4090252"/>
                <a:ext cx="429324" cy="7056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8" name="Google Shape;658;p11"/>
              <p:cNvCxnSpPr/>
              <p:nvPr/>
            </p:nvCxnSpPr>
            <p:spPr>
              <a:xfrm flipH="1" rot="10800000">
                <a:off x="8268637" y="4024329"/>
                <a:ext cx="969051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ntenna_radiation_stylized" id="659" name="Google Shape;659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660" name="Google Shape;660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ell_tower_radiation copy" id="661" name="Google Shape;661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2" name="Google Shape;662;p11"/>
            <p:cNvSpPr/>
            <p:nvPr/>
          </p:nvSpPr>
          <p:spPr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63" name="Google Shape;663;p11"/>
          <p:cNvCxnSpPr/>
          <p:nvPr/>
        </p:nvCxnSpPr>
        <p:spPr>
          <a:xfrm>
            <a:off x="8207860" y="2700359"/>
            <a:ext cx="227964" cy="1743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64" name="Google Shape;664;p11"/>
          <p:cNvGrpSpPr/>
          <p:nvPr/>
        </p:nvGrpSpPr>
        <p:grpSpPr>
          <a:xfrm>
            <a:off x="8050698" y="2309376"/>
            <a:ext cx="298450" cy="464008"/>
            <a:chOff x="3130" y="3288"/>
            <a:chExt cx="410" cy="742"/>
          </a:xfrm>
        </p:grpSpPr>
        <p:cxnSp>
          <p:nvCxnSpPr>
            <p:cNvPr id="665" name="Google Shape;665;p11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6" name="Google Shape;666;p11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7" name="Google Shape;667;p11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8" name="Google Shape;668;p11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9" name="Google Shape;669;p11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0" name="Google Shape;670;p11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1" name="Google Shape;671;p11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" name="Google Shape;672;p11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" name="Google Shape;673;p11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4" name="Google Shape;674;p11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5" name="Google Shape;675;p11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6" name="Google Shape;676;p11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7" name="Google Shape;677;p11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8" name="Google Shape;678;p11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9" name="Google Shape;679;p11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access_point_stylized_small" id="680" name="Google Shape;68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681" name="Google Shape;68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2" name="Google Shape;682;p11"/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683" name="Google Shape;683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84" name="Google Shape;684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85" name="Google Shape;685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86" name="Google Shape;686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0" name="Google Shape;690;p11"/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691" name="Google Shape;691;p11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11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3" name="Google Shape;693;p11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94" name="Google Shape;694;p11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11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" name="Google Shape;696;p11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" name="Google Shape;697;p11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8" name="Google Shape;698;p11"/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699" name="Google Shape;699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0" name="Google Shape;700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1" name="Google Shape;701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2" name="Google Shape;702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6" name="Google Shape;706;p11"/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707" name="Google Shape;707;p11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11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9" name="Google Shape;709;p11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10" name="Google Shape;710;p11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11;p11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" name="Google Shape;712;p11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" name="Google Shape;713;p11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14" name="Google Shape;714;p11"/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715" name="Google Shape;715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16" name="Google Shape;716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17" name="Google Shape;717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18" name="Google Shape;718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2" name="Google Shape;722;p11"/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723" name="Google Shape;723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4" name="Google Shape;724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5" name="Google Shape;725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6" name="Google Shape;726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30" name="Google Shape;730;p11"/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731" name="Google Shape;731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32" name="Google Shape;732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33" name="Google Shape;733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4" name="Google Shape;734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38" name="Google Shape;738;p11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739" name="Google Shape;739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0" name="Google Shape;740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1" name="Google Shape;741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2" name="Google Shape;742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6" name="Google Shape;746;p11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747" name="Google Shape;747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8" name="Google Shape;748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9" name="Google Shape;749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0" name="Google Shape;750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4" name="Google Shape;754;p11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755" name="Google Shape;755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6" name="Google Shape;756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7" name="Google Shape;757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8" name="Google Shape;758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2" name="Google Shape;762;p11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763" name="Google Shape;763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4" name="Google Shape;764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5" name="Google Shape;765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6" name="Google Shape;766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0" name="Google Shape;770;p11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771" name="Google Shape;771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2" name="Google Shape;772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3" name="Google Shape;773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4" name="Google Shape;774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8" name="Google Shape;778;p11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779" name="Google Shape;779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80" name="Google Shape;780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81" name="Google Shape;781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82" name="Google Shape;782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86" name="Google Shape;786;p11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787" name="Google Shape;787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88" name="Google Shape;788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89" name="Google Shape;789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0" name="Google Shape;790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4" name="Google Shape;794;p11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795" name="Google Shape;795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6" name="Google Shape;796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7" name="Google Shape;797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8" name="Google Shape;798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2" name="Google Shape;802;p11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803" name="Google Shape;803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4" name="Google Shape;804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5" name="Google Shape;805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6" name="Google Shape;806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" name="Google Shape;807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" name="Google Shape;808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10" name="Google Shape;810;p11"/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811" name="Google Shape;811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12" name="Google Shape;812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13" name="Google Shape;813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14" name="Google Shape;814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" name="Google Shape;815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" name="Google Shape;816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" name="Google Shape;817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18" name="Google Shape;818;p11"/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819" name="Google Shape;819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20" name="Google Shape;820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21" name="Google Shape;821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22" name="Google Shape;822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" name="Google Shape;823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" name="Google Shape;824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" name="Google Shape;825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26" name="Google Shape;826;p11"/>
          <p:cNvGrpSpPr/>
          <p:nvPr/>
        </p:nvGrpSpPr>
        <p:grpSpPr>
          <a:xfrm>
            <a:off x="7439074" y="2356613"/>
            <a:ext cx="534987" cy="414882"/>
            <a:chOff x="7432700" y="2327293"/>
            <a:chExt cx="534987" cy="414882"/>
          </a:xfrm>
        </p:grpSpPr>
        <p:pic>
          <p:nvPicPr>
            <p:cNvPr descr="antenna_stylized" id="827" name="Google Shape;827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828" name="Google Shape;828;p1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9" name="Google Shape;829;p11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830" name="Google Shape;830;p1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1" name="Google Shape;831;p11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11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11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11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11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11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37" name="Google Shape;837;p11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838" name="Google Shape;838;p11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" name="Google Shape;839;p11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11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p11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1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11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44" name="Google Shape;844;p11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11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11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0" name="Google Shape;850;p11"/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descr="light2.png" id="851" name="Google Shape;851;p1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852" name="Google Shape;852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3" name="Google Shape;853;p11"/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descr="car_icon_small" id="854" name="Google Shape;854;p1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855" name="Google Shape;855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6" name="Google Shape;856;p11"/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857" name="Google Shape;857;p11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858" name="Google Shape;858;p11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859" name="Google Shape;859;p11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0" name="Google Shape;860;p11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861" name="Google Shape;861;p11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2" name="Google Shape;862;p11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" name="Google Shape;863;p11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4" name="Google Shape;864;p11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5" name="Google Shape;865;p11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" name="Google Shape;866;p11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7" name="Google Shape;867;p11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68" name="Google Shape;868;p11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869" name="Google Shape;869;p11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0" name="Google Shape;870;p11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1" name="Google Shape;871;p11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2" name="Google Shape;872;p11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3" name="Google Shape;873;p11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4" name="Google Shape;874;p11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75" name="Google Shape;875;p11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" name="Google Shape;876;p11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" name="Google Shape;877;p11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8" name="Google Shape;878;p11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9" name="Google Shape;879;p11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0" name="Google Shape;880;p11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1" name="Google Shape;881;p11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882" name="Google Shape;882;p11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83" name="Google Shape;883;p11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4" name="Google Shape;884;p11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885" name="Google Shape;885;p11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886" name="Google Shape;886;p11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87" name="Google Shape;887;p11"/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888" name="Google Shape;888;p11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889" name="Google Shape;889;p11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890" name="Google Shape;890;p11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891" name="Google Shape;891;p11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92" name="Google Shape;892;p11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93" name="Google Shape;893;p11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894" name="Google Shape;894;p11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895" name="Google Shape;895;p11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896" name="Google Shape;896;p11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897" name="Google Shape;897;p11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98" name="Google Shape;898;p11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99" name="Google Shape;899;p11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900" name="Google Shape;900;p11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901" name="Google Shape;901;p1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6" name="Google Shape;906;p11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907" name="Google Shape;907;p11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8" name="Google Shape;908;p11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9" name="Google Shape;909;p11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0" name="Google Shape;910;p11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911" name="Google Shape;911;p11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" name="Google Shape;912;p11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3" name="Google Shape;913;p11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11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5" name="Google Shape;915;p11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916" name="Google Shape;916;p11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7" name="Google Shape;917;p11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8" name="Google Shape;918;p1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9" name="Google Shape;919;p11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920" name="Google Shape;920;p11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1" name="Google Shape;921;p11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2" name="Google Shape;922;p11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1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1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11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1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11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11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11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11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11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11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3" name="Google Shape;933;p11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934" name="Google Shape;934;p1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5" name="Google Shape;935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6" name="Google Shape;936;p11"/>
          <p:cNvGrpSpPr/>
          <p:nvPr/>
        </p:nvGrpSpPr>
        <p:grpSpPr>
          <a:xfrm>
            <a:off x="9201681" y="5852809"/>
            <a:ext cx="310186" cy="312008"/>
            <a:chOff x="877" y="1008"/>
            <a:chExt cx="2747" cy="2626"/>
          </a:xfrm>
        </p:grpSpPr>
        <p:pic>
          <p:nvPicPr>
            <p:cNvPr descr="antenna_stylized" id="937" name="Google Shape;937;p1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938" name="Google Shape;938;p1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9" name="Google Shape;939;p11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940" name="Google Shape;940;p1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1" name="Google Shape;941;p11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11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11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11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11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11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47" name="Google Shape;947;p11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948" name="Google Shape;948;p11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9" name="Google Shape;949;p11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0" name="Google Shape;950;p11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1" name="Google Shape;951;p11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2" name="Google Shape;952;p1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3" name="Google Shape;953;p11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54" name="Google Shape;954;p11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11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11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11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11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11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0" name="Google Shape;960;p11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961" name="Google Shape;961;p1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2" name="Google Shape;962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3" name="Google Shape;963;p11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964" name="Google Shape;964;p1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5" name="Google Shape;965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6" name="Google Shape;966;p11"/>
          <p:cNvGrpSpPr/>
          <p:nvPr/>
        </p:nvGrpSpPr>
        <p:grpSpPr>
          <a:xfrm>
            <a:off x="9534746" y="5795138"/>
            <a:ext cx="319264" cy="256836"/>
            <a:chOff x="877" y="1008"/>
            <a:chExt cx="2747" cy="2626"/>
          </a:xfrm>
        </p:grpSpPr>
        <p:pic>
          <p:nvPicPr>
            <p:cNvPr descr="antenna_stylized" id="967" name="Google Shape;967;p1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968" name="Google Shape;968;p1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9" name="Google Shape;969;p11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970" name="Google Shape;970;p1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1" name="Google Shape;971;p11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11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11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11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11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11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77" name="Google Shape;977;p11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978" name="Google Shape;978;p11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" name="Google Shape;979;p11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" name="Google Shape;980;p11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11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" name="Google Shape;982;p1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" name="Google Shape;983;p11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84" name="Google Shape;984;p11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11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11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11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11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11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0" name="Google Shape;990;p11"/>
          <p:cNvSpPr/>
          <p:nvPr/>
        </p:nvSpPr>
        <p:spPr>
          <a:xfrm>
            <a:off x="10153593" y="5636971"/>
            <a:ext cx="34049" cy="332924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11"/>
          <p:cNvSpPr/>
          <p:nvPr/>
        </p:nvSpPr>
        <p:spPr>
          <a:xfrm>
            <a:off x="10159970" y="5656923"/>
            <a:ext cx="20333" cy="308020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11"/>
          <p:cNvSpPr/>
          <p:nvPr/>
        </p:nvSpPr>
        <p:spPr>
          <a:xfrm>
            <a:off x="10155518" y="5812753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11"/>
          <p:cNvSpPr/>
          <p:nvPr/>
        </p:nvSpPr>
        <p:spPr>
          <a:xfrm>
            <a:off x="10026299" y="5674399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4" name="Google Shape;994;p11"/>
          <p:cNvGrpSpPr/>
          <p:nvPr/>
        </p:nvGrpSpPr>
        <p:grpSpPr>
          <a:xfrm>
            <a:off x="10091053" y="5670891"/>
            <a:ext cx="69517" cy="21877"/>
            <a:chOff x="613" y="2566"/>
            <a:chExt cx="721" cy="144"/>
          </a:xfrm>
        </p:grpSpPr>
        <p:sp>
          <p:nvSpPr>
            <p:cNvPr id="995" name="Google Shape;995;p11"/>
            <p:cNvSpPr/>
            <p:nvPr/>
          </p:nvSpPr>
          <p:spPr>
            <a:xfrm>
              <a:off x="613" y="2566"/>
              <a:ext cx="721" cy="14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11"/>
            <p:cNvSpPr/>
            <p:nvPr/>
          </p:nvSpPr>
          <p:spPr>
            <a:xfrm>
              <a:off x="625" y="2581"/>
              <a:ext cx="696" cy="11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7" name="Google Shape;997;p11"/>
          <p:cNvSpPr/>
          <p:nvPr/>
        </p:nvSpPr>
        <p:spPr>
          <a:xfrm>
            <a:off x="10027502" y="5722750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8" name="Google Shape;998;p11"/>
          <p:cNvGrpSpPr/>
          <p:nvPr/>
        </p:nvGrpSpPr>
        <p:grpSpPr>
          <a:xfrm>
            <a:off x="10091005" y="5718110"/>
            <a:ext cx="69517" cy="19515"/>
            <a:chOff x="615" y="2564"/>
            <a:chExt cx="721" cy="139"/>
          </a:xfrm>
        </p:grpSpPr>
        <p:sp>
          <p:nvSpPr>
            <p:cNvPr id="999" name="Google Shape;999;p11"/>
            <p:cNvSpPr/>
            <p:nvPr/>
          </p:nvSpPr>
          <p:spPr>
            <a:xfrm>
              <a:off x="615" y="2564"/>
              <a:ext cx="721" cy="139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11"/>
            <p:cNvSpPr/>
            <p:nvPr/>
          </p:nvSpPr>
          <p:spPr>
            <a:xfrm>
              <a:off x="628" y="2581"/>
              <a:ext cx="696" cy="10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1" name="Google Shape;1001;p11"/>
          <p:cNvSpPr/>
          <p:nvPr/>
        </p:nvSpPr>
        <p:spPr>
          <a:xfrm>
            <a:off x="10027502" y="5771101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11"/>
          <p:cNvSpPr/>
          <p:nvPr/>
        </p:nvSpPr>
        <p:spPr>
          <a:xfrm>
            <a:off x="10028705" y="5814938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3" name="Google Shape;1003;p11"/>
          <p:cNvGrpSpPr/>
          <p:nvPr/>
        </p:nvGrpSpPr>
        <p:grpSpPr>
          <a:xfrm>
            <a:off x="10089851" y="5813708"/>
            <a:ext cx="69541" cy="19618"/>
            <a:chOff x="618" y="2586"/>
            <a:chExt cx="720" cy="124"/>
          </a:xfrm>
        </p:grpSpPr>
        <p:sp>
          <p:nvSpPr>
            <p:cNvPr id="1004" name="Google Shape;1004;p11"/>
            <p:cNvSpPr/>
            <p:nvPr/>
          </p:nvSpPr>
          <p:spPr>
            <a:xfrm>
              <a:off x="618" y="2586"/>
              <a:ext cx="720" cy="12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11"/>
            <p:cNvSpPr/>
            <p:nvPr/>
          </p:nvSpPr>
          <p:spPr>
            <a:xfrm>
              <a:off x="630" y="2586"/>
              <a:ext cx="695" cy="10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6" name="Google Shape;1006;p11"/>
          <p:cNvSpPr/>
          <p:nvPr/>
        </p:nvSpPr>
        <p:spPr>
          <a:xfrm>
            <a:off x="10156000" y="5771101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7" name="Google Shape;1007;p11"/>
          <p:cNvGrpSpPr/>
          <p:nvPr/>
        </p:nvGrpSpPr>
        <p:grpSpPr>
          <a:xfrm>
            <a:off x="10089849" y="5767606"/>
            <a:ext cx="70700" cy="19515"/>
            <a:chOff x="613" y="2571"/>
            <a:chExt cx="732" cy="134"/>
          </a:xfrm>
        </p:grpSpPr>
        <p:sp>
          <p:nvSpPr>
            <p:cNvPr id="1008" name="Google Shape;1008;p11"/>
            <p:cNvSpPr/>
            <p:nvPr/>
          </p:nvSpPr>
          <p:spPr>
            <a:xfrm>
              <a:off x="613" y="2571"/>
              <a:ext cx="732" cy="13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11"/>
            <p:cNvSpPr/>
            <p:nvPr/>
          </p:nvSpPr>
          <p:spPr>
            <a:xfrm>
              <a:off x="625" y="2587"/>
              <a:ext cx="720" cy="10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0" name="Google Shape;1010;p11"/>
          <p:cNvSpPr/>
          <p:nvPr/>
        </p:nvSpPr>
        <p:spPr>
          <a:xfrm>
            <a:off x="10150946" y="5636388"/>
            <a:ext cx="8422" cy="332778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11"/>
          <p:cNvSpPr/>
          <p:nvPr/>
        </p:nvSpPr>
        <p:spPr>
          <a:xfrm>
            <a:off x="10158887" y="5720566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11"/>
          <p:cNvSpPr/>
          <p:nvPr/>
        </p:nvSpPr>
        <p:spPr>
          <a:xfrm>
            <a:off x="10159248" y="5672943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11"/>
          <p:cNvSpPr/>
          <p:nvPr/>
        </p:nvSpPr>
        <p:spPr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11"/>
          <p:cNvSpPr/>
          <p:nvPr/>
        </p:nvSpPr>
        <p:spPr>
          <a:xfrm>
            <a:off x="10157684" y="5954603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11"/>
          <p:cNvSpPr/>
          <p:nvPr/>
        </p:nvSpPr>
        <p:spPr>
          <a:xfrm>
            <a:off x="10017877" y="5963487"/>
            <a:ext cx="143898" cy="21845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11"/>
          <p:cNvSpPr/>
          <p:nvPr/>
        </p:nvSpPr>
        <p:spPr>
          <a:xfrm>
            <a:off x="10026299" y="5969166"/>
            <a:ext cx="128257" cy="11505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11"/>
          <p:cNvSpPr/>
          <p:nvPr/>
        </p:nvSpPr>
        <p:spPr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11"/>
          <p:cNvSpPr/>
          <p:nvPr/>
        </p:nvSpPr>
        <p:spPr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11"/>
          <p:cNvSpPr/>
          <p:nvPr/>
        </p:nvSpPr>
        <p:spPr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11"/>
          <p:cNvSpPr/>
          <p:nvPr/>
        </p:nvSpPr>
        <p:spPr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11"/>
          <p:cNvSpPr/>
          <p:nvPr/>
        </p:nvSpPr>
        <p:spPr>
          <a:xfrm>
            <a:off x="6539916" y="1365914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2" name="Google Shape;1022;p11"/>
          <p:cNvGrpSpPr/>
          <p:nvPr/>
        </p:nvGrpSpPr>
        <p:grpSpPr>
          <a:xfrm>
            <a:off x="7680324" y="1814171"/>
            <a:ext cx="2755429" cy="4250670"/>
            <a:chOff x="7680324" y="1814171"/>
            <a:chExt cx="2755429" cy="4250670"/>
          </a:xfrm>
        </p:grpSpPr>
        <p:grpSp>
          <p:nvGrpSpPr>
            <p:cNvPr id="1023" name="Google Shape;1023;p11"/>
            <p:cNvGrpSpPr/>
            <p:nvPr/>
          </p:nvGrpSpPr>
          <p:grpSpPr>
            <a:xfrm>
              <a:off x="7750224" y="1859725"/>
              <a:ext cx="415925" cy="385763"/>
              <a:chOff x="2751" y="1851"/>
              <a:chExt cx="462" cy="478"/>
            </a:xfrm>
          </p:grpSpPr>
          <p:pic>
            <p:nvPicPr>
              <p:cNvPr descr="iphone_stylized_small" id="1024" name="Google Shape;1024;p11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025" name="Google Shape;1025;p11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26" name="Google Shape;1026;p11"/>
            <p:cNvGrpSpPr/>
            <p:nvPr/>
          </p:nvGrpSpPr>
          <p:grpSpPr>
            <a:xfrm flipH="1">
              <a:off x="7773981" y="5281060"/>
              <a:ext cx="345630" cy="320302"/>
              <a:chOff x="2839" y="3501"/>
              <a:chExt cx="755" cy="803"/>
            </a:xfrm>
          </p:grpSpPr>
          <p:pic>
            <p:nvPicPr>
              <p:cNvPr descr="desktop_computer_stylized_medium" id="1027" name="Google Shape;1027;p11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28" name="Google Shape;1028;p11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29" name="Google Shape;1029;p11"/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11"/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11"/>
            <p:cNvSpPr/>
            <p:nvPr/>
          </p:nvSpPr>
          <p:spPr>
            <a:xfrm>
              <a:off x="9823450" y="5554772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32" name="Google Shape;1032;p11"/>
          <p:cNvCxnSpPr/>
          <p:nvPr/>
        </p:nvCxnSpPr>
        <p:spPr>
          <a:xfrm rot="10800000">
            <a:off x="8310623" y="5474824"/>
            <a:ext cx="1423686" cy="289367"/>
          </a:xfrm>
          <a:prstGeom prst="straightConnector1">
            <a:avLst/>
          </a:prstGeom>
          <a:noFill/>
          <a:ln cap="flat" cmpd="sng" w="7620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33" name="Google Shape;1033;p11"/>
          <p:cNvCxnSpPr/>
          <p:nvPr/>
        </p:nvCxnSpPr>
        <p:spPr>
          <a:xfrm>
            <a:off x="8370450" y="2297968"/>
            <a:ext cx="1700212" cy="3386138"/>
          </a:xfrm>
          <a:prstGeom prst="straightConnector1">
            <a:avLst/>
          </a:prstGeom>
          <a:noFill/>
          <a:ln cap="flat" cmpd="sng" w="7620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34" name="Google Shape;1034;p1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Client-server </a:t>
            </a:r>
            <a:r>
              <a:rPr lang="en-US"/>
              <a:t>p</a:t>
            </a:r>
            <a:r>
              <a:rPr lang="en-US" sz="4400"/>
              <a:t>aradigm</a:t>
            </a:r>
            <a:endParaRPr sz="4400"/>
          </a:p>
        </p:txBody>
      </p:sp>
      <p:sp>
        <p:nvSpPr>
          <p:cNvPr id="1035" name="Google Shape;1035;p11"/>
          <p:cNvSpPr txBox="1"/>
          <p:nvPr/>
        </p:nvSpPr>
        <p:spPr>
          <a:xfrm>
            <a:off x="889178" y="1260346"/>
            <a:ext cx="5968498" cy="4974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server: </a:t>
            </a:r>
            <a:endParaRPr/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always-on host</a:t>
            </a:r>
            <a:endParaRPr/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permanent IP address</a:t>
            </a:r>
            <a:endParaRPr/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often in data centers, for scaling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clients:</a:t>
            </a:r>
            <a:endParaRPr/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contact, communicate with server</a:t>
            </a:r>
            <a:endParaRPr/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may be intermittently connected</a:t>
            </a:r>
            <a:endParaRPr/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may have dynamic IP addresses</a:t>
            </a:r>
            <a:endParaRPr/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communicate directly with each other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examples: HTTP, IMAP, FTP</a:t>
            </a:r>
            <a:endParaRPr/>
          </a:p>
        </p:txBody>
      </p:sp>
      <p:grpSp>
        <p:nvGrpSpPr>
          <p:cNvPr id="1036" name="Google Shape;1036;p11"/>
          <p:cNvGrpSpPr/>
          <p:nvPr/>
        </p:nvGrpSpPr>
        <p:grpSpPr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1037" name="Google Shape;1037;p1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11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1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1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11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2" name="Google Shape;1042;p11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043" name="Google Shape;1043;p11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4" name="Google Shape;1044;p11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5" name="Google Shape;1045;p11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6" name="Google Shape;1046;p11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047" name="Google Shape;1047;p11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8" name="Google Shape;1048;p11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9" name="Google Shape;1049;p11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11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1" name="Google Shape;1051;p11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052" name="Google Shape;1052;p11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" name="Google Shape;1053;p11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4" name="Google Shape;1054;p1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55" name="Google Shape;1055;p11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056" name="Google Shape;1056;p11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" name="Google Shape;1057;p11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8" name="Google Shape;1058;p11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1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1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11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1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11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11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11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11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11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11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9" name="Google Shape;1069;p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12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12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12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12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12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12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1081" name="Google Shape;1081;p12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1082" name="Google Shape;1082;p12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1083" name="Google Shape;1083;p12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84" name="Google Shape;1084;p12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1085" name="Google Shape;1085;p12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12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87" name="Google Shape;1087;p12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8" name="Google Shape;1088;p12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9" name="Google Shape;1089;p12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0" name="Google Shape;1090;p12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1" name="Google Shape;1091;p12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2" name="Google Shape;1092;p12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93" name="Google Shape;1093;p12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1094" name="Google Shape;1094;p12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12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96" name="Google Shape;1096;p12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7" name="Google Shape;1097;p12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8" name="Google Shape;1098;p12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9" name="Google Shape;1099;p12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00" name="Google Shape;1100;p12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01" name="Google Shape;1101;p12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102" name="Google Shape;1102;p12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12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1104" name="Google Shape;1104;p12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12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1106" name="Google Shape;1106;p12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1107" name="Google Shape;1107;p12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8" name="Google Shape;1108;p12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9" name="Google Shape;1109;p12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0" name="Google Shape;1110;p12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1" name="Google Shape;1111;p12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2" name="Google Shape;1112;p12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3" name="Google Shape;1113;p12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4" name="Google Shape;1114;p12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5" name="Google Shape;1115;p12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6" name="Google Shape;1116;p12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7" name="Google Shape;1117;p12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8" name="Google Shape;1118;p12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119" name="Google Shape;1119;p12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grpSp>
          <p:nvGrpSpPr>
            <p:cNvPr id="1120" name="Google Shape;1120;p12"/>
            <p:cNvGrpSpPr/>
            <p:nvPr/>
          </p:nvGrpSpPr>
          <p:grpSpPr>
            <a:xfrm>
              <a:off x="7857253" y="2127325"/>
              <a:ext cx="3283852" cy="3640284"/>
              <a:chOff x="7881336" y="2104198"/>
              <a:chExt cx="3283852" cy="3640284"/>
            </a:xfrm>
          </p:grpSpPr>
          <p:cxnSp>
            <p:nvCxnSpPr>
              <p:cNvPr id="1121" name="Google Shape;1121;p12"/>
              <p:cNvCxnSpPr/>
              <p:nvPr/>
            </p:nvCxnSpPr>
            <p:spPr>
              <a:xfrm flipH="1" rot="5400000">
                <a:off x="9813692" y="5228612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2" name="Google Shape;1122;p12"/>
              <p:cNvCxnSpPr/>
              <p:nvPr/>
            </p:nvCxnSpPr>
            <p:spPr>
              <a:xfrm rot="10800000">
                <a:off x="10234009" y="5382159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3" name="Google Shape;1123;p12"/>
              <p:cNvCxnSpPr/>
              <p:nvPr/>
            </p:nvCxnSpPr>
            <p:spPr>
              <a:xfrm>
                <a:off x="9457042" y="4815390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4" name="Google Shape;1124;p12"/>
              <p:cNvCxnSpPr/>
              <p:nvPr/>
            </p:nvCxnSpPr>
            <p:spPr>
              <a:xfrm flipH="1" rot="10800000">
                <a:off x="8874149" y="4815390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5" name="Google Shape;1125;p12"/>
              <p:cNvCxnSpPr/>
              <p:nvPr/>
            </p:nvCxnSpPr>
            <p:spPr>
              <a:xfrm>
                <a:off x="8845827" y="5085749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6" name="Google Shape;1126;p12"/>
              <p:cNvCxnSpPr/>
              <p:nvPr/>
            </p:nvCxnSpPr>
            <p:spPr>
              <a:xfrm>
                <a:off x="8234290" y="5094207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7" name="Google Shape;1127;p12"/>
              <p:cNvCxnSpPr/>
              <p:nvPr/>
            </p:nvCxnSpPr>
            <p:spPr>
              <a:xfrm flipH="1" rot="10800000">
                <a:off x="7972450" y="5267343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8" name="Google Shape;1128;p12"/>
              <p:cNvCxnSpPr/>
              <p:nvPr/>
            </p:nvCxnSpPr>
            <p:spPr>
              <a:xfrm flipH="1">
                <a:off x="8397900" y="5259125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9" name="Google Shape;1129;p12"/>
              <p:cNvCxnSpPr/>
              <p:nvPr/>
            </p:nvCxnSpPr>
            <p:spPr>
              <a:xfrm rot="10800000">
                <a:off x="8512814" y="5284804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0" name="Google Shape;1130;p12"/>
              <p:cNvCxnSpPr/>
              <p:nvPr/>
            </p:nvCxnSpPr>
            <p:spPr>
              <a:xfrm>
                <a:off x="8512814" y="5234921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1" name="Google Shape;1131;p12"/>
              <p:cNvCxnSpPr/>
              <p:nvPr/>
            </p:nvCxnSpPr>
            <p:spPr>
              <a:xfrm>
                <a:off x="8271861" y="3806843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2" name="Google Shape;1132;p12"/>
              <p:cNvCxnSpPr/>
              <p:nvPr/>
            </p:nvCxnSpPr>
            <p:spPr>
              <a:xfrm flipH="1" rot="10800000">
                <a:off x="7881336" y="4017980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3" name="Google Shape;1133;p12"/>
              <p:cNvCxnSpPr/>
              <p:nvPr/>
            </p:nvCxnSpPr>
            <p:spPr>
              <a:xfrm flipH="1" rot="5400000">
                <a:off x="9909628" y="5560344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4" name="Google Shape;1134;p12"/>
              <p:cNvCxnSpPr/>
              <p:nvPr/>
            </p:nvCxnSpPr>
            <p:spPr>
              <a:xfrm flipH="1" rot="10800000">
                <a:off x="8483508" y="5013435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5" name="Google Shape;1135;p12"/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36" name="Google Shape;1136;p12"/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37" name="Google Shape;1137;p12"/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38" name="Google Shape;1138;p12"/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39" name="Google Shape;1139;p12"/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0" name="Google Shape;1140;p12"/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1" name="Google Shape;1141;p12"/>
              <p:cNvCxnSpPr/>
              <p:nvPr/>
            </p:nvCxnSpPr>
            <p:spPr>
              <a:xfrm rot="10800000">
                <a:off x="10706077" y="2695840"/>
                <a:ext cx="353541" cy="678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2" name="Google Shape;1142;p12"/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3" name="Google Shape;1143;p12"/>
              <p:cNvCxnSpPr/>
              <p:nvPr/>
            </p:nvCxnSpPr>
            <p:spPr>
              <a:xfrm flipH="1" rot="10800000">
                <a:off x="9402788" y="4090252"/>
                <a:ext cx="429324" cy="7056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4" name="Google Shape;1144;p12"/>
              <p:cNvCxnSpPr/>
              <p:nvPr/>
            </p:nvCxnSpPr>
            <p:spPr>
              <a:xfrm flipH="1" rot="10800000">
                <a:off x="8268637" y="4024329"/>
                <a:ext cx="969051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ntenna_radiation_stylized" id="1145" name="Google Shape;1145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146" name="Google Shape;114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ell_tower_radiation copy" id="1147" name="Google Shape;1147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8" name="Google Shape;1148;p12"/>
            <p:cNvSpPr/>
            <p:nvPr/>
          </p:nvSpPr>
          <p:spPr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49" name="Google Shape;1149;p12"/>
          <p:cNvCxnSpPr/>
          <p:nvPr/>
        </p:nvCxnSpPr>
        <p:spPr>
          <a:xfrm>
            <a:off x="8207860" y="2700359"/>
            <a:ext cx="227964" cy="1743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50" name="Google Shape;1150;p12"/>
          <p:cNvGrpSpPr/>
          <p:nvPr/>
        </p:nvGrpSpPr>
        <p:grpSpPr>
          <a:xfrm>
            <a:off x="8050698" y="2309376"/>
            <a:ext cx="298450" cy="464008"/>
            <a:chOff x="3130" y="3288"/>
            <a:chExt cx="410" cy="742"/>
          </a:xfrm>
        </p:grpSpPr>
        <p:cxnSp>
          <p:nvCxnSpPr>
            <p:cNvPr id="1151" name="Google Shape;1151;p12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2" name="Google Shape;1152;p12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3" name="Google Shape;1153;p12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4" name="Google Shape;1154;p12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5" name="Google Shape;1155;p12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6" name="Google Shape;1156;p12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7" name="Google Shape;1157;p12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8" name="Google Shape;1158;p12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9" name="Google Shape;1159;p12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0" name="Google Shape;1160;p12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1" name="Google Shape;1161;p12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2" name="Google Shape;1162;p12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3" name="Google Shape;1163;p12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4" name="Google Shape;1164;p12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5" name="Google Shape;1165;p12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access_point_stylized_small" id="1166" name="Google Shape;1166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1167" name="Google Shape;1167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8" name="Google Shape;1168;p12"/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1169" name="Google Shape;1169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70" name="Google Shape;1170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71" name="Google Shape;1171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72" name="Google Shape;1172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3" name="Google Shape;1173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4" name="Google Shape;1174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5" name="Google Shape;1175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76" name="Google Shape;1176;p12"/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1177" name="Google Shape;1177;p12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12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79" name="Google Shape;1179;p12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80" name="Google Shape;1180;p12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1" name="Google Shape;1181;p12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2" name="Google Shape;1182;p12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3" name="Google Shape;1183;p12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84" name="Google Shape;1184;p12"/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1185" name="Google Shape;1185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86" name="Google Shape;1186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87" name="Google Shape;1187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88" name="Google Shape;1188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9" name="Google Shape;1189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0" name="Google Shape;1190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1" name="Google Shape;1191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92" name="Google Shape;1192;p12"/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1193" name="Google Shape;1193;p12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12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95" name="Google Shape;1195;p12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96" name="Google Shape;1196;p12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7" name="Google Shape;1197;p12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8" name="Google Shape;1198;p12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9" name="Google Shape;1199;p12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00" name="Google Shape;1200;p12"/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1201" name="Google Shape;1201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02" name="Google Shape;1202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03" name="Google Shape;1203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04" name="Google Shape;1204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5" name="Google Shape;1205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6" name="Google Shape;1206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7" name="Google Shape;1207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08" name="Google Shape;1208;p12"/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1209" name="Google Shape;1209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10" name="Google Shape;1210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11" name="Google Shape;1211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12" name="Google Shape;1212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3" name="Google Shape;1213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4" name="Google Shape;1214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16" name="Google Shape;1216;p12"/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1217" name="Google Shape;1217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18" name="Google Shape;1218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19" name="Google Shape;1219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20" name="Google Shape;1220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221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222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24" name="Google Shape;1224;p12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1225" name="Google Shape;1225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26" name="Google Shape;1226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27" name="Google Shape;1227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28" name="Google Shape;1228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9" name="Google Shape;1229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0" name="Google Shape;1230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1" name="Google Shape;1231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32" name="Google Shape;1232;p12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1233" name="Google Shape;1233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34" name="Google Shape;1234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35" name="Google Shape;1235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36" name="Google Shape;1236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7" name="Google Shape;1237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8" name="Google Shape;1238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9" name="Google Shape;1239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40" name="Google Shape;1240;p12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1241" name="Google Shape;1241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42" name="Google Shape;1242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43" name="Google Shape;1243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44" name="Google Shape;1244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5" name="Google Shape;1245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6" name="Google Shape;1246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7" name="Google Shape;1247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48" name="Google Shape;1248;p12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1249" name="Google Shape;1249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50" name="Google Shape;1250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51" name="Google Shape;1251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52" name="Google Shape;1252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3" name="Google Shape;1253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4" name="Google Shape;1254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56" name="Google Shape;1256;p12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1257" name="Google Shape;1257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58" name="Google Shape;1258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59" name="Google Shape;1259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60" name="Google Shape;1260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1" name="Google Shape;1261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2" name="Google Shape;1262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3" name="Google Shape;1263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64" name="Google Shape;1264;p12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1265" name="Google Shape;1265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66" name="Google Shape;1266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67" name="Google Shape;1267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68" name="Google Shape;1268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9" name="Google Shape;1269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0" name="Google Shape;1270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1" name="Google Shape;1271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72" name="Google Shape;1272;p12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1273" name="Google Shape;1273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74" name="Google Shape;1274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75" name="Google Shape;1275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76" name="Google Shape;1276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7" name="Google Shape;1277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8" name="Google Shape;1278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9" name="Google Shape;1279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80" name="Google Shape;1280;p12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1281" name="Google Shape;1281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82" name="Google Shape;1282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83" name="Google Shape;1283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84" name="Google Shape;1284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5" name="Google Shape;1285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6" name="Google Shape;1286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7" name="Google Shape;1287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88" name="Google Shape;1288;p12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1289" name="Google Shape;1289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90" name="Google Shape;1290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91" name="Google Shape;1291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92" name="Google Shape;1292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3" name="Google Shape;1293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4" name="Google Shape;1294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5" name="Google Shape;1295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96" name="Google Shape;1296;p12"/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1297" name="Google Shape;1297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98" name="Google Shape;1298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99" name="Google Shape;1299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00" name="Google Shape;1300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1" name="Google Shape;1301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2" name="Google Shape;1302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3" name="Google Shape;1303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04" name="Google Shape;1304;p12"/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1305" name="Google Shape;1305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306" name="Google Shape;1306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307" name="Google Shape;1307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08" name="Google Shape;1308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9" name="Google Shape;1309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0" name="Google Shape;1310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1" name="Google Shape;1311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12" name="Google Shape;1312;p12"/>
          <p:cNvGrpSpPr/>
          <p:nvPr/>
        </p:nvGrpSpPr>
        <p:grpSpPr>
          <a:xfrm>
            <a:off x="7439074" y="2356613"/>
            <a:ext cx="534987" cy="414882"/>
            <a:chOff x="7432700" y="2327293"/>
            <a:chExt cx="534987" cy="414882"/>
          </a:xfrm>
        </p:grpSpPr>
        <p:pic>
          <p:nvPicPr>
            <p:cNvPr descr="antenna_stylized" id="1313" name="Google Shape;1313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314" name="Google Shape;1314;p1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5" name="Google Shape;1315;p12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316" name="Google Shape;1316;p1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7" name="Google Shape;1317;p12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8" name="Google Shape;1318;p12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9" name="Google Shape;1319;p12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0" name="Google Shape;1320;p12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1" name="Google Shape;1321;p12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2" name="Google Shape;1322;p12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23" name="Google Shape;1323;p12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1324" name="Google Shape;1324;p1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1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6" name="Google Shape;1326;p1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7" name="Google Shape;1327;p1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8" name="Google Shape;1328;p1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9" name="Google Shape;1329;p1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30" name="Google Shape;1330;p12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1" name="Google Shape;1331;p12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2" name="Google Shape;1332;p12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3" name="Google Shape;1333;p12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4" name="Google Shape;1334;p12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5" name="Google Shape;1335;p12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6" name="Google Shape;1336;p12"/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descr="light2.png" id="1337" name="Google Shape;1337;p1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338" name="Google Shape;1338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39" name="Google Shape;1339;p12"/>
          <p:cNvGrpSpPr/>
          <p:nvPr/>
        </p:nvGrpSpPr>
        <p:grpSpPr>
          <a:xfrm>
            <a:off x="7493518" y="3419140"/>
            <a:ext cx="350807" cy="310034"/>
            <a:chOff x="7487144" y="3389820"/>
            <a:chExt cx="350807" cy="310034"/>
          </a:xfrm>
        </p:grpSpPr>
        <p:pic>
          <p:nvPicPr>
            <p:cNvPr descr="antenna_stylized" id="1340" name="Google Shape;1340;p1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487144" y="3389820"/>
              <a:ext cx="347997" cy="167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341" name="Google Shape;1341;p12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 flipH="1" rot="109064">
              <a:off x="7504001" y="3575889"/>
              <a:ext cx="286699" cy="1194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2" name="Google Shape;1342;p12"/>
            <p:cNvSpPr/>
            <p:nvPr/>
          </p:nvSpPr>
          <p:spPr>
            <a:xfrm>
              <a:off x="7599014" y="3459979"/>
              <a:ext cx="230764" cy="155883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343" name="Google Shape;1343;p1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610380" y="3463988"/>
              <a:ext cx="209692" cy="141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4" name="Google Shape;1344;p12"/>
            <p:cNvSpPr/>
            <p:nvPr/>
          </p:nvSpPr>
          <p:spPr>
            <a:xfrm>
              <a:off x="7641029" y="3455381"/>
              <a:ext cx="195517" cy="29007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12"/>
            <p:cNvSpPr/>
            <p:nvPr/>
          </p:nvSpPr>
          <p:spPr>
            <a:xfrm>
              <a:off x="7596971" y="3455145"/>
              <a:ext cx="54275" cy="120745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6" name="Google Shape;1346;p12"/>
            <p:cNvSpPr/>
            <p:nvPr/>
          </p:nvSpPr>
          <p:spPr>
            <a:xfrm>
              <a:off x="7776652" y="3476723"/>
              <a:ext cx="58489" cy="139375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7" name="Google Shape;1347;p12"/>
            <p:cNvSpPr/>
            <p:nvPr/>
          </p:nvSpPr>
          <p:spPr>
            <a:xfrm>
              <a:off x="7596332" y="3569758"/>
              <a:ext cx="214545" cy="4704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1348;p12"/>
            <p:cNvSpPr/>
            <p:nvPr/>
          </p:nvSpPr>
          <p:spPr>
            <a:xfrm>
              <a:off x="7783165" y="3477902"/>
              <a:ext cx="54786" cy="139965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9" name="Google Shape;1349;p12"/>
            <p:cNvSpPr/>
            <p:nvPr/>
          </p:nvSpPr>
          <p:spPr>
            <a:xfrm>
              <a:off x="7596588" y="3576007"/>
              <a:ext cx="190792" cy="46458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50" name="Google Shape;1350;p12"/>
            <p:cNvGrpSpPr/>
            <p:nvPr/>
          </p:nvGrpSpPr>
          <p:grpSpPr>
            <a:xfrm>
              <a:off x="7593395" y="3625649"/>
              <a:ext cx="64747" cy="27592"/>
              <a:chOff x="1740" y="2642"/>
              <a:chExt cx="752" cy="327"/>
            </a:xfrm>
          </p:grpSpPr>
          <p:sp>
            <p:nvSpPr>
              <p:cNvPr id="1351" name="Google Shape;1351;p1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2" name="Google Shape;1352;p1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3" name="Google Shape;1353;p1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4" name="Google Shape;1354;p1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5" name="Google Shape;1355;p1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6" name="Google Shape;1356;p1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57" name="Google Shape;1357;p12"/>
            <p:cNvSpPr/>
            <p:nvPr/>
          </p:nvSpPr>
          <p:spPr>
            <a:xfrm>
              <a:off x="7704243" y="3629776"/>
              <a:ext cx="78411" cy="60608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8" name="Google Shape;1358;p12"/>
            <p:cNvSpPr/>
            <p:nvPr/>
          </p:nvSpPr>
          <p:spPr>
            <a:xfrm>
              <a:off x="7504129" y="3634611"/>
              <a:ext cx="200625" cy="55302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9" name="Google Shape;1359;p12"/>
            <p:cNvSpPr/>
            <p:nvPr/>
          </p:nvSpPr>
          <p:spPr>
            <a:xfrm>
              <a:off x="7504257" y="3624470"/>
              <a:ext cx="2171" cy="11202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0" name="Google Shape;1360;p12"/>
            <p:cNvSpPr/>
            <p:nvPr/>
          </p:nvSpPr>
          <p:spPr>
            <a:xfrm>
              <a:off x="7504384" y="3578837"/>
              <a:ext cx="93225" cy="46340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1" name="Google Shape;1361;p12"/>
            <p:cNvSpPr/>
            <p:nvPr/>
          </p:nvSpPr>
          <p:spPr>
            <a:xfrm>
              <a:off x="7510642" y="3626829"/>
              <a:ext cx="190281" cy="5318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12"/>
            <p:cNvSpPr/>
            <p:nvPr/>
          </p:nvSpPr>
          <p:spPr>
            <a:xfrm flipH="1" rot="10800000">
              <a:off x="7700668" y="3623055"/>
              <a:ext cx="77645" cy="5506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3" name="Google Shape;1363;p12"/>
          <p:cNvGrpSpPr/>
          <p:nvPr/>
        </p:nvGrpSpPr>
        <p:grpSpPr>
          <a:xfrm>
            <a:off x="7803435" y="3325424"/>
            <a:ext cx="347997" cy="396620"/>
            <a:chOff x="7797061" y="3296104"/>
            <a:chExt cx="347997" cy="396620"/>
          </a:xfrm>
        </p:grpSpPr>
        <p:pic>
          <p:nvPicPr>
            <p:cNvPr descr="fridge2.png" id="1364" name="Google Shape;1364;p12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896825" y="3355697"/>
              <a:ext cx="189578" cy="3370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365" name="Google Shape;1365;p1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797061" y="3296104"/>
              <a:ext cx="347997" cy="1675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6" name="Google Shape;1366;p12"/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1367" name="Google Shape;1367;p12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1368" name="Google Shape;1368;p12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369" name="Google Shape;1369;p12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1370" name="Google Shape;1370;p12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71" name="Google Shape;1371;p12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72" name="Google Shape;1372;p12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373" name="Google Shape;1373;p12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1374" name="Google Shape;1374;p12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375" name="Google Shape;1375;p12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1376" name="Google Shape;1376;p12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77" name="Google Shape;1377;p12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78" name="Google Shape;1378;p12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1379" name="Google Shape;1379;p12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1380" name="Google Shape;1380;p1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1" name="Google Shape;1381;p12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1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3" name="Google Shape;1383;p1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4" name="Google Shape;1384;p12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85" name="Google Shape;1385;p12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386" name="Google Shape;1386;p12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7" name="Google Shape;1387;p12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88" name="Google Shape;1388;p12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89" name="Google Shape;1389;p12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390" name="Google Shape;1390;p12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1" name="Google Shape;1391;p12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92" name="Google Shape;1392;p12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12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94" name="Google Shape;1394;p12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395" name="Google Shape;1395;p12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6" name="Google Shape;1396;p12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97" name="Google Shape;1397;p1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98" name="Google Shape;1398;p12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399" name="Google Shape;1399;p12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0" name="Google Shape;1400;p12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01" name="Google Shape;1401;p12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1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1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4" name="Google Shape;1404;p12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1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1406;p12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12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12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12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12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12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2" name="Google Shape;1412;p12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1413" name="Google Shape;1413;p12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4" name="Google Shape;1414;p12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5" name="Google Shape;1415;p12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1416" name="Google Shape;1416;p12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7" name="Google Shape;1417;p12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8" name="Google Shape;1418;p12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1419" name="Google Shape;1419;p12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0" name="Google Shape;1420;p12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1" name="Google Shape;1421;p12"/>
          <p:cNvGrpSpPr/>
          <p:nvPr/>
        </p:nvGrpSpPr>
        <p:grpSpPr>
          <a:xfrm>
            <a:off x="9534746" y="5795138"/>
            <a:ext cx="319264" cy="256836"/>
            <a:chOff x="877" y="1008"/>
            <a:chExt cx="2747" cy="2626"/>
          </a:xfrm>
        </p:grpSpPr>
        <p:pic>
          <p:nvPicPr>
            <p:cNvPr descr="antenna_stylized" id="1422" name="Google Shape;1422;p12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423" name="Google Shape;1423;p12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4" name="Google Shape;1424;p12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425" name="Google Shape;1425;p12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6" name="Google Shape;1426;p12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7" name="Google Shape;1427;p12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1428;p12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9" name="Google Shape;1429;p12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0" name="Google Shape;1430;p12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1" name="Google Shape;1431;p12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32" name="Google Shape;1432;p12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433" name="Google Shape;1433;p1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4" name="Google Shape;1434;p1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5" name="Google Shape;1435;p1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6" name="Google Shape;1436;p1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7" name="Google Shape;1437;p1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8" name="Google Shape;1438;p1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39" name="Google Shape;1439;p12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0" name="Google Shape;1440;p12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12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2" name="Google Shape;1442;p12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3" name="Google Shape;1443;p12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1444;p12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5" name="Google Shape;1445;p12"/>
          <p:cNvSpPr/>
          <p:nvPr/>
        </p:nvSpPr>
        <p:spPr>
          <a:xfrm>
            <a:off x="10153593" y="5636971"/>
            <a:ext cx="34049" cy="332924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6" name="Google Shape;1446;p12"/>
          <p:cNvSpPr/>
          <p:nvPr/>
        </p:nvSpPr>
        <p:spPr>
          <a:xfrm>
            <a:off x="10159970" y="5656923"/>
            <a:ext cx="20333" cy="308020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12"/>
          <p:cNvSpPr/>
          <p:nvPr/>
        </p:nvSpPr>
        <p:spPr>
          <a:xfrm>
            <a:off x="10155518" y="5812753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12"/>
          <p:cNvSpPr/>
          <p:nvPr/>
        </p:nvSpPr>
        <p:spPr>
          <a:xfrm>
            <a:off x="10026299" y="5674399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49" name="Google Shape;1449;p12"/>
          <p:cNvGrpSpPr/>
          <p:nvPr/>
        </p:nvGrpSpPr>
        <p:grpSpPr>
          <a:xfrm>
            <a:off x="10091053" y="5670891"/>
            <a:ext cx="69517" cy="21877"/>
            <a:chOff x="613" y="2566"/>
            <a:chExt cx="721" cy="144"/>
          </a:xfrm>
        </p:grpSpPr>
        <p:sp>
          <p:nvSpPr>
            <p:cNvPr id="1450" name="Google Shape;1450;p12"/>
            <p:cNvSpPr/>
            <p:nvPr/>
          </p:nvSpPr>
          <p:spPr>
            <a:xfrm>
              <a:off x="613" y="2566"/>
              <a:ext cx="721" cy="14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12"/>
            <p:cNvSpPr/>
            <p:nvPr/>
          </p:nvSpPr>
          <p:spPr>
            <a:xfrm>
              <a:off x="625" y="2581"/>
              <a:ext cx="696" cy="11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2" name="Google Shape;1452;p12"/>
          <p:cNvSpPr/>
          <p:nvPr/>
        </p:nvSpPr>
        <p:spPr>
          <a:xfrm>
            <a:off x="10027502" y="5722750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3" name="Google Shape;1453;p12"/>
          <p:cNvGrpSpPr/>
          <p:nvPr/>
        </p:nvGrpSpPr>
        <p:grpSpPr>
          <a:xfrm>
            <a:off x="10091005" y="5718110"/>
            <a:ext cx="69517" cy="19515"/>
            <a:chOff x="615" y="2564"/>
            <a:chExt cx="721" cy="139"/>
          </a:xfrm>
        </p:grpSpPr>
        <p:sp>
          <p:nvSpPr>
            <p:cNvPr id="1454" name="Google Shape;1454;p12"/>
            <p:cNvSpPr/>
            <p:nvPr/>
          </p:nvSpPr>
          <p:spPr>
            <a:xfrm>
              <a:off x="615" y="2564"/>
              <a:ext cx="721" cy="139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12"/>
            <p:cNvSpPr/>
            <p:nvPr/>
          </p:nvSpPr>
          <p:spPr>
            <a:xfrm>
              <a:off x="628" y="2581"/>
              <a:ext cx="696" cy="10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6" name="Google Shape;1456;p12"/>
          <p:cNvSpPr/>
          <p:nvPr/>
        </p:nvSpPr>
        <p:spPr>
          <a:xfrm>
            <a:off x="10027502" y="5771101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12"/>
          <p:cNvSpPr/>
          <p:nvPr/>
        </p:nvSpPr>
        <p:spPr>
          <a:xfrm>
            <a:off x="10028705" y="5814938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8" name="Google Shape;1458;p12"/>
          <p:cNvGrpSpPr/>
          <p:nvPr/>
        </p:nvGrpSpPr>
        <p:grpSpPr>
          <a:xfrm>
            <a:off x="10089851" y="5813708"/>
            <a:ext cx="69541" cy="19618"/>
            <a:chOff x="618" y="2586"/>
            <a:chExt cx="720" cy="124"/>
          </a:xfrm>
        </p:grpSpPr>
        <p:sp>
          <p:nvSpPr>
            <p:cNvPr id="1459" name="Google Shape;1459;p12"/>
            <p:cNvSpPr/>
            <p:nvPr/>
          </p:nvSpPr>
          <p:spPr>
            <a:xfrm>
              <a:off x="618" y="2586"/>
              <a:ext cx="720" cy="12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12"/>
            <p:cNvSpPr/>
            <p:nvPr/>
          </p:nvSpPr>
          <p:spPr>
            <a:xfrm>
              <a:off x="630" y="2586"/>
              <a:ext cx="695" cy="10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1" name="Google Shape;1461;p12"/>
          <p:cNvSpPr/>
          <p:nvPr/>
        </p:nvSpPr>
        <p:spPr>
          <a:xfrm>
            <a:off x="10156000" y="5771101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2" name="Google Shape;1462;p12"/>
          <p:cNvGrpSpPr/>
          <p:nvPr/>
        </p:nvGrpSpPr>
        <p:grpSpPr>
          <a:xfrm>
            <a:off x="10089849" y="5767606"/>
            <a:ext cx="70700" cy="19515"/>
            <a:chOff x="613" y="2571"/>
            <a:chExt cx="732" cy="134"/>
          </a:xfrm>
        </p:grpSpPr>
        <p:sp>
          <p:nvSpPr>
            <p:cNvPr id="1463" name="Google Shape;1463;p12"/>
            <p:cNvSpPr/>
            <p:nvPr/>
          </p:nvSpPr>
          <p:spPr>
            <a:xfrm>
              <a:off x="613" y="2571"/>
              <a:ext cx="732" cy="13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12"/>
            <p:cNvSpPr/>
            <p:nvPr/>
          </p:nvSpPr>
          <p:spPr>
            <a:xfrm>
              <a:off x="625" y="2587"/>
              <a:ext cx="720" cy="10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5" name="Google Shape;1465;p12"/>
          <p:cNvSpPr/>
          <p:nvPr/>
        </p:nvSpPr>
        <p:spPr>
          <a:xfrm>
            <a:off x="10150946" y="5636388"/>
            <a:ext cx="8422" cy="332778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6" name="Google Shape;1466;p12"/>
          <p:cNvSpPr/>
          <p:nvPr/>
        </p:nvSpPr>
        <p:spPr>
          <a:xfrm>
            <a:off x="10158887" y="5720566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12"/>
          <p:cNvSpPr/>
          <p:nvPr/>
        </p:nvSpPr>
        <p:spPr>
          <a:xfrm>
            <a:off x="10159248" y="5672943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12"/>
          <p:cNvSpPr/>
          <p:nvPr/>
        </p:nvSpPr>
        <p:spPr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12"/>
          <p:cNvSpPr/>
          <p:nvPr/>
        </p:nvSpPr>
        <p:spPr>
          <a:xfrm>
            <a:off x="10157684" y="5954603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12"/>
          <p:cNvSpPr/>
          <p:nvPr/>
        </p:nvSpPr>
        <p:spPr>
          <a:xfrm>
            <a:off x="10017877" y="5963487"/>
            <a:ext cx="143898" cy="21845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12"/>
          <p:cNvSpPr/>
          <p:nvPr/>
        </p:nvSpPr>
        <p:spPr>
          <a:xfrm>
            <a:off x="10026299" y="5969166"/>
            <a:ext cx="128257" cy="11505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12"/>
          <p:cNvSpPr/>
          <p:nvPr/>
        </p:nvSpPr>
        <p:spPr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p12"/>
          <p:cNvSpPr/>
          <p:nvPr/>
        </p:nvSpPr>
        <p:spPr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p12"/>
          <p:cNvSpPr/>
          <p:nvPr/>
        </p:nvSpPr>
        <p:spPr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12"/>
          <p:cNvSpPr/>
          <p:nvPr/>
        </p:nvSpPr>
        <p:spPr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1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Peer-peer </a:t>
            </a:r>
            <a:r>
              <a:rPr lang="en-US"/>
              <a:t>a</a:t>
            </a:r>
            <a:r>
              <a:rPr lang="en-US" sz="4400"/>
              <a:t>rchitecture</a:t>
            </a:r>
            <a:endParaRPr sz="4400"/>
          </a:p>
        </p:txBody>
      </p:sp>
      <p:sp>
        <p:nvSpPr>
          <p:cNvPr id="1477" name="Google Shape;1477;p12"/>
          <p:cNvSpPr txBox="1"/>
          <p:nvPr/>
        </p:nvSpPr>
        <p:spPr>
          <a:xfrm>
            <a:off x="889178" y="1260346"/>
            <a:ext cx="5968498" cy="4974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always-on server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arbitrary end systems directly communicate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peers request service from other peers, provide service in return to other peers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self scalability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– new peers bring new service capacity, as well as new service demands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peers are intermittently connected and change IP addresses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complex management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P2P file sharing</a:t>
            </a:r>
            <a:endParaRPr/>
          </a:p>
        </p:txBody>
      </p:sp>
      <p:grpSp>
        <p:nvGrpSpPr>
          <p:cNvPr id="1478" name="Google Shape;1478;p12"/>
          <p:cNvGrpSpPr/>
          <p:nvPr/>
        </p:nvGrpSpPr>
        <p:grpSpPr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1479" name="Google Shape;1479;p1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0" name="Google Shape;1480;p12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1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2" name="Google Shape;1482;p1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3" name="Google Shape;1483;p12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84" name="Google Shape;1484;p12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485" name="Google Shape;1485;p12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6" name="Google Shape;1486;p12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87" name="Google Shape;1487;p12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88" name="Google Shape;1488;p12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489" name="Google Shape;1489;p12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0" name="Google Shape;1490;p12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91" name="Google Shape;1491;p12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12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93" name="Google Shape;1493;p12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494" name="Google Shape;1494;p12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5" name="Google Shape;1495;p12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96" name="Google Shape;1496;p1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97" name="Google Shape;1497;p12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498" name="Google Shape;1498;p12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9" name="Google Shape;1499;p12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00" name="Google Shape;1500;p12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1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2" name="Google Shape;1502;p1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3" name="Google Shape;1503;p12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1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5" name="Google Shape;1505;p12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12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12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12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12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12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1" name="Google Shape;1511;p12"/>
          <p:cNvSpPr/>
          <p:nvPr/>
        </p:nvSpPr>
        <p:spPr>
          <a:xfrm>
            <a:off x="6747501" y="1488461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12" name="Google Shape;1512;p12"/>
          <p:cNvGrpSpPr/>
          <p:nvPr/>
        </p:nvGrpSpPr>
        <p:grpSpPr>
          <a:xfrm>
            <a:off x="7680324" y="1814171"/>
            <a:ext cx="1991221" cy="4482411"/>
            <a:chOff x="7680324" y="1814171"/>
            <a:chExt cx="1991221" cy="4482411"/>
          </a:xfrm>
        </p:grpSpPr>
        <p:sp>
          <p:nvSpPr>
            <p:cNvPr id="1513" name="Google Shape;1513;p12"/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4" name="Google Shape;1514;p12"/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15" name="Google Shape;1515;p12"/>
            <p:cNvCxnSpPr/>
            <p:nvPr/>
          </p:nvCxnSpPr>
          <p:spPr>
            <a:xfrm flipH="1">
              <a:off x="8353326" y="2438326"/>
              <a:ext cx="498897" cy="1114752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16" name="Google Shape;1516;p12"/>
            <p:cNvCxnSpPr/>
            <p:nvPr/>
          </p:nvCxnSpPr>
          <p:spPr>
            <a:xfrm>
              <a:off x="7971176" y="2321758"/>
              <a:ext cx="1187" cy="2793530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17" name="Google Shape;1517;p12"/>
            <p:cNvSpPr/>
            <p:nvPr/>
          </p:nvSpPr>
          <p:spPr>
            <a:xfrm>
              <a:off x="8703904" y="1943418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8" name="Google Shape;1518;p12"/>
            <p:cNvSpPr/>
            <p:nvPr/>
          </p:nvSpPr>
          <p:spPr>
            <a:xfrm>
              <a:off x="8013358" y="3440898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9" name="Google Shape;1519;p12"/>
            <p:cNvSpPr/>
            <p:nvPr/>
          </p:nvSpPr>
          <p:spPr>
            <a:xfrm>
              <a:off x="9059242" y="5786513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20" name="Google Shape;1520;p12"/>
            <p:cNvCxnSpPr/>
            <p:nvPr/>
          </p:nvCxnSpPr>
          <p:spPr>
            <a:xfrm>
              <a:off x="9143664" y="2462348"/>
              <a:ext cx="228982" cy="3299611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21" name="Google Shape;1521;p12"/>
            <p:cNvCxnSpPr/>
            <p:nvPr/>
          </p:nvCxnSpPr>
          <p:spPr>
            <a:xfrm>
              <a:off x="8485044" y="3911282"/>
              <a:ext cx="764880" cy="1866664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522" name="Google Shape;1522;p12"/>
          <p:cNvGrpSpPr/>
          <p:nvPr/>
        </p:nvGrpSpPr>
        <p:grpSpPr>
          <a:xfrm>
            <a:off x="7750224" y="1859725"/>
            <a:ext cx="415925" cy="385763"/>
            <a:chOff x="2751" y="1851"/>
            <a:chExt cx="462" cy="478"/>
          </a:xfrm>
        </p:grpSpPr>
        <p:pic>
          <p:nvPicPr>
            <p:cNvPr descr="iphone_stylized_small" id="1523" name="Google Shape;1523;p12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524" name="Google Shape;1524;p12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25" name="Google Shape;1525;p12"/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descr="car_icon_small" id="1526" name="Google Shape;1526;p12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527" name="Google Shape;1527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28" name="Google Shape;1528;p12"/>
          <p:cNvGrpSpPr/>
          <p:nvPr/>
        </p:nvGrpSpPr>
        <p:grpSpPr>
          <a:xfrm flipH="1">
            <a:off x="7991996" y="3567143"/>
            <a:ext cx="359261" cy="342045"/>
            <a:chOff x="2839" y="3501"/>
            <a:chExt cx="755" cy="803"/>
          </a:xfrm>
        </p:grpSpPr>
        <p:pic>
          <p:nvPicPr>
            <p:cNvPr descr="desktop_computer_stylized_medium" id="1529" name="Google Shape;1529;p12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0" name="Google Shape;1530;p12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1" name="Google Shape;1531;p12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1532" name="Google Shape;1532;p12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3" name="Google Shape;1533;p12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4" name="Google Shape;1534;p12"/>
          <p:cNvGrpSpPr/>
          <p:nvPr/>
        </p:nvGrpSpPr>
        <p:grpSpPr>
          <a:xfrm>
            <a:off x="9201681" y="5852809"/>
            <a:ext cx="310186" cy="312008"/>
            <a:chOff x="877" y="1008"/>
            <a:chExt cx="2747" cy="2626"/>
          </a:xfrm>
        </p:grpSpPr>
        <p:pic>
          <p:nvPicPr>
            <p:cNvPr descr="antenna_stylized" id="1535" name="Google Shape;1535;p12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536" name="Google Shape;1536;p12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7" name="Google Shape;1537;p12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538" name="Google Shape;1538;p12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9" name="Google Shape;1539;p12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0" name="Google Shape;1540;p12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1" name="Google Shape;1541;p12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2" name="Google Shape;1542;p12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3" name="Google Shape;1543;p12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4" name="Google Shape;1544;p12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45" name="Google Shape;1545;p12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546" name="Google Shape;1546;p1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7" name="Google Shape;1547;p1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8" name="Google Shape;1548;p1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9" name="Google Shape;1549;p1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0" name="Google Shape;1550;p1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1" name="Google Shape;1551;p1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52" name="Google Shape;1552;p12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3" name="Google Shape;1553;p12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4" name="Google Shape;1554;p12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5" name="Google Shape;1555;p12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6" name="Google Shape;1556;p12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7" name="Google Shape;1557;p12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8" name="Google Shape;1558;p1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1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Processes communicating</a:t>
            </a:r>
            <a:endParaRPr sz="4400"/>
          </a:p>
        </p:txBody>
      </p:sp>
      <p:sp>
        <p:nvSpPr>
          <p:cNvPr id="1565" name="Google Shape;1565;p13"/>
          <p:cNvSpPr txBox="1"/>
          <p:nvPr/>
        </p:nvSpPr>
        <p:spPr>
          <a:xfrm>
            <a:off x="606042" y="1565977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process: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 running within a host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within same host, two processes communicate using  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inter-process communication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(defined by OS)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processes in different hosts communicate by exchanging 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messages</a:t>
            </a:r>
            <a:endParaRPr/>
          </a:p>
          <a:p>
            <a:pPr indent="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p13"/>
          <p:cNvSpPr/>
          <p:nvPr/>
        </p:nvSpPr>
        <p:spPr>
          <a:xfrm>
            <a:off x="6915273" y="4263451"/>
            <a:ext cx="3989387" cy="1839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note: applications with P2P architectures have client processes &amp; server processes</a:t>
            </a:r>
            <a:endParaRPr/>
          </a:p>
        </p:txBody>
      </p:sp>
      <p:grpSp>
        <p:nvGrpSpPr>
          <p:cNvPr id="1567" name="Google Shape;1567;p13"/>
          <p:cNvGrpSpPr/>
          <p:nvPr/>
        </p:nvGrpSpPr>
        <p:grpSpPr>
          <a:xfrm>
            <a:off x="6974010" y="1488501"/>
            <a:ext cx="4092575" cy="2567781"/>
            <a:chOff x="6974010" y="1488501"/>
            <a:chExt cx="4092575" cy="2567781"/>
          </a:xfrm>
        </p:grpSpPr>
        <p:sp>
          <p:nvSpPr>
            <p:cNvPr id="1568" name="Google Shape;1568;p13"/>
            <p:cNvSpPr txBox="1"/>
            <p:nvPr/>
          </p:nvSpPr>
          <p:spPr>
            <a:xfrm>
              <a:off x="7025603" y="2022695"/>
              <a:ext cx="3989387" cy="2033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2225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b="0" i="1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client process:</a:t>
              </a: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process that initiates communication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b="0" i="1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server process:</a:t>
              </a: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process that waits to be contacted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9" name="Google Shape;1569;p13"/>
            <p:cNvSpPr/>
            <p:nvPr/>
          </p:nvSpPr>
          <p:spPr>
            <a:xfrm>
              <a:off x="6974010" y="1786951"/>
              <a:ext cx="4092575" cy="2062163"/>
            </a:xfrm>
            <a:prstGeom prst="rect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0" name="Google Shape;1570;p13"/>
            <p:cNvSpPr txBox="1"/>
            <p:nvPr/>
          </p:nvSpPr>
          <p:spPr>
            <a:xfrm>
              <a:off x="7094660" y="1488501"/>
              <a:ext cx="2325688" cy="51911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clients, servers</a:t>
              </a:r>
              <a:endParaRPr/>
            </a:p>
          </p:txBody>
        </p:sp>
      </p:grpSp>
      <p:sp>
        <p:nvSpPr>
          <p:cNvPr id="1571" name="Google Shape;1571;p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1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Sockets</a:t>
            </a:r>
            <a:endParaRPr sz="4400"/>
          </a:p>
        </p:txBody>
      </p:sp>
      <p:sp>
        <p:nvSpPr>
          <p:cNvPr id="1578" name="Google Shape;1578;p14"/>
          <p:cNvSpPr txBox="1"/>
          <p:nvPr/>
        </p:nvSpPr>
        <p:spPr>
          <a:xfrm>
            <a:off x="798691" y="1183986"/>
            <a:ext cx="10965041" cy="2328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 sends/receives messages to/from its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socket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socket analogous to door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sending process shoves message out door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sending process relies on transport infrastructure on other side of door to deliver message to socket at receiving process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sockets involved: one on each side</a:t>
            </a:r>
            <a:endParaRPr/>
          </a:p>
        </p:txBody>
      </p:sp>
      <p:sp>
        <p:nvSpPr>
          <p:cNvPr id="1579" name="Google Shape;1579;p14"/>
          <p:cNvSpPr/>
          <p:nvPr/>
        </p:nvSpPr>
        <p:spPr>
          <a:xfrm>
            <a:off x="8482481" y="4098352"/>
            <a:ext cx="736600" cy="1998662"/>
          </a:xfrm>
          <a:custGeom>
            <a:rect b="b" l="l" r="r" t="t"/>
            <a:pathLst>
              <a:path extrusionOk="0" h="1259" w="464">
                <a:moveTo>
                  <a:pt x="464" y="1060"/>
                </a:moveTo>
                <a:lnTo>
                  <a:pt x="0" y="0"/>
                </a:lnTo>
                <a:lnTo>
                  <a:pt x="6" y="1258"/>
                </a:lnTo>
                <a:lnTo>
                  <a:pt x="382" y="1259"/>
                </a:lnTo>
                <a:lnTo>
                  <a:pt x="464" y="106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2B2B2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0" name="Google Shape;1580;p14"/>
          <p:cNvSpPr/>
          <p:nvPr/>
        </p:nvSpPr>
        <p:spPr>
          <a:xfrm>
            <a:off x="5167781" y="5395339"/>
            <a:ext cx="1808162" cy="1031875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1" name="Google Shape;1581;p14"/>
          <p:cNvSpPr txBox="1"/>
          <p:nvPr/>
        </p:nvSpPr>
        <p:spPr>
          <a:xfrm>
            <a:off x="5605931" y="5527102"/>
            <a:ext cx="87471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/>
          </a:p>
        </p:txBody>
      </p:sp>
      <p:cxnSp>
        <p:nvCxnSpPr>
          <p:cNvPr id="1582" name="Google Shape;1582;p14"/>
          <p:cNvCxnSpPr/>
          <p:nvPr/>
        </p:nvCxnSpPr>
        <p:spPr>
          <a:xfrm>
            <a:off x="4926481" y="5938264"/>
            <a:ext cx="221138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83" name="Google Shape;1583;p14"/>
          <p:cNvSpPr txBox="1"/>
          <p:nvPr/>
        </p:nvSpPr>
        <p:spPr>
          <a:xfrm>
            <a:off x="8947618" y="5163564"/>
            <a:ext cx="1063625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controlled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by 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4" name="Google Shape;1584;p14"/>
          <p:cNvSpPr txBox="1"/>
          <p:nvPr/>
        </p:nvSpPr>
        <p:spPr>
          <a:xfrm>
            <a:off x="8925393" y="4263452"/>
            <a:ext cx="14700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controlled by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app developer</a:t>
            </a:r>
            <a:endParaRPr/>
          </a:p>
        </p:txBody>
      </p:sp>
      <p:sp>
        <p:nvSpPr>
          <p:cNvPr id="1585" name="Google Shape;1585;p14"/>
          <p:cNvSpPr/>
          <p:nvPr/>
        </p:nvSpPr>
        <p:spPr>
          <a:xfrm>
            <a:off x="2742081" y="4161852"/>
            <a:ext cx="758825" cy="1997075"/>
          </a:xfrm>
          <a:custGeom>
            <a:rect b="b" l="l" r="r" t="t"/>
            <a:pathLst>
              <a:path extrusionOk="0" h="1258" w="478">
                <a:moveTo>
                  <a:pt x="0" y="1040"/>
                </a:moveTo>
                <a:lnTo>
                  <a:pt x="478" y="0"/>
                </a:lnTo>
                <a:lnTo>
                  <a:pt x="472" y="1258"/>
                </a:lnTo>
                <a:lnTo>
                  <a:pt x="41" y="1246"/>
                </a:lnTo>
                <a:lnTo>
                  <a:pt x="0" y="104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2B2B2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6" name="Google Shape;1586;p14"/>
          <p:cNvSpPr/>
          <p:nvPr/>
        </p:nvSpPr>
        <p:spPr>
          <a:xfrm>
            <a:off x="3545356" y="4117402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7" name="Google Shape;1587;p14"/>
          <p:cNvSpPr/>
          <p:nvPr/>
        </p:nvSpPr>
        <p:spPr>
          <a:xfrm>
            <a:off x="3507256" y="4171377"/>
            <a:ext cx="1273175" cy="19796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88" name="Google Shape;1588;p14"/>
          <p:cNvCxnSpPr/>
          <p:nvPr/>
        </p:nvCxnSpPr>
        <p:spPr>
          <a:xfrm>
            <a:off x="3516781" y="493178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9" name="Google Shape;1589;p14"/>
          <p:cNvSpPr txBox="1"/>
          <p:nvPr/>
        </p:nvSpPr>
        <p:spPr>
          <a:xfrm>
            <a:off x="3473918" y="4914327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cxnSp>
        <p:nvCxnSpPr>
          <p:cNvPr id="1590" name="Google Shape;1590;p14"/>
          <p:cNvCxnSpPr/>
          <p:nvPr/>
        </p:nvCxnSpPr>
        <p:spPr>
          <a:xfrm>
            <a:off x="3524718" y="525246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1" name="Google Shape;1591;p14"/>
          <p:cNvCxnSpPr/>
          <p:nvPr/>
        </p:nvCxnSpPr>
        <p:spPr>
          <a:xfrm>
            <a:off x="3510431" y="556202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2" name="Google Shape;1592;p14"/>
          <p:cNvCxnSpPr/>
          <p:nvPr/>
        </p:nvCxnSpPr>
        <p:spPr>
          <a:xfrm>
            <a:off x="3510431" y="584777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3" name="Google Shape;1593;p14"/>
          <p:cNvSpPr txBox="1"/>
          <p:nvPr/>
        </p:nvSpPr>
        <p:spPr>
          <a:xfrm>
            <a:off x="3508843" y="416185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/>
          </a:p>
        </p:txBody>
      </p:sp>
      <p:sp>
        <p:nvSpPr>
          <p:cNvPr id="1594" name="Google Shape;1594;p14"/>
          <p:cNvSpPr txBox="1"/>
          <p:nvPr/>
        </p:nvSpPr>
        <p:spPr>
          <a:xfrm>
            <a:off x="3464393" y="581920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physical</a:t>
            </a:r>
            <a:endParaRPr/>
          </a:p>
        </p:txBody>
      </p:sp>
      <p:sp>
        <p:nvSpPr>
          <p:cNvPr id="1595" name="Google Shape;1595;p14"/>
          <p:cNvSpPr txBox="1"/>
          <p:nvPr/>
        </p:nvSpPr>
        <p:spPr>
          <a:xfrm>
            <a:off x="3483443" y="553345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link</a:t>
            </a:r>
            <a:endParaRPr/>
          </a:p>
        </p:txBody>
      </p:sp>
      <p:sp>
        <p:nvSpPr>
          <p:cNvPr id="1596" name="Google Shape;1596;p14"/>
          <p:cNvSpPr txBox="1"/>
          <p:nvPr/>
        </p:nvSpPr>
        <p:spPr>
          <a:xfrm>
            <a:off x="3473918" y="5238177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endParaRPr/>
          </a:p>
        </p:txBody>
      </p:sp>
      <p:sp>
        <p:nvSpPr>
          <p:cNvPr id="1597" name="Google Shape;1597;p14"/>
          <p:cNvSpPr/>
          <p:nvPr/>
        </p:nvSpPr>
        <p:spPr>
          <a:xfrm>
            <a:off x="3642193" y="4436489"/>
            <a:ext cx="990600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/>
          </a:p>
        </p:txBody>
      </p:sp>
      <p:grpSp>
        <p:nvGrpSpPr>
          <p:cNvPr id="1598" name="Google Shape;1598;p14"/>
          <p:cNvGrpSpPr/>
          <p:nvPr/>
        </p:nvGrpSpPr>
        <p:grpSpPr>
          <a:xfrm>
            <a:off x="3889843" y="4796852"/>
            <a:ext cx="546100" cy="225425"/>
            <a:chOff x="1287" y="2524"/>
            <a:chExt cx="260" cy="100"/>
          </a:xfrm>
        </p:grpSpPr>
        <p:sp>
          <p:nvSpPr>
            <p:cNvPr id="1599" name="Google Shape;1599;p14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C96B72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14"/>
            <p:cNvSpPr/>
            <p:nvPr/>
          </p:nvSpPr>
          <p:spPr>
            <a:xfrm>
              <a:off x="1338" y="2537"/>
              <a:ext cx="156" cy="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14"/>
            <p:cNvSpPr/>
            <p:nvPr/>
          </p:nvSpPr>
          <p:spPr>
            <a:xfrm>
              <a:off x="1503" y="2582"/>
              <a:ext cx="27" cy="2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14"/>
            <p:cNvSpPr/>
            <p:nvPr/>
          </p:nvSpPr>
          <p:spPr>
            <a:xfrm>
              <a:off x="1298" y="2583"/>
              <a:ext cx="26" cy="2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3" name="Google Shape;1603;p14"/>
          <p:cNvSpPr/>
          <p:nvPr/>
        </p:nvSpPr>
        <p:spPr>
          <a:xfrm>
            <a:off x="7207718" y="4088827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4" name="Google Shape;1604;p14"/>
          <p:cNvSpPr/>
          <p:nvPr/>
        </p:nvSpPr>
        <p:spPr>
          <a:xfrm>
            <a:off x="7169618" y="4142802"/>
            <a:ext cx="1273175" cy="19796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05" name="Google Shape;1605;p14"/>
          <p:cNvCxnSpPr/>
          <p:nvPr/>
        </p:nvCxnSpPr>
        <p:spPr>
          <a:xfrm>
            <a:off x="7179143" y="490321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6" name="Google Shape;1606;p14"/>
          <p:cNvSpPr txBox="1"/>
          <p:nvPr/>
        </p:nvSpPr>
        <p:spPr>
          <a:xfrm>
            <a:off x="7136281" y="488575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cxnSp>
        <p:nvCxnSpPr>
          <p:cNvPr id="1607" name="Google Shape;1607;p14"/>
          <p:cNvCxnSpPr/>
          <p:nvPr/>
        </p:nvCxnSpPr>
        <p:spPr>
          <a:xfrm>
            <a:off x="7187081" y="522388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8" name="Google Shape;1608;p14"/>
          <p:cNvCxnSpPr/>
          <p:nvPr/>
        </p:nvCxnSpPr>
        <p:spPr>
          <a:xfrm>
            <a:off x="7172793" y="553345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9" name="Google Shape;1609;p14"/>
          <p:cNvCxnSpPr/>
          <p:nvPr/>
        </p:nvCxnSpPr>
        <p:spPr>
          <a:xfrm>
            <a:off x="7172793" y="581920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0" name="Google Shape;1610;p14"/>
          <p:cNvSpPr txBox="1"/>
          <p:nvPr/>
        </p:nvSpPr>
        <p:spPr>
          <a:xfrm>
            <a:off x="7171206" y="4133277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/>
          </a:p>
        </p:txBody>
      </p:sp>
      <p:sp>
        <p:nvSpPr>
          <p:cNvPr id="1611" name="Google Shape;1611;p14"/>
          <p:cNvSpPr txBox="1"/>
          <p:nvPr/>
        </p:nvSpPr>
        <p:spPr>
          <a:xfrm>
            <a:off x="7126756" y="5790627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physical</a:t>
            </a:r>
            <a:endParaRPr/>
          </a:p>
        </p:txBody>
      </p:sp>
      <p:sp>
        <p:nvSpPr>
          <p:cNvPr id="1612" name="Google Shape;1612;p14"/>
          <p:cNvSpPr txBox="1"/>
          <p:nvPr/>
        </p:nvSpPr>
        <p:spPr>
          <a:xfrm>
            <a:off x="7145806" y="5504877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link</a:t>
            </a:r>
            <a:endParaRPr/>
          </a:p>
        </p:txBody>
      </p:sp>
      <p:sp>
        <p:nvSpPr>
          <p:cNvPr id="1613" name="Google Shape;1613;p14"/>
          <p:cNvSpPr txBox="1"/>
          <p:nvPr/>
        </p:nvSpPr>
        <p:spPr>
          <a:xfrm>
            <a:off x="7136281" y="520960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endParaRPr/>
          </a:p>
        </p:txBody>
      </p:sp>
      <p:sp>
        <p:nvSpPr>
          <p:cNvPr id="1614" name="Google Shape;1614;p14"/>
          <p:cNvSpPr/>
          <p:nvPr/>
        </p:nvSpPr>
        <p:spPr>
          <a:xfrm>
            <a:off x="7304556" y="4407914"/>
            <a:ext cx="990600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/>
          </a:p>
        </p:txBody>
      </p:sp>
      <p:grpSp>
        <p:nvGrpSpPr>
          <p:cNvPr id="1615" name="Google Shape;1615;p14"/>
          <p:cNvGrpSpPr/>
          <p:nvPr/>
        </p:nvGrpSpPr>
        <p:grpSpPr>
          <a:xfrm>
            <a:off x="7552206" y="4768277"/>
            <a:ext cx="546100" cy="225425"/>
            <a:chOff x="1287" y="2524"/>
            <a:chExt cx="260" cy="100"/>
          </a:xfrm>
        </p:grpSpPr>
        <p:sp>
          <p:nvSpPr>
            <p:cNvPr id="1616" name="Google Shape;1616;p14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C96B7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14"/>
            <p:cNvSpPr/>
            <p:nvPr/>
          </p:nvSpPr>
          <p:spPr>
            <a:xfrm>
              <a:off x="1338" y="2537"/>
              <a:ext cx="156" cy="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14"/>
            <p:cNvSpPr/>
            <p:nvPr/>
          </p:nvSpPr>
          <p:spPr>
            <a:xfrm>
              <a:off x="1503" y="2582"/>
              <a:ext cx="27" cy="2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14"/>
            <p:cNvSpPr/>
            <p:nvPr/>
          </p:nvSpPr>
          <p:spPr>
            <a:xfrm>
              <a:off x="1298" y="2583"/>
              <a:ext cx="26" cy="2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620" name="Google Shape;1620;p14"/>
          <p:cNvCxnSpPr/>
          <p:nvPr/>
        </p:nvCxnSpPr>
        <p:spPr>
          <a:xfrm rot="10800000">
            <a:off x="8361831" y="45396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1" name="Google Shape;1621;p14"/>
          <p:cNvCxnSpPr/>
          <p:nvPr/>
        </p:nvCxnSpPr>
        <p:spPr>
          <a:xfrm>
            <a:off x="8587256" y="4965127"/>
            <a:ext cx="0" cy="102235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2" name="Google Shape;1622;p14"/>
          <p:cNvCxnSpPr/>
          <p:nvPr/>
        </p:nvCxnSpPr>
        <p:spPr>
          <a:xfrm rot="10800000">
            <a:off x="8611068" y="5465189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3" name="Google Shape;1623;p14"/>
          <p:cNvSpPr txBox="1"/>
          <p:nvPr/>
        </p:nvSpPr>
        <p:spPr>
          <a:xfrm>
            <a:off x="5524968" y="4220589"/>
            <a:ext cx="9175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socket</a:t>
            </a:r>
            <a:endParaRPr/>
          </a:p>
        </p:txBody>
      </p:sp>
      <p:cxnSp>
        <p:nvCxnSpPr>
          <p:cNvPr id="1624" name="Google Shape;1624;p14"/>
          <p:cNvCxnSpPr/>
          <p:nvPr/>
        </p:nvCxnSpPr>
        <p:spPr>
          <a:xfrm flipH="1" rot="10800000">
            <a:off x="4528018" y="4420614"/>
            <a:ext cx="968375" cy="434975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5" name="Google Shape;1625;p14"/>
          <p:cNvCxnSpPr/>
          <p:nvPr/>
        </p:nvCxnSpPr>
        <p:spPr>
          <a:xfrm rot="10800000">
            <a:off x="6463181" y="4409502"/>
            <a:ext cx="968375" cy="434975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26" name="Google Shape;1626;p14"/>
          <p:cNvGrpSpPr/>
          <p:nvPr/>
        </p:nvGrpSpPr>
        <p:grpSpPr>
          <a:xfrm>
            <a:off x="2318218" y="5474714"/>
            <a:ext cx="719138" cy="773113"/>
            <a:chOff x="-44" y="1473"/>
            <a:chExt cx="981" cy="1105"/>
          </a:xfrm>
        </p:grpSpPr>
        <p:pic>
          <p:nvPicPr>
            <p:cNvPr descr="desktop_computer_stylized_medium" id="1627" name="Google Shape;162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8" name="Google Shape;1628;p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9" name="Google Shape;1629;p14"/>
          <p:cNvGrpSpPr/>
          <p:nvPr/>
        </p:nvGrpSpPr>
        <p:grpSpPr>
          <a:xfrm flipH="1">
            <a:off x="9014293" y="5669977"/>
            <a:ext cx="719138" cy="773112"/>
            <a:chOff x="-44" y="1473"/>
            <a:chExt cx="981" cy="1105"/>
          </a:xfrm>
        </p:grpSpPr>
        <p:pic>
          <p:nvPicPr>
            <p:cNvPr descr="desktop_computer_stylized_medium" id="1630" name="Google Shape;1630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1" name="Google Shape;1631;p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32" name="Google Shape;1632;p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1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Addressing processes</a:t>
            </a:r>
            <a:endParaRPr sz="4400"/>
          </a:p>
        </p:txBody>
      </p:sp>
      <p:sp>
        <p:nvSpPr>
          <p:cNvPr id="1639" name="Google Shape;1639;p15"/>
          <p:cNvSpPr txBox="1"/>
          <p:nvPr/>
        </p:nvSpPr>
        <p:spPr>
          <a:xfrm>
            <a:off x="695101" y="1464896"/>
            <a:ext cx="496447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receive messages, process  must have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identifier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device has unique 32-bit IP address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does  IP address of host on which process runs suffice for identifying the process?</a:t>
            </a:r>
            <a:endParaRPr/>
          </a:p>
        </p:txBody>
      </p:sp>
      <p:sp>
        <p:nvSpPr>
          <p:cNvPr id="1640" name="Google Shape;1640;p15"/>
          <p:cNvSpPr txBox="1"/>
          <p:nvPr/>
        </p:nvSpPr>
        <p:spPr>
          <a:xfrm>
            <a:off x="6056491" y="1464896"/>
            <a:ext cx="5573224" cy="5218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identifier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includes both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IP address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port numbers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associated with process on host.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 port numbers: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server: 80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mail server: 25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send HTTP message to gaia.cs.umass.edu web server: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IP address: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128.119.245.12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port number: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 shortly…</a:t>
            </a:r>
            <a:endParaRPr/>
          </a:p>
        </p:txBody>
      </p:sp>
      <p:sp>
        <p:nvSpPr>
          <p:cNvPr id="1641" name="Google Shape;1641;p15"/>
          <p:cNvSpPr/>
          <p:nvPr/>
        </p:nvSpPr>
        <p:spPr>
          <a:xfrm>
            <a:off x="562285" y="4507034"/>
            <a:ext cx="431451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no,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processes can be running on same host</a:t>
            </a:r>
            <a:endParaRPr/>
          </a:p>
        </p:txBody>
      </p:sp>
      <p:sp>
        <p:nvSpPr>
          <p:cNvPr id="1642" name="Google Shape;1642;p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1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An application-layer </a:t>
            </a:r>
            <a:r>
              <a:rPr lang="en-US"/>
              <a:t>p</a:t>
            </a:r>
            <a:r>
              <a:rPr lang="en-US" sz="4400"/>
              <a:t>rotocol </a:t>
            </a:r>
            <a:r>
              <a:rPr lang="en-US"/>
              <a:t>d</a:t>
            </a:r>
            <a:r>
              <a:rPr lang="en-US" sz="4400"/>
              <a:t>efines:</a:t>
            </a:r>
            <a:endParaRPr sz="4400"/>
          </a:p>
        </p:txBody>
      </p:sp>
      <p:sp>
        <p:nvSpPr>
          <p:cNvPr id="1649" name="Google Shape;1649;p16"/>
          <p:cNvSpPr txBox="1"/>
          <p:nvPr/>
        </p:nvSpPr>
        <p:spPr>
          <a:xfrm>
            <a:off x="759182" y="1464838"/>
            <a:ext cx="529730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types of messages exchanged,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request, response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message syntax: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fields in messages &amp; how fields are delineated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message semantics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meaning of information in fields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rules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when and how processes send &amp; respond to messages</a:t>
            </a:r>
            <a:endParaRPr/>
          </a:p>
        </p:txBody>
      </p:sp>
      <p:sp>
        <p:nvSpPr>
          <p:cNvPr id="1650" name="Google Shape;1650;p16"/>
          <p:cNvSpPr txBox="1"/>
          <p:nvPr/>
        </p:nvSpPr>
        <p:spPr>
          <a:xfrm>
            <a:off x="6555631" y="1474670"/>
            <a:ext cx="475866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open protocols: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defined in RFCs, everyone has access to protocol definition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allows for interoperability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HTTP, SMTP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proprietary protocols: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Skype, Zoom</a:t>
            </a:r>
            <a:endParaRPr/>
          </a:p>
        </p:txBody>
      </p:sp>
      <p:sp>
        <p:nvSpPr>
          <p:cNvPr id="1651" name="Google Shape;1651;p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1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What </a:t>
            </a:r>
            <a:r>
              <a:rPr lang="en-US"/>
              <a:t>t</a:t>
            </a:r>
            <a:r>
              <a:rPr lang="en-US" sz="4400"/>
              <a:t>ransport </a:t>
            </a:r>
            <a:r>
              <a:rPr lang="en-US"/>
              <a:t>s</a:t>
            </a:r>
            <a:r>
              <a:rPr lang="en-US" sz="4400"/>
              <a:t>ervice does an </a:t>
            </a:r>
            <a:r>
              <a:rPr lang="en-US"/>
              <a:t>a</a:t>
            </a:r>
            <a:r>
              <a:rPr lang="en-US" sz="4400"/>
              <a:t>pp need?</a:t>
            </a:r>
            <a:endParaRPr sz="4400"/>
          </a:p>
        </p:txBody>
      </p:sp>
      <p:sp>
        <p:nvSpPr>
          <p:cNvPr id="1658" name="Google Shape;1658;p17"/>
          <p:cNvSpPr txBox="1"/>
          <p:nvPr/>
        </p:nvSpPr>
        <p:spPr>
          <a:xfrm>
            <a:off x="676025" y="1406872"/>
            <a:ext cx="4972505" cy="279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9075" lvl="0" marL="2333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data integrity</a:t>
            </a:r>
            <a:endParaRPr/>
          </a:p>
          <a:p>
            <a:pPr indent="-219075" lvl="0" marL="23336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apps (e.g., file transfer, web transactions) require 100% reliable data transfer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other apps (e.g., audio) can tolerate some loss</a:t>
            </a:r>
            <a:endParaRPr/>
          </a:p>
          <a:p>
            <a:pPr indent="-190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9" name="Google Shape;1659;p17"/>
          <p:cNvSpPr txBox="1"/>
          <p:nvPr/>
        </p:nvSpPr>
        <p:spPr>
          <a:xfrm>
            <a:off x="544999" y="4365808"/>
            <a:ext cx="5572612" cy="244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timing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apps (e.g., Internet telephony, interactive games) require low delay to be “effective”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17"/>
          <p:cNvSpPr/>
          <p:nvPr/>
        </p:nvSpPr>
        <p:spPr>
          <a:xfrm>
            <a:off x="6586691" y="1377376"/>
            <a:ext cx="4972505" cy="336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throughput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apps (e.g., multimedia) require minimum amount of throughput to be “effective”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other apps (“elastic apps”) make use of whatever throughput they get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17"/>
          <p:cNvSpPr/>
          <p:nvPr/>
        </p:nvSpPr>
        <p:spPr>
          <a:xfrm>
            <a:off x="6640666" y="4830189"/>
            <a:ext cx="4533593" cy="1271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encryption, data integrity, …</a:t>
            </a:r>
            <a:endParaRPr/>
          </a:p>
        </p:txBody>
      </p:sp>
      <p:sp>
        <p:nvSpPr>
          <p:cNvPr id="1662" name="Google Shape;1662;p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1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4400"/>
              <a:t>Transport </a:t>
            </a:r>
            <a:r>
              <a:rPr lang="en-US"/>
              <a:t>s</a:t>
            </a:r>
            <a:r>
              <a:rPr lang="en-US" sz="4400"/>
              <a:t>ervice </a:t>
            </a:r>
            <a:r>
              <a:rPr lang="en-US"/>
              <a:t>r</a:t>
            </a:r>
            <a:r>
              <a:rPr lang="en-US" sz="4400"/>
              <a:t>equirements: common apps</a:t>
            </a:r>
            <a:endParaRPr sz="4400"/>
          </a:p>
        </p:txBody>
      </p:sp>
      <p:sp>
        <p:nvSpPr>
          <p:cNvPr id="1669" name="Google Shape;1669;p18"/>
          <p:cNvSpPr txBox="1"/>
          <p:nvPr/>
        </p:nvSpPr>
        <p:spPr>
          <a:xfrm>
            <a:off x="114330" y="1536174"/>
            <a:ext cx="3479735" cy="4722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 transfer/download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e-mail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documents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real-time audio/video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streaming audio/video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interactive games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text messaging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0" name="Google Shape;1670;p18"/>
          <p:cNvSpPr txBox="1"/>
          <p:nvPr/>
        </p:nvSpPr>
        <p:spPr>
          <a:xfrm>
            <a:off x="3947968" y="1539349"/>
            <a:ext cx="2009076" cy="4722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loss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loss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loss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loss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loss-tolerant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loss-tolerant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loss-tolerant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loss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1" name="Google Shape;1671;p18"/>
          <p:cNvSpPr txBox="1"/>
          <p:nvPr/>
        </p:nvSpPr>
        <p:spPr>
          <a:xfrm>
            <a:off x="5991692" y="1537762"/>
            <a:ext cx="3025344" cy="4722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throughput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elastic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elastic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elastic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audio: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5Kbps-1Mbps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10Kbps-5Mbps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same as above 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Kbps+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elastic</a:t>
            </a:r>
            <a:endParaRPr/>
          </a:p>
        </p:txBody>
      </p:sp>
      <p:sp>
        <p:nvSpPr>
          <p:cNvPr id="1672" name="Google Shape;1672;p18"/>
          <p:cNvSpPr txBox="1"/>
          <p:nvPr/>
        </p:nvSpPr>
        <p:spPr>
          <a:xfrm>
            <a:off x="9439064" y="1585760"/>
            <a:ext cx="2936433" cy="4722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sensitive?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yes, 10’s msec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yes, few secs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yes, 10’s msec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yes and no</a:t>
            </a:r>
            <a:endParaRPr/>
          </a:p>
        </p:txBody>
      </p:sp>
      <p:cxnSp>
        <p:nvCxnSpPr>
          <p:cNvPr id="1673" name="Google Shape;1673;p18"/>
          <p:cNvCxnSpPr/>
          <p:nvPr/>
        </p:nvCxnSpPr>
        <p:spPr>
          <a:xfrm>
            <a:off x="1931843" y="2115070"/>
            <a:ext cx="9382448" cy="0"/>
          </a:xfrm>
          <a:prstGeom prst="straightConnector1">
            <a:avLst/>
          </a:prstGeom>
          <a:noFill/>
          <a:ln cap="flat" cmpd="sng" w="31750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4" name="Google Shape;1674;p18"/>
          <p:cNvCxnSpPr/>
          <p:nvPr/>
        </p:nvCxnSpPr>
        <p:spPr>
          <a:xfrm>
            <a:off x="1939865" y="2900516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5" name="Google Shape;1675;p18"/>
          <p:cNvCxnSpPr/>
          <p:nvPr/>
        </p:nvCxnSpPr>
        <p:spPr>
          <a:xfrm>
            <a:off x="1939865" y="3426882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6" name="Google Shape;1676;p18"/>
          <p:cNvCxnSpPr/>
          <p:nvPr/>
        </p:nvCxnSpPr>
        <p:spPr>
          <a:xfrm>
            <a:off x="1939865" y="3871968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7" name="Google Shape;1677;p18"/>
          <p:cNvCxnSpPr/>
          <p:nvPr/>
        </p:nvCxnSpPr>
        <p:spPr>
          <a:xfrm>
            <a:off x="1943100" y="4810618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8" name="Google Shape;1678;p18"/>
          <p:cNvCxnSpPr/>
          <p:nvPr/>
        </p:nvCxnSpPr>
        <p:spPr>
          <a:xfrm>
            <a:off x="1943876" y="5263991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9" name="Google Shape;1679;p18"/>
          <p:cNvCxnSpPr/>
          <p:nvPr/>
        </p:nvCxnSpPr>
        <p:spPr>
          <a:xfrm>
            <a:off x="1943876" y="5745521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80" name="Google Shape;1680;p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1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</a:t>
            </a:r>
            <a:r>
              <a:rPr lang="en-US"/>
              <a:t>t</a:t>
            </a:r>
            <a:r>
              <a:rPr lang="en-US" sz="4400"/>
              <a:t>ransport protocols services</a:t>
            </a:r>
            <a:endParaRPr sz="4400"/>
          </a:p>
        </p:txBody>
      </p:sp>
      <p:sp>
        <p:nvSpPr>
          <p:cNvPr id="1687" name="Google Shape;1687;p19"/>
          <p:cNvSpPr txBox="1"/>
          <p:nvPr/>
        </p:nvSpPr>
        <p:spPr>
          <a:xfrm>
            <a:off x="753320" y="1383910"/>
            <a:ext cx="6016137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TCP service: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reliable transport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between sending and receiving process</a:t>
            </a:r>
            <a:endParaRPr b="0" i="0" sz="28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flow control: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sender won’t overwhelm receiver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congestion control: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throttle sender when network overloaded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connection-oriented: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setup required between client and server processes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does not provide: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timing, minimum throughput guarantee, security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p19"/>
          <p:cNvSpPr txBox="1"/>
          <p:nvPr/>
        </p:nvSpPr>
        <p:spPr>
          <a:xfrm>
            <a:off x="6924091" y="1395634"/>
            <a:ext cx="5038725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81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UDP service: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unreliable data transfer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between sending and receiving process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does not provide: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reliability, flow control, congestion control, timing, throughput guarantee, security, or connection setup.</a:t>
            </a:r>
            <a:endParaRPr/>
          </a:p>
        </p:txBody>
      </p:sp>
      <p:sp>
        <p:nvSpPr>
          <p:cNvPr id="1689" name="Google Shape;1689;p19"/>
          <p:cNvSpPr txBox="1"/>
          <p:nvPr/>
        </p:nvSpPr>
        <p:spPr>
          <a:xfrm>
            <a:off x="7316721" y="5388865"/>
            <a:ext cx="3651156" cy="1259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bother? 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there a UDP?</a:t>
            </a:r>
            <a:endParaRPr/>
          </a:p>
        </p:txBody>
      </p:sp>
      <p:sp>
        <p:nvSpPr>
          <p:cNvPr id="1690" name="Google Shape;1690;p1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p2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applications, and transport protocols</a:t>
            </a:r>
            <a:endParaRPr sz="4400"/>
          </a:p>
        </p:txBody>
      </p:sp>
      <p:sp>
        <p:nvSpPr>
          <p:cNvPr id="1697" name="Google Shape;1697;p20"/>
          <p:cNvSpPr txBox="1"/>
          <p:nvPr/>
        </p:nvSpPr>
        <p:spPr>
          <a:xfrm>
            <a:off x="114330" y="1536174"/>
            <a:ext cx="3479735" cy="4248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 transfer/download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e-mail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documents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telephony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streaming audio/video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interactive games</a:t>
            </a:r>
            <a:endParaRPr/>
          </a:p>
        </p:txBody>
      </p:sp>
      <p:cxnSp>
        <p:nvCxnSpPr>
          <p:cNvPr id="1698" name="Google Shape;1698;p20"/>
          <p:cNvCxnSpPr/>
          <p:nvPr/>
        </p:nvCxnSpPr>
        <p:spPr>
          <a:xfrm>
            <a:off x="1931843" y="2115070"/>
            <a:ext cx="9382448" cy="0"/>
          </a:xfrm>
          <a:prstGeom prst="straightConnector1">
            <a:avLst/>
          </a:prstGeom>
          <a:noFill/>
          <a:ln cap="flat" cmpd="sng" w="31750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99" name="Google Shape;1699;p20"/>
          <p:cNvCxnSpPr/>
          <p:nvPr/>
        </p:nvCxnSpPr>
        <p:spPr>
          <a:xfrm>
            <a:off x="1939865" y="2900516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00" name="Google Shape;1700;p20"/>
          <p:cNvCxnSpPr/>
          <p:nvPr/>
        </p:nvCxnSpPr>
        <p:spPr>
          <a:xfrm>
            <a:off x="1939865" y="3426882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01" name="Google Shape;1701;p20"/>
          <p:cNvCxnSpPr/>
          <p:nvPr/>
        </p:nvCxnSpPr>
        <p:spPr>
          <a:xfrm>
            <a:off x="1939865" y="3871968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02" name="Google Shape;1702;p20"/>
          <p:cNvCxnSpPr/>
          <p:nvPr/>
        </p:nvCxnSpPr>
        <p:spPr>
          <a:xfrm>
            <a:off x="1943100" y="4810618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03" name="Google Shape;1703;p20"/>
          <p:cNvCxnSpPr/>
          <p:nvPr/>
        </p:nvCxnSpPr>
        <p:spPr>
          <a:xfrm>
            <a:off x="1943876" y="5263991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04" name="Google Shape;1704;p20"/>
          <p:cNvCxnSpPr/>
          <p:nvPr/>
        </p:nvCxnSpPr>
        <p:spPr>
          <a:xfrm>
            <a:off x="1943876" y="5745521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05" name="Google Shape;1705;p20"/>
          <p:cNvSpPr txBox="1"/>
          <p:nvPr/>
        </p:nvSpPr>
        <p:spPr>
          <a:xfrm>
            <a:off x="4375021" y="1113609"/>
            <a:ext cx="4019427" cy="51530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layer protocol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FTP [</a:t>
            </a:r>
            <a:r>
              <a:rPr b="0" i="0" lang="en-US" sz="2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RFC 959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[RFC 5321]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1.1 [RFC 7320]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SIP [RFC 3261], RTP [RFC 3550], or proprietary HTTP [RFC 7320], DASH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WOW, FPS (proprietary) 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p20"/>
          <p:cNvSpPr txBox="1"/>
          <p:nvPr/>
        </p:nvSpPr>
        <p:spPr>
          <a:xfrm>
            <a:off x="8407541" y="1566040"/>
            <a:ext cx="2914772" cy="4248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transport protocol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or UDP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UDP or TCP</a:t>
            </a:r>
            <a:endParaRPr/>
          </a:p>
        </p:txBody>
      </p:sp>
      <p:sp>
        <p:nvSpPr>
          <p:cNvPr id="1707" name="Google Shape;1707;p2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p2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A8"/>
                </a:solidFill>
              </a:rPr>
              <a:t>Securing TCP</a:t>
            </a:r>
            <a:endParaRPr sz="4400">
              <a:solidFill>
                <a:srgbClr val="0000A8"/>
              </a:solidFill>
            </a:endParaRPr>
          </a:p>
        </p:txBody>
      </p:sp>
      <p:sp>
        <p:nvSpPr>
          <p:cNvPr id="1714" name="Google Shape;1714;p21"/>
          <p:cNvSpPr txBox="1"/>
          <p:nvPr/>
        </p:nvSpPr>
        <p:spPr>
          <a:xfrm>
            <a:off x="753320" y="1383910"/>
            <a:ext cx="5957195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Vanilla TCP &amp; UDP sockets:</a:t>
            </a:r>
            <a:endParaRPr/>
          </a:p>
          <a:p>
            <a:pPr indent="-219075" lvl="0" marL="3492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encryption</a:t>
            </a:r>
            <a:endParaRPr/>
          </a:p>
          <a:p>
            <a:pPr indent="-219075" lvl="0" marL="3492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cleartext passwords sent into socket traverse Internet  in cleartext (!)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Transport Layer Security </a:t>
            </a:r>
            <a:r>
              <a:rPr b="0" i="0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(TLS) </a:t>
            </a:r>
            <a:endParaRPr/>
          </a:p>
          <a:p>
            <a:pPr indent="-219075" lvl="0" marL="3492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provides encrypted TCP connections</a:t>
            </a:r>
            <a:endParaRPr/>
          </a:p>
          <a:p>
            <a:pPr indent="-219075" lvl="0" marL="3492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integrity</a:t>
            </a:r>
            <a:endParaRPr/>
          </a:p>
          <a:p>
            <a:pPr indent="-219075" lvl="0" marL="3492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end-point authenticatio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21"/>
          <p:cNvSpPr txBox="1"/>
          <p:nvPr/>
        </p:nvSpPr>
        <p:spPr>
          <a:xfrm>
            <a:off x="7115815" y="1395634"/>
            <a:ext cx="451458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22228B"/>
                </a:solidFill>
                <a:latin typeface="Calibri"/>
                <a:ea typeface="Calibri"/>
                <a:cs typeface="Calibri"/>
                <a:sym typeface="Calibri"/>
              </a:rPr>
              <a:t>TSL implemented in application layer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apps use TSL libraries, that use TCP in turn</a:t>
            </a:r>
            <a:endParaRPr b="0" i="0" sz="3200" u="none" cap="none" strike="noStrike">
              <a:solidFill>
                <a:srgbClr val="2222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363" lvl="1" marL="2333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cleartext sent into “socket”  traverse Internet 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encrypted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3363" lvl="1" marL="2333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more: Chapter 8</a:t>
            </a:r>
            <a:endParaRPr/>
          </a:p>
        </p:txBody>
      </p:sp>
      <p:sp>
        <p:nvSpPr>
          <p:cNvPr id="1716" name="Google Shape;1716;p2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2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Application layer: overview</a:t>
            </a:r>
            <a:endParaRPr/>
          </a:p>
        </p:txBody>
      </p:sp>
      <p:sp>
        <p:nvSpPr>
          <p:cNvPr id="1723" name="Google Shape;1723;p22"/>
          <p:cNvSpPr txBox="1"/>
          <p:nvPr/>
        </p:nvSpPr>
        <p:spPr>
          <a:xfrm>
            <a:off x="809242" y="1870563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1638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and HTTP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The Domain Name System DNS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4" name="Google Shape;1724;p22"/>
          <p:cNvSpPr txBox="1"/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349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video streaming and content distribution networks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p2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Kurose&amp;Ross 8th edition photo" id="1726" name="Google Shape;172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7391" y="4125913"/>
            <a:ext cx="3087757" cy="2315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23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Web and HTTP</a:t>
            </a:r>
            <a:endParaRPr sz="4400"/>
          </a:p>
        </p:txBody>
      </p:sp>
      <p:sp>
        <p:nvSpPr>
          <p:cNvPr id="1733" name="Google Shape;1733;p2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4" name="Google Shape;1734;p23"/>
          <p:cNvSpPr txBox="1"/>
          <p:nvPr/>
        </p:nvSpPr>
        <p:spPr>
          <a:xfrm>
            <a:off x="669395" y="1559756"/>
            <a:ext cx="10774192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First, a quick review…</a:t>
            </a:r>
            <a:endParaRPr/>
          </a:p>
          <a:p>
            <a:pPr indent="-3302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page consists of 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objects,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of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which can be stored on different Web servers</a:t>
            </a:r>
            <a:endParaRPr/>
          </a:p>
          <a:p>
            <a:pPr indent="-3302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 can be HTML file, JPEG image, Java applet, audio file,…</a:t>
            </a:r>
            <a:endParaRPr/>
          </a:p>
          <a:p>
            <a:pPr indent="-3302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page consists of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base HTML-file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which includes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several referenced objects, each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addressable by a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URL,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35" name="Google Shape;1735;p23"/>
          <p:cNvGrpSpPr/>
          <p:nvPr/>
        </p:nvGrpSpPr>
        <p:grpSpPr>
          <a:xfrm>
            <a:off x="2463366" y="4853073"/>
            <a:ext cx="6835775" cy="1144588"/>
            <a:chOff x="788" y="2955"/>
            <a:chExt cx="4306" cy="721"/>
          </a:xfrm>
        </p:grpSpPr>
        <p:sp>
          <p:nvSpPr>
            <p:cNvPr id="1736" name="Google Shape;1736;p23"/>
            <p:cNvSpPr txBox="1"/>
            <p:nvPr/>
          </p:nvSpPr>
          <p:spPr>
            <a:xfrm>
              <a:off x="788" y="2955"/>
              <a:ext cx="4188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ourier New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www.someschool.edu/someDept/pic.gif</a:t>
              </a:r>
              <a:endParaRPr b="0" i="0" sz="2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737" name="Google Shape;1737;p23"/>
            <p:cNvSpPr/>
            <p:nvPr/>
          </p:nvSpPr>
          <p:spPr>
            <a:xfrm rot="-5400000">
              <a:off x="1821" y="2281"/>
              <a:ext cx="57" cy="2083"/>
            </a:xfrm>
            <a:prstGeom prst="leftBrace">
              <a:avLst>
                <a:gd fmla="val 304532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23"/>
            <p:cNvSpPr txBox="1"/>
            <p:nvPr/>
          </p:nvSpPr>
          <p:spPr>
            <a:xfrm>
              <a:off x="838" y="3288"/>
              <a:ext cx="1981" cy="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739" name="Google Shape;1739;p23"/>
            <p:cNvSpPr/>
            <p:nvPr/>
          </p:nvSpPr>
          <p:spPr>
            <a:xfrm rot="-5400000">
              <a:off x="4024" y="2277"/>
              <a:ext cx="57" cy="2083"/>
            </a:xfrm>
            <a:prstGeom prst="leftBrace">
              <a:avLst>
                <a:gd fmla="val 304532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23"/>
            <p:cNvSpPr txBox="1"/>
            <p:nvPr/>
          </p:nvSpPr>
          <p:spPr>
            <a:xfrm>
              <a:off x="3038" y="3288"/>
              <a:ext cx="1981" cy="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741" name="Google Shape;1741;p23"/>
            <p:cNvSpPr txBox="1"/>
            <p:nvPr/>
          </p:nvSpPr>
          <p:spPr>
            <a:xfrm>
              <a:off x="1389" y="3388"/>
              <a:ext cx="101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 name</a:t>
              </a:r>
              <a:endParaRPr/>
            </a:p>
          </p:txBody>
        </p:sp>
        <p:sp>
          <p:nvSpPr>
            <p:cNvPr id="1742" name="Google Shape;1742;p23"/>
            <p:cNvSpPr txBox="1"/>
            <p:nvPr/>
          </p:nvSpPr>
          <p:spPr>
            <a:xfrm>
              <a:off x="3485" y="3338"/>
              <a:ext cx="102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path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name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24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overview</a:t>
            </a:r>
            <a:endParaRPr sz="4400"/>
          </a:p>
        </p:txBody>
      </p:sp>
      <p:sp>
        <p:nvSpPr>
          <p:cNvPr id="1749" name="Google Shape;1749;p2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0" name="Google Shape;1750;p24"/>
          <p:cNvSpPr txBox="1"/>
          <p:nvPr/>
        </p:nvSpPr>
        <p:spPr>
          <a:xfrm>
            <a:off x="791849" y="1608374"/>
            <a:ext cx="5988172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HTTP: hypertext transfer protocol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Web’s application-layer protocol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client/server model: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r>
              <a:rPr b="0" i="1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browser that requests, receives, (using HTTP protocol) and “displays” Web objects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server: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Web server sends (using HTTP protocol) objects in response to requests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1" name="Google Shape;1751;p24"/>
          <p:cNvGrpSpPr/>
          <p:nvPr/>
        </p:nvGrpSpPr>
        <p:grpSpPr>
          <a:xfrm>
            <a:off x="8129954" y="2271493"/>
            <a:ext cx="2101850" cy="1065774"/>
            <a:chOff x="3640" y="1271"/>
            <a:chExt cx="1324" cy="671"/>
          </a:xfrm>
        </p:grpSpPr>
        <p:cxnSp>
          <p:nvCxnSpPr>
            <p:cNvPr id="1752" name="Google Shape;1752;p24"/>
            <p:cNvCxnSpPr/>
            <p:nvPr/>
          </p:nvCxnSpPr>
          <p:spPr>
            <a:xfrm>
              <a:off x="3640" y="1346"/>
              <a:ext cx="1324" cy="596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53" name="Google Shape;1753;p24"/>
            <p:cNvSpPr txBox="1"/>
            <p:nvPr/>
          </p:nvSpPr>
          <p:spPr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request</a:t>
              </a:r>
              <a:endParaRPr b="0" i="0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4" name="Google Shape;1754;p24"/>
          <p:cNvGrpSpPr/>
          <p:nvPr/>
        </p:nvGrpSpPr>
        <p:grpSpPr>
          <a:xfrm>
            <a:off x="8241079" y="2599080"/>
            <a:ext cx="1971675" cy="1138193"/>
            <a:chOff x="4141" y="394"/>
            <a:chExt cx="1242" cy="717"/>
          </a:xfrm>
        </p:grpSpPr>
        <p:cxnSp>
          <p:nvCxnSpPr>
            <p:cNvPr id="1755" name="Google Shape;1755;p24"/>
            <p:cNvCxnSpPr/>
            <p:nvPr/>
          </p:nvCxnSpPr>
          <p:spPr>
            <a:xfrm rot="10800000">
              <a:off x="4141" y="394"/>
              <a:ext cx="1242" cy="57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56" name="Google Shape;1756;p24"/>
            <p:cNvSpPr txBox="1"/>
            <p:nvPr/>
          </p:nvSpPr>
          <p:spPr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response</a:t>
              </a:r>
              <a:endParaRPr b="0" i="0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7" name="Google Shape;1757;p24"/>
          <p:cNvGrpSpPr/>
          <p:nvPr/>
        </p:nvGrpSpPr>
        <p:grpSpPr>
          <a:xfrm rot="-3183056">
            <a:off x="8058342" y="3789190"/>
            <a:ext cx="2101850" cy="1065774"/>
            <a:chOff x="3640" y="1271"/>
            <a:chExt cx="1324" cy="671"/>
          </a:xfrm>
        </p:grpSpPr>
        <p:cxnSp>
          <p:nvCxnSpPr>
            <p:cNvPr id="1758" name="Google Shape;1758;p24"/>
            <p:cNvCxnSpPr/>
            <p:nvPr/>
          </p:nvCxnSpPr>
          <p:spPr>
            <a:xfrm>
              <a:off x="3640" y="1346"/>
              <a:ext cx="1324" cy="596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59" name="Google Shape;1759;p24"/>
            <p:cNvSpPr txBox="1"/>
            <p:nvPr/>
          </p:nvSpPr>
          <p:spPr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request</a:t>
              </a:r>
              <a:endParaRPr b="0" i="0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60" name="Google Shape;1760;p24"/>
          <p:cNvGrpSpPr/>
          <p:nvPr/>
        </p:nvGrpSpPr>
        <p:grpSpPr>
          <a:xfrm rot="-3264937">
            <a:off x="8247053" y="4075892"/>
            <a:ext cx="1971675" cy="1138193"/>
            <a:chOff x="4141" y="394"/>
            <a:chExt cx="1242" cy="717"/>
          </a:xfrm>
        </p:grpSpPr>
        <p:cxnSp>
          <p:nvCxnSpPr>
            <p:cNvPr id="1761" name="Google Shape;1761;p24"/>
            <p:cNvCxnSpPr/>
            <p:nvPr/>
          </p:nvCxnSpPr>
          <p:spPr>
            <a:xfrm rot="10800000">
              <a:off x="4141" y="394"/>
              <a:ext cx="1242" cy="57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62" name="Google Shape;1762;p24"/>
            <p:cNvSpPr txBox="1"/>
            <p:nvPr/>
          </p:nvSpPr>
          <p:spPr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response</a:t>
              </a:r>
              <a:endParaRPr b="0" i="0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63" name="Google Shape;1763;p24"/>
          <p:cNvGrpSpPr/>
          <p:nvPr/>
        </p:nvGrpSpPr>
        <p:grpSpPr>
          <a:xfrm>
            <a:off x="7046475" y="4540592"/>
            <a:ext cx="2210665" cy="1578194"/>
            <a:chOff x="7046475" y="4540592"/>
            <a:chExt cx="2210665" cy="1578194"/>
          </a:xfrm>
        </p:grpSpPr>
        <p:sp>
          <p:nvSpPr>
            <p:cNvPr id="1764" name="Google Shape;1764;p24"/>
            <p:cNvSpPr txBox="1"/>
            <p:nvPr/>
          </p:nvSpPr>
          <p:spPr>
            <a:xfrm>
              <a:off x="7046475" y="5472455"/>
              <a:ext cx="221066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iPhone running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Safari browser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phone_stylized_small" id="1765" name="Google Shape;1765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44179" y="4540592"/>
              <a:ext cx="382588" cy="9175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6" name="Google Shape;1766;p24"/>
          <p:cNvGrpSpPr/>
          <p:nvPr/>
        </p:nvGrpSpPr>
        <p:grpSpPr>
          <a:xfrm>
            <a:off x="6584832" y="1722780"/>
            <a:ext cx="2270564" cy="1610628"/>
            <a:chOff x="6584832" y="1722780"/>
            <a:chExt cx="2270564" cy="1610628"/>
          </a:xfrm>
        </p:grpSpPr>
        <p:sp>
          <p:nvSpPr>
            <p:cNvPr id="1767" name="Google Shape;1767;p24"/>
            <p:cNvSpPr txBox="1"/>
            <p:nvPr/>
          </p:nvSpPr>
          <p:spPr>
            <a:xfrm>
              <a:off x="6584832" y="2687077"/>
              <a:ext cx="2270564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PC running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Firefox browser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68" name="Google Shape;1768;p24"/>
            <p:cNvGrpSpPr/>
            <p:nvPr/>
          </p:nvGrpSpPr>
          <p:grpSpPr>
            <a:xfrm>
              <a:off x="7109192" y="1722780"/>
              <a:ext cx="1066800" cy="1079500"/>
              <a:chOff x="-44" y="1473"/>
              <a:chExt cx="981" cy="1105"/>
            </a:xfrm>
          </p:grpSpPr>
          <p:pic>
            <p:nvPicPr>
              <p:cNvPr descr="desktop_computer_stylized_medium" id="1769" name="Google Shape;1769;p2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70" name="Google Shape;1770;p2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771" name="Google Shape;1771;p24"/>
          <p:cNvGrpSpPr/>
          <p:nvPr/>
        </p:nvGrpSpPr>
        <p:grpSpPr>
          <a:xfrm>
            <a:off x="9655810" y="2888005"/>
            <a:ext cx="2414547" cy="2197950"/>
            <a:chOff x="9655810" y="2888005"/>
            <a:chExt cx="2414547" cy="2197950"/>
          </a:xfrm>
        </p:grpSpPr>
        <p:sp>
          <p:nvSpPr>
            <p:cNvPr id="1772" name="Google Shape;1772;p24"/>
            <p:cNvSpPr txBox="1"/>
            <p:nvPr/>
          </p:nvSpPr>
          <p:spPr>
            <a:xfrm>
              <a:off x="9655810" y="4162625"/>
              <a:ext cx="2414547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 running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Apache Web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73" name="Google Shape;1773;p24"/>
            <p:cNvGrpSpPr/>
            <p:nvPr/>
          </p:nvGrpSpPr>
          <p:grpSpPr>
            <a:xfrm>
              <a:off x="10230217" y="2888005"/>
              <a:ext cx="695325" cy="1282700"/>
              <a:chOff x="4140" y="429"/>
              <a:chExt cx="1425" cy="2396"/>
            </a:xfrm>
          </p:grpSpPr>
          <p:sp>
            <p:nvSpPr>
              <p:cNvPr id="1774" name="Google Shape;1774;p24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5" name="Google Shape;1775;p24"/>
              <p:cNvSpPr/>
              <p:nvPr/>
            </p:nvSpPr>
            <p:spPr>
              <a:xfrm>
                <a:off x="4205" y="429"/>
                <a:ext cx="1048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6" name="Google Shape;1776;p24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7" name="Google Shape;1777;p24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8" name="Google Shape;1778;p24"/>
              <p:cNvSpPr/>
              <p:nvPr/>
            </p:nvSpPr>
            <p:spPr>
              <a:xfrm>
                <a:off x="4212" y="693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779" name="Google Shape;1779;p24"/>
              <p:cNvGrpSpPr/>
              <p:nvPr/>
            </p:nvGrpSpPr>
            <p:grpSpPr>
              <a:xfrm>
                <a:off x="4748" y="669"/>
                <a:ext cx="583" cy="140"/>
                <a:chOff x="613" y="2569"/>
                <a:chExt cx="727" cy="134"/>
              </a:xfrm>
            </p:grpSpPr>
            <p:sp>
              <p:nvSpPr>
                <p:cNvPr id="1780" name="Google Shape;1780;p24"/>
                <p:cNvSpPr/>
                <p:nvPr/>
              </p:nvSpPr>
              <p:spPr>
                <a:xfrm>
                  <a:off x="613" y="2569"/>
                  <a:ext cx="727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1" name="Google Shape;1781;p24"/>
                <p:cNvSpPr/>
                <p:nvPr/>
              </p:nvSpPr>
              <p:spPr>
                <a:xfrm>
                  <a:off x="629" y="2586"/>
                  <a:ext cx="694" cy="9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782" name="Google Shape;1782;p24"/>
              <p:cNvSpPr/>
              <p:nvPr/>
            </p:nvSpPr>
            <p:spPr>
              <a:xfrm>
                <a:off x="4225" y="1019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783" name="Google Shape;1783;p24"/>
              <p:cNvGrpSpPr/>
              <p:nvPr/>
            </p:nvGrpSpPr>
            <p:grpSpPr>
              <a:xfrm>
                <a:off x="4749" y="995"/>
                <a:ext cx="579" cy="133"/>
                <a:chOff x="616" y="2569"/>
                <a:chExt cx="723" cy="138"/>
              </a:xfrm>
            </p:grpSpPr>
            <p:sp>
              <p:nvSpPr>
                <p:cNvPr id="1784" name="Google Shape;1784;p24"/>
                <p:cNvSpPr/>
                <p:nvPr/>
              </p:nvSpPr>
              <p:spPr>
                <a:xfrm>
                  <a:off x="616" y="2569"/>
                  <a:ext cx="723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5" name="Google Shape;1785;p24"/>
                <p:cNvSpPr/>
                <p:nvPr/>
              </p:nvSpPr>
              <p:spPr>
                <a:xfrm>
                  <a:off x="632" y="2588"/>
                  <a:ext cx="690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786" name="Google Shape;1786;p24"/>
              <p:cNvSpPr/>
              <p:nvPr/>
            </p:nvSpPr>
            <p:spPr>
              <a:xfrm>
                <a:off x="4218" y="1357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7" name="Google Shape;1787;p24"/>
              <p:cNvSpPr/>
              <p:nvPr/>
            </p:nvSpPr>
            <p:spPr>
              <a:xfrm>
                <a:off x="4228" y="1654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788" name="Google Shape;1788;p24"/>
              <p:cNvGrpSpPr/>
              <p:nvPr/>
            </p:nvGrpSpPr>
            <p:grpSpPr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789" name="Google Shape;1789;p24"/>
                <p:cNvSpPr/>
                <p:nvPr/>
              </p:nvSpPr>
              <p:spPr>
                <a:xfrm>
                  <a:off x="614" y="2568"/>
                  <a:ext cx="725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0" name="Google Shape;1790;p24"/>
                <p:cNvSpPr/>
                <p:nvPr/>
              </p:nvSpPr>
              <p:spPr>
                <a:xfrm>
                  <a:off x="631" y="2584"/>
                  <a:ext cx="693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791" name="Google Shape;1791;p24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792" name="Google Shape;1792;p24"/>
              <p:cNvGrpSpPr/>
              <p:nvPr/>
            </p:nvGrpSpPr>
            <p:grpSpPr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793" name="Google Shape;1793;p24"/>
                <p:cNvSpPr/>
                <p:nvPr/>
              </p:nvSpPr>
              <p:spPr>
                <a:xfrm>
                  <a:off x="614" y="2568"/>
                  <a:ext cx="725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4" name="Google Shape;1794;p24"/>
                <p:cNvSpPr/>
                <p:nvPr/>
              </p:nvSpPr>
              <p:spPr>
                <a:xfrm>
                  <a:off x="630" y="2583"/>
                  <a:ext cx="693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795" name="Google Shape;1795;p24"/>
              <p:cNvSpPr/>
              <p:nvPr/>
            </p:nvSpPr>
            <p:spPr>
              <a:xfrm>
                <a:off x="5249" y="432"/>
                <a:ext cx="68" cy="2286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6" name="Google Shape;1796;p24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7" name="Google Shape;1797;p24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8" name="Google Shape;1798;p24"/>
              <p:cNvSpPr/>
              <p:nvPr/>
            </p:nvSpPr>
            <p:spPr>
              <a:xfrm>
                <a:off x="5516" y="2611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9" name="Google Shape;1799;p24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0" name="Google Shape;1800;p24"/>
              <p:cNvSpPr/>
              <p:nvPr/>
            </p:nvSpPr>
            <p:spPr>
              <a:xfrm>
                <a:off x="4140" y="2677"/>
                <a:ext cx="1201" cy="148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1" name="Google Shape;1801;p24"/>
              <p:cNvSpPr/>
              <p:nvPr/>
            </p:nvSpPr>
            <p:spPr>
              <a:xfrm>
                <a:off x="4205" y="2712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2" name="Google Shape;1802;p24"/>
              <p:cNvSpPr/>
              <p:nvPr/>
            </p:nvSpPr>
            <p:spPr>
              <a:xfrm>
                <a:off x="4309" y="2383"/>
                <a:ext cx="156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3" name="Google Shape;1803;p24"/>
              <p:cNvSpPr/>
              <p:nvPr/>
            </p:nvSpPr>
            <p:spPr>
              <a:xfrm>
                <a:off x="4485" y="2383"/>
                <a:ext cx="163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4" name="Google Shape;1804;p24"/>
              <p:cNvSpPr/>
              <p:nvPr/>
            </p:nvSpPr>
            <p:spPr>
              <a:xfrm>
                <a:off x="4661" y="2380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5" name="Google Shape;1805;p24"/>
              <p:cNvSpPr/>
              <p:nvPr/>
            </p:nvSpPr>
            <p:spPr>
              <a:xfrm>
                <a:off x="5061" y="1835"/>
                <a:ext cx="88" cy="762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0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25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overview (continued)</a:t>
            </a:r>
            <a:endParaRPr sz="4400"/>
          </a:p>
        </p:txBody>
      </p:sp>
      <p:sp>
        <p:nvSpPr>
          <p:cNvPr id="1812" name="Google Shape;1812;p2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3" name="Google Shape;1813;p25"/>
          <p:cNvSpPr txBox="1"/>
          <p:nvPr/>
        </p:nvSpPr>
        <p:spPr>
          <a:xfrm>
            <a:off x="947614" y="1548630"/>
            <a:ext cx="5551487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 uses TCP: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initiates TCP connection (creates socket) to server,  port 80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 accepts TCP connection from client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messages (application-layer protocol messages) exchanged between browser (HTTP client) and Web server (HTTP server)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closed</a:t>
            </a:r>
            <a:endParaRPr/>
          </a:p>
        </p:txBody>
      </p:sp>
      <p:sp>
        <p:nvSpPr>
          <p:cNvPr id="1814" name="Google Shape;1814;p25"/>
          <p:cNvSpPr txBox="1"/>
          <p:nvPr/>
        </p:nvSpPr>
        <p:spPr>
          <a:xfrm>
            <a:off x="6909801" y="1582098"/>
            <a:ext cx="5053013" cy="1705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 is “stateless”</a:t>
            </a:r>
            <a:endParaRPr b="0" i="1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 maintains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information about past client requests</a:t>
            </a:r>
            <a:endParaRPr/>
          </a:p>
        </p:txBody>
      </p:sp>
      <p:grpSp>
        <p:nvGrpSpPr>
          <p:cNvPr id="1815" name="Google Shape;1815;p25"/>
          <p:cNvGrpSpPr/>
          <p:nvPr/>
        </p:nvGrpSpPr>
        <p:grpSpPr>
          <a:xfrm>
            <a:off x="6909802" y="3209500"/>
            <a:ext cx="5282198" cy="3248103"/>
            <a:chOff x="6909802" y="3209500"/>
            <a:chExt cx="5282198" cy="3248103"/>
          </a:xfrm>
        </p:grpSpPr>
        <p:sp>
          <p:nvSpPr>
            <p:cNvPr id="1816" name="Google Shape;1816;p25"/>
            <p:cNvSpPr/>
            <p:nvPr/>
          </p:nvSpPr>
          <p:spPr>
            <a:xfrm>
              <a:off x="10186403" y="3383184"/>
              <a:ext cx="828675" cy="295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7" name="Google Shape;1817;p25"/>
            <p:cNvSpPr/>
            <p:nvPr/>
          </p:nvSpPr>
          <p:spPr>
            <a:xfrm>
              <a:off x="6909802" y="3449212"/>
              <a:ext cx="5053013" cy="2847974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8" name="Google Shape;1818;p25"/>
            <p:cNvSpPr/>
            <p:nvPr/>
          </p:nvSpPr>
          <p:spPr>
            <a:xfrm>
              <a:off x="9795878" y="3287287"/>
              <a:ext cx="828675" cy="295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9" name="Google Shape;1819;p25"/>
            <p:cNvSpPr/>
            <p:nvPr/>
          </p:nvSpPr>
          <p:spPr>
            <a:xfrm>
              <a:off x="7138987" y="3609628"/>
              <a:ext cx="5053013" cy="284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protocols that maintain “state” are complex!</a:t>
              </a:r>
              <a:endParaRPr/>
            </a:p>
            <a:p>
              <a:pPr indent="-342900" lvl="0" marL="3429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past history (state) must be maintained</a:t>
              </a:r>
              <a:endParaRPr/>
            </a:p>
            <a:p>
              <a:pPr indent="-342900" lvl="0" marL="3429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server/client crashes, their views of “state” may be inconsistent, must be reconciled</a:t>
              </a:r>
              <a:endParaRPr/>
            </a:p>
            <a:p>
              <a:pPr indent="-213359" lvl="0" marL="342900" marR="0" rtl="0" algn="l">
                <a:lnSpc>
                  <a:spcPct val="100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0" name="Google Shape;1820;p25"/>
            <p:cNvSpPr txBox="1"/>
            <p:nvPr/>
          </p:nvSpPr>
          <p:spPr>
            <a:xfrm>
              <a:off x="9716532" y="3209500"/>
              <a:ext cx="94609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aside</a:t>
              </a:r>
              <a:endParaRPr/>
            </a:p>
          </p:txBody>
        </p:sp>
      </p:grpSp>
      <p:sp>
        <p:nvSpPr>
          <p:cNvPr id="1821" name="Google Shape;1821;p25"/>
          <p:cNvSpPr/>
          <p:nvPr/>
        </p:nvSpPr>
        <p:spPr>
          <a:xfrm>
            <a:off x="1526651" y="5894958"/>
            <a:ext cx="2687540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HTTP/1.0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6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26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connections: two types</a:t>
            </a:r>
            <a:endParaRPr sz="4400"/>
          </a:p>
        </p:txBody>
      </p:sp>
      <p:sp>
        <p:nvSpPr>
          <p:cNvPr id="1828" name="Google Shape;1828;p2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9" name="Google Shape;1829;p26"/>
          <p:cNvSpPr txBox="1"/>
          <p:nvPr/>
        </p:nvSpPr>
        <p:spPr>
          <a:xfrm>
            <a:off x="798690" y="1543086"/>
            <a:ext cx="503940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Non-persistent HTTP</a:t>
            </a:r>
            <a:endParaRPr/>
          </a:p>
          <a:p>
            <a:pPr indent="-514350" lvl="0" marL="6445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opened</a:t>
            </a:r>
            <a:endParaRPr/>
          </a:p>
          <a:p>
            <a:pPr indent="-514350" lvl="0" marL="6445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most one object sent over TCP connection</a:t>
            </a:r>
            <a:endParaRPr/>
          </a:p>
          <a:p>
            <a:pPr indent="-514350" lvl="0" marL="6445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closed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downloading multiple objects required multiple connections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0" name="Google Shape;1830;p26"/>
          <p:cNvSpPr txBox="1"/>
          <p:nvPr/>
        </p:nvSpPr>
        <p:spPr>
          <a:xfrm>
            <a:off x="6781215" y="1543086"/>
            <a:ext cx="503940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Persistent HTTP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opened to a server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 objects can be sent over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TCP connection between client, and that server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closed</a:t>
            </a:r>
            <a:endParaRPr/>
          </a:p>
          <a:p>
            <a:pPr indent="-190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27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Non-persistent HTTP: example</a:t>
            </a:r>
            <a:endParaRPr sz="4400"/>
          </a:p>
        </p:txBody>
      </p:sp>
      <p:sp>
        <p:nvSpPr>
          <p:cNvPr id="1837" name="Google Shape;1837;p2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38" name="Google Shape;1838;p27"/>
          <p:cNvCxnSpPr/>
          <p:nvPr/>
        </p:nvCxnSpPr>
        <p:spPr>
          <a:xfrm>
            <a:off x="798691" y="2868166"/>
            <a:ext cx="10658" cy="3480471"/>
          </a:xfrm>
          <a:prstGeom prst="straightConnector1">
            <a:avLst/>
          </a:prstGeom>
          <a:noFill/>
          <a:ln cap="flat" cmpd="sng" w="19050">
            <a:solidFill>
              <a:srgbClr val="A5A5A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39" name="Google Shape;1839;p27"/>
          <p:cNvSpPr/>
          <p:nvPr/>
        </p:nvSpPr>
        <p:spPr>
          <a:xfrm>
            <a:off x="490358" y="5641558"/>
            <a:ext cx="657225" cy="2952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0" name="Google Shape;1840;p27"/>
          <p:cNvSpPr txBox="1"/>
          <p:nvPr/>
        </p:nvSpPr>
        <p:spPr>
          <a:xfrm>
            <a:off x="809349" y="1351435"/>
            <a:ext cx="794226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enters URL:</a:t>
            </a:r>
            <a:endParaRPr/>
          </a:p>
        </p:txBody>
      </p:sp>
      <p:sp>
        <p:nvSpPr>
          <p:cNvPr id="1841" name="Google Shape;1841;p27"/>
          <p:cNvSpPr txBox="1"/>
          <p:nvPr/>
        </p:nvSpPr>
        <p:spPr>
          <a:xfrm>
            <a:off x="944384" y="2447251"/>
            <a:ext cx="4850242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1a</a:t>
            </a: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 client initiates TCP connection to HTTP server (process) at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www.someSchool.edu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 port 80</a:t>
            </a:r>
            <a:endParaRPr/>
          </a:p>
        </p:txBody>
      </p:sp>
      <p:sp>
        <p:nvSpPr>
          <p:cNvPr id="1842" name="Google Shape;1842;p27"/>
          <p:cNvSpPr/>
          <p:nvPr/>
        </p:nvSpPr>
        <p:spPr>
          <a:xfrm>
            <a:off x="1172983" y="4077834"/>
            <a:ext cx="4216535" cy="1076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 client sends HTTP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request message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(containing URL) into TCP connection socket. Message indicates that client wants object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someDepartment/home.index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3" name="Google Shape;1843;p27"/>
          <p:cNvSpPr/>
          <p:nvPr/>
        </p:nvSpPr>
        <p:spPr>
          <a:xfrm>
            <a:off x="6717018" y="2733157"/>
            <a:ext cx="5389528" cy="1504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1b</a:t>
            </a: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 server at host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www.someSchool.edu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waiting for TCP connection at port 80  “accepts” connection, notifying client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4" name="Google Shape;1844;p27"/>
          <p:cNvSpPr/>
          <p:nvPr/>
        </p:nvSpPr>
        <p:spPr>
          <a:xfrm>
            <a:off x="6843976" y="4739906"/>
            <a:ext cx="539487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server receives request message, forms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response message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containing requested object, and sends message into its socket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5" name="Google Shape;1845;p27"/>
          <p:cNvCxnSpPr/>
          <p:nvPr/>
        </p:nvCxnSpPr>
        <p:spPr>
          <a:xfrm>
            <a:off x="5102530" y="4961816"/>
            <a:ext cx="1800180" cy="601955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6" name="Google Shape;1846;p27"/>
          <p:cNvCxnSpPr/>
          <p:nvPr/>
        </p:nvCxnSpPr>
        <p:spPr>
          <a:xfrm flipH="1">
            <a:off x="5389517" y="5671992"/>
            <a:ext cx="1410287" cy="891868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47" name="Google Shape;1847;p27"/>
          <p:cNvSpPr txBox="1"/>
          <p:nvPr/>
        </p:nvSpPr>
        <p:spPr>
          <a:xfrm>
            <a:off x="499883" y="5563771"/>
            <a:ext cx="673100" cy="406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cxnSp>
        <p:nvCxnSpPr>
          <p:cNvPr id="1848" name="Google Shape;1848;p27"/>
          <p:cNvCxnSpPr/>
          <p:nvPr/>
        </p:nvCxnSpPr>
        <p:spPr>
          <a:xfrm>
            <a:off x="5156851" y="2779258"/>
            <a:ext cx="1551025" cy="523875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9" name="Google Shape;1849;p27"/>
          <p:cNvCxnSpPr/>
          <p:nvPr/>
        </p:nvCxnSpPr>
        <p:spPr>
          <a:xfrm flipH="1">
            <a:off x="5102530" y="3366635"/>
            <a:ext cx="1551026" cy="1006986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50" name="Google Shape;1850;p27"/>
          <p:cNvSpPr txBox="1"/>
          <p:nvPr/>
        </p:nvSpPr>
        <p:spPr>
          <a:xfrm>
            <a:off x="4677390" y="1660654"/>
            <a:ext cx="63784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(containing text, references to 10 jpeg images)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1" name="Google Shape;1851;p27"/>
          <p:cNvSpPr/>
          <p:nvPr/>
        </p:nvSpPr>
        <p:spPr>
          <a:xfrm>
            <a:off x="3508021" y="1414937"/>
            <a:ext cx="794226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300"/>
              <a:buFont typeface="Noto Sans Symbols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www.someSchool.edu/someDepartment/home.index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852" name="Google Shape;1852;p27"/>
          <p:cNvGrpSpPr/>
          <p:nvPr/>
        </p:nvGrpSpPr>
        <p:grpSpPr>
          <a:xfrm>
            <a:off x="371687" y="2060763"/>
            <a:ext cx="784845" cy="730423"/>
            <a:chOff x="-44" y="1473"/>
            <a:chExt cx="981" cy="1105"/>
          </a:xfrm>
        </p:grpSpPr>
        <p:pic>
          <p:nvPicPr>
            <p:cNvPr descr="desktop_computer_stylized_medium" id="1853" name="Google Shape;1853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4" name="Google Shape;1854;p2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5" name="Google Shape;1855;p27"/>
          <p:cNvGrpSpPr/>
          <p:nvPr/>
        </p:nvGrpSpPr>
        <p:grpSpPr>
          <a:xfrm>
            <a:off x="6367322" y="2347016"/>
            <a:ext cx="286234" cy="640019"/>
            <a:chOff x="4140" y="429"/>
            <a:chExt cx="1425" cy="2396"/>
          </a:xfrm>
        </p:grpSpPr>
        <p:sp>
          <p:nvSpPr>
            <p:cNvPr id="1856" name="Google Shape;1856;p2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27"/>
            <p:cNvSpPr/>
            <p:nvPr/>
          </p:nvSpPr>
          <p:spPr>
            <a:xfrm>
              <a:off x="4205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2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2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27"/>
            <p:cNvSpPr/>
            <p:nvPr/>
          </p:nvSpPr>
          <p:spPr>
            <a:xfrm>
              <a:off x="4212" y="693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61" name="Google Shape;1861;p27"/>
            <p:cNvGrpSpPr/>
            <p:nvPr/>
          </p:nvGrpSpPr>
          <p:grpSpPr>
            <a:xfrm>
              <a:off x="4748" y="669"/>
              <a:ext cx="583" cy="140"/>
              <a:chOff x="613" y="2569"/>
              <a:chExt cx="727" cy="134"/>
            </a:xfrm>
          </p:grpSpPr>
          <p:sp>
            <p:nvSpPr>
              <p:cNvPr id="1862" name="Google Shape;1862;p27"/>
              <p:cNvSpPr/>
              <p:nvPr/>
            </p:nvSpPr>
            <p:spPr>
              <a:xfrm>
                <a:off x="613" y="2569"/>
                <a:ext cx="727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3" name="Google Shape;1863;p27"/>
              <p:cNvSpPr/>
              <p:nvPr/>
            </p:nvSpPr>
            <p:spPr>
              <a:xfrm>
                <a:off x="629" y="2586"/>
                <a:ext cx="694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64" name="Google Shape;1864;p27"/>
            <p:cNvSpPr/>
            <p:nvPr/>
          </p:nvSpPr>
          <p:spPr>
            <a:xfrm>
              <a:off x="4225" y="1019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65" name="Google Shape;1865;p27"/>
            <p:cNvGrpSpPr/>
            <p:nvPr/>
          </p:nvGrpSpPr>
          <p:grpSpPr>
            <a:xfrm>
              <a:off x="4749" y="995"/>
              <a:ext cx="579" cy="133"/>
              <a:chOff x="616" y="2569"/>
              <a:chExt cx="723" cy="138"/>
            </a:xfrm>
          </p:grpSpPr>
          <p:sp>
            <p:nvSpPr>
              <p:cNvPr id="1866" name="Google Shape;1866;p27"/>
              <p:cNvSpPr/>
              <p:nvPr/>
            </p:nvSpPr>
            <p:spPr>
              <a:xfrm>
                <a:off x="616" y="2569"/>
                <a:ext cx="723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7" name="Google Shape;1867;p27"/>
              <p:cNvSpPr/>
              <p:nvPr/>
            </p:nvSpPr>
            <p:spPr>
              <a:xfrm>
                <a:off x="632" y="2588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68" name="Google Shape;1868;p27"/>
            <p:cNvSpPr/>
            <p:nvPr/>
          </p:nvSpPr>
          <p:spPr>
            <a:xfrm>
              <a:off x="4218" y="1357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27"/>
            <p:cNvSpPr/>
            <p:nvPr/>
          </p:nvSpPr>
          <p:spPr>
            <a:xfrm>
              <a:off x="4228" y="1654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70" name="Google Shape;1870;p27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871" name="Google Shape;1871;p27"/>
              <p:cNvSpPr/>
              <p:nvPr/>
            </p:nvSpPr>
            <p:spPr>
              <a:xfrm>
                <a:off x="614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2" name="Google Shape;1872;p27"/>
              <p:cNvSpPr/>
              <p:nvPr/>
            </p:nvSpPr>
            <p:spPr>
              <a:xfrm>
                <a:off x="631" y="2584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73" name="Google Shape;1873;p2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74" name="Google Shape;1874;p27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75" name="Google Shape;1875;p27"/>
              <p:cNvSpPr/>
              <p:nvPr/>
            </p:nvSpPr>
            <p:spPr>
              <a:xfrm>
                <a:off x="614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6" name="Google Shape;1876;p27"/>
              <p:cNvSpPr/>
              <p:nvPr/>
            </p:nvSpPr>
            <p:spPr>
              <a:xfrm>
                <a:off x="630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77" name="Google Shape;1877;p27"/>
            <p:cNvSpPr/>
            <p:nvPr/>
          </p:nvSpPr>
          <p:spPr>
            <a:xfrm>
              <a:off x="5249" y="432"/>
              <a:ext cx="68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2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2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27"/>
            <p:cNvSpPr/>
            <p:nvPr/>
          </p:nvSpPr>
          <p:spPr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2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27"/>
            <p:cNvSpPr/>
            <p:nvPr/>
          </p:nvSpPr>
          <p:spPr>
            <a:xfrm>
              <a:off x="4140" y="2677"/>
              <a:ext cx="1201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27"/>
            <p:cNvSpPr/>
            <p:nvPr/>
          </p:nvSpPr>
          <p:spPr>
            <a:xfrm>
              <a:off x="4205" y="2712"/>
              <a:ext cx="1070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27"/>
            <p:cNvSpPr/>
            <p:nvPr/>
          </p:nvSpPr>
          <p:spPr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27"/>
            <p:cNvSpPr/>
            <p:nvPr/>
          </p:nvSpPr>
          <p:spPr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p27"/>
            <p:cNvSpPr/>
            <p:nvPr/>
          </p:nvSpPr>
          <p:spPr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p27"/>
            <p:cNvSpPr/>
            <p:nvPr/>
          </p:nvSpPr>
          <p:spPr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p28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Non-persistent HTTP: example (cont.)</a:t>
            </a:r>
            <a:endParaRPr sz="4400"/>
          </a:p>
        </p:txBody>
      </p:sp>
      <p:sp>
        <p:nvSpPr>
          <p:cNvPr id="1894" name="Google Shape;1894;p2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5" name="Google Shape;1895;p28"/>
          <p:cNvSpPr txBox="1"/>
          <p:nvPr/>
        </p:nvSpPr>
        <p:spPr>
          <a:xfrm>
            <a:off x="809349" y="1351435"/>
            <a:ext cx="794226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enters URL:</a:t>
            </a:r>
            <a:endParaRPr/>
          </a:p>
        </p:txBody>
      </p:sp>
      <p:sp>
        <p:nvSpPr>
          <p:cNvPr id="1896" name="Google Shape;1896;p28"/>
          <p:cNvSpPr txBox="1"/>
          <p:nvPr/>
        </p:nvSpPr>
        <p:spPr>
          <a:xfrm>
            <a:off x="4677390" y="1660654"/>
            <a:ext cx="63784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(containing text, references to 10 jpeg images)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7" name="Google Shape;1897;p28"/>
          <p:cNvSpPr/>
          <p:nvPr/>
        </p:nvSpPr>
        <p:spPr>
          <a:xfrm>
            <a:off x="3508021" y="1414937"/>
            <a:ext cx="794226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300"/>
              <a:buFont typeface="Noto Sans Symbols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www.someSchool.edu/someDepartment/home.index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898" name="Google Shape;1898;p28"/>
          <p:cNvGrpSpPr/>
          <p:nvPr/>
        </p:nvGrpSpPr>
        <p:grpSpPr>
          <a:xfrm>
            <a:off x="371687" y="2060763"/>
            <a:ext cx="784845" cy="730423"/>
            <a:chOff x="-44" y="1473"/>
            <a:chExt cx="981" cy="1105"/>
          </a:xfrm>
        </p:grpSpPr>
        <p:pic>
          <p:nvPicPr>
            <p:cNvPr descr="desktop_computer_stylized_medium" id="1899" name="Google Shape;1899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0" name="Google Shape;1900;p2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1" name="Google Shape;1901;p28"/>
          <p:cNvGrpSpPr/>
          <p:nvPr/>
        </p:nvGrpSpPr>
        <p:grpSpPr>
          <a:xfrm>
            <a:off x="6367322" y="2347016"/>
            <a:ext cx="286234" cy="640019"/>
            <a:chOff x="4140" y="429"/>
            <a:chExt cx="1425" cy="2396"/>
          </a:xfrm>
        </p:grpSpPr>
        <p:sp>
          <p:nvSpPr>
            <p:cNvPr id="1902" name="Google Shape;1902;p2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28"/>
            <p:cNvSpPr/>
            <p:nvPr/>
          </p:nvSpPr>
          <p:spPr>
            <a:xfrm>
              <a:off x="4205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2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2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28"/>
            <p:cNvSpPr/>
            <p:nvPr/>
          </p:nvSpPr>
          <p:spPr>
            <a:xfrm>
              <a:off x="4212" y="693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07" name="Google Shape;1907;p28"/>
            <p:cNvGrpSpPr/>
            <p:nvPr/>
          </p:nvGrpSpPr>
          <p:grpSpPr>
            <a:xfrm>
              <a:off x="4748" y="669"/>
              <a:ext cx="583" cy="140"/>
              <a:chOff x="613" y="2569"/>
              <a:chExt cx="727" cy="134"/>
            </a:xfrm>
          </p:grpSpPr>
          <p:sp>
            <p:nvSpPr>
              <p:cNvPr id="1908" name="Google Shape;1908;p28"/>
              <p:cNvSpPr/>
              <p:nvPr/>
            </p:nvSpPr>
            <p:spPr>
              <a:xfrm>
                <a:off x="613" y="2569"/>
                <a:ext cx="727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9" name="Google Shape;1909;p28"/>
              <p:cNvSpPr/>
              <p:nvPr/>
            </p:nvSpPr>
            <p:spPr>
              <a:xfrm>
                <a:off x="629" y="2586"/>
                <a:ext cx="694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10" name="Google Shape;1910;p28"/>
            <p:cNvSpPr/>
            <p:nvPr/>
          </p:nvSpPr>
          <p:spPr>
            <a:xfrm>
              <a:off x="4225" y="1019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11" name="Google Shape;1911;p28"/>
            <p:cNvGrpSpPr/>
            <p:nvPr/>
          </p:nvGrpSpPr>
          <p:grpSpPr>
            <a:xfrm>
              <a:off x="4749" y="995"/>
              <a:ext cx="579" cy="133"/>
              <a:chOff x="616" y="2569"/>
              <a:chExt cx="723" cy="138"/>
            </a:xfrm>
          </p:grpSpPr>
          <p:sp>
            <p:nvSpPr>
              <p:cNvPr id="1912" name="Google Shape;1912;p28"/>
              <p:cNvSpPr/>
              <p:nvPr/>
            </p:nvSpPr>
            <p:spPr>
              <a:xfrm>
                <a:off x="616" y="2569"/>
                <a:ext cx="723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3" name="Google Shape;1913;p28"/>
              <p:cNvSpPr/>
              <p:nvPr/>
            </p:nvSpPr>
            <p:spPr>
              <a:xfrm>
                <a:off x="632" y="2588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14" name="Google Shape;1914;p28"/>
            <p:cNvSpPr/>
            <p:nvPr/>
          </p:nvSpPr>
          <p:spPr>
            <a:xfrm>
              <a:off x="4218" y="1357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28"/>
            <p:cNvSpPr/>
            <p:nvPr/>
          </p:nvSpPr>
          <p:spPr>
            <a:xfrm>
              <a:off x="4228" y="1654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16" name="Google Shape;1916;p28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17" name="Google Shape;1917;p28"/>
              <p:cNvSpPr/>
              <p:nvPr/>
            </p:nvSpPr>
            <p:spPr>
              <a:xfrm>
                <a:off x="614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8" name="Google Shape;1918;p28"/>
              <p:cNvSpPr/>
              <p:nvPr/>
            </p:nvSpPr>
            <p:spPr>
              <a:xfrm>
                <a:off x="631" y="2584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19" name="Google Shape;1919;p2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20" name="Google Shape;1920;p28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921" name="Google Shape;1921;p28"/>
              <p:cNvSpPr/>
              <p:nvPr/>
            </p:nvSpPr>
            <p:spPr>
              <a:xfrm>
                <a:off x="614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2" name="Google Shape;1922;p28"/>
              <p:cNvSpPr/>
              <p:nvPr/>
            </p:nvSpPr>
            <p:spPr>
              <a:xfrm>
                <a:off x="630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23" name="Google Shape;1923;p28"/>
            <p:cNvSpPr/>
            <p:nvPr/>
          </p:nvSpPr>
          <p:spPr>
            <a:xfrm>
              <a:off x="5249" y="432"/>
              <a:ext cx="68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2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2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28"/>
            <p:cNvSpPr/>
            <p:nvPr/>
          </p:nvSpPr>
          <p:spPr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2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28"/>
            <p:cNvSpPr/>
            <p:nvPr/>
          </p:nvSpPr>
          <p:spPr>
            <a:xfrm>
              <a:off x="4140" y="2677"/>
              <a:ext cx="1201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p28"/>
            <p:cNvSpPr/>
            <p:nvPr/>
          </p:nvSpPr>
          <p:spPr>
            <a:xfrm>
              <a:off x="4205" y="2712"/>
              <a:ext cx="1070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p28"/>
            <p:cNvSpPr/>
            <p:nvPr/>
          </p:nvSpPr>
          <p:spPr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28"/>
            <p:cNvSpPr/>
            <p:nvPr/>
          </p:nvSpPr>
          <p:spPr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28"/>
            <p:cNvSpPr/>
            <p:nvPr/>
          </p:nvSpPr>
          <p:spPr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28"/>
            <p:cNvSpPr/>
            <p:nvPr/>
          </p:nvSpPr>
          <p:spPr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34" name="Google Shape;1934;p28"/>
          <p:cNvSpPr txBox="1"/>
          <p:nvPr/>
        </p:nvSpPr>
        <p:spPr>
          <a:xfrm>
            <a:off x="798691" y="3200188"/>
            <a:ext cx="5085273" cy="2010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 client receives response message containing html file, displays html.  Parsing html file, finds 10 referenced jpeg  objects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5" name="Google Shape;1935;p28"/>
          <p:cNvSpPr/>
          <p:nvPr/>
        </p:nvSpPr>
        <p:spPr>
          <a:xfrm>
            <a:off x="970480" y="4851930"/>
            <a:ext cx="3810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6.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Steps 1-5 repeated for each of 10 jpeg objects</a:t>
            </a:r>
            <a:endParaRPr/>
          </a:p>
        </p:txBody>
      </p:sp>
      <p:sp>
        <p:nvSpPr>
          <p:cNvPr id="1936" name="Google Shape;1936;p28"/>
          <p:cNvSpPr/>
          <p:nvPr/>
        </p:nvSpPr>
        <p:spPr>
          <a:xfrm>
            <a:off x="6706580" y="2782360"/>
            <a:ext cx="38100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 server closes TCP connection. </a:t>
            </a:r>
            <a:endParaRPr/>
          </a:p>
        </p:txBody>
      </p:sp>
      <p:cxnSp>
        <p:nvCxnSpPr>
          <p:cNvPr id="1937" name="Google Shape;1937;p28"/>
          <p:cNvCxnSpPr/>
          <p:nvPr/>
        </p:nvCxnSpPr>
        <p:spPr>
          <a:xfrm flipH="1">
            <a:off x="5587465" y="3200187"/>
            <a:ext cx="1095375" cy="523875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8" name="Google Shape;1938;p28"/>
          <p:cNvCxnSpPr/>
          <p:nvPr/>
        </p:nvCxnSpPr>
        <p:spPr>
          <a:xfrm>
            <a:off x="798691" y="2868166"/>
            <a:ext cx="10658" cy="3480471"/>
          </a:xfrm>
          <a:prstGeom prst="straightConnector1">
            <a:avLst/>
          </a:prstGeom>
          <a:noFill/>
          <a:ln cap="flat" cmpd="sng" w="19050">
            <a:solidFill>
              <a:srgbClr val="A5A5A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39" name="Google Shape;1939;p28"/>
          <p:cNvSpPr/>
          <p:nvPr/>
        </p:nvSpPr>
        <p:spPr>
          <a:xfrm>
            <a:off x="490358" y="5641558"/>
            <a:ext cx="657225" cy="2952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0" name="Google Shape;1940;p28"/>
          <p:cNvSpPr txBox="1"/>
          <p:nvPr/>
        </p:nvSpPr>
        <p:spPr>
          <a:xfrm>
            <a:off x="499883" y="5563771"/>
            <a:ext cx="673100" cy="406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29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Non-persistent HTTP: response time</a:t>
            </a:r>
            <a:endParaRPr sz="4400"/>
          </a:p>
        </p:txBody>
      </p:sp>
      <p:sp>
        <p:nvSpPr>
          <p:cNvPr id="1947" name="Google Shape;1947;p2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8" name="Google Shape;1948;p29"/>
          <p:cNvSpPr txBox="1"/>
          <p:nvPr/>
        </p:nvSpPr>
        <p:spPr>
          <a:xfrm>
            <a:off x="736393" y="1919178"/>
            <a:ext cx="5683502" cy="33373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RTT (definition):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time for a small packet to travel from client to server and back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 response time (per object):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RTT to initiate TCP connection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RTT for HTTP request and first few bytes of HTTP response to return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obect/file transmission time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9" name="Google Shape;1949;p29"/>
          <p:cNvCxnSpPr/>
          <p:nvPr/>
        </p:nvCxnSpPr>
        <p:spPr>
          <a:xfrm>
            <a:off x="8197229" y="2671284"/>
            <a:ext cx="0" cy="2832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950" name="Google Shape;1950;p29"/>
          <p:cNvCxnSpPr/>
          <p:nvPr/>
        </p:nvCxnSpPr>
        <p:spPr>
          <a:xfrm>
            <a:off x="9887916" y="2664934"/>
            <a:ext cx="0" cy="2881312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951" name="Google Shape;1951;p29"/>
          <p:cNvCxnSpPr/>
          <p:nvPr/>
        </p:nvCxnSpPr>
        <p:spPr>
          <a:xfrm>
            <a:off x="8211516" y="2903059"/>
            <a:ext cx="1684338" cy="390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2" name="Google Shape;1952;p29"/>
          <p:cNvCxnSpPr/>
          <p:nvPr/>
        </p:nvCxnSpPr>
        <p:spPr>
          <a:xfrm flipH="1">
            <a:off x="8197229" y="3341209"/>
            <a:ext cx="1673225" cy="4032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3" name="Google Shape;1953;p29"/>
          <p:cNvCxnSpPr/>
          <p:nvPr/>
        </p:nvCxnSpPr>
        <p:spPr>
          <a:xfrm>
            <a:off x="8205166" y="3849209"/>
            <a:ext cx="1684338" cy="390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4" name="Google Shape;1954;p29"/>
          <p:cNvSpPr/>
          <p:nvPr/>
        </p:nvSpPr>
        <p:spPr>
          <a:xfrm>
            <a:off x="9903942" y="4249143"/>
            <a:ext cx="99857" cy="161739"/>
          </a:xfrm>
          <a:prstGeom prst="rightBrace">
            <a:avLst>
              <a:gd fmla="val 2039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5" name="Google Shape;1955;p29"/>
          <p:cNvSpPr txBox="1"/>
          <p:nvPr/>
        </p:nvSpPr>
        <p:spPr>
          <a:xfrm>
            <a:off x="9997454" y="3944459"/>
            <a:ext cx="1123577" cy="879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time to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transmit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file</a:t>
            </a:r>
            <a:endParaRPr/>
          </a:p>
        </p:txBody>
      </p:sp>
      <p:cxnSp>
        <p:nvCxnSpPr>
          <p:cNvPr id="1956" name="Google Shape;1956;p29"/>
          <p:cNvCxnSpPr/>
          <p:nvPr/>
        </p:nvCxnSpPr>
        <p:spPr>
          <a:xfrm>
            <a:off x="7806704" y="2877659"/>
            <a:ext cx="390525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7" name="Google Shape;1957;p29"/>
          <p:cNvSpPr txBox="1"/>
          <p:nvPr/>
        </p:nvSpPr>
        <p:spPr>
          <a:xfrm>
            <a:off x="6516660" y="2563010"/>
            <a:ext cx="1363707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initiate TCP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/>
          </a:p>
        </p:txBody>
      </p:sp>
      <p:sp>
        <p:nvSpPr>
          <p:cNvPr id="1958" name="Google Shape;1958;p29"/>
          <p:cNvSpPr/>
          <p:nvPr/>
        </p:nvSpPr>
        <p:spPr>
          <a:xfrm>
            <a:off x="7941641" y="2928459"/>
            <a:ext cx="128588" cy="803275"/>
          </a:xfrm>
          <a:prstGeom prst="leftBrace">
            <a:avLst>
              <a:gd fmla="val 52057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p29"/>
          <p:cNvSpPr txBox="1"/>
          <p:nvPr/>
        </p:nvSpPr>
        <p:spPr>
          <a:xfrm>
            <a:off x="7459041" y="3139596"/>
            <a:ext cx="575222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</a:t>
            </a:r>
            <a:endParaRPr/>
          </a:p>
        </p:txBody>
      </p:sp>
      <p:cxnSp>
        <p:nvCxnSpPr>
          <p:cNvPr id="1960" name="Google Shape;1960;p29"/>
          <p:cNvCxnSpPr/>
          <p:nvPr/>
        </p:nvCxnSpPr>
        <p:spPr>
          <a:xfrm>
            <a:off x="7855916" y="3782534"/>
            <a:ext cx="3540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1" name="Google Shape;1961;p29"/>
          <p:cNvSpPr txBox="1"/>
          <p:nvPr/>
        </p:nvSpPr>
        <p:spPr>
          <a:xfrm>
            <a:off x="6493113" y="3589815"/>
            <a:ext cx="1969956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request file</a:t>
            </a:r>
            <a:endParaRPr/>
          </a:p>
        </p:txBody>
      </p:sp>
      <p:sp>
        <p:nvSpPr>
          <p:cNvPr id="1962" name="Google Shape;1962;p29"/>
          <p:cNvSpPr/>
          <p:nvPr/>
        </p:nvSpPr>
        <p:spPr>
          <a:xfrm>
            <a:off x="7947991" y="3838096"/>
            <a:ext cx="128588" cy="803275"/>
          </a:xfrm>
          <a:prstGeom prst="leftBrace">
            <a:avLst>
              <a:gd fmla="val 52057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3" name="Google Shape;1963;p29"/>
          <p:cNvSpPr txBox="1"/>
          <p:nvPr/>
        </p:nvSpPr>
        <p:spPr>
          <a:xfrm>
            <a:off x="7478091" y="4061934"/>
            <a:ext cx="575222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</a:t>
            </a:r>
            <a:endParaRPr/>
          </a:p>
        </p:txBody>
      </p:sp>
      <p:cxnSp>
        <p:nvCxnSpPr>
          <p:cNvPr id="1964" name="Google Shape;1964;p29"/>
          <p:cNvCxnSpPr/>
          <p:nvPr/>
        </p:nvCxnSpPr>
        <p:spPr>
          <a:xfrm flipH="1">
            <a:off x="7818988" y="4805006"/>
            <a:ext cx="361323" cy="22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5" name="Google Shape;1965;p29"/>
          <p:cNvSpPr txBox="1"/>
          <p:nvPr/>
        </p:nvSpPr>
        <p:spPr>
          <a:xfrm>
            <a:off x="6405684" y="4617233"/>
            <a:ext cx="1647627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file received</a:t>
            </a:r>
            <a:endParaRPr/>
          </a:p>
        </p:txBody>
      </p:sp>
      <p:sp>
        <p:nvSpPr>
          <p:cNvPr id="1966" name="Google Shape;1966;p29"/>
          <p:cNvSpPr txBox="1"/>
          <p:nvPr/>
        </p:nvSpPr>
        <p:spPr>
          <a:xfrm>
            <a:off x="7971804" y="5517671"/>
            <a:ext cx="663964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sp>
        <p:nvSpPr>
          <p:cNvPr id="1967" name="Google Shape;1967;p29"/>
          <p:cNvSpPr txBox="1"/>
          <p:nvPr/>
        </p:nvSpPr>
        <p:spPr>
          <a:xfrm>
            <a:off x="9649791" y="5500209"/>
            <a:ext cx="66396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grpSp>
        <p:nvGrpSpPr>
          <p:cNvPr id="1968" name="Google Shape;1968;p29"/>
          <p:cNvGrpSpPr/>
          <p:nvPr/>
        </p:nvGrpSpPr>
        <p:grpSpPr>
          <a:xfrm>
            <a:off x="9687891" y="1898171"/>
            <a:ext cx="423863" cy="684213"/>
            <a:chOff x="4140" y="429"/>
            <a:chExt cx="1425" cy="2396"/>
          </a:xfrm>
        </p:grpSpPr>
        <p:sp>
          <p:nvSpPr>
            <p:cNvPr id="1969" name="Google Shape;1969;p2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0" name="Google Shape;1970;p29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1" name="Google Shape;1971;p2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2" name="Google Shape;1972;p2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3" name="Google Shape;1973;p29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74" name="Google Shape;1974;p29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1975" name="Google Shape;1975;p29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6" name="Google Shape;1976;p29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77" name="Google Shape;1977;p29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78" name="Google Shape;1978;p29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1979" name="Google Shape;1979;p29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0" name="Google Shape;1980;p29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81" name="Google Shape;1981;p29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2" name="Google Shape;1982;p29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83" name="Google Shape;1983;p29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1984" name="Google Shape;1984;p29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5" name="Google Shape;1985;p29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86" name="Google Shape;1986;p2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87" name="Google Shape;1987;p29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1988" name="Google Shape;1988;p29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9" name="Google Shape;1989;p29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90" name="Google Shape;1990;p29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1" name="Google Shape;1991;p2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2" name="Google Shape;1992;p2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3" name="Google Shape;1993;p29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4" name="Google Shape;1994;p2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5" name="Google Shape;1995;p29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6" name="Google Shape;1996;p29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7" name="Google Shape;1997;p29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8" name="Google Shape;1998;p29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9" name="Google Shape;1999;p29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0" name="Google Shape;2000;p29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1" name="Google Shape;2001;p29"/>
          <p:cNvGrpSpPr/>
          <p:nvPr/>
        </p:nvGrpSpPr>
        <p:grpSpPr>
          <a:xfrm>
            <a:off x="7686054" y="1920396"/>
            <a:ext cx="698500" cy="709613"/>
            <a:chOff x="-44" y="1473"/>
            <a:chExt cx="981" cy="1105"/>
          </a:xfrm>
        </p:grpSpPr>
        <p:pic>
          <p:nvPicPr>
            <p:cNvPr descr="desktop_computer_stylized_medium" id="2002" name="Google Shape;2002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3" name="Google Shape;2003;p2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4" name="Google Shape;2004;p29"/>
          <p:cNvSpPr/>
          <p:nvPr/>
        </p:nvSpPr>
        <p:spPr>
          <a:xfrm>
            <a:off x="8188984" y="4246818"/>
            <a:ext cx="1700270" cy="558188"/>
          </a:xfrm>
          <a:custGeom>
            <a:rect b="b" l="l" r="r" t="t"/>
            <a:pathLst>
              <a:path extrusionOk="0" h="558188" w="1700270">
                <a:moveTo>
                  <a:pt x="0" y="389262"/>
                </a:moveTo>
                <a:lnTo>
                  <a:pt x="1700270" y="0"/>
                </a:lnTo>
                <a:lnTo>
                  <a:pt x="1696598" y="176269"/>
                </a:lnTo>
                <a:lnTo>
                  <a:pt x="7344" y="558188"/>
                </a:lnTo>
                <a:lnTo>
                  <a:pt x="0" y="389262"/>
                </a:lnTo>
                <a:close/>
              </a:path>
            </a:pathLst>
          </a:custGeom>
          <a:solidFill>
            <a:srgbClr val="0000A8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5" name="Google Shape;2005;p29"/>
          <p:cNvSpPr/>
          <p:nvPr/>
        </p:nvSpPr>
        <p:spPr>
          <a:xfrm rot="10800000">
            <a:off x="8069711" y="4643267"/>
            <a:ext cx="99857" cy="161739"/>
          </a:xfrm>
          <a:prstGeom prst="rightBrace">
            <a:avLst>
              <a:gd fmla="val 2039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6" name="Google Shape;2006;p29"/>
          <p:cNvSpPr txBox="1"/>
          <p:nvPr/>
        </p:nvSpPr>
        <p:spPr>
          <a:xfrm>
            <a:off x="1056514" y="5919854"/>
            <a:ext cx="925724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Non-persistent HTTP response time =  2RTT+ file transmission  time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p30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Persistent HTTP </a:t>
            </a:r>
            <a:r>
              <a:rPr lang="en-US" sz="3200"/>
              <a:t>(HTTP 1.1)</a:t>
            </a:r>
            <a:endParaRPr sz="4400"/>
          </a:p>
        </p:txBody>
      </p:sp>
      <p:sp>
        <p:nvSpPr>
          <p:cNvPr id="2013" name="Google Shape;2013;p3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14" name="Google Shape;2014;p30"/>
          <p:cNvSpPr txBox="1"/>
          <p:nvPr/>
        </p:nvSpPr>
        <p:spPr>
          <a:xfrm>
            <a:off x="798691" y="1401764"/>
            <a:ext cx="5165547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2301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Non-persistent HTTP issues:</a:t>
            </a:r>
            <a:endParaRPr/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requires 2 RTTs per object</a:t>
            </a:r>
            <a:endParaRPr/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 overhead for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TCP connection</a:t>
            </a:r>
            <a:endParaRPr/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browsers often open multiple parallel TCP connections to fetch referenced objects in parallel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5" name="Google Shape;2015;p30"/>
          <p:cNvSpPr txBox="1"/>
          <p:nvPr/>
        </p:nvSpPr>
        <p:spPr>
          <a:xfrm>
            <a:off x="6227762" y="1414463"/>
            <a:ext cx="573505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2301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Persistent  HTTP 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(HTTP1.1):</a:t>
            </a:r>
            <a:endParaRPr b="0" i="1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 leaves connection open after sending response</a:t>
            </a:r>
            <a:endParaRPr/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subsequent HTTP messages  between same client/server sent over open connection</a:t>
            </a:r>
            <a:endParaRPr/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sends requests as soon as it encounters a referenced object</a:t>
            </a:r>
            <a:endParaRPr/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little as one RTT for all the referenced objects (cutting response time in half)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0" name="Shape 2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" name="Google Shape;2021;p31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request </a:t>
            </a:r>
            <a:r>
              <a:rPr lang="en-US"/>
              <a:t>m</a:t>
            </a:r>
            <a:r>
              <a:rPr lang="en-US" sz="4400"/>
              <a:t>essage</a:t>
            </a:r>
            <a:endParaRPr sz="4400"/>
          </a:p>
        </p:txBody>
      </p:sp>
      <p:sp>
        <p:nvSpPr>
          <p:cNvPr id="2022" name="Google Shape;2022;p3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3" name="Google Shape;2023;p31"/>
          <p:cNvSpPr txBox="1"/>
          <p:nvPr/>
        </p:nvSpPr>
        <p:spPr>
          <a:xfrm>
            <a:off x="533400" y="1444625"/>
            <a:ext cx="11658600" cy="14292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3363" lvl="0" marL="2333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types of HTTP messages: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 request message: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ASCII (human-readable format)</a:t>
            </a:r>
            <a:endParaRPr b="0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4" name="Google Shape;2024;p31"/>
          <p:cNvSpPr txBox="1"/>
          <p:nvPr/>
        </p:nvSpPr>
        <p:spPr>
          <a:xfrm>
            <a:off x="2771677" y="4189643"/>
            <a:ext cx="1071127" cy="757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header</a:t>
            </a:r>
            <a:endParaRPr/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lines</a:t>
            </a:r>
            <a:endParaRPr b="0" i="0" sz="28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5" name="Google Shape;2025;p31"/>
          <p:cNvSpPr txBox="1"/>
          <p:nvPr/>
        </p:nvSpPr>
        <p:spPr>
          <a:xfrm>
            <a:off x="4000046" y="3323999"/>
            <a:ext cx="7921878" cy="23429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GET /index.html HTTP/1.1\r\n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Host: www-net.cs.umass.edu\r\n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User-Agent: Mozilla/5.0 (Macintosh; Intel Mac OS X 10.15; rv:80.0) Gecko/20100101 Firefox/80.0 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Accept: text/html,application/xhtml+xml\r\n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Accept-Language: en-us,en;q=0.5\r\n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Accept-Encoding: gzip,deflate\r\n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Connection: keep-alive\r\n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\r\n</a:t>
            </a:r>
            <a:endParaRPr/>
          </a:p>
        </p:txBody>
      </p:sp>
      <p:grpSp>
        <p:nvGrpSpPr>
          <p:cNvPr id="2026" name="Google Shape;2026;p31"/>
          <p:cNvGrpSpPr/>
          <p:nvPr/>
        </p:nvGrpSpPr>
        <p:grpSpPr>
          <a:xfrm>
            <a:off x="7524296" y="2623511"/>
            <a:ext cx="2834575" cy="849313"/>
            <a:chOff x="7524296" y="2554061"/>
            <a:chExt cx="2834575" cy="849313"/>
          </a:xfrm>
        </p:grpSpPr>
        <p:cxnSp>
          <p:nvCxnSpPr>
            <p:cNvPr id="2027" name="Google Shape;2027;p31"/>
            <p:cNvCxnSpPr/>
            <p:nvPr/>
          </p:nvCxnSpPr>
          <p:spPr>
            <a:xfrm flipH="1">
              <a:off x="7524296" y="2841399"/>
              <a:ext cx="166688" cy="514350"/>
            </a:xfrm>
            <a:prstGeom prst="straightConnector1">
              <a:avLst/>
            </a:prstGeom>
            <a:noFill/>
            <a:ln cap="flat" cmpd="sng" w="9525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28" name="Google Shape;2028;p31"/>
            <p:cNvSpPr txBox="1"/>
            <p:nvPr/>
          </p:nvSpPr>
          <p:spPr>
            <a:xfrm>
              <a:off x="7575096" y="2554061"/>
              <a:ext cx="278377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carriage return character</a:t>
              </a:r>
              <a:endParaRPr/>
            </a:p>
          </p:txBody>
        </p:sp>
        <p:sp>
          <p:nvSpPr>
            <p:cNvPr id="2029" name="Google Shape;2029;p31"/>
            <p:cNvSpPr txBox="1"/>
            <p:nvPr/>
          </p:nvSpPr>
          <p:spPr>
            <a:xfrm>
              <a:off x="7727496" y="2850924"/>
              <a:ext cx="21493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line-feed character</a:t>
              </a:r>
              <a:endParaRPr/>
            </a:p>
          </p:txBody>
        </p:sp>
        <p:cxnSp>
          <p:nvCxnSpPr>
            <p:cNvPr id="2030" name="Google Shape;2030;p31"/>
            <p:cNvCxnSpPr/>
            <p:nvPr/>
          </p:nvCxnSpPr>
          <p:spPr>
            <a:xfrm flipH="1">
              <a:off x="7805284" y="3150961"/>
              <a:ext cx="80962" cy="252413"/>
            </a:xfrm>
            <a:prstGeom prst="straightConnector1">
              <a:avLst/>
            </a:prstGeom>
            <a:noFill/>
            <a:ln cap="flat" cmpd="sng" w="9525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031" name="Google Shape;2031;p31"/>
          <p:cNvGrpSpPr/>
          <p:nvPr/>
        </p:nvGrpSpPr>
        <p:grpSpPr>
          <a:xfrm>
            <a:off x="304572" y="3050979"/>
            <a:ext cx="3691165" cy="830997"/>
            <a:chOff x="304572" y="3050979"/>
            <a:chExt cx="3691165" cy="830997"/>
          </a:xfrm>
        </p:grpSpPr>
        <p:sp>
          <p:nvSpPr>
            <p:cNvPr id="2032" name="Google Shape;2032;p31"/>
            <p:cNvSpPr txBox="1"/>
            <p:nvPr/>
          </p:nvSpPr>
          <p:spPr>
            <a:xfrm>
              <a:off x="304572" y="3050979"/>
              <a:ext cx="3163155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request line (GET, POST,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HEAD commands)</a:t>
              </a:r>
              <a:endParaRPr b="0" i="0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33" name="Google Shape;2033;p31"/>
            <p:cNvCxnSpPr/>
            <p:nvPr/>
          </p:nvCxnSpPr>
          <p:spPr>
            <a:xfrm>
              <a:off x="2558822" y="3471412"/>
              <a:ext cx="1436915" cy="0"/>
            </a:xfrm>
            <a:prstGeom prst="straightConnector1">
              <a:avLst/>
            </a:prstGeom>
            <a:noFill/>
            <a:ln cap="flat" cmpd="sng" w="19050">
              <a:solidFill>
                <a:srgbClr val="0000A8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034" name="Google Shape;2034;p31"/>
          <p:cNvGrpSpPr/>
          <p:nvPr/>
        </p:nvGrpSpPr>
        <p:grpSpPr>
          <a:xfrm>
            <a:off x="743905" y="5548787"/>
            <a:ext cx="7763054" cy="1145473"/>
            <a:chOff x="743905" y="5548787"/>
            <a:chExt cx="7763054" cy="1145473"/>
          </a:xfrm>
        </p:grpSpPr>
        <p:cxnSp>
          <p:nvCxnSpPr>
            <p:cNvPr id="2035" name="Google Shape;2035;p31"/>
            <p:cNvCxnSpPr/>
            <p:nvPr/>
          </p:nvCxnSpPr>
          <p:spPr>
            <a:xfrm>
              <a:off x="3499984" y="5710011"/>
              <a:ext cx="511175" cy="0"/>
            </a:xfrm>
            <a:prstGeom prst="straightConnector1">
              <a:avLst/>
            </a:prstGeom>
            <a:noFill/>
            <a:ln cap="flat" cmpd="sng" w="19050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36" name="Google Shape;2036;p31"/>
            <p:cNvSpPr txBox="1"/>
            <p:nvPr/>
          </p:nvSpPr>
          <p:spPr>
            <a:xfrm>
              <a:off x="743905" y="5548787"/>
              <a:ext cx="2771636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carriage return, line feed at start of line indicates end of header lines</a:t>
              </a:r>
              <a:endParaRPr b="0" i="0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7" name="Google Shape;2037;p31"/>
            <p:cNvSpPr txBox="1"/>
            <p:nvPr/>
          </p:nvSpPr>
          <p:spPr>
            <a:xfrm>
              <a:off x="4000046" y="6171973"/>
              <a:ext cx="4506913" cy="522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* Check out the online interactive exercises for more examples: h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ttp://gaia.cs.umass.edu/kurose_ross/interactive/</a:t>
              </a:r>
              <a:endParaRPr/>
            </a:p>
          </p:txBody>
        </p:sp>
      </p:grpSp>
      <p:sp>
        <p:nvSpPr>
          <p:cNvPr id="2038" name="Google Shape;2038;p31"/>
          <p:cNvSpPr/>
          <p:nvPr/>
        </p:nvSpPr>
        <p:spPr>
          <a:xfrm>
            <a:off x="3812583" y="3704095"/>
            <a:ext cx="217442" cy="1797803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0000A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9" name="Google Shape;2039;p31"/>
          <p:cNvSpPr/>
          <p:nvPr/>
        </p:nvSpPr>
        <p:spPr>
          <a:xfrm>
            <a:off x="4019515" y="3331027"/>
            <a:ext cx="6620718" cy="30218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0" name="Google Shape;2040;p31"/>
          <p:cNvSpPr/>
          <p:nvPr/>
        </p:nvSpPr>
        <p:spPr>
          <a:xfrm>
            <a:off x="2726871" y="3599519"/>
            <a:ext cx="8392886" cy="19685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0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0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5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Google Shape;2046;p32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request message: general format</a:t>
            </a:r>
            <a:endParaRPr sz="4400"/>
          </a:p>
        </p:txBody>
      </p:sp>
      <p:sp>
        <p:nvSpPr>
          <p:cNvPr id="2047" name="Google Shape;2047;p3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8" name="Google Shape;2048;p32"/>
          <p:cNvSpPr txBox="1"/>
          <p:nvPr/>
        </p:nvSpPr>
        <p:spPr>
          <a:xfrm>
            <a:off x="8704472" y="1752600"/>
            <a:ext cx="1030287" cy="6413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request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line</a:t>
            </a:r>
            <a:endParaRPr/>
          </a:p>
        </p:txBody>
      </p:sp>
      <p:sp>
        <p:nvSpPr>
          <p:cNvPr id="2049" name="Google Shape;2049;p32"/>
          <p:cNvSpPr txBox="1"/>
          <p:nvPr/>
        </p:nvSpPr>
        <p:spPr>
          <a:xfrm>
            <a:off x="8699709" y="2768600"/>
            <a:ext cx="974725" cy="6413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lines</a:t>
            </a:r>
            <a:endParaRPr/>
          </a:p>
        </p:txBody>
      </p:sp>
      <p:sp>
        <p:nvSpPr>
          <p:cNvPr id="2050" name="Google Shape;2050;p32"/>
          <p:cNvSpPr/>
          <p:nvPr/>
        </p:nvSpPr>
        <p:spPr>
          <a:xfrm>
            <a:off x="8315534" y="2338387"/>
            <a:ext cx="346075" cy="1819275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1" name="Google Shape;2051;p32"/>
          <p:cNvSpPr/>
          <p:nvPr/>
        </p:nvSpPr>
        <p:spPr>
          <a:xfrm>
            <a:off x="8182184" y="2287587"/>
            <a:ext cx="290513" cy="20177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2" name="Google Shape;2052;p32"/>
          <p:cNvSpPr/>
          <p:nvPr/>
        </p:nvSpPr>
        <p:spPr>
          <a:xfrm>
            <a:off x="8550484" y="4394200"/>
            <a:ext cx="712788" cy="12160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3" name="Google Shape;2053;p32"/>
          <p:cNvSpPr txBox="1"/>
          <p:nvPr/>
        </p:nvSpPr>
        <p:spPr>
          <a:xfrm>
            <a:off x="8701297" y="4959350"/>
            <a:ext cx="735012" cy="3667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body</a:t>
            </a:r>
            <a:endParaRPr/>
          </a:p>
        </p:txBody>
      </p:sp>
      <p:sp>
        <p:nvSpPr>
          <p:cNvPr id="2054" name="Google Shape;2054;p32"/>
          <p:cNvSpPr/>
          <p:nvPr/>
        </p:nvSpPr>
        <p:spPr>
          <a:xfrm>
            <a:off x="2879934" y="1789112"/>
            <a:ext cx="5638800" cy="44608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5" name="Google Shape;2055;p32"/>
          <p:cNvCxnSpPr/>
          <p:nvPr/>
        </p:nvCxnSpPr>
        <p:spPr>
          <a:xfrm>
            <a:off x="4188034" y="1792287"/>
            <a:ext cx="0" cy="4381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6" name="Google Shape;2056;p32"/>
          <p:cNvCxnSpPr/>
          <p:nvPr/>
        </p:nvCxnSpPr>
        <p:spPr>
          <a:xfrm>
            <a:off x="4632534" y="1792287"/>
            <a:ext cx="0" cy="4381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7" name="Google Shape;2057;p32"/>
          <p:cNvCxnSpPr/>
          <p:nvPr/>
        </p:nvCxnSpPr>
        <p:spPr>
          <a:xfrm>
            <a:off x="5940634" y="1792287"/>
            <a:ext cx="0" cy="4381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8" name="Google Shape;2058;p32"/>
          <p:cNvCxnSpPr/>
          <p:nvPr/>
        </p:nvCxnSpPr>
        <p:spPr>
          <a:xfrm>
            <a:off x="6366084" y="1785937"/>
            <a:ext cx="0" cy="4381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9" name="Google Shape;2059;p32"/>
          <p:cNvCxnSpPr/>
          <p:nvPr/>
        </p:nvCxnSpPr>
        <p:spPr>
          <a:xfrm>
            <a:off x="7667834" y="1792287"/>
            <a:ext cx="0" cy="4381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0" name="Google Shape;2060;p32"/>
          <p:cNvCxnSpPr/>
          <p:nvPr/>
        </p:nvCxnSpPr>
        <p:spPr>
          <a:xfrm>
            <a:off x="8105984" y="1792287"/>
            <a:ext cx="0" cy="4381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1" name="Google Shape;2061;p32"/>
          <p:cNvSpPr txBox="1"/>
          <p:nvPr/>
        </p:nvSpPr>
        <p:spPr>
          <a:xfrm>
            <a:off x="3003759" y="1816100"/>
            <a:ext cx="10302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/>
          </a:p>
        </p:txBody>
      </p:sp>
      <p:sp>
        <p:nvSpPr>
          <p:cNvPr id="2062" name="Google Shape;2062;p32"/>
          <p:cNvSpPr txBox="1"/>
          <p:nvPr/>
        </p:nvSpPr>
        <p:spPr>
          <a:xfrm>
            <a:off x="4165809" y="1797050"/>
            <a:ext cx="4524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</a:t>
            </a:r>
            <a:endParaRPr/>
          </a:p>
        </p:txBody>
      </p:sp>
      <p:sp>
        <p:nvSpPr>
          <p:cNvPr id="2063" name="Google Shape;2063;p32"/>
          <p:cNvSpPr txBox="1"/>
          <p:nvPr/>
        </p:nvSpPr>
        <p:spPr>
          <a:xfrm>
            <a:off x="5931109" y="1803400"/>
            <a:ext cx="4524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</a:t>
            </a:r>
            <a:endParaRPr/>
          </a:p>
        </p:txBody>
      </p:sp>
      <p:sp>
        <p:nvSpPr>
          <p:cNvPr id="2064" name="Google Shape;2064;p32"/>
          <p:cNvSpPr txBox="1"/>
          <p:nvPr/>
        </p:nvSpPr>
        <p:spPr>
          <a:xfrm>
            <a:off x="7683709" y="1809750"/>
            <a:ext cx="4032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</a:t>
            </a:r>
            <a:endParaRPr/>
          </a:p>
        </p:txBody>
      </p:sp>
      <p:sp>
        <p:nvSpPr>
          <p:cNvPr id="2065" name="Google Shape;2065;p32"/>
          <p:cNvSpPr txBox="1"/>
          <p:nvPr/>
        </p:nvSpPr>
        <p:spPr>
          <a:xfrm>
            <a:off x="8153609" y="1820862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lf</a:t>
            </a:r>
            <a:endParaRPr/>
          </a:p>
        </p:txBody>
      </p:sp>
      <p:sp>
        <p:nvSpPr>
          <p:cNvPr id="2066" name="Google Shape;2066;p32"/>
          <p:cNvSpPr txBox="1"/>
          <p:nvPr/>
        </p:nvSpPr>
        <p:spPr>
          <a:xfrm>
            <a:off x="6521659" y="1803400"/>
            <a:ext cx="10033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version</a:t>
            </a:r>
            <a:endParaRPr/>
          </a:p>
        </p:txBody>
      </p:sp>
      <p:sp>
        <p:nvSpPr>
          <p:cNvPr id="2067" name="Google Shape;2067;p32"/>
          <p:cNvSpPr txBox="1"/>
          <p:nvPr/>
        </p:nvSpPr>
        <p:spPr>
          <a:xfrm>
            <a:off x="4896059" y="1816100"/>
            <a:ext cx="6937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URL</a:t>
            </a:r>
            <a:endParaRPr/>
          </a:p>
        </p:txBody>
      </p:sp>
      <p:grpSp>
        <p:nvGrpSpPr>
          <p:cNvPr id="2068" name="Google Shape;2068;p32"/>
          <p:cNvGrpSpPr/>
          <p:nvPr/>
        </p:nvGrpSpPr>
        <p:grpSpPr>
          <a:xfrm>
            <a:off x="2879934" y="2233612"/>
            <a:ext cx="4565650" cy="446088"/>
            <a:chOff x="192" y="1894"/>
            <a:chExt cx="2876" cy="281"/>
          </a:xfrm>
        </p:grpSpPr>
        <p:sp>
          <p:nvSpPr>
            <p:cNvPr id="2069" name="Google Shape;2069;p32"/>
            <p:cNvSpPr/>
            <p:nvPr/>
          </p:nvSpPr>
          <p:spPr>
            <a:xfrm>
              <a:off x="192" y="1894"/>
              <a:ext cx="2876" cy="28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70" name="Google Shape;2070;p32"/>
            <p:cNvCxnSpPr/>
            <p:nvPr/>
          </p:nvCxnSpPr>
          <p:spPr>
            <a:xfrm>
              <a:off x="1700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1" name="Google Shape;2071;p32"/>
            <p:cNvCxnSpPr/>
            <p:nvPr/>
          </p:nvCxnSpPr>
          <p:spPr>
            <a:xfrm>
              <a:off x="1832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2" name="Google Shape;2072;p32"/>
            <p:cNvCxnSpPr/>
            <p:nvPr/>
          </p:nvCxnSpPr>
          <p:spPr>
            <a:xfrm>
              <a:off x="2528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3" name="Google Shape;2073;p32"/>
            <p:cNvCxnSpPr/>
            <p:nvPr/>
          </p:nvCxnSpPr>
          <p:spPr>
            <a:xfrm>
              <a:off x="2804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74" name="Google Shape;2074;p32"/>
            <p:cNvSpPr txBox="1"/>
            <p:nvPr/>
          </p:nvSpPr>
          <p:spPr>
            <a:xfrm>
              <a:off x="2538" y="1907"/>
              <a:ext cx="254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cr</a:t>
              </a:r>
              <a:endParaRPr/>
            </a:p>
          </p:txBody>
        </p:sp>
        <p:sp>
          <p:nvSpPr>
            <p:cNvPr id="2075" name="Google Shape;2075;p32"/>
            <p:cNvSpPr txBox="1"/>
            <p:nvPr/>
          </p:nvSpPr>
          <p:spPr>
            <a:xfrm>
              <a:off x="2834" y="1914"/>
              <a:ext cx="19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lf</a:t>
              </a:r>
              <a:endParaRPr/>
            </a:p>
          </p:txBody>
        </p:sp>
        <p:sp>
          <p:nvSpPr>
            <p:cNvPr id="2076" name="Google Shape;2076;p32"/>
            <p:cNvSpPr txBox="1"/>
            <p:nvPr/>
          </p:nvSpPr>
          <p:spPr>
            <a:xfrm>
              <a:off x="1922" y="1895"/>
              <a:ext cx="49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value</a:t>
              </a:r>
              <a:endParaRPr/>
            </a:p>
          </p:txBody>
        </p:sp>
        <p:sp>
          <p:nvSpPr>
            <p:cNvPr id="2077" name="Google Shape;2077;p32"/>
            <p:cNvSpPr txBox="1"/>
            <p:nvPr/>
          </p:nvSpPr>
          <p:spPr>
            <a:xfrm>
              <a:off x="246" y="1903"/>
              <a:ext cx="139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header field name</a:t>
              </a:r>
              <a:endParaRPr/>
            </a:p>
          </p:txBody>
        </p:sp>
      </p:grpSp>
      <p:grpSp>
        <p:nvGrpSpPr>
          <p:cNvPr id="2078" name="Google Shape;2078;p32"/>
          <p:cNvGrpSpPr/>
          <p:nvPr/>
        </p:nvGrpSpPr>
        <p:grpSpPr>
          <a:xfrm>
            <a:off x="2876759" y="3709987"/>
            <a:ext cx="4565650" cy="446088"/>
            <a:chOff x="192" y="1894"/>
            <a:chExt cx="2876" cy="281"/>
          </a:xfrm>
        </p:grpSpPr>
        <p:sp>
          <p:nvSpPr>
            <p:cNvPr id="2079" name="Google Shape;2079;p32"/>
            <p:cNvSpPr/>
            <p:nvPr/>
          </p:nvSpPr>
          <p:spPr>
            <a:xfrm>
              <a:off x="192" y="1894"/>
              <a:ext cx="2876" cy="28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80" name="Google Shape;2080;p32"/>
            <p:cNvCxnSpPr/>
            <p:nvPr/>
          </p:nvCxnSpPr>
          <p:spPr>
            <a:xfrm>
              <a:off x="1700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81" name="Google Shape;2081;p32"/>
            <p:cNvCxnSpPr/>
            <p:nvPr/>
          </p:nvCxnSpPr>
          <p:spPr>
            <a:xfrm>
              <a:off x="1832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82" name="Google Shape;2082;p32"/>
            <p:cNvCxnSpPr/>
            <p:nvPr/>
          </p:nvCxnSpPr>
          <p:spPr>
            <a:xfrm>
              <a:off x="2528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83" name="Google Shape;2083;p32"/>
            <p:cNvCxnSpPr/>
            <p:nvPr/>
          </p:nvCxnSpPr>
          <p:spPr>
            <a:xfrm>
              <a:off x="2804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84" name="Google Shape;2084;p32"/>
            <p:cNvSpPr txBox="1"/>
            <p:nvPr/>
          </p:nvSpPr>
          <p:spPr>
            <a:xfrm>
              <a:off x="2538" y="1907"/>
              <a:ext cx="254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cr</a:t>
              </a:r>
              <a:endParaRPr/>
            </a:p>
          </p:txBody>
        </p:sp>
        <p:sp>
          <p:nvSpPr>
            <p:cNvPr id="2085" name="Google Shape;2085;p32"/>
            <p:cNvSpPr txBox="1"/>
            <p:nvPr/>
          </p:nvSpPr>
          <p:spPr>
            <a:xfrm>
              <a:off x="2834" y="1914"/>
              <a:ext cx="19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lf</a:t>
              </a:r>
              <a:endParaRPr/>
            </a:p>
          </p:txBody>
        </p:sp>
        <p:sp>
          <p:nvSpPr>
            <p:cNvPr id="2086" name="Google Shape;2086;p32"/>
            <p:cNvSpPr txBox="1"/>
            <p:nvPr/>
          </p:nvSpPr>
          <p:spPr>
            <a:xfrm>
              <a:off x="1922" y="1895"/>
              <a:ext cx="49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value</a:t>
              </a:r>
              <a:endParaRPr/>
            </a:p>
          </p:txBody>
        </p:sp>
        <p:sp>
          <p:nvSpPr>
            <p:cNvPr id="2087" name="Google Shape;2087;p32"/>
            <p:cNvSpPr txBox="1"/>
            <p:nvPr/>
          </p:nvSpPr>
          <p:spPr>
            <a:xfrm>
              <a:off x="246" y="1903"/>
              <a:ext cx="139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header field name</a:t>
              </a:r>
              <a:endParaRPr/>
            </a:p>
          </p:txBody>
        </p:sp>
      </p:grpSp>
      <p:cxnSp>
        <p:nvCxnSpPr>
          <p:cNvPr id="2088" name="Google Shape;2088;p32"/>
          <p:cNvCxnSpPr/>
          <p:nvPr/>
        </p:nvCxnSpPr>
        <p:spPr>
          <a:xfrm>
            <a:off x="2879934" y="2681287"/>
            <a:ext cx="0" cy="104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89" name="Google Shape;2089;p32"/>
          <p:cNvGrpSpPr/>
          <p:nvPr/>
        </p:nvGrpSpPr>
        <p:grpSpPr>
          <a:xfrm>
            <a:off x="2711659" y="2905125"/>
            <a:ext cx="331788" cy="461962"/>
            <a:chOff x="462" y="1727"/>
            <a:chExt cx="209" cy="291"/>
          </a:xfrm>
        </p:grpSpPr>
        <p:sp>
          <p:nvSpPr>
            <p:cNvPr id="2090" name="Google Shape;2090;p32"/>
            <p:cNvSpPr/>
            <p:nvPr/>
          </p:nvSpPr>
          <p:spPr>
            <a:xfrm>
              <a:off x="534" y="1854"/>
              <a:ext cx="56" cy="5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1" name="Google Shape;2091;p32"/>
            <p:cNvSpPr txBox="1"/>
            <p:nvPr/>
          </p:nvSpPr>
          <p:spPr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  <p:sp>
          <p:nvSpPr>
            <p:cNvPr id="2092" name="Google Shape;2092;p32"/>
            <p:cNvSpPr txBox="1"/>
            <p:nvPr/>
          </p:nvSpPr>
          <p:spPr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</p:grpSp>
      <p:cxnSp>
        <p:nvCxnSpPr>
          <p:cNvPr id="2093" name="Google Shape;2093;p32"/>
          <p:cNvCxnSpPr/>
          <p:nvPr/>
        </p:nvCxnSpPr>
        <p:spPr>
          <a:xfrm>
            <a:off x="7443997" y="2668587"/>
            <a:ext cx="0" cy="104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94" name="Google Shape;2094;p32"/>
          <p:cNvGrpSpPr/>
          <p:nvPr/>
        </p:nvGrpSpPr>
        <p:grpSpPr>
          <a:xfrm>
            <a:off x="7275722" y="2892425"/>
            <a:ext cx="331787" cy="461962"/>
            <a:chOff x="462" y="1727"/>
            <a:chExt cx="209" cy="291"/>
          </a:xfrm>
        </p:grpSpPr>
        <p:sp>
          <p:nvSpPr>
            <p:cNvPr id="2095" name="Google Shape;2095;p32"/>
            <p:cNvSpPr/>
            <p:nvPr/>
          </p:nvSpPr>
          <p:spPr>
            <a:xfrm>
              <a:off x="534" y="1854"/>
              <a:ext cx="56" cy="5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6" name="Google Shape;2096;p32"/>
            <p:cNvSpPr txBox="1"/>
            <p:nvPr/>
          </p:nvSpPr>
          <p:spPr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  <p:sp>
          <p:nvSpPr>
            <p:cNvPr id="2097" name="Google Shape;2097;p32"/>
            <p:cNvSpPr txBox="1"/>
            <p:nvPr/>
          </p:nvSpPr>
          <p:spPr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</p:grpSp>
      <p:grpSp>
        <p:nvGrpSpPr>
          <p:cNvPr id="2098" name="Google Shape;2098;p32"/>
          <p:cNvGrpSpPr/>
          <p:nvPr/>
        </p:nvGrpSpPr>
        <p:grpSpPr>
          <a:xfrm>
            <a:off x="2875172" y="4156075"/>
            <a:ext cx="963612" cy="446087"/>
            <a:chOff x="3105" y="2650"/>
            <a:chExt cx="607" cy="281"/>
          </a:xfrm>
        </p:grpSpPr>
        <p:sp>
          <p:nvSpPr>
            <p:cNvPr id="2099" name="Google Shape;2099;p32"/>
            <p:cNvSpPr/>
            <p:nvPr/>
          </p:nvSpPr>
          <p:spPr>
            <a:xfrm>
              <a:off x="3105" y="2650"/>
              <a:ext cx="607" cy="28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00" name="Google Shape;2100;p32"/>
            <p:cNvCxnSpPr/>
            <p:nvPr/>
          </p:nvCxnSpPr>
          <p:spPr>
            <a:xfrm>
              <a:off x="3406" y="2652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01" name="Google Shape;2101;p32"/>
            <p:cNvSpPr txBox="1"/>
            <p:nvPr/>
          </p:nvSpPr>
          <p:spPr>
            <a:xfrm>
              <a:off x="3140" y="2663"/>
              <a:ext cx="254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cr</a:t>
              </a:r>
              <a:endParaRPr/>
            </a:p>
          </p:txBody>
        </p:sp>
        <p:sp>
          <p:nvSpPr>
            <p:cNvPr id="2102" name="Google Shape;2102;p32"/>
            <p:cNvSpPr txBox="1"/>
            <p:nvPr/>
          </p:nvSpPr>
          <p:spPr>
            <a:xfrm>
              <a:off x="3436" y="2670"/>
              <a:ext cx="19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lf</a:t>
              </a:r>
              <a:endParaRPr/>
            </a:p>
          </p:txBody>
        </p:sp>
      </p:grpSp>
      <p:sp>
        <p:nvSpPr>
          <p:cNvPr id="2103" name="Google Shape;2103;p32"/>
          <p:cNvSpPr/>
          <p:nvPr/>
        </p:nvSpPr>
        <p:spPr>
          <a:xfrm>
            <a:off x="2875172" y="4603750"/>
            <a:ext cx="5170487" cy="11207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4" name="Google Shape;2104;p32"/>
          <p:cNvSpPr txBox="1"/>
          <p:nvPr/>
        </p:nvSpPr>
        <p:spPr>
          <a:xfrm>
            <a:off x="4811922" y="4927600"/>
            <a:ext cx="14112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entity body</a:t>
            </a:r>
            <a:endParaRPr/>
          </a:p>
        </p:txBody>
      </p:sp>
      <p:grpSp>
        <p:nvGrpSpPr>
          <p:cNvPr id="2105" name="Google Shape;2105;p32"/>
          <p:cNvGrpSpPr/>
          <p:nvPr/>
        </p:nvGrpSpPr>
        <p:grpSpPr>
          <a:xfrm>
            <a:off x="2711659" y="4941887"/>
            <a:ext cx="331788" cy="461963"/>
            <a:chOff x="462" y="1727"/>
            <a:chExt cx="209" cy="291"/>
          </a:xfrm>
        </p:grpSpPr>
        <p:sp>
          <p:nvSpPr>
            <p:cNvPr id="2106" name="Google Shape;2106;p32"/>
            <p:cNvSpPr/>
            <p:nvPr/>
          </p:nvSpPr>
          <p:spPr>
            <a:xfrm>
              <a:off x="534" y="1854"/>
              <a:ext cx="56" cy="5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p32"/>
            <p:cNvSpPr txBox="1"/>
            <p:nvPr/>
          </p:nvSpPr>
          <p:spPr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  <p:sp>
          <p:nvSpPr>
            <p:cNvPr id="2108" name="Google Shape;2108;p32"/>
            <p:cNvSpPr txBox="1"/>
            <p:nvPr/>
          </p:nvSpPr>
          <p:spPr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</p:grpSp>
      <p:grpSp>
        <p:nvGrpSpPr>
          <p:cNvPr id="2109" name="Google Shape;2109;p32"/>
          <p:cNvGrpSpPr/>
          <p:nvPr/>
        </p:nvGrpSpPr>
        <p:grpSpPr>
          <a:xfrm>
            <a:off x="7871034" y="4932362"/>
            <a:ext cx="331788" cy="461963"/>
            <a:chOff x="462" y="1727"/>
            <a:chExt cx="209" cy="291"/>
          </a:xfrm>
        </p:grpSpPr>
        <p:sp>
          <p:nvSpPr>
            <p:cNvPr id="2110" name="Google Shape;2110;p32"/>
            <p:cNvSpPr/>
            <p:nvPr/>
          </p:nvSpPr>
          <p:spPr>
            <a:xfrm>
              <a:off x="534" y="1854"/>
              <a:ext cx="56" cy="5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1" name="Google Shape;2111;p32"/>
            <p:cNvSpPr txBox="1"/>
            <p:nvPr/>
          </p:nvSpPr>
          <p:spPr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  <p:sp>
          <p:nvSpPr>
            <p:cNvPr id="2112" name="Google Shape;2112;p32"/>
            <p:cNvSpPr txBox="1"/>
            <p:nvPr/>
          </p:nvSpPr>
          <p:spPr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7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p33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Other HTTP request </a:t>
            </a:r>
            <a:r>
              <a:rPr lang="en-US"/>
              <a:t>m</a:t>
            </a:r>
            <a:r>
              <a:rPr lang="en-US" sz="4400"/>
              <a:t>essages</a:t>
            </a:r>
            <a:endParaRPr sz="4400"/>
          </a:p>
        </p:txBody>
      </p:sp>
      <p:sp>
        <p:nvSpPr>
          <p:cNvPr id="2119" name="Google Shape;2119;p3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0" name="Google Shape;2120;p33"/>
          <p:cNvSpPr txBox="1"/>
          <p:nvPr/>
        </p:nvSpPr>
        <p:spPr>
          <a:xfrm>
            <a:off x="685573" y="1727394"/>
            <a:ext cx="4684713" cy="170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POST method: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page often includes form input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input sent from client to server in entity body of HTTP POST request message</a:t>
            </a:r>
            <a:endParaRPr/>
          </a:p>
        </p:txBody>
      </p:sp>
      <p:sp>
        <p:nvSpPr>
          <p:cNvPr id="2121" name="Google Shape;2121;p33"/>
          <p:cNvSpPr txBox="1"/>
          <p:nvPr/>
        </p:nvSpPr>
        <p:spPr>
          <a:xfrm>
            <a:off x="685573" y="4466964"/>
            <a:ext cx="5541055" cy="170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GET method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(for sending data to server):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363" lvl="0" marL="2333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include user data in URL field of HTTP GET request message (following a ‘?’):</a:t>
            </a:r>
            <a:endParaRPr/>
          </a:p>
        </p:txBody>
      </p:sp>
      <p:sp>
        <p:nvSpPr>
          <p:cNvPr id="2122" name="Google Shape;2122;p33"/>
          <p:cNvSpPr txBox="1"/>
          <p:nvPr/>
        </p:nvSpPr>
        <p:spPr>
          <a:xfrm>
            <a:off x="798692" y="5806133"/>
            <a:ext cx="62801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www.somesite.com/animalsearch?monkeys&amp;banana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23" name="Google Shape;2123;p33"/>
          <p:cNvSpPr txBox="1"/>
          <p:nvPr/>
        </p:nvSpPr>
        <p:spPr>
          <a:xfrm>
            <a:off x="6991758" y="1752600"/>
            <a:ext cx="4684713" cy="170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HEAD method: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requests headers (only) that would be returned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if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specified URL were requested  with an HTTP GET method. </a:t>
            </a:r>
            <a:endParaRPr/>
          </a:p>
        </p:txBody>
      </p:sp>
      <p:sp>
        <p:nvSpPr>
          <p:cNvPr id="2124" name="Google Shape;2124;p33"/>
          <p:cNvSpPr txBox="1"/>
          <p:nvPr/>
        </p:nvSpPr>
        <p:spPr>
          <a:xfrm>
            <a:off x="6993371" y="3839527"/>
            <a:ext cx="4684713" cy="170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PUT method: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uploads new file (object) to server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completely replaces file that exists at specified URL with content in entity body of POST HTTP request message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9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p34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response </a:t>
            </a:r>
            <a:r>
              <a:rPr lang="en-US"/>
              <a:t>m</a:t>
            </a:r>
            <a:r>
              <a:rPr lang="en-US" sz="4400"/>
              <a:t>essage</a:t>
            </a:r>
            <a:endParaRPr sz="4400"/>
          </a:p>
        </p:txBody>
      </p:sp>
      <p:sp>
        <p:nvSpPr>
          <p:cNvPr id="2131" name="Google Shape;2131;p3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2" name="Google Shape;2132;p34"/>
          <p:cNvSpPr txBox="1"/>
          <p:nvPr/>
        </p:nvSpPr>
        <p:spPr>
          <a:xfrm>
            <a:off x="889630" y="1555730"/>
            <a:ext cx="405611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status line (protocol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status code status phrase)</a:t>
            </a:r>
            <a:endParaRPr b="0" i="0" sz="2800" u="none" cap="none" strike="noStrik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3" name="Google Shape;2133;p34"/>
          <p:cNvSpPr txBox="1"/>
          <p:nvPr/>
        </p:nvSpPr>
        <p:spPr>
          <a:xfrm>
            <a:off x="3979618" y="2984961"/>
            <a:ext cx="107112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header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 lines</a:t>
            </a:r>
            <a:endParaRPr b="0" i="0" sz="2800" u="none" cap="none" strike="noStrik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4" name="Google Shape;2134;p34"/>
          <p:cNvSpPr txBox="1"/>
          <p:nvPr/>
        </p:nvSpPr>
        <p:spPr>
          <a:xfrm>
            <a:off x="828397" y="4607159"/>
            <a:ext cx="360288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data, e.g.,  requested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HTML file</a:t>
            </a:r>
            <a:endParaRPr b="0" i="0" sz="2800" u="none" cap="none" strike="noStrik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5" name="Google Shape;2135;p34"/>
          <p:cNvSpPr/>
          <p:nvPr/>
        </p:nvSpPr>
        <p:spPr>
          <a:xfrm>
            <a:off x="5131481" y="1710879"/>
            <a:ext cx="6311900" cy="349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HTTP/1.1 200 OK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Date: Tue, 08 Sep 2020 00:53:20 GMT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Server: Apache/2.4.6 (CentOS) OpenSSL/1.0.2k-fips PHP/7.4.9 mod_perl/2.0.11 Perl/v5.16.3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Last-Modified: Tue, 01 Mar 2016 18:57:50 GMT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ETag: "a5b-52d015789ee9e"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Accept-Ranges: bytes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Content-Length: 2651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Content-Type: text/html; charset=UTF-8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data data data data data ... 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136" name="Google Shape;2136;p34"/>
          <p:cNvCxnSpPr/>
          <p:nvPr/>
        </p:nvCxnSpPr>
        <p:spPr>
          <a:xfrm>
            <a:off x="3593872" y="1845820"/>
            <a:ext cx="1436915" cy="0"/>
          </a:xfrm>
          <a:prstGeom prst="straightConnector1">
            <a:avLst/>
          </a:prstGeom>
          <a:noFill/>
          <a:ln cap="flat" cmpd="sng" w="19050">
            <a:solidFill>
              <a:srgbClr val="0000A8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37" name="Google Shape;2137;p34"/>
          <p:cNvCxnSpPr/>
          <p:nvPr/>
        </p:nvCxnSpPr>
        <p:spPr>
          <a:xfrm>
            <a:off x="3642857" y="4850277"/>
            <a:ext cx="1436915" cy="0"/>
          </a:xfrm>
          <a:prstGeom prst="straightConnector1">
            <a:avLst/>
          </a:prstGeom>
          <a:noFill/>
          <a:ln cap="flat" cmpd="sng" w="19050">
            <a:solidFill>
              <a:srgbClr val="0000A8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38" name="Google Shape;2138;p34"/>
          <p:cNvSpPr txBox="1"/>
          <p:nvPr/>
        </p:nvSpPr>
        <p:spPr>
          <a:xfrm>
            <a:off x="889630" y="6155251"/>
            <a:ext cx="95213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ttp://gaia.cs.umass.edu/kurose_ross/interactive/</a:t>
            </a:r>
            <a:endParaRPr/>
          </a:p>
        </p:txBody>
      </p:sp>
      <p:sp>
        <p:nvSpPr>
          <p:cNvPr id="2139" name="Google Shape;2139;p34"/>
          <p:cNvSpPr/>
          <p:nvPr/>
        </p:nvSpPr>
        <p:spPr>
          <a:xfrm>
            <a:off x="506185" y="4724398"/>
            <a:ext cx="10733315" cy="189411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0" name="Google Shape;2140;p34"/>
          <p:cNvSpPr/>
          <p:nvPr/>
        </p:nvSpPr>
        <p:spPr>
          <a:xfrm>
            <a:off x="4963885" y="2057400"/>
            <a:ext cx="261258" cy="2694214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2225">
            <a:solidFill>
              <a:srgbClr val="0000A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1" name="Google Shape;2141;p34"/>
          <p:cNvSpPr/>
          <p:nvPr/>
        </p:nvSpPr>
        <p:spPr>
          <a:xfrm>
            <a:off x="4359729" y="2041072"/>
            <a:ext cx="7151914" cy="298268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2" name="Google Shape;2142;p34"/>
          <p:cNvSpPr/>
          <p:nvPr/>
        </p:nvSpPr>
        <p:spPr>
          <a:xfrm>
            <a:off x="3858986" y="2939143"/>
            <a:ext cx="7151914" cy="13552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7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" name="Google Shape;2148;p35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response </a:t>
            </a:r>
            <a:r>
              <a:rPr lang="en-US"/>
              <a:t>s</a:t>
            </a:r>
            <a:r>
              <a:rPr lang="en-US" sz="4400"/>
              <a:t>tatus </a:t>
            </a:r>
            <a:r>
              <a:rPr lang="en-US"/>
              <a:t>c</a:t>
            </a:r>
            <a:r>
              <a:rPr lang="en-US" sz="4400"/>
              <a:t>odes</a:t>
            </a:r>
            <a:endParaRPr sz="4400"/>
          </a:p>
        </p:txBody>
      </p:sp>
      <p:sp>
        <p:nvSpPr>
          <p:cNvPr id="2149" name="Google Shape;2149;p3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0" name="Google Shape;2150;p35"/>
          <p:cNvSpPr txBox="1"/>
          <p:nvPr/>
        </p:nvSpPr>
        <p:spPr>
          <a:xfrm>
            <a:off x="1179871" y="2274314"/>
            <a:ext cx="10678300" cy="4168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200 OK</a:t>
            </a:r>
            <a:endParaRPr/>
          </a:p>
          <a:p>
            <a:pPr indent="-231775" lvl="1" marL="6953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request succeeded, requested object later in this message</a:t>
            </a:r>
            <a:endParaRPr/>
          </a:p>
          <a:p>
            <a:pPr indent="-222250" lvl="0" marL="3524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301 Moved Permanently</a:t>
            </a:r>
            <a:endParaRPr/>
          </a:p>
          <a:p>
            <a:pPr indent="-231775" lvl="1" marL="6953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requested object moved, new location specified later in this message (in Location: field)</a:t>
            </a:r>
            <a:endParaRPr/>
          </a:p>
          <a:p>
            <a:pPr indent="-222250" lvl="0" marL="3524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400 Bad Request</a:t>
            </a:r>
            <a:endParaRPr/>
          </a:p>
          <a:p>
            <a:pPr indent="-231775" lvl="1" marL="6953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request msg not understood by server</a:t>
            </a:r>
            <a:endParaRPr/>
          </a:p>
          <a:p>
            <a:pPr indent="-222250" lvl="0" marL="3524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404 Not Found</a:t>
            </a:r>
            <a:endParaRPr/>
          </a:p>
          <a:p>
            <a:pPr indent="-231775" lvl="1" marL="6953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requested document not found on this server</a:t>
            </a:r>
            <a:endParaRPr/>
          </a:p>
          <a:p>
            <a:pPr indent="-222250" lvl="0" marL="3524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505 HTTP Version Not Supported</a:t>
            </a:r>
            <a:endParaRPr/>
          </a:p>
        </p:txBody>
      </p:sp>
      <p:sp>
        <p:nvSpPr>
          <p:cNvPr id="2151" name="Google Shape;2151;p35"/>
          <p:cNvSpPr/>
          <p:nvPr/>
        </p:nvSpPr>
        <p:spPr>
          <a:xfrm>
            <a:off x="798691" y="1325562"/>
            <a:ext cx="108562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838" lvl="0" marL="3508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status code appears in 1st line in server-to-client response message.</a:t>
            </a:r>
            <a:endParaRPr/>
          </a:p>
          <a:p>
            <a:pPr indent="-350838" lvl="0" marL="3508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sample codes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p3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57" name="Google Shape;2157;p3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ext, calendar&#10;&#10;Description automatically generated" id="2158" name="Google Shape;215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840" y="0"/>
            <a:ext cx="441831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2" name="Shape 2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" name="Google Shape;2163;p3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64" name="Google Shape;2164;p3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iagram&#10;&#10;Description automatically generated with low confidence" id="2165" name="Google Shape;216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4037" y="0"/>
            <a:ext cx="418392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0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1" name="Google Shape;2171;p38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Trying out HTTP (client side) for yourself</a:t>
            </a:r>
            <a:endParaRPr sz="4400"/>
          </a:p>
        </p:txBody>
      </p:sp>
      <p:sp>
        <p:nvSpPr>
          <p:cNvPr id="2172" name="Google Shape;2172;p3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73" name="Google Shape;2173;p38"/>
          <p:cNvSpPr txBox="1"/>
          <p:nvPr/>
        </p:nvSpPr>
        <p:spPr>
          <a:xfrm>
            <a:off x="579438" y="1474924"/>
            <a:ext cx="80962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netcat to your favorite Web server: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4" name="Google Shape;2174;p38"/>
          <p:cNvSpPr txBox="1"/>
          <p:nvPr/>
        </p:nvSpPr>
        <p:spPr>
          <a:xfrm>
            <a:off x="5718629" y="1884363"/>
            <a:ext cx="6244187" cy="1400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opens TCP connection to port 80 (default HTTP server port)  at gaia.cs.umass. edu.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anything typed in will be sent  to port 80 at gaia.cs.umass.edu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5" name="Google Shape;2175;p38"/>
          <p:cNvSpPr txBox="1"/>
          <p:nvPr/>
        </p:nvSpPr>
        <p:spPr>
          <a:xfrm>
            <a:off x="1201297" y="1998799"/>
            <a:ext cx="388439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% nc -c -v gaia.cs.umass.edu 80</a:t>
            </a:r>
            <a:endParaRPr/>
          </a:p>
        </p:txBody>
      </p:sp>
      <p:grpSp>
        <p:nvGrpSpPr>
          <p:cNvPr id="2176" name="Google Shape;2176;p38"/>
          <p:cNvGrpSpPr/>
          <p:nvPr/>
        </p:nvGrpSpPr>
        <p:grpSpPr>
          <a:xfrm>
            <a:off x="711200" y="5286696"/>
            <a:ext cx="8289126" cy="996484"/>
            <a:chOff x="711200" y="5286696"/>
            <a:chExt cx="8289126" cy="996484"/>
          </a:xfrm>
        </p:grpSpPr>
        <p:sp>
          <p:nvSpPr>
            <p:cNvPr id="2177" name="Google Shape;2177;p38"/>
            <p:cNvSpPr/>
            <p:nvPr/>
          </p:nvSpPr>
          <p:spPr>
            <a:xfrm>
              <a:off x="711200" y="5286696"/>
              <a:ext cx="809625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3. look at response message sent by HTTP server!</a:t>
              </a:r>
              <a:endParaRPr/>
            </a:p>
          </p:txBody>
        </p:sp>
        <p:sp>
          <p:nvSpPr>
            <p:cNvPr id="2178" name="Google Shape;2178;p38"/>
            <p:cNvSpPr txBox="1"/>
            <p:nvPr/>
          </p:nvSpPr>
          <p:spPr>
            <a:xfrm>
              <a:off x="1066295" y="5821515"/>
              <a:ext cx="793403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(or use Wireshark to look at captured HTTP request/response)</a:t>
              </a:r>
              <a:endParaRPr/>
            </a:p>
          </p:txBody>
        </p:sp>
      </p:grpSp>
      <p:grpSp>
        <p:nvGrpSpPr>
          <p:cNvPr id="2179" name="Google Shape;2179;p38"/>
          <p:cNvGrpSpPr/>
          <p:nvPr/>
        </p:nvGrpSpPr>
        <p:grpSpPr>
          <a:xfrm>
            <a:off x="727530" y="3145663"/>
            <a:ext cx="11243449" cy="2045073"/>
            <a:chOff x="727530" y="3145663"/>
            <a:chExt cx="11243449" cy="2045073"/>
          </a:xfrm>
        </p:grpSpPr>
        <p:sp>
          <p:nvSpPr>
            <p:cNvPr id="2180" name="Google Shape;2180;p38"/>
            <p:cNvSpPr/>
            <p:nvPr/>
          </p:nvSpPr>
          <p:spPr>
            <a:xfrm>
              <a:off x="727530" y="3145663"/>
              <a:ext cx="809625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2. type in a GET HTTP request:</a:t>
              </a:r>
              <a:endParaRPr/>
            </a:p>
            <a:p>
              <a:pPr indent="-228600" lvl="2" marL="11430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181" name="Google Shape;2181;p38"/>
            <p:cNvSpPr txBox="1"/>
            <p:nvPr/>
          </p:nvSpPr>
          <p:spPr>
            <a:xfrm>
              <a:off x="1258273" y="3748006"/>
              <a:ext cx="7417415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ourier New"/>
                <a:buNone/>
              </a:pPr>
              <a:r>
                <a:rPr b="1" i="0" lang="en-US" sz="2000" u="none" cap="none" strike="noStrike">
                  <a:solidFill>
                    <a:srgbClr val="CC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GET /kurose_ross/interactive/index.php HTTP/1.1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ourier New"/>
                <a:buNone/>
              </a:pPr>
              <a:r>
                <a:rPr b="1" i="0" lang="en-US" sz="2000" u="none" cap="none" strike="noStrike">
                  <a:solidFill>
                    <a:srgbClr val="CC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Host: gaia.cs.umass.edu</a:t>
              </a:r>
              <a:endParaRPr b="1" i="0" sz="20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182" name="Google Shape;2182;p38"/>
            <p:cNvSpPr txBox="1"/>
            <p:nvPr/>
          </p:nvSpPr>
          <p:spPr>
            <a:xfrm>
              <a:off x="5726792" y="4175073"/>
              <a:ext cx="6244187" cy="101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typing this in (hit carriage return twice), you send this minimal (but complete)  GET request to HTTP server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7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p39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Trying out HTTP </a:t>
            </a:r>
            <a:endParaRPr sz="4400"/>
          </a:p>
        </p:txBody>
      </p:sp>
      <p:sp>
        <p:nvSpPr>
          <p:cNvPr id="2189" name="Google Shape;2189;p3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0" name="Google Shape;2190;p39"/>
          <p:cNvSpPr txBox="1"/>
          <p:nvPr/>
        </p:nvSpPr>
        <p:spPr>
          <a:xfrm>
            <a:off x="751523" y="1368109"/>
            <a:ext cx="5877880" cy="4836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Telnet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39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HTTPClient.java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https://gist.github.com/khalefa-ow/500209741080f2bf2c4fd8c51977a40a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5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Google Shape;2196;p40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Maintaining user/server state: cookies</a:t>
            </a:r>
            <a:endParaRPr sz="4400"/>
          </a:p>
        </p:txBody>
      </p:sp>
      <p:sp>
        <p:nvSpPr>
          <p:cNvPr id="2197" name="Google Shape;2197;p4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8" name="Google Shape;2198;p40"/>
          <p:cNvSpPr txBox="1"/>
          <p:nvPr/>
        </p:nvSpPr>
        <p:spPr>
          <a:xfrm>
            <a:off x="751523" y="1368109"/>
            <a:ext cx="5877880" cy="4836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Recall:  HTTP GET/response interaction is 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stateless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notion of multi-step exchanges of HTTP messages to complete a Web “transaction”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need for client/server to track “state” of multi-step exchange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HTTP requests are independent of each other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need for client/server to “recover” from a partially-completed-but-never-completely-completed transaction</a:t>
            </a:r>
            <a:endParaRPr/>
          </a:p>
        </p:txBody>
      </p:sp>
      <p:sp>
        <p:nvSpPr>
          <p:cNvPr id="2199" name="Google Shape;2199;p40"/>
          <p:cNvSpPr txBox="1"/>
          <p:nvPr/>
        </p:nvSpPr>
        <p:spPr>
          <a:xfrm>
            <a:off x="7777183" y="1266045"/>
            <a:ext cx="334734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 stateful protocol: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makes two changes to X, or none at all</a:t>
            </a:r>
            <a:endParaRPr/>
          </a:p>
        </p:txBody>
      </p:sp>
      <p:cxnSp>
        <p:nvCxnSpPr>
          <p:cNvPr id="2200" name="Google Shape;2200;p40"/>
          <p:cNvCxnSpPr/>
          <p:nvPr/>
        </p:nvCxnSpPr>
        <p:spPr>
          <a:xfrm>
            <a:off x="8211743" y="2818375"/>
            <a:ext cx="0" cy="2832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2201" name="Google Shape;2201;p40"/>
          <p:cNvCxnSpPr/>
          <p:nvPr/>
        </p:nvCxnSpPr>
        <p:spPr>
          <a:xfrm>
            <a:off x="9902430" y="2812025"/>
            <a:ext cx="0" cy="2881312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2202" name="Google Shape;2202;p40"/>
          <p:cNvSpPr txBox="1"/>
          <p:nvPr/>
        </p:nvSpPr>
        <p:spPr>
          <a:xfrm>
            <a:off x="7986318" y="5664762"/>
            <a:ext cx="5196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sp>
        <p:nvSpPr>
          <p:cNvPr id="2203" name="Google Shape;2203;p40"/>
          <p:cNvSpPr txBox="1"/>
          <p:nvPr/>
        </p:nvSpPr>
        <p:spPr>
          <a:xfrm>
            <a:off x="9664305" y="5647300"/>
            <a:ext cx="51969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grpSp>
        <p:nvGrpSpPr>
          <p:cNvPr id="2204" name="Google Shape;2204;p40"/>
          <p:cNvGrpSpPr/>
          <p:nvPr/>
        </p:nvGrpSpPr>
        <p:grpSpPr>
          <a:xfrm>
            <a:off x="9702405" y="2045262"/>
            <a:ext cx="423863" cy="684213"/>
            <a:chOff x="4140" y="429"/>
            <a:chExt cx="1425" cy="2396"/>
          </a:xfrm>
        </p:grpSpPr>
        <p:sp>
          <p:nvSpPr>
            <p:cNvPr id="2205" name="Google Shape;2205;p4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6" name="Google Shape;2206;p40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7" name="Google Shape;2207;p4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8" name="Google Shape;2208;p4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9" name="Google Shape;2209;p40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10" name="Google Shape;2210;p40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2211" name="Google Shape;2211;p40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2" name="Google Shape;2212;p40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13" name="Google Shape;2213;p40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14" name="Google Shape;2214;p40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2215" name="Google Shape;2215;p40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6" name="Google Shape;2216;p40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17" name="Google Shape;2217;p40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8" name="Google Shape;2218;p40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19" name="Google Shape;2219;p40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2220" name="Google Shape;2220;p40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1" name="Google Shape;2221;p40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22" name="Google Shape;2222;p4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23" name="Google Shape;2223;p40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2224" name="Google Shape;2224;p40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5" name="Google Shape;2225;p40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26" name="Google Shape;2226;p40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7" name="Google Shape;2227;p4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8" name="Google Shape;2228;p4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9" name="Google Shape;2229;p40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0" name="Google Shape;2230;p4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1" name="Google Shape;2231;p40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2" name="Google Shape;2232;p40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3" name="Google Shape;2233;p40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4" name="Google Shape;2234;p40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5" name="Google Shape;2235;p40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6" name="Google Shape;2236;p40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7" name="Google Shape;2237;p40"/>
          <p:cNvGrpSpPr/>
          <p:nvPr/>
        </p:nvGrpSpPr>
        <p:grpSpPr>
          <a:xfrm>
            <a:off x="7700568" y="2067487"/>
            <a:ext cx="698500" cy="709613"/>
            <a:chOff x="-44" y="1473"/>
            <a:chExt cx="981" cy="1105"/>
          </a:xfrm>
        </p:grpSpPr>
        <p:pic>
          <p:nvPicPr>
            <p:cNvPr descr="desktop_computer_stylized_medium" id="2238" name="Google Shape;2238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9" name="Google Shape;2239;p4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0" name="Google Shape;2240;p40"/>
          <p:cNvGrpSpPr/>
          <p:nvPr/>
        </p:nvGrpSpPr>
        <p:grpSpPr>
          <a:xfrm>
            <a:off x="8211743" y="3940852"/>
            <a:ext cx="1673225" cy="370769"/>
            <a:chOff x="8211743" y="3940852"/>
            <a:chExt cx="1673225" cy="370769"/>
          </a:xfrm>
        </p:grpSpPr>
        <p:cxnSp>
          <p:nvCxnSpPr>
            <p:cNvPr id="2241" name="Google Shape;2241;p40"/>
            <p:cNvCxnSpPr/>
            <p:nvPr/>
          </p:nvCxnSpPr>
          <p:spPr>
            <a:xfrm flipH="1">
              <a:off x="8211743" y="3942941"/>
              <a:ext cx="1673225" cy="2422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42" name="Google Shape;2242;p40"/>
            <p:cNvSpPr txBox="1"/>
            <p:nvPr/>
          </p:nvSpPr>
          <p:spPr>
            <a:xfrm rot="-493963">
              <a:off x="9382305" y="3972348"/>
              <a:ext cx="4620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b="0" i="1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3" name="Google Shape;2243;p40"/>
          <p:cNvGrpSpPr/>
          <p:nvPr/>
        </p:nvGrpSpPr>
        <p:grpSpPr>
          <a:xfrm>
            <a:off x="8220565" y="4622751"/>
            <a:ext cx="1673225" cy="370769"/>
            <a:chOff x="8220565" y="4622751"/>
            <a:chExt cx="1673225" cy="370769"/>
          </a:xfrm>
        </p:grpSpPr>
        <p:cxnSp>
          <p:nvCxnSpPr>
            <p:cNvPr id="2244" name="Google Shape;2244;p40"/>
            <p:cNvCxnSpPr/>
            <p:nvPr/>
          </p:nvCxnSpPr>
          <p:spPr>
            <a:xfrm flipH="1">
              <a:off x="8220565" y="4655320"/>
              <a:ext cx="1673225" cy="2422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45" name="Google Shape;2245;p40"/>
            <p:cNvSpPr txBox="1"/>
            <p:nvPr/>
          </p:nvSpPr>
          <p:spPr>
            <a:xfrm rot="-493963">
              <a:off x="9360647" y="4654247"/>
              <a:ext cx="4620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b="0" i="1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6" name="Google Shape;2246;p40"/>
          <p:cNvGrpSpPr/>
          <p:nvPr/>
        </p:nvGrpSpPr>
        <p:grpSpPr>
          <a:xfrm>
            <a:off x="8226030" y="4807288"/>
            <a:ext cx="1684338" cy="455443"/>
            <a:chOff x="8226030" y="4807288"/>
            <a:chExt cx="1684338" cy="455443"/>
          </a:xfrm>
        </p:grpSpPr>
        <p:cxnSp>
          <p:nvCxnSpPr>
            <p:cNvPr id="2247" name="Google Shape;2247;p40"/>
            <p:cNvCxnSpPr/>
            <p:nvPr/>
          </p:nvCxnSpPr>
          <p:spPr>
            <a:xfrm>
              <a:off x="8226030" y="4990711"/>
              <a:ext cx="1684338" cy="2345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48" name="Google Shape;2248;p40"/>
            <p:cNvSpPr txBox="1"/>
            <p:nvPr/>
          </p:nvSpPr>
          <p:spPr>
            <a:xfrm rot="460210">
              <a:off x="8601378" y="4881121"/>
              <a:ext cx="112698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unlock </a:t>
              </a: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</p:grpSp>
      <p:grpSp>
        <p:nvGrpSpPr>
          <p:cNvPr id="2249" name="Google Shape;2249;p40"/>
          <p:cNvGrpSpPr/>
          <p:nvPr/>
        </p:nvGrpSpPr>
        <p:grpSpPr>
          <a:xfrm>
            <a:off x="8211743" y="5251311"/>
            <a:ext cx="1673225" cy="370769"/>
            <a:chOff x="8211743" y="5251311"/>
            <a:chExt cx="1673225" cy="370769"/>
          </a:xfrm>
        </p:grpSpPr>
        <p:cxnSp>
          <p:nvCxnSpPr>
            <p:cNvPr id="2250" name="Google Shape;2250;p40"/>
            <p:cNvCxnSpPr/>
            <p:nvPr/>
          </p:nvCxnSpPr>
          <p:spPr>
            <a:xfrm flipH="1">
              <a:off x="8211743" y="5253900"/>
              <a:ext cx="1673225" cy="2422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51" name="Google Shape;2251;p40"/>
            <p:cNvSpPr txBox="1"/>
            <p:nvPr/>
          </p:nvSpPr>
          <p:spPr>
            <a:xfrm rot="-493963">
              <a:off x="9373746" y="5282807"/>
              <a:ext cx="4620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b="0" i="1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2" name="Google Shape;2252;p40"/>
          <p:cNvGrpSpPr/>
          <p:nvPr/>
        </p:nvGrpSpPr>
        <p:grpSpPr>
          <a:xfrm>
            <a:off x="8226030" y="3488161"/>
            <a:ext cx="1710811" cy="482930"/>
            <a:chOff x="8226030" y="3488161"/>
            <a:chExt cx="1710811" cy="482930"/>
          </a:xfrm>
        </p:grpSpPr>
        <p:cxnSp>
          <p:nvCxnSpPr>
            <p:cNvPr id="2253" name="Google Shape;2253;p40"/>
            <p:cNvCxnSpPr/>
            <p:nvPr/>
          </p:nvCxnSpPr>
          <p:spPr>
            <a:xfrm>
              <a:off x="8226030" y="3679752"/>
              <a:ext cx="1684338" cy="2345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54" name="Google Shape;2254;p40"/>
            <p:cNvSpPr txBox="1"/>
            <p:nvPr/>
          </p:nvSpPr>
          <p:spPr>
            <a:xfrm rot="460210">
              <a:off x="8589335" y="3575737"/>
              <a:ext cx="133292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update </a:t>
              </a: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      X’</a:t>
              </a:r>
              <a:endParaRPr/>
            </a:p>
          </p:txBody>
        </p:sp>
        <p:cxnSp>
          <p:nvCxnSpPr>
            <p:cNvPr id="2255" name="Google Shape;2255;p40"/>
            <p:cNvCxnSpPr/>
            <p:nvPr/>
          </p:nvCxnSpPr>
          <p:spPr>
            <a:xfrm rot="10800000">
              <a:off x="9331367" y="3750644"/>
              <a:ext cx="221806" cy="2811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256" name="Google Shape;2256;p40"/>
          <p:cNvGrpSpPr/>
          <p:nvPr/>
        </p:nvGrpSpPr>
        <p:grpSpPr>
          <a:xfrm>
            <a:off x="8234852" y="4177252"/>
            <a:ext cx="1684338" cy="472801"/>
            <a:chOff x="8234852" y="4177252"/>
            <a:chExt cx="1684338" cy="472801"/>
          </a:xfrm>
        </p:grpSpPr>
        <p:cxnSp>
          <p:nvCxnSpPr>
            <p:cNvPr id="2257" name="Google Shape;2257;p40"/>
            <p:cNvCxnSpPr/>
            <p:nvPr/>
          </p:nvCxnSpPr>
          <p:spPr>
            <a:xfrm>
              <a:off x="8234852" y="4392131"/>
              <a:ext cx="1684338" cy="2345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58" name="Google Shape;2258;p40"/>
            <p:cNvSpPr txBox="1"/>
            <p:nvPr/>
          </p:nvSpPr>
          <p:spPr>
            <a:xfrm rot="460210">
              <a:off x="8600615" y="4259764"/>
              <a:ext cx="125704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update </a:t>
              </a: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      X’’</a:t>
              </a:r>
              <a:endParaRPr/>
            </a:p>
          </p:txBody>
        </p:sp>
        <p:cxnSp>
          <p:nvCxnSpPr>
            <p:cNvPr id="2259" name="Google Shape;2259;p40"/>
            <p:cNvCxnSpPr/>
            <p:nvPr/>
          </p:nvCxnSpPr>
          <p:spPr>
            <a:xfrm rot="10800000">
              <a:off x="9339955" y="4436145"/>
              <a:ext cx="221806" cy="2811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260" name="Google Shape;2260;p40"/>
          <p:cNvGrpSpPr/>
          <p:nvPr/>
        </p:nvGrpSpPr>
        <p:grpSpPr>
          <a:xfrm>
            <a:off x="8226030" y="2717763"/>
            <a:ext cx="1684338" cy="513330"/>
            <a:chOff x="8226030" y="2717763"/>
            <a:chExt cx="1684338" cy="513330"/>
          </a:xfrm>
        </p:grpSpPr>
        <p:sp>
          <p:nvSpPr>
            <p:cNvPr id="2261" name="Google Shape;2261;p40"/>
            <p:cNvSpPr txBox="1"/>
            <p:nvPr/>
          </p:nvSpPr>
          <p:spPr>
            <a:xfrm rot="460210">
              <a:off x="8283881" y="2820539"/>
              <a:ext cx="156069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lock data record </a:t>
              </a: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  <p:cxnSp>
          <p:nvCxnSpPr>
            <p:cNvPr id="2262" name="Google Shape;2262;p40"/>
            <p:cNvCxnSpPr/>
            <p:nvPr/>
          </p:nvCxnSpPr>
          <p:spPr>
            <a:xfrm>
              <a:off x="8226030" y="2948551"/>
              <a:ext cx="1684338" cy="2345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263" name="Google Shape;2263;p40"/>
          <p:cNvGrpSpPr/>
          <p:nvPr/>
        </p:nvGrpSpPr>
        <p:grpSpPr>
          <a:xfrm>
            <a:off x="8211743" y="3198739"/>
            <a:ext cx="1673225" cy="370769"/>
            <a:chOff x="8211743" y="3198739"/>
            <a:chExt cx="1673225" cy="370769"/>
          </a:xfrm>
        </p:grpSpPr>
        <p:cxnSp>
          <p:nvCxnSpPr>
            <p:cNvPr id="2264" name="Google Shape;2264;p40"/>
            <p:cNvCxnSpPr/>
            <p:nvPr/>
          </p:nvCxnSpPr>
          <p:spPr>
            <a:xfrm flipH="1">
              <a:off x="8211743" y="3211740"/>
              <a:ext cx="1673225" cy="2422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65" name="Google Shape;2265;p40"/>
            <p:cNvSpPr txBox="1"/>
            <p:nvPr/>
          </p:nvSpPr>
          <p:spPr>
            <a:xfrm rot="-493963">
              <a:off x="9368027" y="3230235"/>
              <a:ext cx="4620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b="0" i="1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66" name="Google Shape;2266;p40"/>
          <p:cNvGrpSpPr/>
          <p:nvPr/>
        </p:nvGrpSpPr>
        <p:grpSpPr>
          <a:xfrm>
            <a:off x="10136156" y="2957082"/>
            <a:ext cx="522425" cy="400110"/>
            <a:chOff x="10136156" y="2957082"/>
            <a:chExt cx="522425" cy="400110"/>
          </a:xfrm>
        </p:grpSpPr>
        <p:sp>
          <p:nvSpPr>
            <p:cNvPr id="2267" name="Google Shape;2267;p40"/>
            <p:cNvSpPr/>
            <p:nvPr/>
          </p:nvSpPr>
          <p:spPr>
            <a:xfrm>
              <a:off x="10138333" y="2957082"/>
              <a:ext cx="510086" cy="400110"/>
            </a:xfrm>
            <a:prstGeom prst="can">
              <a:avLst>
                <a:gd fmla="val 31004" name="adj"/>
              </a:avLst>
            </a:prstGeom>
            <a:gradFill>
              <a:gsLst>
                <a:gs pos="0">
                  <a:srgbClr val="2E75B5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8" name="Google Shape;2268;p40"/>
            <p:cNvSpPr txBox="1"/>
            <p:nvPr/>
          </p:nvSpPr>
          <p:spPr>
            <a:xfrm>
              <a:off x="10364121" y="3049415"/>
              <a:ext cx="29446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  <p:pic>
          <p:nvPicPr>
            <p:cNvPr id="2269" name="Google Shape;2269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70" name="Google Shape;2270;p40"/>
          <p:cNvSpPr/>
          <p:nvPr/>
        </p:nvSpPr>
        <p:spPr>
          <a:xfrm>
            <a:off x="10157378" y="2195369"/>
            <a:ext cx="510086" cy="400110"/>
          </a:xfrm>
          <a:prstGeom prst="can">
            <a:avLst>
              <a:gd fmla="val 31004" name="adj"/>
            </a:avLst>
          </a:prstGeom>
          <a:gradFill>
            <a:gsLst>
              <a:gs pos="0">
                <a:srgbClr val="2E75B5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1" name="Google Shape;2271;p40"/>
          <p:cNvSpPr txBox="1"/>
          <p:nvPr/>
        </p:nvSpPr>
        <p:spPr>
          <a:xfrm>
            <a:off x="10383166" y="2287702"/>
            <a:ext cx="2944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grpSp>
        <p:nvGrpSpPr>
          <p:cNvPr id="2272" name="Google Shape;2272;p40"/>
          <p:cNvGrpSpPr/>
          <p:nvPr/>
        </p:nvGrpSpPr>
        <p:grpSpPr>
          <a:xfrm>
            <a:off x="10132163" y="3702128"/>
            <a:ext cx="592569" cy="400110"/>
            <a:chOff x="10136156" y="2957082"/>
            <a:chExt cx="592569" cy="400110"/>
          </a:xfrm>
        </p:grpSpPr>
        <p:sp>
          <p:nvSpPr>
            <p:cNvPr id="2273" name="Google Shape;2273;p40"/>
            <p:cNvSpPr/>
            <p:nvPr/>
          </p:nvSpPr>
          <p:spPr>
            <a:xfrm>
              <a:off x="10138333" y="2957082"/>
              <a:ext cx="510086" cy="400110"/>
            </a:xfrm>
            <a:prstGeom prst="can">
              <a:avLst>
                <a:gd fmla="val 31004" name="adj"/>
              </a:avLst>
            </a:prstGeom>
            <a:gradFill>
              <a:gsLst>
                <a:gs pos="0">
                  <a:srgbClr val="2E75B5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4" name="Google Shape;2274;p40"/>
            <p:cNvSpPr txBox="1"/>
            <p:nvPr/>
          </p:nvSpPr>
          <p:spPr>
            <a:xfrm>
              <a:off x="10364121" y="3049415"/>
              <a:ext cx="36460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X’</a:t>
              </a:r>
              <a:endParaRPr/>
            </a:p>
          </p:txBody>
        </p:sp>
        <p:pic>
          <p:nvPicPr>
            <p:cNvPr id="2275" name="Google Shape;2275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76" name="Google Shape;2276;p40"/>
          <p:cNvGrpSpPr/>
          <p:nvPr/>
        </p:nvGrpSpPr>
        <p:grpSpPr>
          <a:xfrm>
            <a:off x="10128170" y="4447174"/>
            <a:ext cx="592569" cy="400110"/>
            <a:chOff x="10136156" y="2957082"/>
            <a:chExt cx="592569" cy="400110"/>
          </a:xfrm>
        </p:grpSpPr>
        <p:sp>
          <p:nvSpPr>
            <p:cNvPr id="2277" name="Google Shape;2277;p40"/>
            <p:cNvSpPr/>
            <p:nvPr/>
          </p:nvSpPr>
          <p:spPr>
            <a:xfrm>
              <a:off x="10138333" y="2957082"/>
              <a:ext cx="510086" cy="400110"/>
            </a:xfrm>
            <a:prstGeom prst="can">
              <a:avLst>
                <a:gd fmla="val 31004" name="adj"/>
              </a:avLst>
            </a:prstGeom>
            <a:gradFill>
              <a:gsLst>
                <a:gs pos="0">
                  <a:srgbClr val="2E75B5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8" name="Google Shape;2278;p40"/>
            <p:cNvSpPr txBox="1"/>
            <p:nvPr/>
          </p:nvSpPr>
          <p:spPr>
            <a:xfrm>
              <a:off x="10364121" y="3049415"/>
              <a:ext cx="36460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X’’</a:t>
              </a:r>
              <a:endParaRPr/>
            </a:p>
          </p:txBody>
        </p:sp>
        <p:pic>
          <p:nvPicPr>
            <p:cNvPr id="2279" name="Google Shape;2279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80" name="Google Shape;2280;p40"/>
          <p:cNvGrpSpPr/>
          <p:nvPr/>
        </p:nvGrpSpPr>
        <p:grpSpPr>
          <a:xfrm>
            <a:off x="10126354" y="5192220"/>
            <a:ext cx="726072" cy="400110"/>
            <a:chOff x="10138333" y="2957082"/>
            <a:chExt cx="726072" cy="400110"/>
          </a:xfrm>
        </p:grpSpPr>
        <p:sp>
          <p:nvSpPr>
            <p:cNvPr id="2281" name="Google Shape;2281;p40"/>
            <p:cNvSpPr/>
            <p:nvPr/>
          </p:nvSpPr>
          <p:spPr>
            <a:xfrm>
              <a:off x="10138333" y="2957082"/>
              <a:ext cx="510086" cy="400110"/>
            </a:xfrm>
            <a:prstGeom prst="can">
              <a:avLst>
                <a:gd fmla="val 31004" name="adj"/>
              </a:avLst>
            </a:prstGeom>
            <a:gradFill>
              <a:gsLst>
                <a:gs pos="0">
                  <a:srgbClr val="2E75B5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2" name="Google Shape;2282;p40"/>
            <p:cNvSpPr txBox="1"/>
            <p:nvPr/>
          </p:nvSpPr>
          <p:spPr>
            <a:xfrm>
              <a:off x="10364121" y="3049415"/>
              <a:ext cx="50028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X’’</a:t>
              </a:r>
              <a:endParaRPr/>
            </a:p>
          </p:txBody>
        </p:sp>
      </p:grpSp>
      <p:sp>
        <p:nvSpPr>
          <p:cNvPr id="2283" name="Google Shape;2283;p40"/>
          <p:cNvSpPr txBox="1"/>
          <p:nvPr/>
        </p:nvSpPr>
        <p:spPr>
          <a:xfrm>
            <a:off x="7895870" y="4140346"/>
            <a:ext cx="41429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t’</a:t>
            </a:r>
            <a:endParaRPr b="0" i="1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4" name="Google Shape;2284;p40"/>
          <p:cNvSpPr txBox="1"/>
          <p:nvPr/>
        </p:nvSpPr>
        <p:spPr>
          <a:xfrm>
            <a:off x="7384517" y="5969340"/>
            <a:ext cx="411550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happens if network connection or client crashes at </a:t>
            </a:r>
            <a:r>
              <a:rPr b="0" i="1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t’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9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Google Shape;2290;p41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Maintaining user/server state: cookies</a:t>
            </a:r>
            <a:endParaRPr sz="4400"/>
          </a:p>
        </p:txBody>
      </p:sp>
      <p:sp>
        <p:nvSpPr>
          <p:cNvPr id="2291" name="Google Shape;2291;p4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2" name="Google Shape;2292;p41"/>
          <p:cNvSpPr txBox="1"/>
          <p:nvPr/>
        </p:nvSpPr>
        <p:spPr>
          <a:xfrm>
            <a:off x="622608" y="1452389"/>
            <a:ext cx="6335547" cy="4887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sites and client browser  use 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cookies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maintain some state between transactions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four components: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1) cookie header line of HTTP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message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2) cookie header line in next HTTP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message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3) cookie file kept on user’s host, managed by user’s browser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4) back-end database at Web site</a:t>
            </a:r>
            <a:endParaRPr/>
          </a:p>
        </p:txBody>
      </p:sp>
      <p:sp>
        <p:nvSpPr>
          <p:cNvPr id="2293" name="Google Shape;2293;p41"/>
          <p:cNvSpPr txBox="1"/>
          <p:nvPr/>
        </p:nvSpPr>
        <p:spPr>
          <a:xfrm>
            <a:off x="7599363" y="1452389"/>
            <a:ext cx="4363453" cy="5025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11113" lvl="0" marL="95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Susan uses browser on laptop, visits specific e-commerce site for first time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initial HTTP requests arrives at site, site creates: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unique ID (aka “cookie”)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entry in backend database for ID</a:t>
            </a:r>
            <a:endParaRPr/>
          </a:p>
          <a:p>
            <a:pPr indent="-2286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subsequent HTTP requests from Susan to this site will contain cookie ID value, allowing site to “identify” Susan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8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9" name="Google Shape;2299;p42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Maintaining user/server state: cookies</a:t>
            </a:r>
            <a:endParaRPr sz="4400"/>
          </a:p>
        </p:txBody>
      </p:sp>
      <p:sp>
        <p:nvSpPr>
          <p:cNvPr id="2300" name="Google Shape;2300;p4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01" name="Google Shape;2301;p42"/>
          <p:cNvSpPr txBox="1"/>
          <p:nvPr/>
        </p:nvSpPr>
        <p:spPr>
          <a:xfrm>
            <a:off x="2092674" y="1266659"/>
            <a:ext cx="8739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/>
          </a:p>
        </p:txBody>
      </p:sp>
      <p:sp>
        <p:nvSpPr>
          <p:cNvPr id="2302" name="Google Shape;2302;p42"/>
          <p:cNvSpPr txBox="1"/>
          <p:nvPr/>
        </p:nvSpPr>
        <p:spPr>
          <a:xfrm>
            <a:off x="7072999" y="1555531"/>
            <a:ext cx="9669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/>
          </a:p>
        </p:txBody>
      </p:sp>
      <p:grpSp>
        <p:nvGrpSpPr>
          <p:cNvPr id="2303" name="Google Shape;2303;p42"/>
          <p:cNvGrpSpPr/>
          <p:nvPr/>
        </p:nvGrpSpPr>
        <p:grpSpPr>
          <a:xfrm>
            <a:off x="2996806" y="4057653"/>
            <a:ext cx="3873500" cy="458788"/>
            <a:chOff x="1414" y="2657"/>
            <a:chExt cx="2440" cy="289"/>
          </a:xfrm>
        </p:grpSpPr>
        <p:cxnSp>
          <p:nvCxnSpPr>
            <p:cNvPr id="2304" name="Google Shape;2304;p42"/>
            <p:cNvCxnSpPr/>
            <p:nvPr/>
          </p:nvCxnSpPr>
          <p:spPr>
            <a:xfrm flipH="1">
              <a:off x="1414" y="2657"/>
              <a:ext cx="2440" cy="249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2305" name="Google Shape;2305;p42"/>
            <p:cNvGrpSpPr/>
            <p:nvPr/>
          </p:nvGrpSpPr>
          <p:grpSpPr>
            <a:xfrm>
              <a:off x="1553" y="2694"/>
              <a:ext cx="1897" cy="252"/>
              <a:chOff x="3268" y="2846"/>
              <a:chExt cx="1897" cy="252"/>
            </a:xfrm>
          </p:grpSpPr>
          <p:sp>
            <p:nvSpPr>
              <p:cNvPr id="2306" name="Google Shape;2306;p42"/>
              <p:cNvSpPr/>
              <p:nvPr/>
            </p:nvSpPr>
            <p:spPr>
              <a:xfrm>
                <a:off x="3282" y="2856"/>
                <a:ext cx="1692" cy="198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7" name="Google Shape;2307;p42"/>
              <p:cNvSpPr txBox="1"/>
              <p:nvPr/>
            </p:nvSpPr>
            <p:spPr>
              <a:xfrm>
                <a:off x="3268" y="2846"/>
                <a:ext cx="1897" cy="252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usual HTTP response msg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08" name="Google Shape;2308;p42"/>
          <p:cNvGrpSpPr/>
          <p:nvPr/>
        </p:nvGrpSpPr>
        <p:grpSpPr>
          <a:xfrm>
            <a:off x="3002432" y="5867498"/>
            <a:ext cx="3859213" cy="463549"/>
            <a:chOff x="1392" y="3579"/>
            <a:chExt cx="2431" cy="292"/>
          </a:xfrm>
        </p:grpSpPr>
        <p:cxnSp>
          <p:nvCxnSpPr>
            <p:cNvPr id="2309" name="Google Shape;2309;p42"/>
            <p:cNvCxnSpPr/>
            <p:nvPr/>
          </p:nvCxnSpPr>
          <p:spPr>
            <a:xfrm flipH="1">
              <a:off x="1392" y="3579"/>
              <a:ext cx="2431" cy="266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10" name="Google Shape;2310;p42"/>
            <p:cNvSpPr txBox="1"/>
            <p:nvPr/>
          </p:nvSpPr>
          <p:spPr>
            <a:xfrm>
              <a:off x="1598" y="3619"/>
              <a:ext cx="1852" cy="25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response msg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1" name="Google Shape;2311;p42"/>
          <p:cNvSpPr txBox="1"/>
          <p:nvPr/>
        </p:nvSpPr>
        <p:spPr>
          <a:xfrm>
            <a:off x="1733156" y="2293935"/>
            <a:ext cx="17875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cookie file</a:t>
            </a:r>
            <a:endParaRPr/>
          </a:p>
        </p:txBody>
      </p:sp>
      <p:sp>
        <p:nvSpPr>
          <p:cNvPr id="2312" name="Google Shape;2312;p42"/>
          <p:cNvSpPr txBox="1"/>
          <p:nvPr/>
        </p:nvSpPr>
        <p:spPr>
          <a:xfrm>
            <a:off x="1550772" y="4672055"/>
            <a:ext cx="18101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week later:</a:t>
            </a:r>
            <a:endParaRPr/>
          </a:p>
        </p:txBody>
      </p:sp>
      <p:grpSp>
        <p:nvGrpSpPr>
          <p:cNvPr id="2313" name="Google Shape;2313;p42"/>
          <p:cNvGrpSpPr/>
          <p:nvPr/>
        </p:nvGrpSpPr>
        <p:grpSpPr>
          <a:xfrm>
            <a:off x="2998327" y="3429000"/>
            <a:ext cx="6777024" cy="1128713"/>
            <a:chOff x="1411" y="2261"/>
            <a:chExt cx="3533" cy="711"/>
          </a:xfrm>
        </p:grpSpPr>
        <p:cxnSp>
          <p:nvCxnSpPr>
            <p:cNvPr id="2314" name="Google Shape;2314;p42"/>
            <p:cNvCxnSpPr/>
            <p:nvPr/>
          </p:nvCxnSpPr>
          <p:spPr>
            <a:xfrm>
              <a:off x="1411" y="2361"/>
              <a:ext cx="2016" cy="24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15" name="Google Shape;2315;p42"/>
            <p:cNvSpPr txBox="1"/>
            <p:nvPr/>
          </p:nvSpPr>
          <p:spPr>
            <a:xfrm>
              <a:off x="1548" y="2261"/>
              <a:ext cx="1689" cy="40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request msg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cookie: 1678</a:t>
              </a:r>
              <a:endParaRPr/>
            </a:p>
          </p:txBody>
        </p:sp>
        <p:sp>
          <p:nvSpPr>
            <p:cNvPr id="2316" name="Google Shape;2316;p42"/>
            <p:cNvSpPr txBox="1"/>
            <p:nvPr/>
          </p:nvSpPr>
          <p:spPr>
            <a:xfrm>
              <a:off x="3549" y="2332"/>
              <a:ext cx="607" cy="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cookie-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specific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action</a:t>
              </a:r>
              <a:endParaRPr/>
            </a:p>
          </p:txBody>
        </p:sp>
        <p:cxnSp>
          <p:nvCxnSpPr>
            <p:cNvPr id="2317" name="Google Shape;2317;p42"/>
            <p:cNvCxnSpPr/>
            <p:nvPr/>
          </p:nvCxnSpPr>
          <p:spPr>
            <a:xfrm flipH="1" rot="10800000">
              <a:off x="4252" y="2367"/>
              <a:ext cx="692" cy="26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2318" name="Google Shape;2318;p42"/>
            <p:cNvGrpSpPr/>
            <p:nvPr/>
          </p:nvGrpSpPr>
          <p:grpSpPr>
            <a:xfrm>
              <a:off x="4306" y="2363"/>
              <a:ext cx="539" cy="252"/>
              <a:chOff x="4306" y="2273"/>
              <a:chExt cx="539" cy="252"/>
            </a:xfrm>
          </p:grpSpPr>
          <p:sp>
            <p:nvSpPr>
              <p:cNvPr id="2319" name="Google Shape;2319;p42"/>
              <p:cNvSpPr/>
              <p:nvPr/>
            </p:nvSpPr>
            <p:spPr>
              <a:xfrm>
                <a:off x="4409" y="2365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0" name="Google Shape;2320;p42"/>
              <p:cNvSpPr txBox="1"/>
              <p:nvPr/>
            </p:nvSpPr>
            <p:spPr>
              <a:xfrm>
                <a:off x="4306" y="2273"/>
                <a:ext cx="53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access</a:t>
                </a:r>
                <a:endParaRPr/>
              </a:p>
            </p:txBody>
          </p:sp>
        </p:grpSp>
      </p:grpSp>
      <p:grpSp>
        <p:nvGrpSpPr>
          <p:cNvPr id="2321" name="Google Shape;2321;p42"/>
          <p:cNvGrpSpPr/>
          <p:nvPr/>
        </p:nvGrpSpPr>
        <p:grpSpPr>
          <a:xfrm>
            <a:off x="1704581" y="1762123"/>
            <a:ext cx="1066800" cy="565150"/>
            <a:chOff x="527" y="1047"/>
            <a:chExt cx="855" cy="486"/>
          </a:xfrm>
        </p:grpSpPr>
        <p:sp>
          <p:nvSpPr>
            <p:cNvPr id="2322" name="Google Shape;2322;p42"/>
            <p:cNvSpPr/>
            <p:nvPr/>
          </p:nvSpPr>
          <p:spPr>
            <a:xfrm>
              <a:off x="527" y="1047"/>
              <a:ext cx="855" cy="486"/>
            </a:xfrm>
            <a:prstGeom prst="can">
              <a:avLst>
                <a:gd fmla="val 25000" name="adj"/>
              </a:avLst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3" name="Google Shape;2323;p42"/>
            <p:cNvSpPr txBox="1"/>
            <p:nvPr/>
          </p:nvSpPr>
          <p:spPr>
            <a:xfrm>
              <a:off x="552" y="1193"/>
              <a:ext cx="805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ebay 8734</a:t>
              </a:r>
              <a:endParaRPr/>
            </a:p>
          </p:txBody>
        </p:sp>
      </p:grpSp>
      <p:grpSp>
        <p:nvGrpSpPr>
          <p:cNvPr id="2324" name="Google Shape;2324;p42"/>
          <p:cNvGrpSpPr/>
          <p:nvPr/>
        </p:nvGrpSpPr>
        <p:grpSpPr>
          <a:xfrm>
            <a:off x="2952356" y="1946272"/>
            <a:ext cx="6972540" cy="1301749"/>
            <a:chOff x="1386" y="1327"/>
            <a:chExt cx="3730" cy="820"/>
          </a:xfrm>
        </p:grpSpPr>
        <p:cxnSp>
          <p:nvCxnSpPr>
            <p:cNvPr id="2325" name="Google Shape;2325;p42"/>
            <p:cNvCxnSpPr/>
            <p:nvPr/>
          </p:nvCxnSpPr>
          <p:spPr>
            <a:xfrm>
              <a:off x="1386" y="1355"/>
              <a:ext cx="2082" cy="24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26" name="Google Shape;2326;p42"/>
            <p:cNvSpPr txBox="1"/>
            <p:nvPr/>
          </p:nvSpPr>
          <p:spPr>
            <a:xfrm>
              <a:off x="1554" y="1327"/>
              <a:ext cx="1689" cy="25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request msg</a:t>
              </a:r>
              <a:endParaRPr/>
            </a:p>
          </p:txBody>
        </p:sp>
        <p:sp>
          <p:nvSpPr>
            <p:cNvPr id="2327" name="Google Shape;2327;p42"/>
            <p:cNvSpPr txBox="1"/>
            <p:nvPr/>
          </p:nvSpPr>
          <p:spPr>
            <a:xfrm>
              <a:off x="3460" y="1390"/>
              <a:ext cx="848" cy="5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Amazon server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creates ID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1678 for user</a:t>
              </a:r>
              <a:endParaRPr b="0" i="0" sz="2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28" name="Google Shape;2328;p42"/>
            <p:cNvGrpSpPr/>
            <p:nvPr/>
          </p:nvGrpSpPr>
          <p:grpSpPr>
            <a:xfrm>
              <a:off x="4377" y="1730"/>
              <a:ext cx="739" cy="417"/>
              <a:chOff x="4377" y="1640"/>
              <a:chExt cx="739" cy="417"/>
            </a:xfrm>
          </p:grpSpPr>
          <p:cxnSp>
            <p:nvCxnSpPr>
              <p:cNvPr id="2329" name="Google Shape;2329;p42"/>
              <p:cNvCxnSpPr/>
              <p:nvPr/>
            </p:nvCxnSpPr>
            <p:spPr>
              <a:xfrm>
                <a:off x="4377" y="1640"/>
                <a:ext cx="659" cy="41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2330" name="Google Shape;2330;p42"/>
              <p:cNvSpPr/>
              <p:nvPr/>
            </p:nvSpPr>
            <p:spPr>
              <a:xfrm>
                <a:off x="4470" y="1729"/>
                <a:ext cx="602" cy="24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1" name="Google Shape;2331;p42"/>
              <p:cNvSpPr txBox="1"/>
              <p:nvPr/>
            </p:nvSpPr>
            <p:spPr>
              <a:xfrm>
                <a:off x="4381" y="1702"/>
                <a:ext cx="735" cy="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create</a:t>
                </a:r>
                <a:endParaRPr/>
              </a:p>
              <a:p>
                <a:pPr indent="0" lvl="0" marL="0" marR="0" rtl="0" algn="l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entry</a:t>
                </a:r>
                <a:endParaRPr/>
              </a:p>
            </p:txBody>
          </p:sp>
        </p:grpSp>
      </p:grpSp>
      <p:grpSp>
        <p:nvGrpSpPr>
          <p:cNvPr id="2332" name="Google Shape;2332;p42"/>
          <p:cNvGrpSpPr/>
          <p:nvPr/>
        </p:nvGrpSpPr>
        <p:grpSpPr>
          <a:xfrm>
            <a:off x="1675603" y="2474086"/>
            <a:ext cx="5151555" cy="890270"/>
            <a:chOff x="462" y="1603"/>
            <a:chExt cx="3550" cy="719"/>
          </a:xfrm>
        </p:grpSpPr>
        <p:cxnSp>
          <p:nvCxnSpPr>
            <p:cNvPr id="2333" name="Google Shape;2333;p42"/>
            <p:cNvCxnSpPr/>
            <p:nvPr/>
          </p:nvCxnSpPr>
          <p:spPr>
            <a:xfrm flipH="1">
              <a:off x="1404" y="1603"/>
              <a:ext cx="2608" cy="274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34" name="Google Shape;2334;p42"/>
            <p:cNvSpPr txBox="1"/>
            <p:nvPr/>
          </p:nvSpPr>
          <p:spPr>
            <a:xfrm>
              <a:off x="1552" y="1650"/>
              <a:ext cx="1665" cy="51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response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set-cookie: 1678 </a:t>
              </a:r>
              <a:endParaRPr/>
            </a:p>
          </p:txBody>
        </p:sp>
        <p:grpSp>
          <p:nvGrpSpPr>
            <p:cNvPr id="2335" name="Google Shape;2335;p42"/>
            <p:cNvGrpSpPr/>
            <p:nvPr/>
          </p:nvGrpSpPr>
          <p:grpSpPr>
            <a:xfrm>
              <a:off x="462" y="1836"/>
              <a:ext cx="1004" cy="486"/>
              <a:chOff x="687" y="1746"/>
              <a:chExt cx="1004" cy="486"/>
            </a:xfrm>
          </p:grpSpPr>
          <p:sp>
            <p:nvSpPr>
              <p:cNvPr id="2336" name="Google Shape;2336;p42"/>
              <p:cNvSpPr/>
              <p:nvPr/>
            </p:nvSpPr>
            <p:spPr>
              <a:xfrm>
                <a:off x="702" y="1746"/>
                <a:ext cx="735" cy="486"/>
              </a:xfrm>
              <a:prstGeom prst="can">
                <a:avLst>
                  <a:gd fmla="val 25000" name="adj"/>
                </a:avLst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7" name="Google Shape;2337;p42"/>
              <p:cNvSpPr txBox="1"/>
              <p:nvPr/>
            </p:nvSpPr>
            <p:spPr>
              <a:xfrm>
                <a:off x="687" y="1836"/>
                <a:ext cx="1004" cy="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Calibri"/>
                  <a:buNone/>
                </a:pPr>
                <a:r>
                  <a:rPr b="1" i="0" lang="en-US" sz="14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ebay 8734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Calibri"/>
                  <a:buNone/>
                </a:pPr>
                <a:r>
                  <a:rPr b="1" i="0" lang="en-US" sz="14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amazon 1678</a:t>
                </a:r>
                <a:endParaRPr/>
              </a:p>
            </p:txBody>
          </p:sp>
        </p:grpSp>
      </p:grpSp>
      <p:grpSp>
        <p:nvGrpSpPr>
          <p:cNvPr id="2338" name="Google Shape;2338;p42"/>
          <p:cNvGrpSpPr/>
          <p:nvPr/>
        </p:nvGrpSpPr>
        <p:grpSpPr>
          <a:xfrm>
            <a:off x="2994226" y="4365354"/>
            <a:ext cx="6781125" cy="2001838"/>
            <a:chOff x="1406" y="2641"/>
            <a:chExt cx="3562" cy="1261"/>
          </a:xfrm>
        </p:grpSpPr>
        <p:cxnSp>
          <p:nvCxnSpPr>
            <p:cNvPr id="2339" name="Google Shape;2339;p42"/>
            <p:cNvCxnSpPr/>
            <p:nvPr/>
          </p:nvCxnSpPr>
          <p:spPr>
            <a:xfrm>
              <a:off x="1406" y="3293"/>
              <a:ext cx="2032" cy="24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40" name="Google Shape;2340;p42"/>
            <p:cNvSpPr txBox="1"/>
            <p:nvPr/>
          </p:nvSpPr>
          <p:spPr>
            <a:xfrm>
              <a:off x="1561" y="3171"/>
              <a:ext cx="1689" cy="40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request msg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cookie: 1678</a:t>
              </a:r>
              <a:endParaRPr/>
            </a:p>
          </p:txBody>
        </p:sp>
        <p:sp>
          <p:nvSpPr>
            <p:cNvPr id="2341" name="Google Shape;2341;p42"/>
            <p:cNvSpPr txBox="1"/>
            <p:nvPr/>
          </p:nvSpPr>
          <p:spPr>
            <a:xfrm>
              <a:off x="3579" y="3262"/>
              <a:ext cx="607" cy="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cookie-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specific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action</a:t>
              </a:r>
              <a:endParaRPr/>
            </a:p>
          </p:txBody>
        </p:sp>
        <p:cxnSp>
          <p:nvCxnSpPr>
            <p:cNvPr id="2342" name="Google Shape;2342;p42"/>
            <p:cNvCxnSpPr/>
            <p:nvPr/>
          </p:nvCxnSpPr>
          <p:spPr>
            <a:xfrm flipH="1" rot="10800000">
              <a:off x="4181" y="2641"/>
              <a:ext cx="787" cy="86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343" name="Google Shape;2343;p42"/>
            <p:cNvSpPr txBox="1"/>
            <p:nvPr/>
          </p:nvSpPr>
          <p:spPr>
            <a:xfrm>
              <a:off x="4287" y="2939"/>
              <a:ext cx="539" cy="2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</p:txBody>
        </p:sp>
      </p:grpSp>
      <p:grpSp>
        <p:nvGrpSpPr>
          <p:cNvPr id="2344" name="Google Shape;2344;p42"/>
          <p:cNvGrpSpPr/>
          <p:nvPr/>
        </p:nvGrpSpPr>
        <p:grpSpPr>
          <a:xfrm>
            <a:off x="1655687" y="5113066"/>
            <a:ext cx="1389062" cy="633978"/>
            <a:chOff x="702" y="1746"/>
            <a:chExt cx="1004" cy="486"/>
          </a:xfrm>
        </p:grpSpPr>
        <p:sp>
          <p:nvSpPr>
            <p:cNvPr id="2345" name="Google Shape;2345;p42"/>
            <p:cNvSpPr/>
            <p:nvPr/>
          </p:nvSpPr>
          <p:spPr>
            <a:xfrm>
              <a:off x="735" y="1746"/>
              <a:ext cx="773" cy="486"/>
            </a:xfrm>
            <a:prstGeom prst="can">
              <a:avLst>
                <a:gd fmla="val 25000" name="adj"/>
              </a:avLst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6" name="Google Shape;2346;p42"/>
            <p:cNvSpPr txBox="1"/>
            <p:nvPr/>
          </p:nvSpPr>
          <p:spPr>
            <a:xfrm>
              <a:off x="702" y="1851"/>
              <a:ext cx="1004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ebay 8734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amazon 1678</a:t>
              </a:r>
              <a:endPara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7" name="Google Shape;2347;p42"/>
          <p:cNvSpPr txBox="1"/>
          <p:nvPr/>
        </p:nvSpPr>
        <p:spPr>
          <a:xfrm>
            <a:off x="9834963" y="2582111"/>
            <a:ext cx="114005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/>
          </a:p>
        </p:txBody>
      </p:sp>
      <p:sp>
        <p:nvSpPr>
          <p:cNvPr id="2348" name="Google Shape;2348;p42"/>
          <p:cNvSpPr/>
          <p:nvPr/>
        </p:nvSpPr>
        <p:spPr>
          <a:xfrm>
            <a:off x="10104838" y="3202824"/>
            <a:ext cx="592138" cy="908050"/>
          </a:xfrm>
          <a:prstGeom prst="can">
            <a:avLst>
              <a:gd fmla="val 31004" name="adj"/>
            </a:avLst>
          </a:pr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49" name="Google Shape;2349;p42"/>
          <p:cNvGrpSpPr/>
          <p:nvPr/>
        </p:nvGrpSpPr>
        <p:grpSpPr>
          <a:xfrm>
            <a:off x="6709231" y="1274501"/>
            <a:ext cx="351110" cy="610396"/>
            <a:chOff x="4140" y="429"/>
            <a:chExt cx="1425" cy="2396"/>
          </a:xfrm>
        </p:grpSpPr>
        <p:sp>
          <p:nvSpPr>
            <p:cNvPr id="2350" name="Google Shape;2350;p4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1" name="Google Shape;2351;p42"/>
            <p:cNvSpPr/>
            <p:nvPr/>
          </p:nvSpPr>
          <p:spPr>
            <a:xfrm>
              <a:off x="4206" y="429"/>
              <a:ext cx="1045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2" name="Google Shape;2352;p4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3" name="Google Shape;2353;p4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4" name="Google Shape;2354;p42"/>
            <p:cNvSpPr/>
            <p:nvPr/>
          </p:nvSpPr>
          <p:spPr>
            <a:xfrm>
              <a:off x="4212" y="695"/>
              <a:ext cx="594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55" name="Google Shape;2355;p42"/>
            <p:cNvGrpSpPr/>
            <p:nvPr/>
          </p:nvGrpSpPr>
          <p:grpSpPr>
            <a:xfrm>
              <a:off x="4751" y="666"/>
              <a:ext cx="578" cy="148"/>
              <a:chOff x="616" y="2566"/>
              <a:chExt cx="721" cy="142"/>
            </a:xfrm>
          </p:grpSpPr>
          <p:sp>
            <p:nvSpPr>
              <p:cNvPr id="2356" name="Google Shape;2356;p42"/>
              <p:cNvSpPr/>
              <p:nvPr/>
            </p:nvSpPr>
            <p:spPr>
              <a:xfrm>
                <a:off x="616" y="2566"/>
                <a:ext cx="721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7" name="Google Shape;2357;p42"/>
              <p:cNvSpPr/>
              <p:nvPr/>
            </p:nvSpPr>
            <p:spPr>
              <a:xfrm>
                <a:off x="630" y="2580"/>
                <a:ext cx="687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58" name="Google Shape;2358;p42"/>
            <p:cNvSpPr/>
            <p:nvPr/>
          </p:nvSpPr>
          <p:spPr>
            <a:xfrm>
              <a:off x="4223" y="1021"/>
              <a:ext cx="600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59" name="Google Shape;2359;p42"/>
            <p:cNvGrpSpPr/>
            <p:nvPr/>
          </p:nvGrpSpPr>
          <p:grpSpPr>
            <a:xfrm>
              <a:off x="4745" y="996"/>
              <a:ext cx="583" cy="133"/>
              <a:chOff x="612" y="2570"/>
              <a:chExt cx="728" cy="138"/>
            </a:xfrm>
          </p:grpSpPr>
          <p:sp>
            <p:nvSpPr>
              <p:cNvPr id="2360" name="Google Shape;2360;p42"/>
              <p:cNvSpPr/>
              <p:nvPr/>
            </p:nvSpPr>
            <p:spPr>
              <a:xfrm>
                <a:off x="612" y="2570"/>
                <a:ext cx="728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1" name="Google Shape;2361;p42"/>
              <p:cNvSpPr/>
              <p:nvPr/>
            </p:nvSpPr>
            <p:spPr>
              <a:xfrm>
                <a:off x="625" y="2585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62" name="Google Shape;2362;p42"/>
            <p:cNvSpPr/>
            <p:nvPr/>
          </p:nvSpPr>
          <p:spPr>
            <a:xfrm>
              <a:off x="4217" y="1356"/>
              <a:ext cx="594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3" name="Google Shape;2363;p42"/>
            <p:cNvSpPr/>
            <p:nvPr/>
          </p:nvSpPr>
          <p:spPr>
            <a:xfrm>
              <a:off x="4228" y="1657"/>
              <a:ext cx="594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64" name="Google Shape;2364;p42"/>
            <p:cNvGrpSpPr/>
            <p:nvPr/>
          </p:nvGrpSpPr>
          <p:grpSpPr>
            <a:xfrm>
              <a:off x="4734" y="1627"/>
              <a:ext cx="584" cy="153"/>
              <a:chOff x="613" y="2568"/>
              <a:chExt cx="727" cy="141"/>
            </a:xfrm>
          </p:grpSpPr>
          <p:sp>
            <p:nvSpPr>
              <p:cNvPr id="2365" name="Google Shape;2365;p42"/>
              <p:cNvSpPr/>
              <p:nvPr/>
            </p:nvSpPr>
            <p:spPr>
              <a:xfrm>
                <a:off x="613" y="2568"/>
                <a:ext cx="727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6" name="Google Shape;2366;p42"/>
              <p:cNvSpPr/>
              <p:nvPr/>
            </p:nvSpPr>
            <p:spPr>
              <a:xfrm>
                <a:off x="627" y="2586"/>
                <a:ext cx="692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67" name="Google Shape;2367;p4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68" name="Google Shape;2368;p42"/>
            <p:cNvGrpSpPr/>
            <p:nvPr/>
          </p:nvGrpSpPr>
          <p:grpSpPr>
            <a:xfrm>
              <a:off x="4740" y="1326"/>
              <a:ext cx="584" cy="138"/>
              <a:chOff x="615" y="2567"/>
              <a:chExt cx="727" cy="138"/>
            </a:xfrm>
          </p:grpSpPr>
          <p:sp>
            <p:nvSpPr>
              <p:cNvPr id="2369" name="Google Shape;2369;p42"/>
              <p:cNvSpPr/>
              <p:nvPr/>
            </p:nvSpPr>
            <p:spPr>
              <a:xfrm>
                <a:off x="615" y="2567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0" name="Google Shape;2370;p42"/>
              <p:cNvSpPr/>
              <p:nvPr/>
            </p:nvSpPr>
            <p:spPr>
              <a:xfrm>
                <a:off x="629" y="2582"/>
                <a:ext cx="692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71" name="Google Shape;2371;p42"/>
            <p:cNvSpPr/>
            <p:nvPr/>
          </p:nvSpPr>
          <p:spPr>
            <a:xfrm>
              <a:off x="5251" y="429"/>
              <a:ext cx="66" cy="2288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2" name="Google Shape;2372;p4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3" name="Google Shape;2373;p4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4" name="Google Shape;2374;p42"/>
            <p:cNvSpPr/>
            <p:nvPr/>
          </p:nvSpPr>
          <p:spPr>
            <a:xfrm>
              <a:off x="5515" y="2613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5" name="Google Shape;2375;p4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6" name="Google Shape;2376;p42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7" name="Google Shape;2377;p42"/>
            <p:cNvSpPr/>
            <p:nvPr/>
          </p:nvSpPr>
          <p:spPr>
            <a:xfrm>
              <a:off x="4206" y="2712"/>
              <a:ext cx="1067" cy="8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8" name="Google Shape;2378;p42"/>
            <p:cNvSpPr/>
            <p:nvPr/>
          </p:nvSpPr>
          <p:spPr>
            <a:xfrm>
              <a:off x="4311" y="2381"/>
              <a:ext cx="154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9" name="Google Shape;2379;p42"/>
            <p:cNvSpPr/>
            <p:nvPr/>
          </p:nvSpPr>
          <p:spPr>
            <a:xfrm>
              <a:off x="4487" y="2386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0" name="Google Shape;2380;p42"/>
            <p:cNvSpPr/>
            <p:nvPr/>
          </p:nvSpPr>
          <p:spPr>
            <a:xfrm>
              <a:off x="4663" y="2381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1" name="Google Shape;2381;p42"/>
            <p:cNvSpPr/>
            <p:nvPr/>
          </p:nvSpPr>
          <p:spPr>
            <a:xfrm>
              <a:off x="5064" y="1834"/>
              <a:ext cx="83" cy="764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82" name="Google Shape;2382;p42"/>
          <p:cNvGrpSpPr/>
          <p:nvPr/>
        </p:nvGrpSpPr>
        <p:grpSpPr>
          <a:xfrm>
            <a:off x="2734523" y="1369488"/>
            <a:ext cx="667783" cy="586047"/>
            <a:chOff x="-44" y="1473"/>
            <a:chExt cx="981" cy="1105"/>
          </a:xfrm>
        </p:grpSpPr>
        <p:pic>
          <p:nvPicPr>
            <p:cNvPr descr="desktop_computer_stylized_medium" id="2383" name="Google Shape;2383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4" name="Google Shape;2384;p4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385" name="Google Shape;2385;p42"/>
          <p:cNvCxnSpPr/>
          <p:nvPr/>
        </p:nvCxnSpPr>
        <p:spPr>
          <a:xfrm flipH="1">
            <a:off x="2999897" y="1993139"/>
            <a:ext cx="510" cy="446580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2386" name="Google Shape;2386;p42"/>
          <p:cNvSpPr txBox="1"/>
          <p:nvPr/>
        </p:nvSpPr>
        <p:spPr>
          <a:xfrm>
            <a:off x="2746707" y="6459827"/>
            <a:ext cx="5196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cxnSp>
        <p:nvCxnSpPr>
          <p:cNvPr id="2387" name="Google Shape;2387;p42"/>
          <p:cNvCxnSpPr/>
          <p:nvPr/>
        </p:nvCxnSpPr>
        <p:spPr>
          <a:xfrm flipH="1">
            <a:off x="6867352" y="2001551"/>
            <a:ext cx="510" cy="446580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2388" name="Google Shape;2388;p42"/>
          <p:cNvSpPr txBox="1"/>
          <p:nvPr/>
        </p:nvSpPr>
        <p:spPr>
          <a:xfrm>
            <a:off x="6614162" y="6468239"/>
            <a:ext cx="5196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2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3" name="Shape 2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43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cookies: comments</a:t>
            </a:r>
            <a:endParaRPr sz="4400"/>
          </a:p>
        </p:txBody>
      </p:sp>
      <p:sp>
        <p:nvSpPr>
          <p:cNvPr id="2395" name="Google Shape;2395;p4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6" name="Google Shape;2396;p43"/>
          <p:cNvSpPr txBox="1"/>
          <p:nvPr/>
        </p:nvSpPr>
        <p:spPr>
          <a:xfrm>
            <a:off x="648049" y="1556443"/>
            <a:ext cx="6034668" cy="2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What cookies can be used for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authorization</a:t>
            </a:r>
            <a:endParaRPr/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shopping carts</a:t>
            </a:r>
            <a:endParaRPr/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/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session state (Web e-mail)</a:t>
            </a:r>
            <a:endParaRPr/>
          </a:p>
        </p:txBody>
      </p:sp>
      <p:sp>
        <p:nvSpPr>
          <p:cNvPr id="2397" name="Google Shape;2397;p43"/>
          <p:cNvSpPr/>
          <p:nvPr/>
        </p:nvSpPr>
        <p:spPr>
          <a:xfrm>
            <a:off x="7504291" y="1568189"/>
            <a:ext cx="3810000" cy="3553646"/>
          </a:xfrm>
          <a:prstGeom prst="rect">
            <a:avLst/>
          </a:prstGeom>
          <a:noFill/>
          <a:ln cap="flat" cmpd="sng" w="19050">
            <a:solidFill>
              <a:srgbClr val="0000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cookies and privacy: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cookies permit sites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learn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 lot about you on their site.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party persistent cookies (tracking cookies) allow common identity (cookie value) to be tracked across multiple web sites</a:t>
            </a:r>
            <a:endParaRPr/>
          </a:p>
        </p:txBody>
      </p:sp>
      <p:sp>
        <p:nvSpPr>
          <p:cNvPr id="2398" name="Google Shape;2398;p43"/>
          <p:cNvSpPr txBox="1"/>
          <p:nvPr/>
        </p:nvSpPr>
        <p:spPr>
          <a:xfrm>
            <a:off x="10149568" y="1325611"/>
            <a:ext cx="838691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aside</a:t>
            </a:r>
            <a:endParaRPr/>
          </a:p>
        </p:txBody>
      </p:sp>
      <p:sp>
        <p:nvSpPr>
          <p:cNvPr id="2399" name="Google Shape;2399;p43"/>
          <p:cNvSpPr/>
          <p:nvPr/>
        </p:nvSpPr>
        <p:spPr>
          <a:xfrm>
            <a:off x="721562" y="3980757"/>
            <a:ext cx="6267067" cy="2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Challenge: How to keep state?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at protocol endpoints: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maintain state at sender/receiver over multiple transactions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in messages: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cookies inHTTP messages carry state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3" name="Shape 2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4" name="Google Shape;2404;p4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3</a:t>
            </a:r>
            <a:r>
              <a:rPr baseline="30000" lang="en-US"/>
              <a:t>rd</a:t>
            </a:r>
            <a:r>
              <a:rPr lang="en-US"/>
              <a:t> Party Cookies</a:t>
            </a:r>
            <a:endParaRPr/>
          </a:p>
        </p:txBody>
      </p:sp>
      <p:sp>
        <p:nvSpPr>
          <p:cNvPr id="2405" name="Google Shape;2405;p4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06" name="Google Shape;2406;p44"/>
          <p:cNvSpPr txBox="1"/>
          <p:nvPr/>
        </p:nvSpPr>
        <p:spPr>
          <a:xfrm>
            <a:off x="648049" y="1556443"/>
            <a:ext cx="6034668" cy="2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1" i="0" lang="en-US" sz="2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How Are Third-Party Cookies Created on a Website?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7" name="Google Shape;2407;p44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0630" y="2476499"/>
            <a:ext cx="4620370" cy="2310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2" name="Shape 2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3" name="Google Shape;2413;p45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Web caches</a:t>
            </a:r>
            <a:endParaRPr sz="4400"/>
          </a:p>
        </p:txBody>
      </p:sp>
      <p:sp>
        <p:nvSpPr>
          <p:cNvPr id="2414" name="Google Shape;2414;p4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415" name="Google Shape;2415;p45"/>
          <p:cNvGrpSpPr/>
          <p:nvPr/>
        </p:nvGrpSpPr>
        <p:grpSpPr>
          <a:xfrm>
            <a:off x="6272213" y="2445088"/>
            <a:ext cx="687387" cy="763588"/>
            <a:chOff x="-44" y="1473"/>
            <a:chExt cx="981" cy="1105"/>
          </a:xfrm>
        </p:grpSpPr>
        <p:pic>
          <p:nvPicPr>
            <p:cNvPr descr="desktop_computer_stylized_medium" id="2416" name="Google Shape;2416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7" name="Google Shape;2417;p4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8" name="Google Shape;2418;p45"/>
          <p:cNvGrpSpPr/>
          <p:nvPr/>
        </p:nvGrpSpPr>
        <p:grpSpPr>
          <a:xfrm>
            <a:off x="6337300" y="4318338"/>
            <a:ext cx="687388" cy="763588"/>
            <a:chOff x="-44" y="1473"/>
            <a:chExt cx="981" cy="1105"/>
          </a:xfrm>
        </p:grpSpPr>
        <p:pic>
          <p:nvPicPr>
            <p:cNvPr descr="desktop_computer_stylized_medium" id="2419" name="Google Shape;2419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0" name="Google Shape;2420;p4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21" name="Google Shape;2421;p45"/>
          <p:cNvGrpSpPr/>
          <p:nvPr/>
        </p:nvGrpSpPr>
        <p:grpSpPr>
          <a:xfrm>
            <a:off x="10423525" y="2586376"/>
            <a:ext cx="433388" cy="715962"/>
            <a:chOff x="4140" y="429"/>
            <a:chExt cx="1425" cy="2396"/>
          </a:xfrm>
        </p:grpSpPr>
        <p:sp>
          <p:nvSpPr>
            <p:cNvPr id="2422" name="Google Shape;2422;p4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3" name="Google Shape;2423;p45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4" name="Google Shape;2424;p4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5" name="Google Shape;2425;p4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6" name="Google Shape;2426;p45"/>
            <p:cNvSpPr/>
            <p:nvPr/>
          </p:nvSpPr>
          <p:spPr>
            <a:xfrm>
              <a:off x="4213" y="695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27" name="Google Shape;2427;p45"/>
            <p:cNvGrpSpPr/>
            <p:nvPr/>
          </p:nvGrpSpPr>
          <p:grpSpPr>
            <a:xfrm>
              <a:off x="4751" y="668"/>
              <a:ext cx="579" cy="144"/>
              <a:chOff x="616" y="2568"/>
              <a:chExt cx="723" cy="138"/>
            </a:xfrm>
          </p:grpSpPr>
          <p:sp>
            <p:nvSpPr>
              <p:cNvPr id="2428" name="Google Shape;2428;p45"/>
              <p:cNvSpPr/>
              <p:nvPr/>
            </p:nvSpPr>
            <p:spPr>
              <a:xfrm>
                <a:off x="616" y="2568"/>
                <a:ext cx="723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9" name="Google Shape;2429;p45"/>
              <p:cNvSpPr/>
              <p:nvPr/>
            </p:nvSpPr>
            <p:spPr>
              <a:xfrm>
                <a:off x="629" y="2583"/>
                <a:ext cx="690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30" name="Google Shape;2430;p45"/>
            <p:cNvSpPr/>
            <p:nvPr/>
          </p:nvSpPr>
          <p:spPr>
            <a:xfrm>
              <a:off x="4224" y="1019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31" name="Google Shape;2431;p45"/>
            <p:cNvGrpSpPr/>
            <p:nvPr/>
          </p:nvGrpSpPr>
          <p:grpSpPr>
            <a:xfrm>
              <a:off x="4745" y="992"/>
              <a:ext cx="585" cy="138"/>
              <a:chOff x="612" y="2566"/>
              <a:chExt cx="730" cy="143"/>
            </a:xfrm>
          </p:grpSpPr>
          <p:sp>
            <p:nvSpPr>
              <p:cNvPr id="2432" name="Google Shape;2432;p45"/>
              <p:cNvSpPr/>
              <p:nvPr/>
            </p:nvSpPr>
            <p:spPr>
              <a:xfrm>
                <a:off x="612" y="2566"/>
                <a:ext cx="730" cy="143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3" name="Google Shape;2433;p45"/>
              <p:cNvSpPr/>
              <p:nvPr/>
            </p:nvSpPr>
            <p:spPr>
              <a:xfrm>
                <a:off x="625" y="2583"/>
                <a:ext cx="697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34" name="Google Shape;2434;p45"/>
            <p:cNvSpPr/>
            <p:nvPr/>
          </p:nvSpPr>
          <p:spPr>
            <a:xfrm>
              <a:off x="4218" y="1359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5" name="Google Shape;2435;p45"/>
            <p:cNvSpPr/>
            <p:nvPr/>
          </p:nvSpPr>
          <p:spPr>
            <a:xfrm>
              <a:off x="4229" y="1656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36" name="Google Shape;2436;p45"/>
            <p:cNvGrpSpPr/>
            <p:nvPr/>
          </p:nvGrpSpPr>
          <p:grpSpPr>
            <a:xfrm>
              <a:off x="4735" y="1629"/>
              <a:ext cx="580" cy="149"/>
              <a:chOff x="614" y="2570"/>
              <a:chExt cx="722" cy="137"/>
            </a:xfrm>
          </p:grpSpPr>
          <p:sp>
            <p:nvSpPr>
              <p:cNvPr id="2437" name="Google Shape;2437;p45"/>
              <p:cNvSpPr/>
              <p:nvPr/>
            </p:nvSpPr>
            <p:spPr>
              <a:xfrm>
                <a:off x="614" y="2570"/>
                <a:ext cx="722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8" name="Google Shape;2438;p45"/>
              <p:cNvSpPr/>
              <p:nvPr/>
            </p:nvSpPr>
            <p:spPr>
              <a:xfrm>
                <a:off x="627" y="2585"/>
                <a:ext cx="683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39" name="Google Shape;2439;p4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40" name="Google Shape;2440;p45"/>
            <p:cNvGrpSpPr/>
            <p:nvPr/>
          </p:nvGrpSpPr>
          <p:grpSpPr>
            <a:xfrm>
              <a:off x="4741" y="1327"/>
              <a:ext cx="580" cy="138"/>
              <a:chOff x="616" y="2568"/>
              <a:chExt cx="722" cy="138"/>
            </a:xfrm>
          </p:grpSpPr>
          <p:sp>
            <p:nvSpPr>
              <p:cNvPr id="2441" name="Google Shape;2441;p45"/>
              <p:cNvSpPr/>
              <p:nvPr/>
            </p:nvSpPr>
            <p:spPr>
              <a:xfrm>
                <a:off x="616" y="2568"/>
                <a:ext cx="722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2" name="Google Shape;2442;p45"/>
              <p:cNvSpPr/>
              <p:nvPr/>
            </p:nvSpPr>
            <p:spPr>
              <a:xfrm>
                <a:off x="629" y="2584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43" name="Google Shape;2443;p45"/>
            <p:cNvSpPr/>
            <p:nvPr/>
          </p:nvSpPr>
          <p:spPr>
            <a:xfrm>
              <a:off x="5252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4" name="Google Shape;2444;p4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5" name="Google Shape;2445;p4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6" name="Google Shape;2446;p45"/>
            <p:cNvSpPr/>
            <p:nvPr/>
          </p:nvSpPr>
          <p:spPr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7" name="Google Shape;2447;p4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8" name="Google Shape;2448;p45"/>
            <p:cNvSpPr/>
            <p:nvPr/>
          </p:nvSpPr>
          <p:spPr>
            <a:xfrm>
              <a:off x="4140" y="2676"/>
              <a:ext cx="1201" cy="149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9" name="Google Shape;2449;p45"/>
            <p:cNvSpPr/>
            <p:nvPr/>
          </p:nvSpPr>
          <p:spPr>
            <a:xfrm>
              <a:off x="4208" y="2713"/>
              <a:ext cx="1070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0" name="Google Shape;2450;p45"/>
            <p:cNvSpPr/>
            <p:nvPr/>
          </p:nvSpPr>
          <p:spPr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1" name="Google Shape;2451;p45"/>
            <p:cNvSpPr/>
            <p:nvPr/>
          </p:nvSpPr>
          <p:spPr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2" name="Google Shape;2452;p45"/>
            <p:cNvSpPr/>
            <p:nvPr/>
          </p:nvSpPr>
          <p:spPr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3" name="Google Shape;2453;p45"/>
            <p:cNvSpPr/>
            <p:nvPr/>
          </p:nvSpPr>
          <p:spPr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4" name="Google Shape;2454;p45"/>
          <p:cNvSpPr txBox="1"/>
          <p:nvPr/>
        </p:nvSpPr>
        <p:spPr>
          <a:xfrm>
            <a:off x="794606" y="2233994"/>
            <a:ext cx="4908362" cy="3762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3363" lvl="0" marL="2333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configures browser to point to a (local)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Web cache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browser sends all HTTP requests to cache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object in cache: cache returns object to client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cache requests object from origin server, caches received object, then returns object to client</a:t>
            </a:r>
            <a:endParaRPr/>
          </a:p>
        </p:txBody>
      </p:sp>
      <p:sp>
        <p:nvSpPr>
          <p:cNvPr id="2455" name="Google Shape;2455;p45"/>
          <p:cNvSpPr/>
          <p:nvPr/>
        </p:nvSpPr>
        <p:spPr>
          <a:xfrm>
            <a:off x="865380" y="1333500"/>
            <a:ext cx="10292615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satisfy client requests without involving origin server</a:t>
            </a:r>
            <a:endParaRPr/>
          </a:p>
        </p:txBody>
      </p:sp>
      <p:sp>
        <p:nvSpPr>
          <p:cNvPr id="2456" name="Google Shape;2456;p45"/>
          <p:cNvSpPr txBox="1"/>
          <p:nvPr/>
        </p:nvSpPr>
        <p:spPr>
          <a:xfrm>
            <a:off x="6416675" y="3118188"/>
            <a:ext cx="6572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57" name="Google Shape;2457;p45"/>
          <p:cNvGrpSpPr/>
          <p:nvPr/>
        </p:nvGrpSpPr>
        <p:grpSpPr>
          <a:xfrm>
            <a:off x="8270000" y="2687749"/>
            <a:ext cx="786882" cy="1235302"/>
            <a:chOff x="8270000" y="2687749"/>
            <a:chExt cx="786882" cy="1235302"/>
          </a:xfrm>
        </p:grpSpPr>
        <p:grpSp>
          <p:nvGrpSpPr>
            <p:cNvPr id="2458" name="Google Shape;2458;p45"/>
            <p:cNvGrpSpPr/>
            <p:nvPr/>
          </p:nvGrpSpPr>
          <p:grpSpPr>
            <a:xfrm>
              <a:off x="8475663" y="3207088"/>
              <a:ext cx="400050" cy="715963"/>
              <a:chOff x="4140" y="429"/>
              <a:chExt cx="1425" cy="2396"/>
            </a:xfrm>
          </p:grpSpPr>
          <p:sp>
            <p:nvSpPr>
              <p:cNvPr id="2459" name="Google Shape;2459;p45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0" name="Google Shape;2460;p45"/>
              <p:cNvSpPr/>
              <p:nvPr/>
            </p:nvSpPr>
            <p:spPr>
              <a:xfrm>
                <a:off x="4208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1" name="Google Shape;2461;p45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2" name="Google Shape;2462;p45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3" name="Google Shape;2463;p45"/>
              <p:cNvSpPr/>
              <p:nvPr/>
            </p:nvSpPr>
            <p:spPr>
              <a:xfrm>
                <a:off x="4214" y="695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464" name="Google Shape;2464;p45"/>
              <p:cNvGrpSpPr/>
              <p:nvPr/>
            </p:nvGrpSpPr>
            <p:grpSpPr>
              <a:xfrm>
                <a:off x="4751" y="668"/>
                <a:ext cx="577" cy="144"/>
                <a:chOff x="616" y="2568"/>
                <a:chExt cx="720" cy="138"/>
              </a:xfrm>
            </p:grpSpPr>
            <p:sp>
              <p:nvSpPr>
                <p:cNvPr id="2465" name="Google Shape;2465;p45"/>
                <p:cNvSpPr/>
                <p:nvPr/>
              </p:nvSpPr>
              <p:spPr>
                <a:xfrm>
                  <a:off x="616" y="2568"/>
                  <a:ext cx="720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6" name="Google Shape;2466;p45"/>
                <p:cNvSpPr/>
                <p:nvPr/>
              </p:nvSpPr>
              <p:spPr>
                <a:xfrm>
                  <a:off x="630" y="2583"/>
                  <a:ext cx="670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467" name="Google Shape;2467;p45"/>
              <p:cNvSpPr/>
              <p:nvPr/>
            </p:nvSpPr>
            <p:spPr>
              <a:xfrm>
                <a:off x="4225" y="1019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468" name="Google Shape;2468;p45"/>
              <p:cNvGrpSpPr/>
              <p:nvPr/>
            </p:nvGrpSpPr>
            <p:grpSpPr>
              <a:xfrm>
                <a:off x="4745" y="992"/>
                <a:ext cx="583" cy="138"/>
                <a:chOff x="612" y="2566"/>
                <a:chExt cx="727" cy="143"/>
              </a:xfrm>
            </p:grpSpPr>
            <p:sp>
              <p:nvSpPr>
                <p:cNvPr id="2469" name="Google Shape;2469;p45"/>
                <p:cNvSpPr/>
                <p:nvPr/>
              </p:nvSpPr>
              <p:spPr>
                <a:xfrm>
                  <a:off x="612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0" name="Google Shape;2470;p45"/>
                <p:cNvSpPr/>
                <p:nvPr/>
              </p:nvSpPr>
              <p:spPr>
                <a:xfrm>
                  <a:off x="626" y="2583"/>
                  <a:ext cx="692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471" name="Google Shape;2471;p45"/>
              <p:cNvSpPr/>
              <p:nvPr/>
            </p:nvSpPr>
            <p:spPr>
              <a:xfrm>
                <a:off x="4219" y="1359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2" name="Google Shape;2472;p45"/>
              <p:cNvSpPr/>
              <p:nvPr/>
            </p:nvSpPr>
            <p:spPr>
              <a:xfrm>
                <a:off x="4230" y="1656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473" name="Google Shape;2473;p45"/>
              <p:cNvGrpSpPr/>
              <p:nvPr/>
            </p:nvGrpSpPr>
            <p:grpSpPr>
              <a:xfrm>
                <a:off x="4733" y="1629"/>
                <a:ext cx="583" cy="149"/>
                <a:chOff x="612" y="2570"/>
                <a:chExt cx="726" cy="137"/>
              </a:xfrm>
            </p:grpSpPr>
            <p:sp>
              <p:nvSpPr>
                <p:cNvPr id="2474" name="Google Shape;2474;p45"/>
                <p:cNvSpPr/>
                <p:nvPr/>
              </p:nvSpPr>
              <p:spPr>
                <a:xfrm>
                  <a:off x="612" y="2570"/>
                  <a:ext cx="726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5" name="Google Shape;2475;p45"/>
                <p:cNvSpPr/>
                <p:nvPr/>
              </p:nvSpPr>
              <p:spPr>
                <a:xfrm>
                  <a:off x="627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476" name="Google Shape;2476;p45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477" name="Google Shape;2477;p45"/>
              <p:cNvGrpSpPr/>
              <p:nvPr/>
            </p:nvGrpSpPr>
            <p:grpSpPr>
              <a:xfrm>
                <a:off x="4740" y="1327"/>
                <a:ext cx="583" cy="138"/>
                <a:chOff x="615" y="2568"/>
                <a:chExt cx="726" cy="138"/>
              </a:xfrm>
            </p:grpSpPr>
            <p:sp>
              <p:nvSpPr>
                <p:cNvPr id="2478" name="Google Shape;2478;p45"/>
                <p:cNvSpPr/>
                <p:nvPr/>
              </p:nvSpPr>
              <p:spPr>
                <a:xfrm>
                  <a:off x="615" y="2568"/>
                  <a:ext cx="726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9" name="Google Shape;2479;p45"/>
                <p:cNvSpPr/>
                <p:nvPr/>
              </p:nvSpPr>
              <p:spPr>
                <a:xfrm>
                  <a:off x="629" y="2584"/>
                  <a:ext cx="690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480" name="Google Shape;2480;p45"/>
              <p:cNvSpPr/>
              <p:nvPr/>
            </p:nvSpPr>
            <p:spPr>
              <a:xfrm>
                <a:off x="5248" y="429"/>
                <a:ext cx="68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1" name="Google Shape;2481;p45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2" name="Google Shape;2482;p45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3" name="Google Shape;2483;p45"/>
              <p:cNvSpPr/>
              <p:nvPr/>
            </p:nvSpPr>
            <p:spPr>
              <a:xfrm>
                <a:off x="5520" y="2612"/>
                <a:ext cx="45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4" name="Google Shape;2484;p45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5" name="Google Shape;2485;p45"/>
              <p:cNvSpPr/>
              <p:nvPr/>
            </p:nvSpPr>
            <p:spPr>
              <a:xfrm>
                <a:off x="4140" y="2676"/>
                <a:ext cx="1199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6" name="Google Shape;2486;p45"/>
              <p:cNvSpPr/>
              <p:nvPr/>
            </p:nvSpPr>
            <p:spPr>
              <a:xfrm>
                <a:off x="4208" y="2713"/>
                <a:ext cx="1069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7" name="Google Shape;2487;p45"/>
              <p:cNvSpPr/>
              <p:nvPr/>
            </p:nvSpPr>
            <p:spPr>
              <a:xfrm>
                <a:off x="4310" y="2384"/>
                <a:ext cx="158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8" name="Google Shape;2488;p45"/>
              <p:cNvSpPr/>
              <p:nvPr/>
            </p:nvSpPr>
            <p:spPr>
              <a:xfrm>
                <a:off x="4485" y="2384"/>
                <a:ext cx="158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9" name="Google Shape;2489;p45"/>
              <p:cNvSpPr/>
              <p:nvPr/>
            </p:nvSpPr>
            <p:spPr>
              <a:xfrm>
                <a:off x="4660" y="2379"/>
                <a:ext cx="158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0" name="Google Shape;2490;p45"/>
              <p:cNvSpPr/>
              <p:nvPr/>
            </p:nvSpPr>
            <p:spPr>
              <a:xfrm>
                <a:off x="5062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91" name="Google Shape;2491;p45"/>
            <p:cNvSpPr txBox="1"/>
            <p:nvPr/>
          </p:nvSpPr>
          <p:spPr>
            <a:xfrm>
              <a:off x="8270000" y="2687749"/>
              <a:ext cx="786882" cy="590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Web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cache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2" name="Google Shape;2492;p45"/>
          <p:cNvSpPr txBox="1"/>
          <p:nvPr/>
        </p:nvSpPr>
        <p:spPr>
          <a:xfrm>
            <a:off x="6538913" y="5089863"/>
            <a:ext cx="6572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93" name="Google Shape;2493;p45"/>
          <p:cNvGrpSpPr/>
          <p:nvPr/>
        </p:nvGrpSpPr>
        <p:grpSpPr>
          <a:xfrm>
            <a:off x="6912637" y="3660480"/>
            <a:ext cx="1493176" cy="945196"/>
            <a:chOff x="2940" y="2464"/>
            <a:chExt cx="941" cy="595"/>
          </a:xfrm>
        </p:grpSpPr>
        <p:cxnSp>
          <p:nvCxnSpPr>
            <p:cNvPr id="2494" name="Google Shape;2494;p45"/>
            <p:cNvCxnSpPr/>
            <p:nvPr/>
          </p:nvCxnSpPr>
          <p:spPr>
            <a:xfrm flipH="1" rot="10800000">
              <a:off x="2998" y="2580"/>
              <a:ext cx="883" cy="479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95" name="Google Shape;2495;p45"/>
            <p:cNvSpPr txBox="1"/>
            <p:nvPr/>
          </p:nvSpPr>
          <p:spPr>
            <a:xfrm rot="-1692639">
              <a:off x="2942" y="2645"/>
              <a:ext cx="821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request</a:t>
              </a:r>
              <a:endParaRPr b="0" i="0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6" name="Google Shape;2496;p45"/>
          <p:cNvGrpSpPr/>
          <p:nvPr/>
        </p:nvGrpSpPr>
        <p:grpSpPr>
          <a:xfrm>
            <a:off x="7054850" y="3932576"/>
            <a:ext cx="1480212" cy="997118"/>
            <a:chOff x="3030" y="2635"/>
            <a:chExt cx="932" cy="628"/>
          </a:xfrm>
        </p:grpSpPr>
        <p:cxnSp>
          <p:nvCxnSpPr>
            <p:cNvPr id="2497" name="Google Shape;2497;p45"/>
            <p:cNvCxnSpPr/>
            <p:nvPr/>
          </p:nvCxnSpPr>
          <p:spPr>
            <a:xfrm flipH="1">
              <a:off x="3030" y="2635"/>
              <a:ext cx="884" cy="495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98" name="Google Shape;2498;p45"/>
            <p:cNvSpPr txBox="1"/>
            <p:nvPr/>
          </p:nvSpPr>
          <p:spPr>
            <a:xfrm rot="-1737783">
              <a:off x="3069" y="2846"/>
              <a:ext cx="8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response</a:t>
              </a:r>
              <a:endParaRPr b="0" i="0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9" name="Google Shape;2499;p45"/>
          <p:cNvGrpSpPr/>
          <p:nvPr/>
        </p:nvGrpSpPr>
        <p:grpSpPr>
          <a:xfrm>
            <a:off x="7010400" y="2667302"/>
            <a:ext cx="3251200" cy="936661"/>
            <a:chOff x="3002" y="1849"/>
            <a:chExt cx="2048" cy="590"/>
          </a:xfrm>
        </p:grpSpPr>
        <p:sp>
          <p:nvSpPr>
            <p:cNvPr id="2500" name="Google Shape;2500;p45"/>
            <p:cNvSpPr/>
            <p:nvPr/>
          </p:nvSpPr>
          <p:spPr>
            <a:xfrm>
              <a:off x="3002" y="1979"/>
              <a:ext cx="2048" cy="460"/>
            </a:xfrm>
            <a:custGeom>
              <a:rect b="b" l="l" r="r" t="t"/>
              <a:pathLst>
                <a:path extrusionOk="0" h="460" w="2048">
                  <a:moveTo>
                    <a:pt x="0" y="2"/>
                  </a:moveTo>
                  <a:lnTo>
                    <a:pt x="1011" y="460"/>
                  </a:lnTo>
                  <a:lnTo>
                    <a:pt x="2048" y="0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1" name="Google Shape;2501;p45"/>
            <p:cNvSpPr txBox="1"/>
            <p:nvPr/>
          </p:nvSpPr>
          <p:spPr>
            <a:xfrm rot="1422049">
              <a:off x="3129" y="2005"/>
              <a:ext cx="821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request</a:t>
              </a:r>
              <a:endParaRPr b="0" i="0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2" name="Google Shape;2502;p45"/>
            <p:cNvSpPr txBox="1"/>
            <p:nvPr/>
          </p:nvSpPr>
          <p:spPr>
            <a:xfrm rot="-1419968">
              <a:off x="4160" y="2015"/>
              <a:ext cx="821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request</a:t>
              </a:r>
              <a:endParaRPr b="0" i="0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3" name="Google Shape;2503;p45"/>
          <p:cNvSpPr txBox="1"/>
          <p:nvPr/>
        </p:nvSpPr>
        <p:spPr>
          <a:xfrm>
            <a:off x="10281826" y="3292132"/>
            <a:ext cx="708848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origin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4" name="Google Shape;2504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42588" y="2381588"/>
            <a:ext cx="527050" cy="4333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05" name="Google Shape;2505;p45"/>
          <p:cNvGrpSpPr/>
          <p:nvPr/>
        </p:nvGrpSpPr>
        <p:grpSpPr>
          <a:xfrm>
            <a:off x="6237288" y="2421276"/>
            <a:ext cx="4110038" cy="1814512"/>
            <a:chOff x="2515" y="1687"/>
            <a:chExt cx="2589" cy="1143"/>
          </a:xfrm>
        </p:grpSpPr>
        <p:sp>
          <p:nvSpPr>
            <p:cNvPr id="2506" name="Google Shape;2506;p45"/>
            <p:cNvSpPr/>
            <p:nvPr/>
          </p:nvSpPr>
          <p:spPr>
            <a:xfrm>
              <a:off x="2985" y="2026"/>
              <a:ext cx="2119" cy="476"/>
            </a:xfrm>
            <a:custGeom>
              <a:rect b="b" l="l" r="r" t="t"/>
              <a:pathLst>
                <a:path extrusionOk="0" h="476" w="2119">
                  <a:moveTo>
                    <a:pt x="2119" y="0"/>
                  </a:moveTo>
                  <a:lnTo>
                    <a:pt x="1020" y="476"/>
                  </a:lnTo>
                  <a:lnTo>
                    <a:pt x="0" y="8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7" name="Google Shape;2507;p45"/>
            <p:cNvSpPr txBox="1"/>
            <p:nvPr/>
          </p:nvSpPr>
          <p:spPr>
            <a:xfrm rot="1411598">
              <a:off x="2963" y="2243"/>
              <a:ext cx="8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response</a:t>
              </a:r>
              <a:endParaRPr b="0" i="0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8" name="Google Shape;2508;p45"/>
            <p:cNvSpPr txBox="1"/>
            <p:nvPr/>
          </p:nvSpPr>
          <p:spPr>
            <a:xfrm rot="-1415789">
              <a:off x="4193" y="2231"/>
              <a:ext cx="8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response</a:t>
              </a:r>
              <a:endParaRPr b="0" i="0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509" name="Google Shape;2509;p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979" y="2557"/>
              <a:ext cx="332" cy="2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0" name="Google Shape;2510;p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15" y="1687"/>
              <a:ext cx="332" cy="27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11" name="Google Shape;2511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4913" y="4362788"/>
            <a:ext cx="527050" cy="433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6" name="Shape 2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7" name="Google Shape;2517;p46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Web caches (aka proxy servers)</a:t>
            </a:r>
            <a:endParaRPr sz="4400"/>
          </a:p>
        </p:txBody>
      </p:sp>
      <p:sp>
        <p:nvSpPr>
          <p:cNvPr id="2518" name="Google Shape;2518;p4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9" name="Google Shape;2519;p46"/>
          <p:cNvSpPr txBox="1"/>
          <p:nvPr/>
        </p:nvSpPr>
        <p:spPr>
          <a:xfrm>
            <a:off x="600308" y="1534695"/>
            <a:ext cx="4752277" cy="2134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7813" lvl="0" marL="4079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cache acts as both client and server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 for original requesting client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to origin server</a:t>
            </a:r>
            <a:endParaRPr/>
          </a:p>
        </p:txBody>
      </p:sp>
      <p:sp>
        <p:nvSpPr>
          <p:cNvPr id="2520" name="Google Shape;2520;p46"/>
          <p:cNvSpPr txBox="1"/>
          <p:nvPr/>
        </p:nvSpPr>
        <p:spPr>
          <a:xfrm>
            <a:off x="5544015" y="1534695"/>
            <a:ext cx="604767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Why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caching?</a:t>
            </a:r>
            <a:endParaRPr/>
          </a:p>
          <a:p>
            <a:pPr indent="-287338" lvl="0" marL="407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reduce response time for client request </a:t>
            </a:r>
            <a:endParaRPr/>
          </a:p>
          <a:p>
            <a:pPr indent="-287338" lvl="1" marL="7508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cache is closer to client</a:t>
            </a:r>
            <a:endParaRPr/>
          </a:p>
          <a:p>
            <a:pPr indent="-287338" lvl="0" marL="407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reduce traffic on an institution’s access link</a:t>
            </a:r>
            <a:endParaRPr/>
          </a:p>
          <a:p>
            <a:pPr indent="-287338" lvl="0" marL="407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is dense with caches </a:t>
            </a:r>
            <a:endParaRPr/>
          </a:p>
          <a:p>
            <a:pPr indent="-287338" lvl="1" marL="7508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enables “poor” content providers to more effectively deliver content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21" name="Google Shape;2521;p46"/>
          <p:cNvGrpSpPr/>
          <p:nvPr/>
        </p:nvGrpSpPr>
        <p:grpSpPr>
          <a:xfrm>
            <a:off x="632391" y="3810000"/>
            <a:ext cx="4798594" cy="2217821"/>
            <a:chOff x="632391" y="3810000"/>
            <a:chExt cx="4798594" cy="2217821"/>
          </a:xfrm>
        </p:grpSpPr>
        <p:pic>
          <p:nvPicPr>
            <p:cNvPr id="2522" name="Google Shape;2522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65462" y="5015497"/>
              <a:ext cx="4324685" cy="4521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3" name="Google Shape;2523;p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66130" y="5587331"/>
              <a:ext cx="4364855" cy="4404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4" name="Google Shape;2524;p46"/>
            <p:cNvSpPr txBox="1"/>
            <p:nvPr/>
          </p:nvSpPr>
          <p:spPr>
            <a:xfrm>
              <a:off x="632391" y="3810000"/>
              <a:ext cx="4757756" cy="1327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77813" lvl="0" marL="40798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 tells cache about object’s allowable caching in response header: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9" name="Shape 2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0" name="Google Shape;253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1600" y="3598333"/>
            <a:ext cx="1255183" cy="10306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hot icon" id="2531" name="Google Shape;2531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0660" y="3598333"/>
            <a:ext cx="721782" cy="721782"/>
          </a:xfrm>
          <a:prstGeom prst="rect">
            <a:avLst/>
          </a:prstGeom>
          <a:noFill/>
          <a:ln>
            <a:noFill/>
          </a:ln>
        </p:spPr>
      </p:pic>
      <p:sp>
        <p:nvSpPr>
          <p:cNvPr id="2532" name="Google Shape;2532;p47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Caching example</a:t>
            </a:r>
            <a:endParaRPr sz="4800"/>
          </a:p>
        </p:txBody>
      </p:sp>
      <p:sp>
        <p:nvSpPr>
          <p:cNvPr id="2533" name="Google Shape;2533;p4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34" name="Google Shape;2534;p47"/>
          <p:cNvCxnSpPr/>
          <p:nvPr/>
        </p:nvCxnSpPr>
        <p:spPr>
          <a:xfrm>
            <a:off x="8083455" y="2487883"/>
            <a:ext cx="285750" cy="11430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5" name="Google Shape;2535;p47"/>
          <p:cNvSpPr txBox="1"/>
          <p:nvPr/>
        </p:nvSpPr>
        <p:spPr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endParaRPr/>
          </a:p>
        </p:txBody>
      </p:sp>
      <p:cxnSp>
        <p:nvCxnSpPr>
          <p:cNvPr id="2536" name="Google Shape;2536;p47"/>
          <p:cNvCxnSpPr/>
          <p:nvPr/>
        </p:nvCxnSpPr>
        <p:spPr>
          <a:xfrm>
            <a:off x="8893080" y="2106883"/>
            <a:ext cx="66675" cy="2762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7" name="Google Shape;2537;p47"/>
          <p:cNvCxnSpPr/>
          <p:nvPr/>
        </p:nvCxnSpPr>
        <p:spPr>
          <a:xfrm flipH="1">
            <a:off x="9521730" y="2144983"/>
            <a:ext cx="9525" cy="2381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8" name="Google Shape;2538;p47"/>
          <p:cNvCxnSpPr/>
          <p:nvPr/>
        </p:nvCxnSpPr>
        <p:spPr>
          <a:xfrm flipH="1">
            <a:off x="9978930" y="2306908"/>
            <a:ext cx="133350" cy="20955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9" name="Google Shape;2539;p47"/>
          <p:cNvCxnSpPr/>
          <p:nvPr/>
        </p:nvCxnSpPr>
        <p:spPr>
          <a:xfrm rot="10800000">
            <a:off x="10140855" y="3068908"/>
            <a:ext cx="247650" cy="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0" name="Google Shape;2540;p47"/>
          <p:cNvSpPr/>
          <p:nvPr/>
        </p:nvSpPr>
        <p:spPr>
          <a:xfrm>
            <a:off x="8158067" y="2111064"/>
            <a:ext cx="2174875" cy="1581150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1" name="Google Shape;2541;p47"/>
          <p:cNvSpPr txBox="1"/>
          <p:nvPr/>
        </p:nvSpPr>
        <p:spPr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Internet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2" name="Google Shape;2542;p47"/>
          <p:cNvSpPr/>
          <p:nvPr/>
        </p:nvSpPr>
        <p:spPr>
          <a:xfrm>
            <a:off x="7762780" y="4516708"/>
            <a:ext cx="2965450" cy="1390650"/>
          </a:xfrm>
          <a:custGeom>
            <a:rect b="b" l="l" r="r" t="t"/>
            <a:pathLst>
              <a:path extrusionOk="0" h="876" w="1868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43" name="Google Shape;2543;p47"/>
          <p:cNvCxnSpPr/>
          <p:nvPr/>
        </p:nvCxnSpPr>
        <p:spPr>
          <a:xfrm flipH="1">
            <a:off x="8197755" y="4780233"/>
            <a:ext cx="855662" cy="43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4" name="Google Shape;2544;p47"/>
          <p:cNvCxnSpPr/>
          <p:nvPr/>
        </p:nvCxnSpPr>
        <p:spPr>
          <a:xfrm flipH="1">
            <a:off x="8707342" y="4827858"/>
            <a:ext cx="563563" cy="393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5" name="Google Shape;2545;p47"/>
          <p:cNvCxnSpPr/>
          <p:nvPr/>
        </p:nvCxnSpPr>
        <p:spPr>
          <a:xfrm flipH="1">
            <a:off x="9245505" y="4834208"/>
            <a:ext cx="149225" cy="38258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6" name="Google Shape;2546;p47"/>
          <p:cNvCxnSpPr/>
          <p:nvPr/>
        </p:nvCxnSpPr>
        <p:spPr>
          <a:xfrm>
            <a:off x="9407430" y="3545158"/>
            <a:ext cx="0" cy="106203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7" name="Google Shape;2547;p47"/>
          <p:cNvSpPr txBox="1"/>
          <p:nvPr/>
        </p:nvSpPr>
        <p:spPr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institutional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8" name="Google Shape;2548;p47"/>
          <p:cNvSpPr txBox="1"/>
          <p:nvPr/>
        </p:nvSpPr>
        <p:spPr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Gbps LAN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9" name="Google Shape;2549;p47"/>
          <p:cNvSpPr txBox="1"/>
          <p:nvPr/>
        </p:nvSpPr>
        <p:spPr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1.54 Mbps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link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0" name="Google Shape;2550;p47"/>
          <p:cNvSpPr/>
          <p:nvPr/>
        </p:nvSpPr>
        <p:spPr>
          <a:xfrm>
            <a:off x="3943717" y="4370340"/>
            <a:ext cx="940980" cy="509975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51" name="Google Shape;2551;p47"/>
          <p:cNvGrpSpPr/>
          <p:nvPr/>
        </p:nvGrpSpPr>
        <p:grpSpPr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2552" name="Google Shape;2552;p4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3" name="Google Shape;2553;p47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4" name="Google Shape;2554;p4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5" name="Google Shape;2555;p4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6" name="Google Shape;2556;p47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57" name="Google Shape;2557;p47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558" name="Google Shape;2558;p47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9" name="Google Shape;2559;p47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60" name="Google Shape;2560;p47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61" name="Google Shape;2561;p47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562" name="Google Shape;2562;p47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3" name="Google Shape;2563;p47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64" name="Google Shape;2564;p47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5" name="Google Shape;2565;p47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66" name="Google Shape;2566;p47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567" name="Google Shape;2567;p47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8" name="Google Shape;2568;p47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69" name="Google Shape;2569;p4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70" name="Google Shape;2570;p47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571" name="Google Shape;2571;p47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2" name="Google Shape;2572;p47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73" name="Google Shape;2573;p47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4" name="Google Shape;2574;p4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5" name="Google Shape;2575;p4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6" name="Google Shape;2576;p47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7" name="Google Shape;2577;p4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8" name="Google Shape;2578;p47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9" name="Google Shape;2579;p47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0" name="Google Shape;2580;p47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1" name="Google Shape;2581;p47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2" name="Google Shape;2582;p47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3" name="Google Shape;2583;p47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84" name="Google Shape;2584;p47"/>
          <p:cNvGrpSpPr/>
          <p:nvPr/>
        </p:nvGrpSpPr>
        <p:grpSpPr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descr="desktop_computer_stylized_medium" id="2585" name="Google Shape;2585;p4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6" name="Google Shape;2586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87" name="Google Shape;2587;p47"/>
          <p:cNvGrpSpPr/>
          <p:nvPr/>
        </p:nvGrpSpPr>
        <p:grpSpPr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2588" name="Google Shape;2588;p4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9" name="Google Shape;2589;p47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0" name="Google Shape;2590;p4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1" name="Google Shape;2591;p4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2" name="Google Shape;2592;p47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93" name="Google Shape;2593;p47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594" name="Google Shape;2594;p47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5" name="Google Shape;2595;p47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96" name="Google Shape;2596;p47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97" name="Google Shape;2597;p47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598" name="Google Shape;2598;p47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9" name="Google Shape;2599;p47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00" name="Google Shape;2600;p47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1" name="Google Shape;2601;p47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02" name="Google Shape;2602;p47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603" name="Google Shape;2603;p47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4" name="Google Shape;2604;p47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05" name="Google Shape;2605;p4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06" name="Google Shape;2606;p47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607" name="Google Shape;2607;p47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8" name="Google Shape;2608;p47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09" name="Google Shape;2609;p47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0" name="Google Shape;2610;p4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1" name="Google Shape;2611;p4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2" name="Google Shape;2612;p47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3" name="Google Shape;2613;p4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4" name="Google Shape;2614;p47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5" name="Google Shape;2615;p47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6" name="Google Shape;2616;p47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7" name="Google Shape;2617;p47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8" name="Google Shape;2618;p47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9" name="Google Shape;2619;p47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20" name="Google Shape;2620;p47"/>
          <p:cNvGrpSpPr/>
          <p:nvPr/>
        </p:nvGrpSpPr>
        <p:grpSpPr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2621" name="Google Shape;2621;p4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2" name="Google Shape;2622;p47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3" name="Google Shape;2623;p4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4" name="Google Shape;2624;p4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5" name="Google Shape;2625;p47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26" name="Google Shape;2626;p47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627" name="Google Shape;2627;p47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8" name="Google Shape;2628;p47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29" name="Google Shape;2629;p47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30" name="Google Shape;2630;p47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631" name="Google Shape;2631;p47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2" name="Google Shape;2632;p47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33" name="Google Shape;2633;p47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4" name="Google Shape;2634;p47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35" name="Google Shape;2635;p47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636" name="Google Shape;2636;p47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7" name="Google Shape;2637;p47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38" name="Google Shape;2638;p4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39" name="Google Shape;2639;p47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640" name="Google Shape;2640;p47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1" name="Google Shape;2641;p47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42" name="Google Shape;2642;p47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3" name="Google Shape;2643;p4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4" name="Google Shape;2644;p4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5" name="Google Shape;2645;p47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6" name="Google Shape;2646;p4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7" name="Google Shape;2647;p47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8" name="Google Shape;2648;p47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9" name="Google Shape;2649;p47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0" name="Google Shape;2650;p47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1" name="Google Shape;2651;p47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2" name="Google Shape;2652;p47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53" name="Google Shape;2653;p47"/>
          <p:cNvGrpSpPr/>
          <p:nvPr/>
        </p:nvGrpSpPr>
        <p:grpSpPr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2654" name="Google Shape;2654;p4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5" name="Google Shape;2655;p47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6" name="Google Shape;2656;p4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7" name="Google Shape;2657;p4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8" name="Google Shape;2658;p47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59" name="Google Shape;2659;p47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660" name="Google Shape;2660;p47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1" name="Google Shape;2661;p47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62" name="Google Shape;2662;p47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63" name="Google Shape;2663;p47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664" name="Google Shape;2664;p47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5" name="Google Shape;2665;p47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66" name="Google Shape;2666;p47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7" name="Google Shape;2667;p47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68" name="Google Shape;2668;p47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669" name="Google Shape;2669;p47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0" name="Google Shape;2670;p47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71" name="Google Shape;2671;p4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72" name="Google Shape;2672;p47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673" name="Google Shape;2673;p47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4" name="Google Shape;2674;p47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75" name="Google Shape;2675;p47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6" name="Google Shape;2676;p4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7" name="Google Shape;2677;p4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8" name="Google Shape;2678;p47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9" name="Google Shape;2679;p4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0" name="Google Shape;2680;p47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1" name="Google Shape;2681;p47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2" name="Google Shape;2682;p47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3" name="Google Shape;2683;p47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4" name="Google Shape;2684;p47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5" name="Google Shape;2685;p47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86" name="Google Shape;2686;p47"/>
          <p:cNvGrpSpPr/>
          <p:nvPr/>
        </p:nvGrpSpPr>
        <p:grpSpPr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2687" name="Google Shape;2687;p4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8" name="Google Shape;2688;p47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9" name="Google Shape;2689;p4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0" name="Google Shape;2690;p4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1" name="Google Shape;2691;p47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92" name="Google Shape;2692;p47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693" name="Google Shape;2693;p47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4" name="Google Shape;2694;p47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95" name="Google Shape;2695;p47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96" name="Google Shape;2696;p47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697" name="Google Shape;2697;p47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8" name="Google Shape;2698;p47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99" name="Google Shape;2699;p47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0" name="Google Shape;2700;p47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01" name="Google Shape;2701;p47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702" name="Google Shape;2702;p47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3" name="Google Shape;2703;p47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04" name="Google Shape;2704;p4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05" name="Google Shape;2705;p47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706" name="Google Shape;2706;p47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7" name="Google Shape;2707;p47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08" name="Google Shape;2708;p47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9" name="Google Shape;2709;p4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0" name="Google Shape;2710;p4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1" name="Google Shape;2711;p47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2" name="Google Shape;2712;p4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3" name="Google Shape;2713;p47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4" name="Google Shape;2714;p47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5" name="Google Shape;2715;p47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6" name="Google Shape;2716;p47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7" name="Google Shape;2717;p47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8" name="Google Shape;2718;p47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19" name="Google Shape;2719;p47"/>
          <p:cNvGrpSpPr/>
          <p:nvPr/>
        </p:nvGrpSpPr>
        <p:grpSpPr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descr="desktop_computer_stylized_medium" id="2720" name="Google Shape;2720;p4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1" name="Google Shape;2721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22" name="Google Shape;2722;p47"/>
          <p:cNvGrpSpPr/>
          <p:nvPr/>
        </p:nvGrpSpPr>
        <p:grpSpPr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descr="desktop_computer_stylized_medium" id="2723" name="Google Shape;2723;p4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4" name="Google Shape;2724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25" name="Google Shape;2725;p47"/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2726" name="Google Shape;2726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27" name="Google Shape;2727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28" name="Google Shape;2728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29" name="Google Shape;2729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0" name="Google Shape;2730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1" name="Google Shape;2731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2" name="Google Shape;2732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33" name="Google Shape;2733;p47"/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2734" name="Google Shape;2734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35" name="Google Shape;2735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36" name="Google Shape;2736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37" name="Google Shape;2737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8" name="Google Shape;2738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9" name="Google Shape;2739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0" name="Google Shape;2740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741" name="Google Shape;2741;p47"/>
          <p:cNvSpPr/>
          <p:nvPr/>
        </p:nvSpPr>
        <p:spPr>
          <a:xfrm>
            <a:off x="829733" y="4064001"/>
            <a:ext cx="6403933" cy="2297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Performance: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utilization =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.97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 utilization: .0015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end-end delay  =  Internet delay +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access link delay + LAN delay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=  2 sec + minutes + usecs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384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2" name="Google Shape;2742;p47"/>
          <p:cNvSpPr/>
          <p:nvPr/>
        </p:nvSpPr>
        <p:spPr>
          <a:xfrm>
            <a:off x="870724" y="1362307"/>
            <a:ext cx="6123957" cy="2519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rate: 1.54 Mbps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 from institutional router to server: 2 sec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object size: 100K bits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request rate from browsers to origin servers: 15/sec</a:t>
            </a:r>
            <a:endParaRPr/>
          </a:p>
          <a:p>
            <a:pPr indent="-342900" lvl="1" marL="8001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avg data rate to browsers: 1.50 Mbps</a:t>
            </a:r>
            <a:endParaRPr/>
          </a:p>
        </p:txBody>
      </p:sp>
      <p:sp>
        <p:nvSpPr>
          <p:cNvPr id="2743" name="Google Shape;2743;p47"/>
          <p:cNvSpPr/>
          <p:nvPr/>
        </p:nvSpPr>
        <p:spPr>
          <a:xfrm>
            <a:off x="4316250" y="5809673"/>
            <a:ext cx="1119350" cy="591127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4" name="Google Shape;2744;p47"/>
          <p:cNvSpPr txBox="1"/>
          <p:nvPr/>
        </p:nvSpPr>
        <p:spPr>
          <a:xfrm>
            <a:off x="4884698" y="4320866"/>
            <a:ext cx="212570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5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rPr b="0" i="1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problem: </a:t>
            </a: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large queueing delays at high utilization!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9" name="Shape 2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0" name="Google Shape;2750;p48"/>
          <p:cNvSpPr/>
          <p:nvPr/>
        </p:nvSpPr>
        <p:spPr>
          <a:xfrm>
            <a:off x="829733" y="4064001"/>
            <a:ext cx="6403933" cy="2297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Performance: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utilization =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.97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 utilization: .0015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end-end delay  =  Internet delay +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access link delay + LAN delay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=  2 sec + minutes + usecs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384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1" name="Google Shape;2751;p48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Option 1: buy a faster access link</a:t>
            </a:r>
            <a:endParaRPr sz="4400"/>
          </a:p>
        </p:txBody>
      </p:sp>
      <p:sp>
        <p:nvSpPr>
          <p:cNvPr id="2752" name="Google Shape;2752;p4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53" name="Google Shape;2753;p48"/>
          <p:cNvCxnSpPr/>
          <p:nvPr/>
        </p:nvCxnSpPr>
        <p:spPr>
          <a:xfrm>
            <a:off x="8083455" y="2487883"/>
            <a:ext cx="285750" cy="11430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4" name="Google Shape;2754;p48"/>
          <p:cNvSpPr txBox="1"/>
          <p:nvPr/>
        </p:nvSpPr>
        <p:spPr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endParaRPr/>
          </a:p>
        </p:txBody>
      </p:sp>
      <p:cxnSp>
        <p:nvCxnSpPr>
          <p:cNvPr id="2755" name="Google Shape;2755;p48"/>
          <p:cNvCxnSpPr/>
          <p:nvPr/>
        </p:nvCxnSpPr>
        <p:spPr>
          <a:xfrm>
            <a:off x="8893080" y="2106883"/>
            <a:ext cx="66675" cy="2762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6" name="Google Shape;2756;p48"/>
          <p:cNvCxnSpPr/>
          <p:nvPr/>
        </p:nvCxnSpPr>
        <p:spPr>
          <a:xfrm flipH="1">
            <a:off x="9521730" y="2144983"/>
            <a:ext cx="9525" cy="2381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7" name="Google Shape;2757;p48"/>
          <p:cNvCxnSpPr/>
          <p:nvPr/>
        </p:nvCxnSpPr>
        <p:spPr>
          <a:xfrm flipH="1">
            <a:off x="9978930" y="2306908"/>
            <a:ext cx="133350" cy="20955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8" name="Google Shape;2758;p48"/>
          <p:cNvCxnSpPr/>
          <p:nvPr/>
        </p:nvCxnSpPr>
        <p:spPr>
          <a:xfrm rot="10800000">
            <a:off x="10140855" y="3068908"/>
            <a:ext cx="247650" cy="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9" name="Google Shape;2759;p48"/>
          <p:cNvSpPr/>
          <p:nvPr/>
        </p:nvSpPr>
        <p:spPr>
          <a:xfrm>
            <a:off x="8158067" y="2111064"/>
            <a:ext cx="2174875" cy="1581150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0" name="Google Shape;2760;p48"/>
          <p:cNvSpPr txBox="1"/>
          <p:nvPr/>
        </p:nvSpPr>
        <p:spPr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Internet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1" name="Google Shape;2761;p48"/>
          <p:cNvSpPr/>
          <p:nvPr/>
        </p:nvSpPr>
        <p:spPr>
          <a:xfrm>
            <a:off x="7762780" y="4516708"/>
            <a:ext cx="2965450" cy="1390650"/>
          </a:xfrm>
          <a:custGeom>
            <a:rect b="b" l="l" r="r" t="t"/>
            <a:pathLst>
              <a:path extrusionOk="0" h="876" w="1868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2" name="Google Shape;2762;p48"/>
          <p:cNvCxnSpPr/>
          <p:nvPr/>
        </p:nvCxnSpPr>
        <p:spPr>
          <a:xfrm flipH="1">
            <a:off x="8197755" y="4780233"/>
            <a:ext cx="855662" cy="43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3" name="Google Shape;2763;p48"/>
          <p:cNvCxnSpPr/>
          <p:nvPr/>
        </p:nvCxnSpPr>
        <p:spPr>
          <a:xfrm flipH="1">
            <a:off x="8707342" y="4827858"/>
            <a:ext cx="563563" cy="393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4" name="Google Shape;2764;p48"/>
          <p:cNvCxnSpPr/>
          <p:nvPr/>
        </p:nvCxnSpPr>
        <p:spPr>
          <a:xfrm flipH="1">
            <a:off x="9245505" y="4834208"/>
            <a:ext cx="149225" cy="38258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5" name="Google Shape;2765;p48"/>
          <p:cNvCxnSpPr/>
          <p:nvPr/>
        </p:nvCxnSpPr>
        <p:spPr>
          <a:xfrm>
            <a:off x="9407430" y="3545158"/>
            <a:ext cx="0" cy="106203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6" name="Google Shape;2766;p48"/>
          <p:cNvSpPr txBox="1"/>
          <p:nvPr/>
        </p:nvSpPr>
        <p:spPr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institutional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7" name="Google Shape;2767;p48"/>
          <p:cNvSpPr txBox="1"/>
          <p:nvPr/>
        </p:nvSpPr>
        <p:spPr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Gbps LAN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8" name="Google Shape;2768;p48"/>
          <p:cNvSpPr txBox="1"/>
          <p:nvPr/>
        </p:nvSpPr>
        <p:spPr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1.54 Mbps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link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69" name="Google Shape;2769;p48"/>
          <p:cNvGrpSpPr/>
          <p:nvPr/>
        </p:nvGrpSpPr>
        <p:grpSpPr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2770" name="Google Shape;2770;p4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1" name="Google Shape;2771;p48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2" name="Google Shape;2772;p4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3" name="Google Shape;2773;p4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4" name="Google Shape;2774;p48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75" name="Google Shape;2775;p48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776" name="Google Shape;2776;p48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7" name="Google Shape;2777;p48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78" name="Google Shape;2778;p48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79" name="Google Shape;2779;p48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780" name="Google Shape;2780;p48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1" name="Google Shape;2781;p48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82" name="Google Shape;2782;p48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3" name="Google Shape;2783;p48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84" name="Google Shape;2784;p48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785" name="Google Shape;2785;p48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6" name="Google Shape;2786;p48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87" name="Google Shape;2787;p4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88" name="Google Shape;2788;p48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789" name="Google Shape;2789;p48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0" name="Google Shape;2790;p48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91" name="Google Shape;2791;p48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2" name="Google Shape;2792;p4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3" name="Google Shape;2793;p4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4" name="Google Shape;2794;p48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5" name="Google Shape;2795;p4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6" name="Google Shape;2796;p48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7" name="Google Shape;2797;p48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8" name="Google Shape;2798;p48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9" name="Google Shape;2799;p48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0" name="Google Shape;2800;p48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1" name="Google Shape;2801;p48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02" name="Google Shape;2802;p48"/>
          <p:cNvGrpSpPr/>
          <p:nvPr/>
        </p:nvGrpSpPr>
        <p:grpSpPr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descr="desktop_computer_stylized_medium" id="2803" name="Google Shape;2803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4" name="Google Shape;2804;p4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05" name="Google Shape;2805;p48"/>
          <p:cNvGrpSpPr/>
          <p:nvPr/>
        </p:nvGrpSpPr>
        <p:grpSpPr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2806" name="Google Shape;2806;p4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7" name="Google Shape;2807;p48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8" name="Google Shape;2808;p4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9" name="Google Shape;2809;p4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0" name="Google Shape;2810;p48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11" name="Google Shape;2811;p48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812" name="Google Shape;2812;p48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3" name="Google Shape;2813;p48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14" name="Google Shape;2814;p48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15" name="Google Shape;2815;p48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816" name="Google Shape;2816;p48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7" name="Google Shape;2817;p48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18" name="Google Shape;2818;p48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9" name="Google Shape;2819;p48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20" name="Google Shape;2820;p48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821" name="Google Shape;2821;p48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2" name="Google Shape;2822;p48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23" name="Google Shape;2823;p4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24" name="Google Shape;2824;p48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825" name="Google Shape;2825;p48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6" name="Google Shape;2826;p48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27" name="Google Shape;2827;p48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8" name="Google Shape;2828;p4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9" name="Google Shape;2829;p4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0" name="Google Shape;2830;p48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1" name="Google Shape;2831;p4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2" name="Google Shape;2832;p48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3" name="Google Shape;2833;p48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4" name="Google Shape;2834;p48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5" name="Google Shape;2835;p48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6" name="Google Shape;2836;p48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7" name="Google Shape;2837;p48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38" name="Google Shape;2838;p48"/>
          <p:cNvGrpSpPr/>
          <p:nvPr/>
        </p:nvGrpSpPr>
        <p:grpSpPr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2839" name="Google Shape;2839;p4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0" name="Google Shape;2840;p48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1" name="Google Shape;2841;p4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2" name="Google Shape;2842;p4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3" name="Google Shape;2843;p48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44" name="Google Shape;2844;p48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845" name="Google Shape;2845;p48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6" name="Google Shape;2846;p48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47" name="Google Shape;2847;p48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48" name="Google Shape;2848;p48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849" name="Google Shape;2849;p48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0" name="Google Shape;2850;p48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51" name="Google Shape;2851;p48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2" name="Google Shape;2852;p48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53" name="Google Shape;2853;p48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854" name="Google Shape;2854;p48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5" name="Google Shape;2855;p48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56" name="Google Shape;2856;p4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57" name="Google Shape;2857;p48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858" name="Google Shape;2858;p48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9" name="Google Shape;2859;p48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60" name="Google Shape;2860;p48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1" name="Google Shape;2861;p4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2" name="Google Shape;2862;p4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3" name="Google Shape;2863;p48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4" name="Google Shape;2864;p4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5" name="Google Shape;2865;p48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6" name="Google Shape;2866;p48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7" name="Google Shape;2867;p48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8" name="Google Shape;2868;p48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9" name="Google Shape;2869;p48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0" name="Google Shape;2870;p48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71" name="Google Shape;2871;p48"/>
          <p:cNvGrpSpPr/>
          <p:nvPr/>
        </p:nvGrpSpPr>
        <p:grpSpPr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2872" name="Google Shape;2872;p4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3" name="Google Shape;2873;p48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4" name="Google Shape;2874;p4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5" name="Google Shape;2875;p4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6" name="Google Shape;2876;p48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77" name="Google Shape;2877;p48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878" name="Google Shape;2878;p48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9" name="Google Shape;2879;p48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80" name="Google Shape;2880;p48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81" name="Google Shape;2881;p48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882" name="Google Shape;2882;p48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3" name="Google Shape;2883;p48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84" name="Google Shape;2884;p48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5" name="Google Shape;2885;p48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86" name="Google Shape;2886;p48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887" name="Google Shape;2887;p48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8" name="Google Shape;2888;p48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89" name="Google Shape;2889;p4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90" name="Google Shape;2890;p48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891" name="Google Shape;2891;p48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2" name="Google Shape;2892;p48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93" name="Google Shape;2893;p48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4" name="Google Shape;2894;p4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5" name="Google Shape;2895;p4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6" name="Google Shape;2896;p48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7" name="Google Shape;2897;p4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8" name="Google Shape;2898;p48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9" name="Google Shape;2899;p48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0" name="Google Shape;2900;p48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1" name="Google Shape;2901;p48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2" name="Google Shape;2902;p48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3" name="Google Shape;2903;p48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04" name="Google Shape;2904;p48"/>
          <p:cNvGrpSpPr/>
          <p:nvPr/>
        </p:nvGrpSpPr>
        <p:grpSpPr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2905" name="Google Shape;2905;p4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6" name="Google Shape;2906;p48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7" name="Google Shape;2907;p4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8" name="Google Shape;2908;p4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9" name="Google Shape;2909;p48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10" name="Google Shape;2910;p48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911" name="Google Shape;2911;p48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2" name="Google Shape;2912;p48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13" name="Google Shape;2913;p48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14" name="Google Shape;2914;p48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915" name="Google Shape;2915;p48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6" name="Google Shape;2916;p48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17" name="Google Shape;2917;p48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8" name="Google Shape;2918;p48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19" name="Google Shape;2919;p48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920" name="Google Shape;2920;p48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1" name="Google Shape;2921;p48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22" name="Google Shape;2922;p4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23" name="Google Shape;2923;p48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924" name="Google Shape;2924;p48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5" name="Google Shape;2925;p48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26" name="Google Shape;2926;p48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7" name="Google Shape;2927;p4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8" name="Google Shape;2928;p4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9" name="Google Shape;2929;p48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0" name="Google Shape;2930;p4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1" name="Google Shape;2931;p48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2" name="Google Shape;2932;p48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3" name="Google Shape;2933;p48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4" name="Google Shape;2934;p48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5" name="Google Shape;2935;p48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6" name="Google Shape;2936;p48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37" name="Google Shape;2937;p48"/>
          <p:cNvGrpSpPr/>
          <p:nvPr/>
        </p:nvGrpSpPr>
        <p:grpSpPr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descr="desktop_computer_stylized_medium" id="2938" name="Google Shape;2938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9" name="Google Shape;2939;p4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40" name="Google Shape;2940;p48"/>
          <p:cNvGrpSpPr/>
          <p:nvPr/>
        </p:nvGrpSpPr>
        <p:grpSpPr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descr="desktop_computer_stylized_medium" id="2941" name="Google Shape;2941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42" name="Google Shape;2942;p4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43" name="Google Shape;2943;p48"/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2944" name="Google Shape;2944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945" name="Google Shape;2945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946" name="Google Shape;2946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47" name="Google Shape;2947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8" name="Google Shape;2948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9" name="Google Shape;2949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0" name="Google Shape;2950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51" name="Google Shape;2951;p48"/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2952" name="Google Shape;2952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953" name="Google Shape;2953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954" name="Google Shape;2954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55" name="Google Shape;2955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6" name="Google Shape;2956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7" name="Google Shape;2957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8" name="Google Shape;2958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59" name="Google Shape;2959;p48"/>
          <p:cNvSpPr/>
          <p:nvPr/>
        </p:nvSpPr>
        <p:spPr>
          <a:xfrm>
            <a:off x="870724" y="1362307"/>
            <a:ext cx="6123957" cy="2519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rate: 1.54 Mbps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 from institutional router to server: 2 sec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object size: 100K bits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request rate from browsers to origin servers: 15/sec</a:t>
            </a:r>
            <a:endParaRPr/>
          </a:p>
          <a:p>
            <a:pPr indent="-342900" lvl="1" marL="8001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avg data rate to browsers: 1.50 Mbps</a:t>
            </a:r>
            <a:endParaRPr/>
          </a:p>
        </p:txBody>
      </p:sp>
      <p:grpSp>
        <p:nvGrpSpPr>
          <p:cNvPr id="2960" name="Google Shape;2960;p48"/>
          <p:cNvGrpSpPr/>
          <p:nvPr/>
        </p:nvGrpSpPr>
        <p:grpSpPr>
          <a:xfrm>
            <a:off x="3269205" y="1370475"/>
            <a:ext cx="7974440" cy="2642996"/>
            <a:chOff x="3269205" y="1370475"/>
            <a:chExt cx="7974440" cy="2642996"/>
          </a:xfrm>
        </p:grpSpPr>
        <p:grpSp>
          <p:nvGrpSpPr>
            <p:cNvPr id="2961" name="Google Shape;2961;p48"/>
            <p:cNvGrpSpPr/>
            <p:nvPr/>
          </p:nvGrpSpPr>
          <p:grpSpPr>
            <a:xfrm>
              <a:off x="3269205" y="1370475"/>
              <a:ext cx="2248984" cy="736408"/>
              <a:chOff x="4785771" y="3827302"/>
              <a:chExt cx="2248984" cy="736408"/>
            </a:xfrm>
          </p:grpSpPr>
          <p:sp>
            <p:nvSpPr>
              <p:cNvPr id="2962" name="Google Shape;2962;p48"/>
              <p:cNvSpPr txBox="1"/>
              <p:nvPr/>
            </p:nvSpPr>
            <p:spPr>
              <a:xfrm>
                <a:off x="5449268" y="3827302"/>
                <a:ext cx="1585487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154 Mbps</a:t>
                </a:r>
                <a:endParaRPr/>
              </a:p>
            </p:txBody>
          </p:sp>
          <p:sp>
            <p:nvSpPr>
              <p:cNvPr id="2963" name="Google Shape;2963;p48"/>
              <p:cNvSpPr/>
              <p:nvPr/>
            </p:nvSpPr>
            <p:spPr>
              <a:xfrm>
                <a:off x="4785771" y="4223523"/>
                <a:ext cx="611420" cy="340187"/>
              </a:xfrm>
              <a:prstGeom prst="rect">
                <a:avLst/>
              </a:prstGeom>
              <a:solidFill>
                <a:schemeClr val="lt1">
                  <a:alpha val="64705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964" name="Google Shape;2964;p48"/>
              <p:cNvCxnSpPr/>
              <p:nvPr/>
            </p:nvCxnSpPr>
            <p:spPr>
              <a:xfrm flipH="1" rot="10800000">
                <a:off x="4828478" y="4140660"/>
                <a:ext cx="680225" cy="423048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2965" name="Google Shape;2965;p48"/>
            <p:cNvGrpSpPr/>
            <p:nvPr/>
          </p:nvGrpSpPr>
          <p:grpSpPr>
            <a:xfrm>
              <a:off x="9113107" y="3496571"/>
              <a:ext cx="2130538" cy="516900"/>
              <a:chOff x="4352719" y="3567941"/>
              <a:chExt cx="2130538" cy="516900"/>
            </a:xfrm>
          </p:grpSpPr>
          <p:sp>
            <p:nvSpPr>
              <p:cNvPr id="2966" name="Google Shape;2966;p48"/>
              <p:cNvSpPr txBox="1"/>
              <p:nvPr/>
            </p:nvSpPr>
            <p:spPr>
              <a:xfrm>
                <a:off x="4897770" y="3567941"/>
                <a:ext cx="158548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154 Mbps</a:t>
                </a:r>
                <a:endParaRPr/>
              </a:p>
            </p:txBody>
          </p:sp>
          <p:sp>
            <p:nvSpPr>
              <p:cNvPr id="2967" name="Google Shape;2967;p48"/>
              <p:cNvSpPr/>
              <p:nvPr/>
            </p:nvSpPr>
            <p:spPr>
              <a:xfrm>
                <a:off x="4352719" y="3822059"/>
                <a:ext cx="527164" cy="262782"/>
              </a:xfrm>
              <a:prstGeom prst="rect">
                <a:avLst/>
              </a:prstGeom>
              <a:solidFill>
                <a:schemeClr val="lt1">
                  <a:alpha val="64705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968" name="Google Shape;2968;p48"/>
              <p:cNvCxnSpPr/>
              <p:nvPr/>
            </p:nvCxnSpPr>
            <p:spPr>
              <a:xfrm flipH="1" rot="10800000">
                <a:off x="4459229" y="3805441"/>
                <a:ext cx="554004" cy="237118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grpSp>
        <p:nvGrpSpPr>
          <p:cNvPr id="2969" name="Google Shape;2969;p48"/>
          <p:cNvGrpSpPr/>
          <p:nvPr/>
        </p:nvGrpSpPr>
        <p:grpSpPr>
          <a:xfrm>
            <a:off x="4067394" y="4387359"/>
            <a:ext cx="2583033" cy="461665"/>
            <a:chOff x="4114801" y="3880785"/>
            <a:chExt cx="2583033" cy="461665"/>
          </a:xfrm>
        </p:grpSpPr>
        <p:sp>
          <p:nvSpPr>
            <p:cNvPr id="2970" name="Google Shape;2970;p48"/>
            <p:cNvSpPr txBox="1"/>
            <p:nvPr/>
          </p:nvSpPr>
          <p:spPr>
            <a:xfrm>
              <a:off x="5112347" y="3880785"/>
              <a:ext cx="158548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.0097</a:t>
              </a:r>
              <a:endParaRPr/>
            </a:p>
          </p:txBody>
        </p:sp>
        <p:sp>
          <p:nvSpPr>
            <p:cNvPr id="2971" name="Google Shape;2971;p48"/>
            <p:cNvSpPr/>
            <p:nvPr/>
          </p:nvSpPr>
          <p:spPr>
            <a:xfrm>
              <a:off x="4114801" y="3955100"/>
              <a:ext cx="498412" cy="340187"/>
            </a:xfrm>
            <a:prstGeom prst="rect">
              <a:avLst/>
            </a:prstGeom>
            <a:solidFill>
              <a:schemeClr val="lt1">
                <a:alpha val="6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72" name="Google Shape;2972;p48"/>
            <p:cNvCxnSpPr/>
            <p:nvPr/>
          </p:nvCxnSpPr>
          <p:spPr>
            <a:xfrm>
              <a:off x="4234070" y="4117024"/>
              <a:ext cx="936703" cy="1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973" name="Google Shape;2973;p48"/>
          <p:cNvGrpSpPr/>
          <p:nvPr/>
        </p:nvGrpSpPr>
        <p:grpSpPr>
          <a:xfrm>
            <a:off x="4351868" y="5927346"/>
            <a:ext cx="3101886" cy="698305"/>
            <a:chOff x="3557204" y="3415545"/>
            <a:chExt cx="3101886" cy="698305"/>
          </a:xfrm>
        </p:grpSpPr>
        <p:sp>
          <p:nvSpPr>
            <p:cNvPr id="2974" name="Google Shape;2974;p48"/>
            <p:cNvSpPr txBox="1"/>
            <p:nvPr/>
          </p:nvSpPr>
          <p:spPr>
            <a:xfrm>
              <a:off x="5555973" y="3652185"/>
              <a:ext cx="110311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msecs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5" name="Google Shape;2975;p48"/>
            <p:cNvSpPr/>
            <p:nvPr/>
          </p:nvSpPr>
          <p:spPr>
            <a:xfrm>
              <a:off x="3557204" y="3415545"/>
              <a:ext cx="1041334" cy="337988"/>
            </a:xfrm>
            <a:prstGeom prst="rect">
              <a:avLst/>
            </a:prstGeom>
            <a:solidFill>
              <a:schemeClr val="lt1">
                <a:alpha val="6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76" name="Google Shape;2976;p48"/>
            <p:cNvCxnSpPr/>
            <p:nvPr/>
          </p:nvCxnSpPr>
          <p:spPr>
            <a:xfrm>
              <a:off x="3662316" y="3504654"/>
              <a:ext cx="1983056" cy="461665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977" name="Google Shape;2977;p48"/>
          <p:cNvSpPr txBox="1"/>
          <p:nvPr/>
        </p:nvSpPr>
        <p:spPr>
          <a:xfrm>
            <a:off x="870724" y="6212256"/>
            <a:ext cx="45657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Cost: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faster access link (expensive!)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2" name="Shape 2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3" name="Google Shape;2983;p49"/>
          <p:cNvSpPr/>
          <p:nvPr/>
        </p:nvSpPr>
        <p:spPr>
          <a:xfrm>
            <a:off x="922868" y="4719957"/>
            <a:ext cx="6361287" cy="2302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Performance: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 utilization: .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utilization =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end-end delay  =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984" name="Google Shape;2984;p49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Option 2: install a web cache</a:t>
            </a:r>
            <a:endParaRPr sz="4400"/>
          </a:p>
        </p:txBody>
      </p:sp>
      <p:sp>
        <p:nvSpPr>
          <p:cNvPr id="2985" name="Google Shape;2985;p4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986" name="Google Shape;2986;p49"/>
          <p:cNvCxnSpPr/>
          <p:nvPr/>
        </p:nvCxnSpPr>
        <p:spPr>
          <a:xfrm>
            <a:off x="8083455" y="2487883"/>
            <a:ext cx="285750" cy="11430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7" name="Google Shape;2987;p49"/>
          <p:cNvSpPr txBox="1"/>
          <p:nvPr/>
        </p:nvSpPr>
        <p:spPr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endParaRPr/>
          </a:p>
        </p:txBody>
      </p:sp>
      <p:cxnSp>
        <p:nvCxnSpPr>
          <p:cNvPr id="2988" name="Google Shape;2988;p49"/>
          <p:cNvCxnSpPr/>
          <p:nvPr/>
        </p:nvCxnSpPr>
        <p:spPr>
          <a:xfrm>
            <a:off x="8893080" y="2106883"/>
            <a:ext cx="66675" cy="2762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9" name="Google Shape;2989;p49"/>
          <p:cNvCxnSpPr/>
          <p:nvPr/>
        </p:nvCxnSpPr>
        <p:spPr>
          <a:xfrm flipH="1">
            <a:off x="9521730" y="2144983"/>
            <a:ext cx="9525" cy="2381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0" name="Google Shape;2990;p49"/>
          <p:cNvCxnSpPr/>
          <p:nvPr/>
        </p:nvCxnSpPr>
        <p:spPr>
          <a:xfrm flipH="1">
            <a:off x="9978930" y="2306908"/>
            <a:ext cx="133350" cy="20955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1" name="Google Shape;2991;p49"/>
          <p:cNvCxnSpPr/>
          <p:nvPr/>
        </p:nvCxnSpPr>
        <p:spPr>
          <a:xfrm rot="10800000">
            <a:off x="10140855" y="3068908"/>
            <a:ext cx="247650" cy="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2" name="Google Shape;2992;p49"/>
          <p:cNvSpPr/>
          <p:nvPr/>
        </p:nvSpPr>
        <p:spPr>
          <a:xfrm>
            <a:off x="8158067" y="2111064"/>
            <a:ext cx="2174875" cy="1581150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3" name="Google Shape;2993;p49"/>
          <p:cNvSpPr txBox="1"/>
          <p:nvPr/>
        </p:nvSpPr>
        <p:spPr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Internet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4" name="Google Shape;2994;p49"/>
          <p:cNvSpPr/>
          <p:nvPr/>
        </p:nvSpPr>
        <p:spPr>
          <a:xfrm>
            <a:off x="7763006" y="4514213"/>
            <a:ext cx="2965450" cy="1390650"/>
          </a:xfrm>
          <a:custGeom>
            <a:rect b="b" l="l" r="r" t="t"/>
            <a:pathLst>
              <a:path extrusionOk="0" h="876" w="1868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5" name="Google Shape;2995;p49"/>
          <p:cNvCxnSpPr/>
          <p:nvPr/>
        </p:nvCxnSpPr>
        <p:spPr>
          <a:xfrm flipH="1">
            <a:off x="8197755" y="4780233"/>
            <a:ext cx="855662" cy="43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6" name="Google Shape;2996;p49"/>
          <p:cNvCxnSpPr/>
          <p:nvPr/>
        </p:nvCxnSpPr>
        <p:spPr>
          <a:xfrm flipH="1">
            <a:off x="8707342" y="4827858"/>
            <a:ext cx="563563" cy="393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7" name="Google Shape;2997;p49"/>
          <p:cNvCxnSpPr/>
          <p:nvPr/>
        </p:nvCxnSpPr>
        <p:spPr>
          <a:xfrm flipH="1">
            <a:off x="9245505" y="4834208"/>
            <a:ext cx="149225" cy="38258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8" name="Google Shape;2998;p49"/>
          <p:cNvCxnSpPr/>
          <p:nvPr/>
        </p:nvCxnSpPr>
        <p:spPr>
          <a:xfrm>
            <a:off x="9407430" y="3545158"/>
            <a:ext cx="0" cy="106203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9" name="Google Shape;2999;p49"/>
          <p:cNvSpPr txBox="1"/>
          <p:nvPr/>
        </p:nvSpPr>
        <p:spPr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institutional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0" name="Google Shape;3000;p49"/>
          <p:cNvSpPr txBox="1"/>
          <p:nvPr/>
        </p:nvSpPr>
        <p:spPr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Gbps LAN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1" name="Google Shape;3001;p49"/>
          <p:cNvSpPr txBox="1"/>
          <p:nvPr/>
        </p:nvSpPr>
        <p:spPr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1.54 Mbps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link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2" name="Google Shape;3002;p49"/>
          <p:cNvGrpSpPr/>
          <p:nvPr/>
        </p:nvGrpSpPr>
        <p:grpSpPr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3003" name="Google Shape;3003;p4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4" name="Google Shape;3004;p49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5" name="Google Shape;3005;p4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6" name="Google Shape;3006;p4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7" name="Google Shape;3007;p49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08" name="Google Shape;3008;p49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009" name="Google Shape;3009;p49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0" name="Google Shape;3010;p49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11" name="Google Shape;3011;p49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12" name="Google Shape;3012;p49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013" name="Google Shape;3013;p49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4" name="Google Shape;3014;p49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15" name="Google Shape;3015;p49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6" name="Google Shape;3016;p49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17" name="Google Shape;3017;p49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018" name="Google Shape;3018;p49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9" name="Google Shape;3019;p49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20" name="Google Shape;3020;p4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21" name="Google Shape;3021;p49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022" name="Google Shape;3022;p49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3" name="Google Shape;3023;p49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24" name="Google Shape;3024;p49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5" name="Google Shape;3025;p4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6" name="Google Shape;3026;p4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7" name="Google Shape;3027;p49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8" name="Google Shape;3028;p4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9" name="Google Shape;3029;p49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0" name="Google Shape;3030;p49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1" name="Google Shape;3031;p49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2" name="Google Shape;3032;p49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3" name="Google Shape;3033;p49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4" name="Google Shape;3034;p49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35" name="Google Shape;3035;p49"/>
          <p:cNvGrpSpPr/>
          <p:nvPr/>
        </p:nvGrpSpPr>
        <p:grpSpPr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descr="desktop_computer_stylized_medium" id="3036" name="Google Shape;3036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7" name="Google Shape;3037;p4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38" name="Google Shape;3038;p49"/>
          <p:cNvGrpSpPr/>
          <p:nvPr/>
        </p:nvGrpSpPr>
        <p:grpSpPr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3039" name="Google Shape;3039;p4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0" name="Google Shape;3040;p49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1" name="Google Shape;3041;p4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2" name="Google Shape;3042;p4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3" name="Google Shape;3043;p49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44" name="Google Shape;3044;p49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045" name="Google Shape;3045;p49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6" name="Google Shape;3046;p49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47" name="Google Shape;3047;p49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48" name="Google Shape;3048;p49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049" name="Google Shape;3049;p49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0" name="Google Shape;3050;p49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51" name="Google Shape;3051;p49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2" name="Google Shape;3052;p49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53" name="Google Shape;3053;p49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054" name="Google Shape;3054;p49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5" name="Google Shape;3055;p49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56" name="Google Shape;3056;p4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57" name="Google Shape;3057;p49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058" name="Google Shape;3058;p49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9" name="Google Shape;3059;p49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60" name="Google Shape;3060;p49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1" name="Google Shape;3061;p4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2" name="Google Shape;3062;p4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3" name="Google Shape;3063;p49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4" name="Google Shape;3064;p4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5" name="Google Shape;3065;p49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6" name="Google Shape;3066;p49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7" name="Google Shape;3067;p49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8" name="Google Shape;3068;p49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9" name="Google Shape;3069;p49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0" name="Google Shape;3070;p49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71" name="Google Shape;3071;p49"/>
          <p:cNvGrpSpPr/>
          <p:nvPr/>
        </p:nvGrpSpPr>
        <p:grpSpPr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3072" name="Google Shape;3072;p4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3" name="Google Shape;3073;p49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4" name="Google Shape;3074;p4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5" name="Google Shape;3075;p4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6" name="Google Shape;3076;p49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77" name="Google Shape;3077;p49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078" name="Google Shape;3078;p49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9" name="Google Shape;3079;p49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80" name="Google Shape;3080;p49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81" name="Google Shape;3081;p49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082" name="Google Shape;3082;p49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3" name="Google Shape;3083;p49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84" name="Google Shape;3084;p49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5" name="Google Shape;3085;p49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86" name="Google Shape;3086;p49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087" name="Google Shape;3087;p49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8" name="Google Shape;3088;p49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89" name="Google Shape;3089;p4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90" name="Google Shape;3090;p49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091" name="Google Shape;3091;p49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2" name="Google Shape;3092;p49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93" name="Google Shape;3093;p49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4" name="Google Shape;3094;p4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5" name="Google Shape;3095;p4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6" name="Google Shape;3096;p49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7" name="Google Shape;3097;p4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8" name="Google Shape;3098;p49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9" name="Google Shape;3099;p49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0" name="Google Shape;3100;p49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1" name="Google Shape;3101;p49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2" name="Google Shape;3102;p49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3" name="Google Shape;3103;p49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04" name="Google Shape;3104;p49"/>
          <p:cNvGrpSpPr/>
          <p:nvPr/>
        </p:nvGrpSpPr>
        <p:grpSpPr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3105" name="Google Shape;3105;p4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6" name="Google Shape;3106;p49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7" name="Google Shape;3107;p4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8" name="Google Shape;3108;p4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9" name="Google Shape;3109;p49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10" name="Google Shape;3110;p49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111" name="Google Shape;3111;p49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2" name="Google Shape;3112;p49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13" name="Google Shape;3113;p49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14" name="Google Shape;3114;p49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115" name="Google Shape;3115;p49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6" name="Google Shape;3116;p49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17" name="Google Shape;3117;p49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8" name="Google Shape;3118;p49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19" name="Google Shape;3119;p49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120" name="Google Shape;3120;p49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1" name="Google Shape;3121;p49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22" name="Google Shape;3122;p4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23" name="Google Shape;3123;p49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124" name="Google Shape;3124;p49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5" name="Google Shape;3125;p49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26" name="Google Shape;3126;p49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7" name="Google Shape;3127;p4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8" name="Google Shape;3128;p4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9" name="Google Shape;3129;p49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0" name="Google Shape;3130;p4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1" name="Google Shape;3131;p49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2" name="Google Shape;3132;p49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3" name="Google Shape;3133;p49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4" name="Google Shape;3134;p49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5" name="Google Shape;3135;p49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6" name="Google Shape;3136;p49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37" name="Google Shape;3137;p49"/>
          <p:cNvGrpSpPr/>
          <p:nvPr/>
        </p:nvGrpSpPr>
        <p:grpSpPr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3138" name="Google Shape;3138;p4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9" name="Google Shape;3139;p49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0" name="Google Shape;3140;p4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1" name="Google Shape;3141;p4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2" name="Google Shape;3142;p49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43" name="Google Shape;3143;p49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144" name="Google Shape;3144;p49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5" name="Google Shape;3145;p49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46" name="Google Shape;3146;p49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47" name="Google Shape;3147;p49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148" name="Google Shape;3148;p49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9" name="Google Shape;3149;p49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50" name="Google Shape;3150;p49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1" name="Google Shape;3151;p49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52" name="Google Shape;3152;p49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153" name="Google Shape;3153;p49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4" name="Google Shape;3154;p49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55" name="Google Shape;3155;p4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56" name="Google Shape;3156;p49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157" name="Google Shape;3157;p49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8" name="Google Shape;3158;p49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59" name="Google Shape;3159;p49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0" name="Google Shape;3160;p4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1" name="Google Shape;3161;p4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2" name="Google Shape;3162;p49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3" name="Google Shape;3163;p4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4" name="Google Shape;3164;p49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5" name="Google Shape;3165;p49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6" name="Google Shape;3166;p49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7" name="Google Shape;3167;p49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8" name="Google Shape;3168;p49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9" name="Google Shape;3169;p49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70" name="Google Shape;3170;p49"/>
          <p:cNvGrpSpPr/>
          <p:nvPr/>
        </p:nvGrpSpPr>
        <p:grpSpPr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descr="desktop_computer_stylized_medium" id="3171" name="Google Shape;3171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72" name="Google Shape;3172;p4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73" name="Google Shape;3173;p49"/>
          <p:cNvGrpSpPr/>
          <p:nvPr/>
        </p:nvGrpSpPr>
        <p:grpSpPr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descr="desktop_computer_stylized_medium" id="3174" name="Google Shape;3174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75" name="Google Shape;3175;p4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76" name="Google Shape;3176;p49"/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3177" name="Google Shape;3177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178" name="Google Shape;3178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179" name="Google Shape;3179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180" name="Google Shape;3180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1" name="Google Shape;3181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2" name="Google Shape;3182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3" name="Google Shape;3183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84" name="Google Shape;3184;p49"/>
          <p:cNvSpPr/>
          <p:nvPr/>
        </p:nvSpPr>
        <p:spPr>
          <a:xfrm>
            <a:off x="870724" y="1362307"/>
            <a:ext cx="6123957" cy="2519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rate: 1.54 Mbps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 from institutional router to server: 2 sec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object size: 100K bits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request rate from browsers to origin servers: 15/sec</a:t>
            </a:r>
            <a:endParaRPr/>
          </a:p>
          <a:p>
            <a:pPr indent="-342900" lvl="1" marL="8001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avg data rate to browsers: 1.50 Mbps</a:t>
            </a:r>
            <a:endParaRPr/>
          </a:p>
        </p:txBody>
      </p:sp>
      <p:grpSp>
        <p:nvGrpSpPr>
          <p:cNvPr id="3185" name="Google Shape;3185;p49"/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3186" name="Google Shape;3186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187" name="Google Shape;3187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188" name="Google Shape;3188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189" name="Google Shape;3189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0" name="Google Shape;3190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1" name="Google Shape;3191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2" name="Google Shape;3192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193" name="Google Shape;3193;p49"/>
          <p:cNvGrpSpPr/>
          <p:nvPr/>
        </p:nvGrpSpPr>
        <p:grpSpPr>
          <a:xfrm>
            <a:off x="9339961" y="4807753"/>
            <a:ext cx="811212" cy="1033463"/>
            <a:chOff x="9001301" y="5550914"/>
            <a:chExt cx="811212" cy="1033463"/>
          </a:xfrm>
        </p:grpSpPr>
        <p:sp>
          <p:nvSpPr>
            <p:cNvPr id="3194" name="Google Shape;3194;p49"/>
            <p:cNvSpPr/>
            <p:nvPr/>
          </p:nvSpPr>
          <p:spPr>
            <a:xfrm>
              <a:off x="9001301" y="5550914"/>
              <a:ext cx="811212" cy="1033463"/>
            </a:xfrm>
            <a:prstGeom prst="ellipse">
              <a:avLst/>
            </a:prstGeom>
            <a:solidFill>
              <a:srgbClr val="C00000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95" name="Google Shape;3195;p49"/>
            <p:cNvGrpSpPr/>
            <p:nvPr/>
          </p:nvGrpSpPr>
          <p:grpSpPr>
            <a:xfrm>
              <a:off x="9256094" y="5631762"/>
              <a:ext cx="377825" cy="800176"/>
              <a:chOff x="10907888" y="5189290"/>
              <a:chExt cx="377825" cy="800176"/>
            </a:xfrm>
          </p:grpSpPr>
          <p:cxnSp>
            <p:nvCxnSpPr>
              <p:cNvPr id="3196" name="Google Shape;3196;p49"/>
              <p:cNvCxnSpPr/>
              <p:nvPr/>
            </p:nvCxnSpPr>
            <p:spPr>
              <a:xfrm>
                <a:off x="10966625" y="5189290"/>
                <a:ext cx="76200" cy="32226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197" name="Google Shape;3197;p49"/>
              <p:cNvGrpSpPr/>
              <p:nvPr/>
            </p:nvGrpSpPr>
            <p:grpSpPr>
              <a:xfrm>
                <a:off x="10907888" y="5413204"/>
                <a:ext cx="377825" cy="576262"/>
                <a:chOff x="4140" y="429"/>
                <a:chExt cx="1425" cy="2396"/>
              </a:xfrm>
            </p:grpSpPr>
            <p:sp>
              <p:nvSpPr>
                <p:cNvPr id="3198" name="Google Shape;3198;p49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99" name="Google Shape;3199;p49"/>
                <p:cNvSpPr/>
                <p:nvPr/>
              </p:nvSpPr>
              <p:spPr>
                <a:xfrm>
                  <a:off x="4206" y="429"/>
                  <a:ext cx="1048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0" name="Google Shape;3200;p49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1" name="Google Shape;3201;p49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2" name="Google Shape;3202;p49"/>
                <p:cNvSpPr/>
                <p:nvPr/>
              </p:nvSpPr>
              <p:spPr>
                <a:xfrm>
                  <a:off x="4212" y="693"/>
                  <a:ext cx="599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203" name="Google Shape;3203;p49"/>
                <p:cNvGrpSpPr/>
                <p:nvPr/>
              </p:nvGrpSpPr>
              <p:grpSpPr>
                <a:xfrm>
                  <a:off x="4751" y="667"/>
                  <a:ext cx="581" cy="145"/>
                  <a:chOff x="616" y="2567"/>
                  <a:chExt cx="725" cy="139"/>
                </a:xfrm>
              </p:grpSpPr>
              <p:sp>
                <p:nvSpPr>
                  <p:cNvPr id="3204" name="Google Shape;3204;p49"/>
                  <p:cNvSpPr/>
                  <p:nvPr/>
                </p:nvSpPr>
                <p:spPr>
                  <a:xfrm>
                    <a:off x="616" y="2567"/>
                    <a:ext cx="725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05" name="Google Shape;3205;p49"/>
                  <p:cNvSpPr/>
                  <p:nvPr/>
                </p:nvSpPr>
                <p:spPr>
                  <a:xfrm>
                    <a:off x="631" y="2586"/>
                    <a:ext cx="695" cy="101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206" name="Google Shape;3206;p49"/>
                <p:cNvSpPr/>
                <p:nvPr/>
              </p:nvSpPr>
              <p:spPr>
                <a:xfrm>
                  <a:off x="4224" y="1016"/>
                  <a:ext cx="599" cy="53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207" name="Google Shape;3207;p49"/>
                <p:cNvGrpSpPr/>
                <p:nvPr/>
              </p:nvGrpSpPr>
              <p:grpSpPr>
                <a:xfrm>
                  <a:off x="4745" y="997"/>
                  <a:ext cx="581" cy="132"/>
                  <a:chOff x="611" y="2571"/>
                  <a:chExt cx="725" cy="137"/>
                </a:xfrm>
              </p:grpSpPr>
              <p:sp>
                <p:nvSpPr>
                  <p:cNvPr id="3208" name="Google Shape;3208;p49"/>
                  <p:cNvSpPr/>
                  <p:nvPr/>
                </p:nvSpPr>
                <p:spPr>
                  <a:xfrm>
                    <a:off x="611" y="2571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09" name="Google Shape;3209;p49"/>
                  <p:cNvSpPr/>
                  <p:nvPr/>
                </p:nvSpPr>
                <p:spPr>
                  <a:xfrm>
                    <a:off x="626" y="2584"/>
                    <a:ext cx="695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210" name="Google Shape;3210;p49"/>
                <p:cNvSpPr/>
                <p:nvPr/>
              </p:nvSpPr>
              <p:spPr>
                <a:xfrm>
                  <a:off x="4218" y="1360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11" name="Google Shape;3211;p49"/>
                <p:cNvSpPr/>
                <p:nvPr/>
              </p:nvSpPr>
              <p:spPr>
                <a:xfrm>
                  <a:off x="4230" y="1657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212" name="Google Shape;3212;p49"/>
                <p:cNvGrpSpPr/>
                <p:nvPr/>
              </p:nvGrpSpPr>
              <p:grpSpPr>
                <a:xfrm>
                  <a:off x="4733" y="1630"/>
                  <a:ext cx="587" cy="146"/>
                  <a:chOff x="611" y="2571"/>
                  <a:chExt cx="731" cy="134"/>
                </a:xfrm>
              </p:grpSpPr>
              <p:sp>
                <p:nvSpPr>
                  <p:cNvPr id="3213" name="Google Shape;3213;p49"/>
                  <p:cNvSpPr/>
                  <p:nvPr/>
                </p:nvSpPr>
                <p:spPr>
                  <a:xfrm>
                    <a:off x="611" y="2571"/>
                    <a:ext cx="731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14" name="Google Shape;3214;p49"/>
                  <p:cNvSpPr/>
                  <p:nvPr/>
                </p:nvSpPr>
                <p:spPr>
                  <a:xfrm>
                    <a:off x="626" y="2589"/>
                    <a:ext cx="701" cy="9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215" name="Google Shape;3215;p49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216" name="Google Shape;3216;p49"/>
                <p:cNvGrpSpPr/>
                <p:nvPr/>
              </p:nvGrpSpPr>
              <p:grpSpPr>
                <a:xfrm>
                  <a:off x="4739" y="1327"/>
                  <a:ext cx="580" cy="139"/>
                  <a:chOff x="614" y="2568"/>
                  <a:chExt cx="723" cy="139"/>
                </a:xfrm>
              </p:grpSpPr>
              <p:sp>
                <p:nvSpPr>
                  <p:cNvPr id="3217" name="Google Shape;3217;p49"/>
                  <p:cNvSpPr/>
                  <p:nvPr/>
                </p:nvSpPr>
                <p:spPr>
                  <a:xfrm>
                    <a:off x="614" y="2568"/>
                    <a:ext cx="723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18" name="Google Shape;3218;p49"/>
                  <p:cNvSpPr/>
                  <p:nvPr/>
                </p:nvSpPr>
                <p:spPr>
                  <a:xfrm>
                    <a:off x="629" y="2581"/>
                    <a:ext cx="694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219" name="Google Shape;3219;p49"/>
                <p:cNvSpPr/>
                <p:nvPr/>
              </p:nvSpPr>
              <p:spPr>
                <a:xfrm>
                  <a:off x="5248" y="429"/>
                  <a:ext cx="72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0" name="Google Shape;3220;p49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1" name="Google Shape;3221;p49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2" name="Google Shape;3222;p49"/>
                <p:cNvSpPr/>
                <p:nvPr/>
              </p:nvSpPr>
              <p:spPr>
                <a:xfrm>
                  <a:off x="5517" y="2614"/>
                  <a:ext cx="48" cy="92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3" name="Google Shape;3223;p49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4" name="Google Shape;3224;p49"/>
                <p:cNvSpPr/>
                <p:nvPr/>
              </p:nvSpPr>
              <p:spPr>
                <a:xfrm>
                  <a:off x="4140" y="2680"/>
                  <a:ext cx="1197" cy="14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5" name="Google Shape;3225;p49"/>
                <p:cNvSpPr/>
                <p:nvPr/>
              </p:nvSpPr>
              <p:spPr>
                <a:xfrm>
                  <a:off x="4206" y="2713"/>
                  <a:ext cx="1072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6" name="Google Shape;3226;p49"/>
                <p:cNvSpPr/>
                <p:nvPr/>
              </p:nvSpPr>
              <p:spPr>
                <a:xfrm>
                  <a:off x="4308" y="2383"/>
                  <a:ext cx="156" cy="14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7" name="Google Shape;3227;p49"/>
                <p:cNvSpPr/>
                <p:nvPr/>
              </p:nvSpPr>
              <p:spPr>
                <a:xfrm>
                  <a:off x="4487" y="2383"/>
                  <a:ext cx="162" cy="14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8" name="Google Shape;3228;p49"/>
                <p:cNvSpPr/>
                <p:nvPr/>
              </p:nvSpPr>
              <p:spPr>
                <a:xfrm>
                  <a:off x="4661" y="2383"/>
                  <a:ext cx="162" cy="139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9" name="Google Shape;3229;p49"/>
                <p:cNvSpPr/>
                <p:nvPr/>
              </p:nvSpPr>
              <p:spPr>
                <a:xfrm>
                  <a:off x="5062" y="1835"/>
                  <a:ext cx="84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230" name="Google Shape;3230;p49"/>
          <p:cNvSpPr txBox="1"/>
          <p:nvPr/>
        </p:nvSpPr>
        <p:spPr>
          <a:xfrm>
            <a:off x="4483372" y="5180762"/>
            <a:ext cx="2818464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How to compute link </a:t>
            </a:r>
            <a:endParaRPr/>
          </a:p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utilization, delay?</a:t>
            </a:r>
            <a:endParaRPr/>
          </a:p>
        </p:txBody>
      </p:sp>
      <p:sp>
        <p:nvSpPr>
          <p:cNvPr id="3231" name="Google Shape;3231;p49"/>
          <p:cNvSpPr txBox="1"/>
          <p:nvPr/>
        </p:nvSpPr>
        <p:spPr>
          <a:xfrm>
            <a:off x="853791" y="4053039"/>
            <a:ext cx="33066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Cost: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web cache (cheap!)</a:t>
            </a:r>
            <a:endParaRPr/>
          </a:p>
        </p:txBody>
      </p:sp>
      <p:sp>
        <p:nvSpPr>
          <p:cNvPr id="3232" name="Google Shape;3232;p49"/>
          <p:cNvSpPr txBox="1"/>
          <p:nvPr/>
        </p:nvSpPr>
        <p:spPr>
          <a:xfrm>
            <a:off x="9443782" y="5793184"/>
            <a:ext cx="164179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local web cache</a:t>
            </a:r>
            <a:endParaRPr b="0" i="0" sz="24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7" name="Shape 3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8" name="Google Shape;3238;p50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Calculating access link utilization, end-end delay with cache:</a:t>
            </a:r>
            <a:endParaRPr/>
          </a:p>
        </p:txBody>
      </p:sp>
      <p:sp>
        <p:nvSpPr>
          <p:cNvPr id="3239" name="Google Shape;3239;p5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40" name="Google Shape;3240;p50"/>
          <p:cNvCxnSpPr/>
          <p:nvPr/>
        </p:nvCxnSpPr>
        <p:spPr>
          <a:xfrm>
            <a:off x="8083455" y="2487883"/>
            <a:ext cx="285750" cy="11430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1" name="Google Shape;3241;p50"/>
          <p:cNvSpPr txBox="1"/>
          <p:nvPr/>
        </p:nvSpPr>
        <p:spPr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endParaRPr/>
          </a:p>
        </p:txBody>
      </p:sp>
      <p:cxnSp>
        <p:nvCxnSpPr>
          <p:cNvPr id="3242" name="Google Shape;3242;p50"/>
          <p:cNvCxnSpPr/>
          <p:nvPr/>
        </p:nvCxnSpPr>
        <p:spPr>
          <a:xfrm>
            <a:off x="8893080" y="2106883"/>
            <a:ext cx="66675" cy="2762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3" name="Google Shape;3243;p50"/>
          <p:cNvCxnSpPr/>
          <p:nvPr/>
        </p:nvCxnSpPr>
        <p:spPr>
          <a:xfrm flipH="1">
            <a:off x="9521730" y="2144983"/>
            <a:ext cx="9525" cy="2381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4" name="Google Shape;3244;p50"/>
          <p:cNvCxnSpPr/>
          <p:nvPr/>
        </p:nvCxnSpPr>
        <p:spPr>
          <a:xfrm flipH="1">
            <a:off x="9978930" y="2306908"/>
            <a:ext cx="133350" cy="20955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5" name="Google Shape;3245;p50"/>
          <p:cNvCxnSpPr/>
          <p:nvPr/>
        </p:nvCxnSpPr>
        <p:spPr>
          <a:xfrm rot="10800000">
            <a:off x="10140855" y="3068908"/>
            <a:ext cx="247650" cy="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6" name="Google Shape;3246;p50"/>
          <p:cNvSpPr/>
          <p:nvPr/>
        </p:nvSpPr>
        <p:spPr>
          <a:xfrm>
            <a:off x="8158067" y="2111064"/>
            <a:ext cx="2174875" cy="1581150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7" name="Google Shape;3247;p50"/>
          <p:cNvSpPr txBox="1"/>
          <p:nvPr/>
        </p:nvSpPr>
        <p:spPr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Internet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8" name="Google Shape;3248;p50"/>
          <p:cNvSpPr/>
          <p:nvPr/>
        </p:nvSpPr>
        <p:spPr>
          <a:xfrm>
            <a:off x="7748492" y="4470671"/>
            <a:ext cx="2965450" cy="1390650"/>
          </a:xfrm>
          <a:custGeom>
            <a:rect b="b" l="l" r="r" t="t"/>
            <a:pathLst>
              <a:path extrusionOk="0" h="876" w="1868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49" name="Google Shape;3249;p50"/>
          <p:cNvCxnSpPr/>
          <p:nvPr/>
        </p:nvCxnSpPr>
        <p:spPr>
          <a:xfrm flipH="1">
            <a:off x="8197755" y="4780233"/>
            <a:ext cx="855662" cy="43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0" name="Google Shape;3250;p50"/>
          <p:cNvCxnSpPr/>
          <p:nvPr/>
        </p:nvCxnSpPr>
        <p:spPr>
          <a:xfrm flipH="1">
            <a:off x="8707342" y="4827858"/>
            <a:ext cx="563563" cy="393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1" name="Google Shape;3251;p50"/>
          <p:cNvCxnSpPr/>
          <p:nvPr/>
        </p:nvCxnSpPr>
        <p:spPr>
          <a:xfrm flipH="1">
            <a:off x="9245505" y="4834208"/>
            <a:ext cx="149225" cy="38258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2" name="Google Shape;3252;p50"/>
          <p:cNvCxnSpPr/>
          <p:nvPr/>
        </p:nvCxnSpPr>
        <p:spPr>
          <a:xfrm>
            <a:off x="9407430" y="3545158"/>
            <a:ext cx="0" cy="106203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3" name="Google Shape;3253;p50"/>
          <p:cNvSpPr txBox="1"/>
          <p:nvPr/>
        </p:nvSpPr>
        <p:spPr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institutional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4" name="Google Shape;3254;p50"/>
          <p:cNvSpPr txBox="1"/>
          <p:nvPr/>
        </p:nvSpPr>
        <p:spPr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Gbps LAN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5" name="Google Shape;3255;p50"/>
          <p:cNvSpPr txBox="1"/>
          <p:nvPr/>
        </p:nvSpPr>
        <p:spPr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1.54 Mbps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link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56" name="Google Shape;3256;p50"/>
          <p:cNvGrpSpPr/>
          <p:nvPr/>
        </p:nvGrpSpPr>
        <p:grpSpPr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3257" name="Google Shape;3257;p5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8" name="Google Shape;3258;p50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9" name="Google Shape;3259;p5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0" name="Google Shape;3260;p5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1" name="Google Shape;3261;p50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62" name="Google Shape;3262;p50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263" name="Google Shape;3263;p50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4" name="Google Shape;3264;p50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65" name="Google Shape;3265;p50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66" name="Google Shape;3266;p50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267" name="Google Shape;3267;p50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8" name="Google Shape;3268;p50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69" name="Google Shape;3269;p50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0" name="Google Shape;3270;p50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71" name="Google Shape;3271;p50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272" name="Google Shape;3272;p50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3" name="Google Shape;3273;p50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74" name="Google Shape;3274;p5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75" name="Google Shape;3275;p50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276" name="Google Shape;3276;p50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7" name="Google Shape;3277;p50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78" name="Google Shape;3278;p50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9" name="Google Shape;3279;p5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0" name="Google Shape;3280;p5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1" name="Google Shape;3281;p50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2" name="Google Shape;3282;p5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3" name="Google Shape;3283;p50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4" name="Google Shape;3284;p50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5" name="Google Shape;3285;p50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6" name="Google Shape;3286;p50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7" name="Google Shape;3287;p50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8" name="Google Shape;3288;p50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89" name="Google Shape;3289;p50"/>
          <p:cNvGrpSpPr/>
          <p:nvPr/>
        </p:nvGrpSpPr>
        <p:grpSpPr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descr="desktop_computer_stylized_medium" id="3290" name="Google Shape;3290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1" name="Google Shape;3291;p5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92" name="Google Shape;3292;p50"/>
          <p:cNvGrpSpPr/>
          <p:nvPr/>
        </p:nvGrpSpPr>
        <p:grpSpPr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3293" name="Google Shape;3293;p5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4" name="Google Shape;3294;p50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5" name="Google Shape;3295;p5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6" name="Google Shape;3296;p5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7" name="Google Shape;3297;p50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98" name="Google Shape;3298;p50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299" name="Google Shape;3299;p50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0" name="Google Shape;3300;p50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01" name="Google Shape;3301;p50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02" name="Google Shape;3302;p50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303" name="Google Shape;3303;p50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4" name="Google Shape;3304;p50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05" name="Google Shape;3305;p50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6" name="Google Shape;3306;p50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07" name="Google Shape;3307;p50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308" name="Google Shape;3308;p50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9" name="Google Shape;3309;p50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10" name="Google Shape;3310;p5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11" name="Google Shape;3311;p50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312" name="Google Shape;3312;p50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3" name="Google Shape;3313;p50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14" name="Google Shape;3314;p50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5" name="Google Shape;3315;p5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6" name="Google Shape;3316;p5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7" name="Google Shape;3317;p50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8" name="Google Shape;3318;p5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9" name="Google Shape;3319;p50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0" name="Google Shape;3320;p50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1" name="Google Shape;3321;p50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2" name="Google Shape;3322;p50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3" name="Google Shape;3323;p50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4" name="Google Shape;3324;p50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25" name="Google Shape;3325;p50"/>
          <p:cNvGrpSpPr/>
          <p:nvPr/>
        </p:nvGrpSpPr>
        <p:grpSpPr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3326" name="Google Shape;3326;p5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7" name="Google Shape;3327;p50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8" name="Google Shape;3328;p5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9" name="Google Shape;3329;p5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0" name="Google Shape;3330;p50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31" name="Google Shape;3331;p50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332" name="Google Shape;3332;p50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3" name="Google Shape;3333;p50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34" name="Google Shape;3334;p50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35" name="Google Shape;3335;p50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336" name="Google Shape;3336;p50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7" name="Google Shape;3337;p50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38" name="Google Shape;3338;p50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9" name="Google Shape;3339;p50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40" name="Google Shape;3340;p50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341" name="Google Shape;3341;p50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2" name="Google Shape;3342;p50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43" name="Google Shape;3343;p5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44" name="Google Shape;3344;p50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345" name="Google Shape;3345;p50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6" name="Google Shape;3346;p50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47" name="Google Shape;3347;p50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8" name="Google Shape;3348;p5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9" name="Google Shape;3349;p5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0" name="Google Shape;3350;p50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1" name="Google Shape;3351;p5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2" name="Google Shape;3352;p50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3" name="Google Shape;3353;p50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4" name="Google Shape;3354;p50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5" name="Google Shape;3355;p50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6" name="Google Shape;3356;p50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7" name="Google Shape;3357;p50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58" name="Google Shape;3358;p50"/>
          <p:cNvGrpSpPr/>
          <p:nvPr/>
        </p:nvGrpSpPr>
        <p:grpSpPr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3359" name="Google Shape;3359;p5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0" name="Google Shape;3360;p50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1" name="Google Shape;3361;p5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2" name="Google Shape;3362;p5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3" name="Google Shape;3363;p50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64" name="Google Shape;3364;p50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365" name="Google Shape;3365;p50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6" name="Google Shape;3366;p50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67" name="Google Shape;3367;p50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68" name="Google Shape;3368;p50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369" name="Google Shape;3369;p50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0" name="Google Shape;3370;p50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71" name="Google Shape;3371;p50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2" name="Google Shape;3372;p50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73" name="Google Shape;3373;p50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374" name="Google Shape;3374;p50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5" name="Google Shape;3375;p50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76" name="Google Shape;3376;p5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77" name="Google Shape;3377;p50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378" name="Google Shape;3378;p50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9" name="Google Shape;3379;p50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80" name="Google Shape;3380;p50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1" name="Google Shape;3381;p5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2" name="Google Shape;3382;p5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3" name="Google Shape;3383;p50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4" name="Google Shape;3384;p5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5" name="Google Shape;3385;p50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6" name="Google Shape;3386;p50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7" name="Google Shape;3387;p50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8" name="Google Shape;3388;p50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9" name="Google Shape;3389;p50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0" name="Google Shape;3390;p50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91" name="Google Shape;3391;p50"/>
          <p:cNvGrpSpPr/>
          <p:nvPr/>
        </p:nvGrpSpPr>
        <p:grpSpPr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3392" name="Google Shape;3392;p5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3" name="Google Shape;3393;p50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4" name="Google Shape;3394;p5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5" name="Google Shape;3395;p5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6" name="Google Shape;3396;p50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97" name="Google Shape;3397;p50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398" name="Google Shape;3398;p50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9" name="Google Shape;3399;p50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00" name="Google Shape;3400;p50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01" name="Google Shape;3401;p50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402" name="Google Shape;3402;p50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3" name="Google Shape;3403;p50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04" name="Google Shape;3404;p50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5" name="Google Shape;3405;p50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06" name="Google Shape;3406;p50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407" name="Google Shape;3407;p50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8" name="Google Shape;3408;p50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09" name="Google Shape;3409;p5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10" name="Google Shape;3410;p50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411" name="Google Shape;3411;p50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2" name="Google Shape;3412;p50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13" name="Google Shape;3413;p50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4" name="Google Shape;3414;p5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5" name="Google Shape;3415;p5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6" name="Google Shape;3416;p50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7" name="Google Shape;3417;p5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8" name="Google Shape;3418;p50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9" name="Google Shape;3419;p50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0" name="Google Shape;3420;p50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1" name="Google Shape;3421;p50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2" name="Google Shape;3422;p50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3" name="Google Shape;3423;p50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24" name="Google Shape;3424;p50"/>
          <p:cNvGrpSpPr/>
          <p:nvPr/>
        </p:nvGrpSpPr>
        <p:grpSpPr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descr="desktop_computer_stylized_medium" id="3425" name="Google Shape;3425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26" name="Google Shape;3426;p5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27" name="Google Shape;3427;p50"/>
          <p:cNvGrpSpPr/>
          <p:nvPr/>
        </p:nvGrpSpPr>
        <p:grpSpPr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descr="desktop_computer_stylized_medium" id="3428" name="Google Shape;3428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29" name="Google Shape;3429;p5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30" name="Google Shape;3430;p50"/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3431" name="Google Shape;3431;p5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432" name="Google Shape;3432;p5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433" name="Google Shape;3433;p5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434" name="Google Shape;3434;p5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5" name="Google Shape;3435;p5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6" name="Google Shape;3436;p5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7" name="Google Shape;3437;p5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438" name="Google Shape;3438;p50"/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3439" name="Google Shape;3439;p5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440" name="Google Shape;3440;p5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441" name="Google Shape;3441;p5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442" name="Google Shape;3442;p5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3" name="Google Shape;3443;p5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4" name="Google Shape;3444;p5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5" name="Google Shape;3445;p5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446" name="Google Shape;3446;p50"/>
          <p:cNvGrpSpPr/>
          <p:nvPr/>
        </p:nvGrpSpPr>
        <p:grpSpPr>
          <a:xfrm>
            <a:off x="9339961" y="4807753"/>
            <a:ext cx="811212" cy="1033463"/>
            <a:chOff x="9001301" y="5550914"/>
            <a:chExt cx="811212" cy="1033463"/>
          </a:xfrm>
        </p:grpSpPr>
        <p:sp>
          <p:nvSpPr>
            <p:cNvPr id="3447" name="Google Shape;3447;p50"/>
            <p:cNvSpPr/>
            <p:nvPr/>
          </p:nvSpPr>
          <p:spPr>
            <a:xfrm>
              <a:off x="9001301" y="5550914"/>
              <a:ext cx="811212" cy="1033463"/>
            </a:xfrm>
            <a:prstGeom prst="ellipse">
              <a:avLst/>
            </a:prstGeom>
            <a:solidFill>
              <a:srgbClr val="C00000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48" name="Google Shape;3448;p50"/>
            <p:cNvGrpSpPr/>
            <p:nvPr/>
          </p:nvGrpSpPr>
          <p:grpSpPr>
            <a:xfrm>
              <a:off x="9256094" y="5631762"/>
              <a:ext cx="377825" cy="800176"/>
              <a:chOff x="10907888" y="5189290"/>
              <a:chExt cx="377825" cy="800176"/>
            </a:xfrm>
          </p:grpSpPr>
          <p:cxnSp>
            <p:nvCxnSpPr>
              <p:cNvPr id="3449" name="Google Shape;3449;p50"/>
              <p:cNvCxnSpPr/>
              <p:nvPr/>
            </p:nvCxnSpPr>
            <p:spPr>
              <a:xfrm>
                <a:off x="10966625" y="5189290"/>
                <a:ext cx="76200" cy="32226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450" name="Google Shape;3450;p50"/>
              <p:cNvGrpSpPr/>
              <p:nvPr/>
            </p:nvGrpSpPr>
            <p:grpSpPr>
              <a:xfrm>
                <a:off x="10907888" y="5413204"/>
                <a:ext cx="377825" cy="576262"/>
                <a:chOff x="4140" y="429"/>
                <a:chExt cx="1425" cy="2396"/>
              </a:xfrm>
            </p:grpSpPr>
            <p:sp>
              <p:nvSpPr>
                <p:cNvPr id="3451" name="Google Shape;3451;p50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2" name="Google Shape;3452;p50"/>
                <p:cNvSpPr/>
                <p:nvPr/>
              </p:nvSpPr>
              <p:spPr>
                <a:xfrm>
                  <a:off x="4206" y="429"/>
                  <a:ext cx="1048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3" name="Google Shape;3453;p50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4" name="Google Shape;3454;p50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5" name="Google Shape;3455;p50"/>
                <p:cNvSpPr/>
                <p:nvPr/>
              </p:nvSpPr>
              <p:spPr>
                <a:xfrm>
                  <a:off x="4212" y="693"/>
                  <a:ext cx="599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56" name="Google Shape;3456;p50"/>
                <p:cNvGrpSpPr/>
                <p:nvPr/>
              </p:nvGrpSpPr>
              <p:grpSpPr>
                <a:xfrm>
                  <a:off x="4751" y="667"/>
                  <a:ext cx="581" cy="145"/>
                  <a:chOff x="616" y="2567"/>
                  <a:chExt cx="725" cy="139"/>
                </a:xfrm>
              </p:grpSpPr>
              <p:sp>
                <p:nvSpPr>
                  <p:cNvPr id="3457" name="Google Shape;3457;p50"/>
                  <p:cNvSpPr/>
                  <p:nvPr/>
                </p:nvSpPr>
                <p:spPr>
                  <a:xfrm>
                    <a:off x="616" y="2567"/>
                    <a:ext cx="725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58" name="Google Shape;3458;p50"/>
                  <p:cNvSpPr/>
                  <p:nvPr/>
                </p:nvSpPr>
                <p:spPr>
                  <a:xfrm>
                    <a:off x="631" y="2586"/>
                    <a:ext cx="695" cy="101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459" name="Google Shape;3459;p50"/>
                <p:cNvSpPr/>
                <p:nvPr/>
              </p:nvSpPr>
              <p:spPr>
                <a:xfrm>
                  <a:off x="4224" y="1016"/>
                  <a:ext cx="599" cy="53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60" name="Google Shape;3460;p50"/>
                <p:cNvGrpSpPr/>
                <p:nvPr/>
              </p:nvGrpSpPr>
              <p:grpSpPr>
                <a:xfrm>
                  <a:off x="4745" y="997"/>
                  <a:ext cx="581" cy="132"/>
                  <a:chOff x="611" y="2571"/>
                  <a:chExt cx="725" cy="137"/>
                </a:xfrm>
              </p:grpSpPr>
              <p:sp>
                <p:nvSpPr>
                  <p:cNvPr id="3461" name="Google Shape;3461;p50"/>
                  <p:cNvSpPr/>
                  <p:nvPr/>
                </p:nvSpPr>
                <p:spPr>
                  <a:xfrm>
                    <a:off x="611" y="2571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62" name="Google Shape;3462;p50"/>
                  <p:cNvSpPr/>
                  <p:nvPr/>
                </p:nvSpPr>
                <p:spPr>
                  <a:xfrm>
                    <a:off x="626" y="2584"/>
                    <a:ext cx="695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463" name="Google Shape;3463;p50"/>
                <p:cNvSpPr/>
                <p:nvPr/>
              </p:nvSpPr>
              <p:spPr>
                <a:xfrm>
                  <a:off x="4218" y="1360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64" name="Google Shape;3464;p50"/>
                <p:cNvSpPr/>
                <p:nvPr/>
              </p:nvSpPr>
              <p:spPr>
                <a:xfrm>
                  <a:off x="4230" y="1657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65" name="Google Shape;3465;p50"/>
                <p:cNvGrpSpPr/>
                <p:nvPr/>
              </p:nvGrpSpPr>
              <p:grpSpPr>
                <a:xfrm>
                  <a:off x="4733" y="1630"/>
                  <a:ext cx="587" cy="146"/>
                  <a:chOff x="611" y="2571"/>
                  <a:chExt cx="731" cy="134"/>
                </a:xfrm>
              </p:grpSpPr>
              <p:sp>
                <p:nvSpPr>
                  <p:cNvPr id="3466" name="Google Shape;3466;p50"/>
                  <p:cNvSpPr/>
                  <p:nvPr/>
                </p:nvSpPr>
                <p:spPr>
                  <a:xfrm>
                    <a:off x="611" y="2571"/>
                    <a:ext cx="731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67" name="Google Shape;3467;p50"/>
                  <p:cNvSpPr/>
                  <p:nvPr/>
                </p:nvSpPr>
                <p:spPr>
                  <a:xfrm>
                    <a:off x="626" y="2589"/>
                    <a:ext cx="701" cy="9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468" name="Google Shape;3468;p50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69" name="Google Shape;3469;p50"/>
                <p:cNvGrpSpPr/>
                <p:nvPr/>
              </p:nvGrpSpPr>
              <p:grpSpPr>
                <a:xfrm>
                  <a:off x="4739" y="1327"/>
                  <a:ext cx="580" cy="139"/>
                  <a:chOff x="614" y="2568"/>
                  <a:chExt cx="723" cy="139"/>
                </a:xfrm>
              </p:grpSpPr>
              <p:sp>
                <p:nvSpPr>
                  <p:cNvPr id="3470" name="Google Shape;3470;p50"/>
                  <p:cNvSpPr/>
                  <p:nvPr/>
                </p:nvSpPr>
                <p:spPr>
                  <a:xfrm>
                    <a:off x="614" y="2568"/>
                    <a:ext cx="723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71" name="Google Shape;3471;p50"/>
                  <p:cNvSpPr/>
                  <p:nvPr/>
                </p:nvSpPr>
                <p:spPr>
                  <a:xfrm>
                    <a:off x="629" y="2581"/>
                    <a:ext cx="694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472" name="Google Shape;3472;p50"/>
                <p:cNvSpPr/>
                <p:nvPr/>
              </p:nvSpPr>
              <p:spPr>
                <a:xfrm>
                  <a:off x="5248" y="429"/>
                  <a:ext cx="72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3" name="Google Shape;3473;p50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4" name="Google Shape;3474;p50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5" name="Google Shape;3475;p50"/>
                <p:cNvSpPr/>
                <p:nvPr/>
              </p:nvSpPr>
              <p:spPr>
                <a:xfrm>
                  <a:off x="5517" y="2614"/>
                  <a:ext cx="48" cy="92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6" name="Google Shape;3476;p50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7" name="Google Shape;3477;p50"/>
                <p:cNvSpPr/>
                <p:nvPr/>
              </p:nvSpPr>
              <p:spPr>
                <a:xfrm>
                  <a:off x="4140" y="2680"/>
                  <a:ext cx="1197" cy="14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8" name="Google Shape;3478;p50"/>
                <p:cNvSpPr/>
                <p:nvPr/>
              </p:nvSpPr>
              <p:spPr>
                <a:xfrm>
                  <a:off x="4206" y="2713"/>
                  <a:ext cx="1072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9" name="Google Shape;3479;p50"/>
                <p:cNvSpPr/>
                <p:nvPr/>
              </p:nvSpPr>
              <p:spPr>
                <a:xfrm>
                  <a:off x="4308" y="2383"/>
                  <a:ext cx="156" cy="14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80" name="Google Shape;3480;p50"/>
                <p:cNvSpPr/>
                <p:nvPr/>
              </p:nvSpPr>
              <p:spPr>
                <a:xfrm>
                  <a:off x="4487" y="2383"/>
                  <a:ext cx="162" cy="14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81" name="Google Shape;3481;p50"/>
                <p:cNvSpPr/>
                <p:nvPr/>
              </p:nvSpPr>
              <p:spPr>
                <a:xfrm>
                  <a:off x="4661" y="2383"/>
                  <a:ext cx="162" cy="139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82" name="Google Shape;3482;p50"/>
                <p:cNvSpPr/>
                <p:nvPr/>
              </p:nvSpPr>
              <p:spPr>
                <a:xfrm>
                  <a:off x="5062" y="1835"/>
                  <a:ext cx="84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483" name="Google Shape;3483;p50"/>
          <p:cNvSpPr txBox="1"/>
          <p:nvPr/>
        </p:nvSpPr>
        <p:spPr>
          <a:xfrm>
            <a:off x="9443782" y="5793184"/>
            <a:ext cx="164179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local web cache</a:t>
            </a:r>
            <a:endParaRPr b="0" i="0" sz="24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4" name="Google Shape;3484;p50"/>
          <p:cNvSpPr txBox="1"/>
          <p:nvPr/>
        </p:nvSpPr>
        <p:spPr>
          <a:xfrm>
            <a:off x="889002" y="1405471"/>
            <a:ext cx="6166171" cy="1744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1587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suppose cache hit rate is 0.4:  </a:t>
            </a:r>
            <a:endParaRPr/>
          </a:p>
          <a:p>
            <a:pPr indent="-231775" lvl="0" marL="352425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40% requests served by cache, with low (msec) delay 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  <p:sp>
        <p:nvSpPr>
          <p:cNvPr id="3485" name="Google Shape;3485;p50"/>
          <p:cNvSpPr/>
          <p:nvPr/>
        </p:nvSpPr>
        <p:spPr>
          <a:xfrm>
            <a:off x="1010219" y="2685374"/>
            <a:ext cx="6168360" cy="1570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60% requests satisfied at origin </a:t>
            </a:r>
            <a:endParaRPr/>
          </a:p>
          <a:p>
            <a:pPr indent="-169863" lvl="1" marL="406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rate to browsers over access link 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= 0.6 * 1.50 Mbps  =  .9 Mbps </a:t>
            </a:r>
            <a:endParaRPr/>
          </a:p>
          <a:p>
            <a:pPr indent="-287338" lvl="1" marL="4730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utilization = 0.9/1.54 = .58 means low (msec) queueing delay at access link</a:t>
            </a:r>
            <a:endParaRPr/>
          </a:p>
        </p:txBody>
      </p:sp>
      <p:sp>
        <p:nvSpPr>
          <p:cNvPr id="3486" name="Google Shape;3486;p50"/>
          <p:cNvSpPr/>
          <p:nvPr/>
        </p:nvSpPr>
        <p:spPr>
          <a:xfrm>
            <a:off x="949326" y="4570944"/>
            <a:ext cx="6438281" cy="1492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0663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end-end delay:</a:t>
            </a:r>
            <a:endParaRPr/>
          </a:p>
          <a:p>
            <a:pPr indent="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0.6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* (delay from origin servers)</a:t>
            </a:r>
            <a:endParaRPr/>
          </a:p>
          <a:p>
            <a:pPr indent="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+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0.4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* (delay when satisfied at cache)</a:t>
            </a:r>
            <a:endParaRPr/>
          </a:p>
          <a:p>
            <a:pPr indent="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0.6 (2.01) + 0.4 (~msecs) = ~ 1.2 secs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endParaRPr/>
          </a:p>
        </p:txBody>
      </p:sp>
      <p:sp>
        <p:nvSpPr>
          <p:cNvPr id="3487" name="Google Shape;3487;p50"/>
          <p:cNvSpPr txBox="1"/>
          <p:nvPr/>
        </p:nvSpPr>
        <p:spPr>
          <a:xfrm>
            <a:off x="990600" y="6119336"/>
            <a:ext cx="92749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lower average end-end delay than with 154 Mbps link (and cheaper too!)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2" name="Shape 3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3" name="Google Shape;3493;p51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Conditional GET</a:t>
            </a:r>
            <a:endParaRPr sz="4400"/>
          </a:p>
        </p:txBody>
      </p:sp>
      <p:sp>
        <p:nvSpPr>
          <p:cNvPr id="3494" name="Google Shape;3494;p5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95" name="Google Shape;3495;p51"/>
          <p:cNvSpPr txBox="1"/>
          <p:nvPr/>
        </p:nvSpPr>
        <p:spPr>
          <a:xfrm>
            <a:off x="714337" y="1626575"/>
            <a:ext cx="5597253" cy="513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don’t send object if cache has up-to-date cached version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object transmission delay (or use of network resources)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client:</a:t>
            </a:r>
            <a:r>
              <a:rPr b="0" i="0" lang="en-US" sz="28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specify date of cached copy in HTTP request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If-modified-since: &lt;date&gt;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server:</a:t>
            </a:r>
            <a:r>
              <a:rPr b="0" i="0" lang="en-US" sz="28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response contains no object if cached copy is up-to-date: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HTTP/1.0 304 Not Modified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96" name="Google Shape;3496;p51"/>
          <p:cNvCxnSpPr/>
          <p:nvPr/>
        </p:nvCxnSpPr>
        <p:spPr>
          <a:xfrm>
            <a:off x="7035490" y="2068251"/>
            <a:ext cx="3305175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97" name="Google Shape;3497;p51"/>
          <p:cNvSpPr txBox="1"/>
          <p:nvPr/>
        </p:nvSpPr>
        <p:spPr>
          <a:xfrm>
            <a:off x="7341878" y="1952364"/>
            <a:ext cx="2681287" cy="62071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request msg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If-modified-since: &lt;date&gt;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98" name="Google Shape;3498;p51"/>
          <p:cNvCxnSpPr/>
          <p:nvPr/>
        </p:nvCxnSpPr>
        <p:spPr>
          <a:xfrm flipH="1">
            <a:off x="7054540" y="2814376"/>
            <a:ext cx="3305175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3499" name="Google Shape;3499;p51"/>
          <p:cNvGrpSpPr/>
          <p:nvPr/>
        </p:nvGrpSpPr>
        <p:grpSpPr>
          <a:xfrm>
            <a:off x="7322828" y="2808026"/>
            <a:ext cx="2643187" cy="865188"/>
            <a:chOff x="2698" y="2036"/>
            <a:chExt cx="1665" cy="545"/>
          </a:xfrm>
        </p:grpSpPr>
        <p:sp>
          <p:nvSpPr>
            <p:cNvPr id="3500" name="Google Shape;3500;p51"/>
            <p:cNvSpPr/>
            <p:nvPr/>
          </p:nvSpPr>
          <p:spPr>
            <a:xfrm>
              <a:off x="2760" y="2071"/>
              <a:ext cx="1578" cy="46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1" name="Google Shape;3501;p51"/>
            <p:cNvSpPr txBox="1"/>
            <p:nvPr/>
          </p:nvSpPr>
          <p:spPr>
            <a:xfrm>
              <a:off x="2698" y="2036"/>
              <a:ext cx="1665" cy="54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 response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HTTP/1.0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304 Not Modified</a:t>
              </a:r>
              <a:endParaRPr b="1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02" name="Google Shape;3502;p51"/>
          <p:cNvSpPr txBox="1"/>
          <p:nvPr/>
        </p:nvSpPr>
        <p:spPr>
          <a:xfrm>
            <a:off x="10420040" y="2103176"/>
            <a:ext cx="1047750" cy="1465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object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not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modified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&lt;date&gt;</a:t>
            </a:r>
            <a:endParaRPr/>
          </a:p>
        </p:txBody>
      </p:sp>
      <p:cxnSp>
        <p:nvCxnSpPr>
          <p:cNvPr id="3503" name="Google Shape;3503;p51"/>
          <p:cNvCxnSpPr/>
          <p:nvPr/>
        </p:nvCxnSpPr>
        <p:spPr>
          <a:xfrm>
            <a:off x="6792603" y="4033576"/>
            <a:ext cx="3905250" cy="0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04" name="Google Shape;3504;p51"/>
          <p:cNvCxnSpPr/>
          <p:nvPr/>
        </p:nvCxnSpPr>
        <p:spPr>
          <a:xfrm>
            <a:off x="7102165" y="4632064"/>
            <a:ext cx="3305175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05" name="Google Shape;3505;p51"/>
          <p:cNvSpPr txBox="1"/>
          <p:nvPr/>
        </p:nvSpPr>
        <p:spPr>
          <a:xfrm>
            <a:off x="7346640" y="4516176"/>
            <a:ext cx="2681288" cy="62071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request msg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If-modified-since: &lt;date&gt;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6" name="Google Shape;3506;p51"/>
          <p:cNvCxnSpPr/>
          <p:nvPr/>
        </p:nvCxnSpPr>
        <p:spPr>
          <a:xfrm flipH="1">
            <a:off x="7121215" y="5411526"/>
            <a:ext cx="3305175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07" name="Google Shape;3507;p51"/>
          <p:cNvSpPr txBox="1"/>
          <p:nvPr/>
        </p:nvSpPr>
        <p:spPr>
          <a:xfrm>
            <a:off x="7365690" y="5355964"/>
            <a:ext cx="2643188" cy="12311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response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HTTP/1.0 200 OK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&lt;data&gt;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8" name="Google Shape;3508;p51"/>
          <p:cNvSpPr txBox="1"/>
          <p:nvPr/>
        </p:nvSpPr>
        <p:spPr>
          <a:xfrm>
            <a:off x="10499415" y="4762239"/>
            <a:ext cx="10477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object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modified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after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&lt;date&gt;</a:t>
            </a:r>
            <a:endParaRPr/>
          </a:p>
        </p:txBody>
      </p:sp>
      <p:grpSp>
        <p:nvGrpSpPr>
          <p:cNvPr id="3509" name="Google Shape;3509;p51"/>
          <p:cNvGrpSpPr/>
          <p:nvPr/>
        </p:nvGrpSpPr>
        <p:grpSpPr>
          <a:xfrm>
            <a:off x="6311590" y="931601"/>
            <a:ext cx="4549154" cy="787400"/>
            <a:chOff x="6311590" y="931601"/>
            <a:chExt cx="4549154" cy="787400"/>
          </a:xfrm>
        </p:grpSpPr>
        <p:sp>
          <p:nvSpPr>
            <p:cNvPr id="3510" name="Google Shape;3510;p51"/>
            <p:cNvSpPr txBox="1"/>
            <p:nvPr/>
          </p:nvSpPr>
          <p:spPr>
            <a:xfrm>
              <a:off x="6311590" y="1015739"/>
              <a:ext cx="777875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client</a:t>
              </a:r>
              <a:endParaRPr/>
            </a:p>
          </p:txBody>
        </p:sp>
        <p:sp>
          <p:nvSpPr>
            <p:cNvPr id="3511" name="Google Shape;3511;p51"/>
            <p:cNvSpPr txBox="1"/>
            <p:nvPr/>
          </p:nvSpPr>
          <p:spPr>
            <a:xfrm>
              <a:off x="10023785" y="1010976"/>
              <a:ext cx="836959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server</a:t>
              </a:r>
              <a:endParaRPr/>
            </a:p>
          </p:txBody>
        </p:sp>
        <p:grpSp>
          <p:nvGrpSpPr>
            <p:cNvPr id="3512" name="Google Shape;3512;p51"/>
            <p:cNvGrpSpPr/>
            <p:nvPr/>
          </p:nvGrpSpPr>
          <p:grpSpPr>
            <a:xfrm>
              <a:off x="9588190" y="931601"/>
              <a:ext cx="422275" cy="685800"/>
              <a:chOff x="4140" y="429"/>
              <a:chExt cx="1425" cy="2396"/>
            </a:xfrm>
          </p:grpSpPr>
          <p:sp>
            <p:nvSpPr>
              <p:cNvPr id="3513" name="Google Shape;3513;p51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4" name="Google Shape;3514;p51"/>
              <p:cNvSpPr/>
              <p:nvPr/>
            </p:nvSpPr>
            <p:spPr>
              <a:xfrm>
                <a:off x="4204" y="429"/>
                <a:ext cx="1050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5" name="Google Shape;3515;p51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6" name="Google Shape;3516;p51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7" name="Google Shape;3517;p51"/>
              <p:cNvSpPr/>
              <p:nvPr/>
            </p:nvSpPr>
            <p:spPr>
              <a:xfrm>
                <a:off x="4210" y="695"/>
                <a:ext cx="600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18" name="Google Shape;3518;p51"/>
              <p:cNvGrpSpPr/>
              <p:nvPr/>
            </p:nvGrpSpPr>
            <p:grpSpPr>
              <a:xfrm>
                <a:off x="4751" y="668"/>
                <a:ext cx="579" cy="144"/>
                <a:chOff x="616" y="2568"/>
                <a:chExt cx="722" cy="138"/>
              </a:xfrm>
            </p:grpSpPr>
            <p:sp>
              <p:nvSpPr>
                <p:cNvPr id="3519" name="Google Shape;3519;p51"/>
                <p:cNvSpPr/>
                <p:nvPr/>
              </p:nvSpPr>
              <p:spPr>
                <a:xfrm>
                  <a:off x="616" y="2568"/>
                  <a:ext cx="72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0" name="Google Shape;3520;p51"/>
                <p:cNvSpPr/>
                <p:nvPr/>
              </p:nvSpPr>
              <p:spPr>
                <a:xfrm>
                  <a:off x="630" y="2583"/>
                  <a:ext cx="689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21" name="Google Shape;3521;p51"/>
              <p:cNvSpPr/>
              <p:nvPr/>
            </p:nvSpPr>
            <p:spPr>
              <a:xfrm>
                <a:off x="4226" y="1017"/>
                <a:ext cx="595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22" name="Google Shape;3522;p51"/>
              <p:cNvGrpSpPr/>
              <p:nvPr/>
            </p:nvGrpSpPr>
            <p:grpSpPr>
              <a:xfrm>
                <a:off x="4745" y="995"/>
                <a:ext cx="584" cy="133"/>
                <a:chOff x="612" y="2569"/>
                <a:chExt cx="729" cy="138"/>
              </a:xfrm>
            </p:grpSpPr>
            <p:sp>
              <p:nvSpPr>
                <p:cNvPr id="3523" name="Google Shape;3523;p51"/>
                <p:cNvSpPr/>
                <p:nvPr/>
              </p:nvSpPr>
              <p:spPr>
                <a:xfrm>
                  <a:off x="612" y="2569"/>
                  <a:ext cx="729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4" name="Google Shape;3524;p51"/>
                <p:cNvSpPr/>
                <p:nvPr/>
              </p:nvSpPr>
              <p:spPr>
                <a:xfrm>
                  <a:off x="625" y="2586"/>
                  <a:ext cx="695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25" name="Google Shape;3525;p51"/>
              <p:cNvSpPr/>
              <p:nvPr/>
            </p:nvSpPr>
            <p:spPr>
              <a:xfrm>
                <a:off x="4215" y="1355"/>
                <a:ext cx="600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6" name="Google Shape;3526;p51"/>
              <p:cNvSpPr/>
              <p:nvPr/>
            </p:nvSpPr>
            <p:spPr>
              <a:xfrm>
                <a:off x="4226" y="1655"/>
                <a:ext cx="600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27" name="Google Shape;3527;p51"/>
              <p:cNvGrpSpPr/>
              <p:nvPr/>
            </p:nvGrpSpPr>
            <p:grpSpPr>
              <a:xfrm>
                <a:off x="4735" y="1627"/>
                <a:ext cx="584" cy="150"/>
                <a:chOff x="614" y="2568"/>
                <a:chExt cx="727" cy="138"/>
              </a:xfrm>
            </p:grpSpPr>
            <p:sp>
              <p:nvSpPr>
                <p:cNvPr id="3528" name="Google Shape;3528;p51"/>
                <p:cNvSpPr/>
                <p:nvPr/>
              </p:nvSpPr>
              <p:spPr>
                <a:xfrm>
                  <a:off x="614" y="2568"/>
                  <a:ext cx="727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9" name="Google Shape;3529;p51"/>
                <p:cNvSpPr/>
                <p:nvPr/>
              </p:nvSpPr>
              <p:spPr>
                <a:xfrm>
                  <a:off x="627" y="2583"/>
                  <a:ext cx="694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30" name="Google Shape;3530;p51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31" name="Google Shape;3531;p51"/>
              <p:cNvGrpSpPr/>
              <p:nvPr/>
            </p:nvGrpSpPr>
            <p:grpSpPr>
              <a:xfrm>
                <a:off x="4740" y="1327"/>
                <a:ext cx="579" cy="139"/>
                <a:chOff x="615" y="2568"/>
                <a:chExt cx="721" cy="139"/>
              </a:xfrm>
            </p:grpSpPr>
            <p:sp>
              <p:nvSpPr>
                <p:cNvPr id="3532" name="Google Shape;3532;p51"/>
                <p:cNvSpPr/>
                <p:nvPr/>
              </p:nvSpPr>
              <p:spPr>
                <a:xfrm>
                  <a:off x="615" y="2568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3" name="Google Shape;3533;p51"/>
                <p:cNvSpPr/>
                <p:nvPr/>
              </p:nvSpPr>
              <p:spPr>
                <a:xfrm>
                  <a:off x="629" y="2585"/>
                  <a:ext cx="687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34" name="Google Shape;3534;p51"/>
              <p:cNvSpPr/>
              <p:nvPr/>
            </p:nvSpPr>
            <p:spPr>
              <a:xfrm>
                <a:off x="5249" y="429"/>
                <a:ext cx="70" cy="2291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5" name="Google Shape;3535;p51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6" name="Google Shape;3536;p51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7" name="Google Shape;3537;p51"/>
              <p:cNvSpPr/>
              <p:nvPr/>
            </p:nvSpPr>
            <p:spPr>
              <a:xfrm>
                <a:off x="5517" y="2609"/>
                <a:ext cx="48" cy="10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8" name="Google Shape;3538;p51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9" name="Google Shape;3539;p51"/>
              <p:cNvSpPr/>
              <p:nvPr/>
            </p:nvSpPr>
            <p:spPr>
              <a:xfrm>
                <a:off x="4140" y="2675"/>
                <a:ext cx="1200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0" name="Google Shape;3540;p51"/>
              <p:cNvSpPr/>
              <p:nvPr/>
            </p:nvSpPr>
            <p:spPr>
              <a:xfrm>
                <a:off x="4204" y="2709"/>
                <a:ext cx="1071" cy="8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1" name="Google Shape;3541;p51"/>
              <p:cNvSpPr/>
              <p:nvPr/>
            </p:nvSpPr>
            <p:spPr>
              <a:xfrm>
                <a:off x="4306" y="2381"/>
                <a:ext cx="161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2" name="Google Shape;3542;p51"/>
              <p:cNvSpPr/>
              <p:nvPr/>
            </p:nvSpPr>
            <p:spPr>
              <a:xfrm>
                <a:off x="4488" y="2381"/>
                <a:ext cx="155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3" name="Google Shape;3543;p51"/>
              <p:cNvSpPr/>
              <p:nvPr/>
            </p:nvSpPr>
            <p:spPr>
              <a:xfrm>
                <a:off x="4660" y="2381"/>
                <a:ext cx="161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4" name="Google Shape;3544;p51"/>
              <p:cNvSpPr/>
              <p:nvPr/>
            </p:nvSpPr>
            <p:spPr>
              <a:xfrm>
                <a:off x="5061" y="1838"/>
                <a:ext cx="86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45" name="Google Shape;3545;p51"/>
            <p:cNvGrpSpPr/>
            <p:nvPr/>
          </p:nvGrpSpPr>
          <p:grpSpPr>
            <a:xfrm>
              <a:off x="6887853" y="976051"/>
              <a:ext cx="742950" cy="742950"/>
              <a:chOff x="-44" y="1473"/>
              <a:chExt cx="981" cy="1105"/>
            </a:xfrm>
          </p:grpSpPr>
          <p:pic>
            <p:nvPicPr>
              <p:cNvPr descr="desktop_computer_stylized_medium" id="3546" name="Google Shape;3546;p5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47" name="Google Shape;3547;p5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2" name="Shape 3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" name="Google Shape;3553;p52"/>
          <p:cNvSpPr txBox="1"/>
          <p:nvPr>
            <p:ph type="title"/>
          </p:nvPr>
        </p:nvSpPr>
        <p:spPr>
          <a:xfrm>
            <a:off x="651417" y="22376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HTTP/2</a:t>
            </a:r>
            <a:endParaRPr sz="4400"/>
          </a:p>
        </p:txBody>
      </p:sp>
      <p:sp>
        <p:nvSpPr>
          <p:cNvPr id="3554" name="Google Shape;3554;p5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55" name="Google Shape;3555;p52"/>
          <p:cNvSpPr txBox="1"/>
          <p:nvPr/>
        </p:nvSpPr>
        <p:spPr>
          <a:xfrm>
            <a:off x="572119" y="1236917"/>
            <a:ext cx="11117107" cy="50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i="1" lang="en-US" sz="36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Key goal: 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decreased delay in multi-object HTTP requests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6" name="Google Shape;3556;p52"/>
          <p:cNvSpPr txBox="1"/>
          <p:nvPr/>
        </p:nvSpPr>
        <p:spPr>
          <a:xfrm>
            <a:off x="914400" y="2142059"/>
            <a:ext cx="10654118" cy="3930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5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HTTP1.1:</a:t>
            </a:r>
            <a:r>
              <a:rPr b="0" i="0" lang="en-US" sz="32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introduced </a:t>
            </a:r>
            <a:r>
              <a:rPr b="0" i="0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multiple, pipelined GETs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over single TCP connection</a:t>
            </a:r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 responds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in-order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(FCFS: first-come-first-served scheduling) to GET requests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 FCFS, small object may have to wait for transmission  (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head-of-line (HOL) blocking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behind large object(s)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loss recovery (retransmitting lost TCP segments) stalls object transmission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1" name="Shape 3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2" name="Google Shape;3562;p53"/>
          <p:cNvSpPr txBox="1"/>
          <p:nvPr>
            <p:ph type="title"/>
          </p:nvPr>
        </p:nvSpPr>
        <p:spPr>
          <a:xfrm>
            <a:off x="651417" y="22376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HTTP/2</a:t>
            </a:r>
            <a:endParaRPr sz="4400"/>
          </a:p>
        </p:txBody>
      </p:sp>
      <p:sp>
        <p:nvSpPr>
          <p:cNvPr id="3563" name="Google Shape;3563;p5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64" name="Google Shape;3564;p53"/>
          <p:cNvSpPr txBox="1"/>
          <p:nvPr/>
        </p:nvSpPr>
        <p:spPr>
          <a:xfrm>
            <a:off x="901486" y="2150525"/>
            <a:ext cx="10458375" cy="4487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5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HTTP/2: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[RFC 7540, 2015]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increased flexibility at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 sending objects to client: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methods, status codes, most header fields unchanged from HTTP 1.1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transmission order of requested objects based on client-specified object priority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(not necessarily FCFS)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push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unrequested objects to client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divide objects into frames, schedule frames to mitigate HOL blocking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5" name="Google Shape;3565;p53"/>
          <p:cNvSpPr txBox="1"/>
          <p:nvPr/>
        </p:nvSpPr>
        <p:spPr>
          <a:xfrm>
            <a:off x="572119" y="1236917"/>
            <a:ext cx="11117107" cy="50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i="1" lang="en-US" sz="36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Key goal: 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decreased delay in multi-object HTTP requests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0" name="Shape 3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1" name="Google Shape;3571;p54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HTTP/2: mitigating HOL blocking</a:t>
            </a:r>
            <a:endParaRPr sz="4400"/>
          </a:p>
        </p:txBody>
      </p:sp>
      <p:sp>
        <p:nvSpPr>
          <p:cNvPr id="3572" name="Google Shape;3572;p5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73" name="Google Shape;3573;p54"/>
          <p:cNvSpPr txBox="1"/>
          <p:nvPr/>
        </p:nvSpPr>
        <p:spPr>
          <a:xfrm>
            <a:off x="798691" y="1274501"/>
            <a:ext cx="11117107" cy="50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1.1: client requests 1 large object (e.g., video file) and 3 smaller objects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4" name="Google Shape;3574;p54"/>
          <p:cNvSpPr txBox="1"/>
          <p:nvPr/>
        </p:nvSpPr>
        <p:spPr>
          <a:xfrm>
            <a:off x="2900584" y="2902508"/>
            <a:ext cx="777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/>
          </a:p>
        </p:txBody>
      </p:sp>
      <p:sp>
        <p:nvSpPr>
          <p:cNvPr id="3575" name="Google Shape;3575;p54"/>
          <p:cNvSpPr txBox="1"/>
          <p:nvPr/>
        </p:nvSpPr>
        <p:spPr>
          <a:xfrm>
            <a:off x="7029972" y="1892257"/>
            <a:ext cx="83695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/>
          </a:p>
        </p:txBody>
      </p:sp>
      <p:grpSp>
        <p:nvGrpSpPr>
          <p:cNvPr id="3576" name="Google Shape;3576;p54"/>
          <p:cNvGrpSpPr/>
          <p:nvPr/>
        </p:nvGrpSpPr>
        <p:grpSpPr>
          <a:xfrm>
            <a:off x="7234967" y="2262203"/>
            <a:ext cx="422275" cy="685800"/>
            <a:chOff x="4140" y="429"/>
            <a:chExt cx="1425" cy="2396"/>
          </a:xfrm>
        </p:grpSpPr>
        <p:sp>
          <p:nvSpPr>
            <p:cNvPr id="3577" name="Google Shape;3577;p5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8" name="Google Shape;3578;p54"/>
            <p:cNvSpPr/>
            <p:nvPr/>
          </p:nvSpPr>
          <p:spPr>
            <a:xfrm>
              <a:off x="4204" y="429"/>
              <a:ext cx="1050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9" name="Google Shape;3579;p5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0" name="Google Shape;3580;p5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1" name="Google Shape;3581;p54"/>
            <p:cNvSpPr/>
            <p:nvPr/>
          </p:nvSpPr>
          <p:spPr>
            <a:xfrm>
              <a:off x="4210" y="695"/>
              <a:ext cx="600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82" name="Google Shape;3582;p54"/>
            <p:cNvGrpSpPr/>
            <p:nvPr/>
          </p:nvGrpSpPr>
          <p:grpSpPr>
            <a:xfrm>
              <a:off x="4751" y="668"/>
              <a:ext cx="579" cy="144"/>
              <a:chOff x="616" y="2568"/>
              <a:chExt cx="722" cy="138"/>
            </a:xfrm>
          </p:grpSpPr>
          <p:sp>
            <p:nvSpPr>
              <p:cNvPr id="3583" name="Google Shape;3583;p54"/>
              <p:cNvSpPr/>
              <p:nvPr/>
            </p:nvSpPr>
            <p:spPr>
              <a:xfrm>
                <a:off x="616" y="2568"/>
                <a:ext cx="722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4" name="Google Shape;3584;p54"/>
              <p:cNvSpPr/>
              <p:nvPr/>
            </p:nvSpPr>
            <p:spPr>
              <a:xfrm>
                <a:off x="630" y="2583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85" name="Google Shape;3585;p54"/>
            <p:cNvSpPr/>
            <p:nvPr/>
          </p:nvSpPr>
          <p:spPr>
            <a:xfrm>
              <a:off x="4226" y="1017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86" name="Google Shape;3586;p54"/>
            <p:cNvGrpSpPr/>
            <p:nvPr/>
          </p:nvGrpSpPr>
          <p:grpSpPr>
            <a:xfrm>
              <a:off x="4745" y="995"/>
              <a:ext cx="584" cy="133"/>
              <a:chOff x="612" y="2569"/>
              <a:chExt cx="729" cy="138"/>
            </a:xfrm>
          </p:grpSpPr>
          <p:sp>
            <p:nvSpPr>
              <p:cNvPr id="3587" name="Google Shape;3587;p54"/>
              <p:cNvSpPr/>
              <p:nvPr/>
            </p:nvSpPr>
            <p:spPr>
              <a:xfrm>
                <a:off x="612" y="2569"/>
                <a:ext cx="72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8" name="Google Shape;3588;p54"/>
              <p:cNvSpPr/>
              <p:nvPr/>
            </p:nvSpPr>
            <p:spPr>
              <a:xfrm>
                <a:off x="625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89" name="Google Shape;3589;p54"/>
            <p:cNvSpPr/>
            <p:nvPr/>
          </p:nvSpPr>
          <p:spPr>
            <a:xfrm>
              <a:off x="4215" y="1355"/>
              <a:ext cx="600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0" name="Google Shape;3590;p54"/>
            <p:cNvSpPr/>
            <p:nvPr/>
          </p:nvSpPr>
          <p:spPr>
            <a:xfrm>
              <a:off x="4226" y="1655"/>
              <a:ext cx="600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91" name="Google Shape;3591;p54"/>
            <p:cNvGrpSpPr/>
            <p:nvPr/>
          </p:nvGrpSpPr>
          <p:grpSpPr>
            <a:xfrm>
              <a:off x="4735" y="1627"/>
              <a:ext cx="584" cy="150"/>
              <a:chOff x="614" y="2568"/>
              <a:chExt cx="727" cy="138"/>
            </a:xfrm>
          </p:grpSpPr>
          <p:sp>
            <p:nvSpPr>
              <p:cNvPr id="3592" name="Google Shape;3592;p54"/>
              <p:cNvSpPr/>
              <p:nvPr/>
            </p:nvSpPr>
            <p:spPr>
              <a:xfrm>
                <a:off x="614" y="2568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3" name="Google Shape;3593;p54"/>
              <p:cNvSpPr/>
              <p:nvPr/>
            </p:nvSpPr>
            <p:spPr>
              <a:xfrm>
                <a:off x="627" y="2583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94" name="Google Shape;3594;p5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95" name="Google Shape;3595;p54"/>
            <p:cNvGrpSpPr/>
            <p:nvPr/>
          </p:nvGrpSpPr>
          <p:grpSpPr>
            <a:xfrm>
              <a:off x="4740" y="1327"/>
              <a:ext cx="579" cy="139"/>
              <a:chOff x="615" y="2568"/>
              <a:chExt cx="721" cy="139"/>
            </a:xfrm>
          </p:grpSpPr>
          <p:sp>
            <p:nvSpPr>
              <p:cNvPr id="3596" name="Google Shape;3596;p54"/>
              <p:cNvSpPr/>
              <p:nvPr/>
            </p:nvSpPr>
            <p:spPr>
              <a:xfrm>
                <a:off x="615" y="2568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7" name="Google Shape;3597;p54"/>
              <p:cNvSpPr/>
              <p:nvPr/>
            </p:nvSpPr>
            <p:spPr>
              <a:xfrm>
                <a:off x="629" y="2585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98" name="Google Shape;3598;p54"/>
            <p:cNvSpPr/>
            <p:nvPr/>
          </p:nvSpPr>
          <p:spPr>
            <a:xfrm>
              <a:off x="5249" y="429"/>
              <a:ext cx="70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9" name="Google Shape;3599;p5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0" name="Google Shape;3600;p5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1" name="Google Shape;3601;p54"/>
            <p:cNvSpPr/>
            <p:nvPr/>
          </p:nvSpPr>
          <p:spPr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2" name="Google Shape;3602;p5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3" name="Google Shape;3603;p54"/>
            <p:cNvSpPr/>
            <p:nvPr/>
          </p:nvSpPr>
          <p:spPr>
            <a:xfrm>
              <a:off x="4140" y="2675"/>
              <a:ext cx="1200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4" name="Google Shape;3604;p54"/>
            <p:cNvSpPr/>
            <p:nvPr/>
          </p:nvSpPr>
          <p:spPr>
            <a:xfrm>
              <a:off x="4204" y="2709"/>
              <a:ext cx="1071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5" name="Google Shape;3605;p54"/>
            <p:cNvSpPr/>
            <p:nvPr/>
          </p:nvSpPr>
          <p:spPr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6" name="Google Shape;3606;p54"/>
            <p:cNvSpPr/>
            <p:nvPr/>
          </p:nvSpPr>
          <p:spPr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7" name="Google Shape;3607;p54"/>
            <p:cNvSpPr/>
            <p:nvPr/>
          </p:nvSpPr>
          <p:spPr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8" name="Google Shape;3608;p54"/>
            <p:cNvSpPr/>
            <p:nvPr/>
          </p:nvSpPr>
          <p:spPr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9" name="Google Shape;3609;p54"/>
          <p:cNvGrpSpPr/>
          <p:nvPr/>
        </p:nvGrpSpPr>
        <p:grpSpPr>
          <a:xfrm>
            <a:off x="2885332" y="2291964"/>
            <a:ext cx="742950" cy="742950"/>
            <a:chOff x="-44" y="1473"/>
            <a:chExt cx="981" cy="1105"/>
          </a:xfrm>
        </p:grpSpPr>
        <p:pic>
          <p:nvPicPr>
            <p:cNvPr descr="desktop_computer_stylized_medium" id="3610" name="Google Shape;3610;p5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11" name="Google Shape;3611;p5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612" name="Google Shape;3612;p54"/>
          <p:cNvCxnSpPr/>
          <p:nvPr/>
        </p:nvCxnSpPr>
        <p:spPr>
          <a:xfrm>
            <a:off x="3526536" y="2791484"/>
            <a:ext cx="3910012" cy="26074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613" name="Google Shape;3613;p54"/>
          <p:cNvSpPr txBox="1"/>
          <p:nvPr/>
        </p:nvSpPr>
        <p:spPr>
          <a:xfrm>
            <a:off x="6093263" y="2667596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14" name="Google Shape;3614;p54"/>
          <p:cNvSpPr txBox="1"/>
          <p:nvPr/>
        </p:nvSpPr>
        <p:spPr>
          <a:xfrm>
            <a:off x="5291796" y="2596769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615" name="Google Shape;3615;p54"/>
          <p:cNvSpPr txBox="1"/>
          <p:nvPr/>
        </p:nvSpPr>
        <p:spPr>
          <a:xfrm>
            <a:off x="4513773" y="2538104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616" name="Google Shape;3616;p54"/>
          <p:cNvSpPr txBox="1"/>
          <p:nvPr/>
        </p:nvSpPr>
        <p:spPr>
          <a:xfrm>
            <a:off x="3721264" y="2473869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617" name="Google Shape;3617;p54"/>
          <p:cNvSpPr/>
          <p:nvPr/>
        </p:nvSpPr>
        <p:spPr>
          <a:xfrm>
            <a:off x="8620343" y="3108868"/>
            <a:ext cx="892098" cy="19713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8" name="Google Shape;3618;p54"/>
          <p:cNvSpPr/>
          <p:nvPr/>
        </p:nvSpPr>
        <p:spPr>
          <a:xfrm>
            <a:off x="8624001" y="5094824"/>
            <a:ext cx="892097" cy="1103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19" name="Google Shape;3619;p54"/>
          <p:cNvGrpSpPr/>
          <p:nvPr/>
        </p:nvGrpSpPr>
        <p:grpSpPr>
          <a:xfrm>
            <a:off x="3400914" y="3064264"/>
            <a:ext cx="4052925" cy="2231577"/>
            <a:chOff x="3400914" y="3064264"/>
            <a:chExt cx="4052925" cy="2231577"/>
          </a:xfrm>
        </p:grpSpPr>
        <p:cxnSp>
          <p:nvCxnSpPr>
            <p:cNvPr id="3620" name="Google Shape;3620;p54"/>
            <p:cNvCxnSpPr/>
            <p:nvPr/>
          </p:nvCxnSpPr>
          <p:spPr>
            <a:xfrm flipH="1">
              <a:off x="3400914" y="5022530"/>
              <a:ext cx="4052925" cy="2733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21" name="Google Shape;3621;p54"/>
            <p:cNvSpPr/>
            <p:nvPr/>
          </p:nvSpPr>
          <p:spPr>
            <a:xfrm>
              <a:off x="3517643" y="3064264"/>
              <a:ext cx="3868169" cy="2226179"/>
            </a:xfrm>
            <a:custGeom>
              <a:rect b="b" l="l" r="r" t="t"/>
              <a:pathLst>
                <a:path extrusionOk="0" h="2226179" w="3868169">
                  <a:moveTo>
                    <a:pt x="3867383" y="0"/>
                  </a:moveTo>
                  <a:lnTo>
                    <a:pt x="411" y="273465"/>
                  </a:lnTo>
                  <a:cubicBezTo>
                    <a:pt x="1835" y="927218"/>
                    <a:pt x="-1013" y="1572426"/>
                    <a:pt x="411" y="2226179"/>
                  </a:cubicBezTo>
                  <a:lnTo>
                    <a:pt x="3863110" y="1969806"/>
                  </a:lnTo>
                  <a:cubicBezTo>
                    <a:pt x="3864534" y="1311780"/>
                    <a:pt x="3870232" y="615297"/>
                    <a:pt x="3867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22" name="Google Shape;3622;p54"/>
          <p:cNvGrpSpPr/>
          <p:nvPr/>
        </p:nvGrpSpPr>
        <p:grpSpPr>
          <a:xfrm>
            <a:off x="3389679" y="5054301"/>
            <a:ext cx="4064160" cy="386589"/>
            <a:chOff x="3389679" y="5054301"/>
            <a:chExt cx="4064160" cy="386589"/>
          </a:xfrm>
        </p:grpSpPr>
        <p:cxnSp>
          <p:nvCxnSpPr>
            <p:cNvPr id="3623" name="Google Shape;3623;p54"/>
            <p:cNvCxnSpPr/>
            <p:nvPr/>
          </p:nvCxnSpPr>
          <p:spPr>
            <a:xfrm flipH="1">
              <a:off x="3389679" y="5161562"/>
              <a:ext cx="4064160" cy="27932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24" name="Google Shape;3624;p54"/>
            <p:cNvSpPr/>
            <p:nvPr/>
          </p:nvSpPr>
          <p:spPr>
            <a:xfrm>
              <a:off x="3519116" y="5054301"/>
              <a:ext cx="3875928" cy="375356"/>
            </a:xfrm>
            <a:custGeom>
              <a:rect b="b" l="l" r="r" t="t"/>
              <a:pathLst>
                <a:path extrusionOk="0" h="6552362" w="3875928">
                  <a:moveTo>
                    <a:pt x="3875928" y="0"/>
                  </a:moveTo>
                  <a:lnTo>
                    <a:pt x="412" y="4599620"/>
                  </a:lnTo>
                  <a:cubicBezTo>
                    <a:pt x="1836" y="5253373"/>
                    <a:pt x="-1014" y="5898609"/>
                    <a:pt x="410" y="6552362"/>
                  </a:cubicBezTo>
                  <a:lnTo>
                    <a:pt x="3871655" y="1974078"/>
                  </a:lnTo>
                  <a:cubicBezTo>
                    <a:pt x="3873079" y="1316052"/>
                    <a:pt x="3874504" y="658026"/>
                    <a:pt x="38759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25" name="Google Shape;3625;p54"/>
          <p:cNvGrpSpPr/>
          <p:nvPr/>
        </p:nvGrpSpPr>
        <p:grpSpPr>
          <a:xfrm>
            <a:off x="3401181" y="5445216"/>
            <a:ext cx="4028803" cy="375356"/>
            <a:chOff x="3401181" y="5445216"/>
            <a:chExt cx="4028803" cy="375356"/>
          </a:xfrm>
        </p:grpSpPr>
        <p:cxnSp>
          <p:nvCxnSpPr>
            <p:cNvPr id="3626" name="Google Shape;3626;p54"/>
            <p:cNvCxnSpPr/>
            <p:nvPr/>
          </p:nvCxnSpPr>
          <p:spPr>
            <a:xfrm flipH="1">
              <a:off x="3401181" y="5534648"/>
              <a:ext cx="4028803" cy="2699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27" name="Google Shape;3627;p54"/>
            <p:cNvSpPr/>
            <p:nvPr/>
          </p:nvSpPr>
          <p:spPr>
            <a:xfrm>
              <a:off x="3504762" y="5445216"/>
              <a:ext cx="3875928" cy="375356"/>
            </a:xfrm>
            <a:custGeom>
              <a:rect b="b" l="l" r="r" t="t"/>
              <a:pathLst>
                <a:path extrusionOk="0" h="6552362" w="3875928">
                  <a:moveTo>
                    <a:pt x="3875928" y="0"/>
                  </a:moveTo>
                  <a:lnTo>
                    <a:pt x="412" y="4599620"/>
                  </a:lnTo>
                  <a:cubicBezTo>
                    <a:pt x="1836" y="5253373"/>
                    <a:pt x="-1014" y="5898609"/>
                    <a:pt x="410" y="6552362"/>
                  </a:cubicBezTo>
                  <a:lnTo>
                    <a:pt x="3871655" y="1974078"/>
                  </a:lnTo>
                  <a:cubicBezTo>
                    <a:pt x="3873079" y="1316052"/>
                    <a:pt x="3874504" y="658026"/>
                    <a:pt x="3875928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</a:t>
              </a:r>
              <a:endParaRPr/>
            </a:p>
          </p:txBody>
        </p:sp>
      </p:grpSp>
      <p:grpSp>
        <p:nvGrpSpPr>
          <p:cNvPr id="3628" name="Google Shape;3628;p54"/>
          <p:cNvGrpSpPr/>
          <p:nvPr/>
        </p:nvGrpSpPr>
        <p:grpSpPr>
          <a:xfrm>
            <a:off x="1750742" y="5112121"/>
            <a:ext cx="1641327" cy="338554"/>
            <a:chOff x="1750742" y="5112121"/>
            <a:chExt cx="1641327" cy="338554"/>
          </a:xfrm>
        </p:grpSpPr>
        <p:cxnSp>
          <p:nvCxnSpPr>
            <p:cNvPr id="3629" name="Google Shape;3629;p54"/>
            <p:cNvCxnSpPr/>
            <p:nvPr/>
          </p:nvCxnSpPr>
          <p:spPr>
            <a:xfrm rot="10800000">
              <a:off x="1750742" y="5290443"/>
              <a:ext cx="164132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630" name="Google Shape;3630;p54"/>
            <p:cNvGrpSpPr/>
            <p:nvPr/>
          </p:nvGrpSpPr>
          <p:grpSpPr>
            <a:xfrm>
              <a:off x="2136070" y="5112121"/>
              <a:ext cx="459104" cy="338554"/>
              <a:chOff x="2709565" y="5090498"/>
              <a:chExt cx="459104" cy="338554"/>
            </a:xfrm>
          </p:grpSpPr>
          <p:sp>
            <p:nvSpPr>
              <p:cNvPr id="3631" name="Google Shape;3631;p54"/>
              <p:cNvSpPr/>
              <p:nvPr/>
            </p:nvSpPr>
            <p:spPr>
              <a:xfrm>
                <a:off x="2785241" y="5146384"/>
                <a:ext cx="252731" cy="22746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2" name="Google Shape;3632;p54"/>
              <p:cNvSpPr txBox="1"/>
              <p:nvPr/>
            </p:nvSpPr>
            <p:spPr>
              <a:xfrm>
                <a:off x="2709565" y="5090498"/>
                <a:ext cx="45910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</p:grpSp>
      <p:sp>
        <p:nvSpPr>
          <p:cNvPr id="3633" name="Google Shape;3633;p54"/>
          <p:cNvSpPr/>
          <p:nvPr/>
        </p:nvSpPr>
        <p:spPr>
          <a:xfrm>
            <a:off x="2453226" y="5330278"/>
            <a:ext cx="252731" cy="227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34" name="Google Shape;3634;p54"/>
          <p:cNvGrpSpPr/>
          <p:nvPr/>
        </p:nvGrpSpPr>
        <p:grpSpPr>
          <a:xfrm>
            <a:off x="1750742" y="5274392"/>
            <a:ext cx="1641172" cy="338554"/>
            <a:chOff x="1750742" y="5274392"/>
            <a:chExt cx="1641172" cy="338554"/>
          </a:xfrm>
        </p:grpSpPr>
        <p:cxnSp>
          <p:nvCxnSpPr>
            <p:cNvPr id="3635" name="Google Shape;3635;p54"/>
            <p:cNvCxnSpPr/>
            <p:nvPr/>
          </p:nvCxnSpPr>
          <p:spPr>
            <a:xfrm rot="10800000">
              <a:off x="1750742" y="5442843"/>
              <a:ext cx="1641172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36" name="Google Shape;3636;p54"/>
            <p:cNvSpPr txBox="1"/>
            <p:nvPr/>
          </p:nvSpPr>
          <p:spPr>
            <a:xfrm>
              <a:off x="2384556" y="5274392"/>
              <a:ext cx="4591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3637" name="Google Shape;3637;p54"/>
          <p:cNvGrpSpPr/>
          <p:nvPr/>
        </p:nvGrpSpPr>
        <p:grpSpPr>
          <a:xfrm>
            <a:off x="1750742" y="5500058"/>
            <a:ext cx="1644347" cy="338554"/>
            <a:chOff x="1750742" y="5500058"/>
            <a:chExt cx="1644347" cy="338554"/>
          </a:xfrm>
        </p:grpSpPr>
        <p:cxnSp>
          <p:nvCxnSpPr>
            <p:cNvPr id="3638" name="Google Shape;3638;p54"/>
            <p:cNvCxnSpPr/>
            <p:nvPr/>
          </p:nvCxnSpPr>
          <p:spPr>
            <a:xfrm rot="10800000">
              <a:off x="1750742" y="5670973"/>
              <a:ext cx="164434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39" name="Google Shape;3639;p54"/>
            <p:cNvSpPr txBox="1"/>
            <p:nvPr/>
          </p:nvSpPr>
          <p:spPr>
            <a:xfrm>
              <a:off x="2578111" y="5500058"/>
              <a:ext cx="4591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grpSp>
        <p:nvGrpSpPr>
          <p:cNvPr id="3640" name="Google Shape;3640;p54"/>
          <p:cNvGrpSpPr/>
          <p:nvPr/>
        </p:nvGrpSpPr>
        <p:grpSpPr>
          <a:xfrm>
            <a:off x="1750742" y="5634943"/>
            <a:ext cx="1641326" cy="338554"/>
            <a:chOff x="1750742" y="5634943"/>
            <a:chExt cx="1641326" cy="338554"/>
          </a:xfrm>
        </p:grpSpPr>
        <p:cxnSp>
          <p:nvCxnSpPr>
            <p:cNvPr id="3641" name="Google Shape;3641;p54"/>
            <p:cNvCxnSpPr/>
            <p:nvPr/>
          </p:nvCxnSpPr>
          <p:spPr>
            <a:xfrm rot="10800000">
              <a:off x="1750742" y="5804632"/>
              <a:ext cx="1641326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42" name="Google Shape;3642;p54"/>
            <p:cNvSpPr txBox="1"/>
            <p:nvPr/>
          </p:nvSpPr>
          <p:spPr>
            <a:xfrm>
              <a:off x="2779553" y="5634943"/>
              <a:ext cx="4591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sp>
        <p:nvSpPr>
          <p:cNvPr id="3643" name="Google Shape;3643;p54"/>
          <p:cNvSpPr/>
          <p:nvPr/>
        </p:nvSpPr>
        <p:spPr>
          <a:xfrm>
            <a:off x="8624002" y="5214579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4" name="Google Shape;3644;p54"/>
          <p:cNvSpPr/>
          <p:nvPr/>
        </p:nvSpPr>
        <p:spPr>
          <a:xfrm>
            <a:off x="8624002" y="5303700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5" name="Google Shape;3645;p54"/>
          <p:cNvSpPr/>
          <p:nvPr/>
        </p:nvSpPr>
        <p:spPr>
          <a:xfrm>
            <a:off x="8620344" y="5425404"/>
            <a:ext cx="892097" cy="11030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6" name="Google Shape;3646;p54"/>
          <p:cNvSpPr txBox="1"/>
          <p:nvPr/>
        </p:nvSpPr>
        <p:spPr>
          <a:xfrm>
            <a:off x="8322039" y="2665582"/>
            <a:ext cx="25605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 data requested</a:t>
            </a:r>
            <a:endParaRPr/>
          </a:p>
        </p:txBody>
      </p:sp>
      <p:sp>
        <p:nvSpPr>
          <p:cNvPr id="3647" name="Google Shape;3647;p54"/>
          <p:cNvSpPr/>
          <p:nvPr/>
        </p:nvSpPr>
        <p:spPr>
          <a:xfrm>
            <a:off x="7955470" y="4068021"/>
            <a:ext cx="596846" cy="369332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8" name="Google Shape;3648;p54"/>
          <p:cNvSpPr/>
          <p:nvPr/>
        </p:nvSpPr>
        <p:spPr>
          <a:xfrm>
            <a:off x="10065868" y="3696565"/>
            <a:ext cx="394800" cy="227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9" name="Google Shape;3649;p54"/>
          <p:cNvSpPr txBox="1"/>
          <p:nvPr/>
        </p:nvSpPr>
        <p:spPr>
          <a:xfrm>
            <a:off x="9706653" y="3898744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50" name="Google Shape;3650;p54"/>
          <p:cNvSpPr/>
          <p:nvPr/>
        </p:nvSpPr>
        <p:spPr>
          <a:xfrm>
            <a:off x="10303411" y="3858836"/>
            <a:ext cx="394800" cy="227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1" name="Google Shape;3651;p54"/>
          <p:cNvSpPr txBox="1"/>
          <p:nvPr/>
        </p:nvSpPr>
        <p:spPr>
          <a:xfrm>
            <a:off x="9717406" y="4747954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652" name="Google Shape;3652;p54"/>
          <p:cNvSpPr txBox="1"/>
          <p:nvPr/>
        </p:nvSpPr>
        <p:spPr>
          <a:xfrm>
            <a:off x="9717374" y="5101897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653" name="Google Shape;3653;p54"/>
          <p:cNvSpPr txBox="1"/>
          <p:nvPr/>
        </p:nvSpPr>
        <p:spPr>
          <a:xfrm>
            <a:off x="9722211" y="5425404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cxnSp>
        <p:nvCxnSpPr>
          <p:cNvPr id="3654" name="Google Shape;3654;p54"/>
          <p:cNvCxnSpPr/>
          <p:nvPr/>
        </p:nvCxnSpPr>
        <p:spPr>
          <a:xfrm>
            <a:off x="9583543" y="5324881"/>
            <a:ext cx="1861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55" name="Google Shape;3655;p54"/>
          <p:cNvCxnSpPr/>
          <p:nvPr/>
        </p:nvCxnSpPr>
        <p:spPr>
          <a:xfrm flipH="1" rot="10800000">
            <a:off x="9589060" y="5022530"/>
            <a:ext cx="180667" cy="14587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56" name="Google Shape;3656;p54"/>
          <p:cNvCxnSpPr/>
          <p:nvPr/>
        </p:nvCxnSpPr>
        <p:spPr>
          <a:xfrm>
            <a:off x="9593643" y="5502519"/>
            <a:ext cx="180667" cy="14587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57" name="Google Shape;3657;p54"/>
          <p:cNvSpPr txBox="1"/>
          <p:nvPr/>
        </p:nvSpPr>
        <p:spPr>
          <a:xfrm>
            <a:off x="2410244" y="6238081"/>
            <a:ext cx="8451975" cy="50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objects delivered in order requested: 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wait behind 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58" name="Google Shape;3658;p54"/>
          <p:cNvGrpSpPr/>
          <p:nvPr/>
        </p:nvGrpSpPr>
        <p:grpSpPr>
          <a:xfrm>
            <a:off x="3400914" y="5195255"/>
            <a:ext cx="4029070" cy="477315"/>
            <a:chOff x="3400914" y="5195255"/>
            <a:chExt cx="4029070" cy="477315"/>
          </a:xfrm>
        </p:grpSpPr>
        <p:cxnSp>
          <p:nvCxnSpPr>
            <p:cNvPr id="3659" name="Google Shape;3659;p54"/>
            <p:cNvCxnSpPr/>
            <p:nvPr/>
          </p:nvCxnSpPr>
          <p:spPr>
            <a:xfrm flipH="1">
              <a:off x="3400914" y="5403102"/>
              <a:ext cx="4029070" cy="26946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60" name="Google Shape;3660;p54"/>
            <p:cNvSpPr/>
            <p:nvPr/>
          </p:nvSpPr>
          <p:spPr>
            <a:xfrm>
              <a:off x="3520812" y="5195255"/>
              <a:ext cx="3866473" cy="468804"/>
            </a:xfrm>
            <a:custGeom>
              <a:rect b="b" l="l" r="r" t="t"/>
              <a:pathLst>
                <a:path extrusionOk="0" h="468804" w="3866473">
                  <a:moveTo>
                    <a:pt x="0" y="264573"/>
                  </a:moveTo>
                  <a:lnTo>
                    <a:pt x="0" y="468804"/>
                  </a:lnTo>
                  <a:lnTo>
                    <a:pt x="3866473" y="204232"/>
                  </a:lnTo>
                  <a:lnTo>
                    <a:pt x="3861832" y="0"/>
                  </a:lnTo>
                  <a:lnTo>
                    <a:pt x="0" y="26457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5" name="Shape 3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6" name="Google Shape;3666;p55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HTTP/2: mitigating HOL blocking</a:t>
            </a:r>
            <a:endParaRPr sz="4400"/>
          </a:p>
        </p:txBody>
      </p:sp>
      <p:sp>
        <p:nvSpPr>
          <p:cNvPr id="3667" name="Google Shape;3667;p5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68" name="Google Shape;3668;p55"/>
          <p:cNvSpPr txBox="1"/>
          <p:nvPr/>
        </p:nvSpPr>
        <p:spPr>
          <a:xfrm>
            <a:off x="798691" y="1274501"/>
            <a:ext cx="11117107" cy="50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HTTP/2: objects divided into frames, frame transmission interleaved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9" name="Google Shape;3669;p55"/>
          <p:cNvSpPr txBox="1"/>
          <p:nvPr/>
        </p:nvSpPr>
        <p:spPr>
          <a:xfrm>
            <a:off x="2900584" y="2902508"/>
            <a:ext cx="777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/>
          </a:p>
        </p:txBody>
      </p:sp>
      <p:sp>
        <p:nvSpPr>
          <p:cNvPr id="3670" name="Google Shape;3670;p55"/>
          <p:cNvSpPr txBox="1"/>
          <p:nvPr/>
        </p:nvSpPr>
        <p:spPr>
          <a:xfrm>
            <a:off x="7029972" y="1892257"/>
            <a:ext cx="83695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/>
          </a:p>
        </p:txBody>
      </p:sp>
      <p:grpSp>
        <p:nvGrpSpPr>
          <p:cNvPr id="3671" name="Google Shape;3671;p55"/>
          <p:cNvGrpSpPr/>
          <p:nvPr/>
        </p:nvGrpSpPr>
        <p:grpSpPr>
          <a:xfrm>
            <a:off x="7234967" y="2262203"/>
            <a:ext cx="422275" cy="685800"/>
            <a:chOff x="4140" y="429"/>
            <a:chExt cx="1425" cy="2396"/>
          </a:xfrm>
        </p:grpSpPr>
        <p:sp>
          <p:nvSpPr>
            <p:cNvPr id="3672" name="Google Shape;3672;p5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3" name="Google Shape;3673;p55"/>
            <p:cNvSpPr/>
            <p:nvPr/>
          </p:nvSpPr>
          <p:spPr>
            <a:xfrm>
              <a:off x="4204" y="429"/>
              <a:ext cx="1050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4" name="Google Shape;3674;p5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5" name="Google Shape;3675;p5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6" name="Google Shape;3676;p55"/>
            <p:cNvSpPr/>
            <p:nvPr/>
          </p:nvSpPr>
          <p:spPr>
            <a:xfrm>
              <a:off x="4210" y="695"/>
              <a:ext cx="600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77" name="Google Shape;3677;p55"/>
            <p:cNvGrpSpPr/>
            <p:nvPr/>
          </p:nvGrpSpPr>
          <p:grpSpPr>
            <a:xfrm>
              <a:off x="4751" y="668"/>
              <a:ext cx="579" cy="144"/>
              <a:chOff x="616" y="2568"/>
              <a:chExt cx="722" cy="138"/>
            </a:xfrm>
          </p:grpSpPr>
          <p:sp>
            <p:nvSpPr>
              <p:cNvPr id="3678" name="Google Shape;3678;p55"/>
              <p:cNvSpPr/>
              <p:nvPr/>
            </p:nvSpPr>
            <p:spPr>
              <a:xfrm>
                <a:off x="616" y="2568"/>
                <a:ext cx="722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9" name="Google Shape;3679;p55"/>
              <p:cNvSpPr/>
              <p:nvPr/>
            </p:nvSpPr>
            <p:spPr>
              <a:xfrm>
                <a:off x="630" y="2583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80" name="Google Shape;3680;p55"/>
            <p:cNvSpPr/>
            <p:nvPr/>
          </p:nvSpPr>
          <p:spPr>
            <a:xfrm>
              <a:off x="4226" y="1017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81" name="Google Shape;3681;p55"/>
            <p:cNvGrpSpPr/>
            <p:nvPr/>
          </p:nvGrpSpPr>
          <p:grpSpPr>
            <a:xfrm>
              <a:off x="4745" y="995"/>
              <a:ext cx="584" cy="133"/>
              <a:chOff x="612" y="2569"/>
              <a:chExt cx="729" cy="138"/>
            </a:xfrm>
          </p:grpSpPr>
          <p:sp>
            <p:nvSpPr>
              <p:cNvPr id="3682" name="Google Shape;3682;p55"/>
              <p:cNvSpPr/>
              <p:nvPr/>
            </p:nvSpPr>
            <p:spPr>
              <a:xfrm>
                <a:off x="612" y="2569"/>
                <a:ext cx="72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3" name="Google Shape;3683;p55"/>
              <p:cNvSpPr/>
              <p:nvPr/>
            </p:nvSpPr>
            <p:spPr>
              <a:xfrm>
                <a:off x="625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84" name="Google Shape;3684;p55"/>
            <p:cNvSpPr/>
            <p:nvPr/>
          </p:nvSpPr>
          <p:spPr>
            <a:xfrm>
              <a:off x="4215" y="1355"/>
              <a:ext cx="600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5" name="Google Shape;3685;p55"/>
            <p:cNvSpPr/>
            <p:nvPr/>
          </p:nvSpPr>
          <p:spPr>
            <a:xfrm>
              <a:off x="4226" y="1655"/>
              <a:ext cx="600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86" name="Google Shape;3686;p55"/>
            <p:cNvGrpSpPr/>
            <p:nvPr/>
          </p:nvGrpSpPr>
          <p:grpSpPr>
            <a:xfrm>
              <a:off x="4735" y="1627"/>
              <a:ext cx="584" cy="150"/>
              <a:chOff x="614" y="2568"/>
              <a:chExt cx="727" cy="138"/>
            </a:xfrm>
          </p:grpSpPr>
          <p:sp>
            <p:nvSpPr>
              <p:cNvPr id="3687" name="Google Shape;3687;p55"/>
              <p:cNvSpPr/>
              <p:nvPr/>
            </p:nvSpPr>
            <p:spPr>
              <a:xfrm>
                <a:off x="614" y="2568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8" name="Google Shape;3688;p55"/>
              <p:cNvSpPr/>
              <p:nvPr/>
            </p:nvSpPr>
            <p:spPr>
              <a:xfrm>
                <a:off x="627" y="2583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89" name="Google Shape;3689;p5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90" name="Google Shape;3690;p55"/>
            <p:cNvGrpSpPr/>
            <p:nvPr/>
          </p:nvGrpSpPr>
          <p:grpSpPr>
            <a:xfrm>
              <a:off x="4740" y="1327"/>
              <a:ext cx="579" cy="139"/>
              <a:chOff x="615" y="2568"/>
              <a:chExt cx="721" cy="139"/>
            </a:xfrm>
          </p:grpSpPr>
          <p:sp>
            <p:nvSpPr>
              <p:cNvPr id="3691" name="Google Shape;3691;p55"/>
              <p:cNvSpPr/>
              <p:nvPr/>
            </p:nvSpPr>
            <p:spPr>
              <a:xfrm>
                <a:off x="615" y="2568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2" name="Google Shape;3692;p55"/>
              <p:cNvSpPr/>
              <p:nvPr/>
            </p:nvSpPr>
            <p:spPr>
              <a:xfrm>
                <a:off x="629" y="2585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93" name="Google Shape;3693;p55"/>
            <p:cNvSpPr/>
            <p:nvPr/>
          </p:nvSpPr>
          <p:spPr>
            <a:xfrm>
              <a:off x="5249" y="429"/>
              <a:ext cx="70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4" name="Google Shape;3694;p5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5" name="Google Shape;3695;p5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6" name="Google Shape;3696;p55"/>
            <p:cNvSpPr/>
            <p:nvPr/>
          </p:nvSpPr>
          <p:spPr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7" name="Google Shape;3697;p5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8" name="Google Shape;3698;p55"/>
            <p:cNvSpPr/>
            <p:nvPr/>
          </p:nvSpPr>
          <p:spPr>
            <a:xfrm>
              <a:off x="4140" y="2675"/>
              <a:ext cx="1200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9" name="Google Shape;3699;p55"/>
            <p:cNvSpPr/>
            <p:nvPr/>
          </p:nvSpPr>
          <p:spPr>
            <a:xfrm>
              <a:off x="4204" y="2709"/>
              <a:ext cx="1071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0" name="Google Shape;3700;p55"/>
            <p:cNvSpPr/>
            <p:nvPr/>
          </p:nvSpPr>
          <p:spPr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1" name="Google Shape;3701;p55"/>
            <p:cNvSpPr/>
            <p:nvPr/>
          </p:nvSpPr>
          <p:spPr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2" name="Google Shape;3702;p55"/>
            <p:cNvSpPr/>
            <p:nvPr/>
          </p:nvSpPr>
          <p:spPr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3" name="Google Shape;3703;p55"/>
            <p:cNvSpPr/>
            <p:nvPr/>
          </p:nvSpPr>
          <p:spPr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04" name="Google Shape;3704;p55"/>
          <p:cNvGrpSpPr/>
          <p:nvPr/>
        </p:nvGrpSpPr>
        <p:grpSpPr>
          <a:xfrm>
            <a:off x="2885332" y="2291964"/>
            <a:ext cx="742950" cy="742950"/>
            <a:chOff x="-44" y="1473"/>
            <a:chExt cx="981" cy="1105"/>
          </a:xfrm>
        </p:grpSpPr>
        <p:pic>
          <p:nvPicPr>
            <p:cNvPr descr="desktop_computer_stylized_medium" id="3705" name="Google Shape;3705;p5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06" name="Google Shape;3706;p5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707" name="Google Shape;3707;p55"/>
          <p:cNvCxnSpPr/>
          <p:nvPr/>
        </p:nvCxnSpPr>
        <p:spPr>
          <a:xfrm>
            <a:off x="3526536" y="2791484"/>
            <a:ext cx="3910012" cy="26074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08" name="Google Shape;3708;p55"/>
          <p:cNvSpPr txBox="1"/>
          <p:nvPr/>
        </p:nvSpPr>
        <p:spPr>
          <a:xfrm>
            <a:off x="6093263" y="2667596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709" name="Google Shape;3709;p55"/>
          <p:cNvSpPr txBox="1"/>
          <p:nvPr/>
        </p:nvSpPr>
        <p:spPr>
          <a:xfrm>
            <a:off x="5291796" y="2596769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710" name="Google Shape;3710;p55"/>
          <p:cNvSpPr txBox="1"/>
          <p:nvPr/>
        </p:nvSpPr>
        <p:spPr>
          <a:xfrm>
            <a:off x="4513773" y="2538104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711" name="Google Shape;3711;p55"/>
          <p:cNvSpPr txBox="1"/>
          <p:nvPr/>
        </p:nvSpPr>
        <p:spPr>
          <a:xfrm>
            <a:off x="3721264" y="2473869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cxnSp>
        <p:nvCxnSpPr>
          <p:cNvPr id="3712" name="Google Shape;3712;p55"/>
          <p:cNvCxnSpPr/>
          <p:nvPr/>
        </p:nvCxnSpPr>
        <p:spPr>
          <a:xfrm flipH="1">
            <a:off x="3347464" y="5534648"/>
            <a:ext cx="4093672" cy="27513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13" name="Google Shape;3713;p55"/>
          <p:cNvSpPr/>
          <p:nvPr/>
        </p:nvSpPr>
        <p:spPr>
          <a:xfrm>
            <a:off x="8620343" y="3108868"/>
            <a:ext cx="892098" cy="19713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4" name="Google Shape;3714;p55"/>
          <p:cNvSpPr/>
          <p:nvPr/>
        </p:nvSpPr>
        <p:spPr>
          <a:xfrm>
            <a:off x="8624001" y="5094824"/>
            <a:ext cx="892097" cy="1103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5" name="Google Shape;3715;p55"/>
          <p:cNvSpPr/>
          <p:nvPr/>
        </p:nvSpPr>
        <p:spPr>
          <a:xfrm>
            <a:off x="3486512" y="3835610"/>
            <a:ext cx="3867383" cy="1978529"/>
          </a:xfrm>
          <a:custGeom>
            <a:rect b="b" l="l" r="r" t="t"/>
            <a:pathLst>
              <a:path extrusionOk="0" h="1978529" w="3867383">
                <a:moveTo>
                  <a:pt x="3867383" y="0"/>
                </a:moveTo>
                <a:lnTo>
                  <a:pt x="411" y="273465"/>
                </a:lnTo>
                <a:cubicBezTo>
                  <a:pt x="1835" y="927218"/>
                  <a:pt x="-1013" y="1324776"/>
                  <a:pt x="411" y="1978529"/>
                </a:cubicBezTo>
                <a:lnTo>
                  <a:pt x="3856760" y="1718981"/>
                </a:lnTo>
                <a:cubicBezTo>
                  <a:pt x="3862689" y="443848"/>
                  <a:pt x="3861223" y="1457627"/>
                  <a:pt x="386738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6" name="Google Shape;3716;p55"/>
          <p:cNvSpPr/>
          <p:nvPr/>
        </p:nvSpPr>
        <p:spPr>
          <a:xfrm>
            <a:off x="3479865" y="3207657"/>
            <a:ext cx="3875928" cy="375356"/>
          </a:xfrm>
          <a:custGeom>
            <a:rect b="b" l="l" r="r" t="t"/>
            <a:pathLst>
              <a:path extrusionOk="0" h="6552362" w="3875928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7" name="Google Shape;3717;p55"/>
          <p:cNvSpPr/>
          <p:nvPr/>
        </p:nvSpPr>
        <p:spPr>
          <a:xfrm>
            <a:off x="3479865" y="3336618"/>
            <a:ext cx="3875928" cy="375356"/>
          </a:xfrm>
          <a:custGeom>
            <a:rect b="b" l="l" r="r" t="t"/>
            <a:pathLst>
              <a:path extrusionOk="0" h="6552362" w="3875928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8" name="Google Shape;3718;p55"/>
          <p:cNvSpPr/>
          <p:nvPr/>
        </p:nvSpPr>
        <p:spPr>
          <a:xfrm>
            <a:off x="3485129" y="3468086"/>
            <a:ext cx="3875928" cy="375356"/>
          </a:xfrm>
          <a:custGeom>
            <a:rect b="b" l="l" r="r" t="t"/>
            <a:pathLst>
              <a:path extrusionOk="0" h="6552362" w="3875928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9" name="Google Shape;3719;p55"/>
          <p:cNvSpPr/>
          <p:nvPr/>
        </p:nvSpPr>
        <p:spPr>
          <a:xfrm>
            <a:off x="2231742" y="3441675"/>
            <a:ext cx="252731" cy="227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20" name="Google Shape;3720;p55"/>
          <p:cNvGrpSpPr/>
          <p:nvPr/>
        </p:nvGrpSpPr>
        <p:grpSpPr>
          <a:xfrm>
            <a:off x="1770738" y="3385789"/>
            <a:ext cx="1641327" cy="338554"/>
            <a:chOff x="1770738" y="3385789"/>
            <a:chExt cx="1641327" cy="338554"/>
          </a:xfrm>
        </p:grpSpPr>
        <p:cxnSp>
          <p:nvCxnSpPr>
            <p:cNvPr id="3721" name="Google Shape;3721;p55"/>
            <p:cNvCxnSpPr/>
            <p:nvPr/>
          </p:nvCxnSpPr>
          <p:spPr>
            <a:xfrm rot="10800000">
              <a:off x="1770738" y="3564111"/>
              <a:ext cx="164132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722" name="Google Shape;3722;p55"/>
            <p:cNvSpPr txBox="1"/>
            <p:nvPr/>
          </p:nvSpPr>
          <p:spPr>
            <a:xfrm>
              <a:off x="2156066" y="3385789"/>
              <a:ext cx="4591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sp>
        <p:nvSpPr>
          <p:cNvPr id="3723" name="Google Shape;3723;p55"/>
          <p:cNvSpPr/>
          <p:nvPr/>
        </p:nvSpPr>
        <p:spPr>
          <a:xfrm>
            <a:off x="2369264" y="3728151"/>
            <a:ext cx="252731" cy="227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24" name="Google Shape;3724;p55"/>
          <p:cNvGrpSpPr/>
          <p:nvPr/>
        </p:nvGrpSpPr>
        <p:grpSpPr>
          <a:xfrm>
            <a:off x="1759658" y="3661763"/>
            <a:ext cx="1641172" cy="338554"/>
            <a:chOff x="1759658" y="3661763"/>
            <a:chExt cx="1641172" cy="338554"/>
          </a:xfrm>
        </p:grpSpPr>
        <p:cxnSp>
          <p:nvCxnSpPr>
            <p:cNvPr id="3725" name="Google Shape;3725;p55"/>
            <p:cNvCxnSpPr/>
            <p:nvPr/>
          </p:nvCxnSpPr>
          <p:spPr>
            <a:xfrm rot="10800000">
              <a:off x="1759658" y="3839649"/>
              <a:ext cx="1641172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726" name="Google Shape;3726;p55"/>
            <p:cNvSpPr txBox="1"/>
            <p:nvPr/>
          </p:nvSpPr>
          <p:spPr>
            <a:xfrm>
              <a:off x="2315510" y="3661763"/>
              <a:ext cx="4591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sp>
        <p:nvSpPr>
          <p:cNvPr id="3727" name="Google Shape;3727;p55"/>
          <p:cNvSpPr/>
          <p:nvPr/>
        </p:nvSpPr>
        <p:spPr>
          <a:xfrm>
            <a:off x="8624002" y="5214579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8" name="Google Shape;3728;p55"/>
          <p:cNvSpPr/>
          <p:nvPr/>
        </p:nvSpPr>
        <p:spPr>
          <a:xfrm>
            <a:off x="8624002" y="5303700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9" name="Google Shape;3729;p55"/>
          <p:cNvSpPr/>
          <p:nvPr/>
        </p:nvSpPr>
        <p:spPr>
          <a:xfrm>
            <a:off x="8620344" y="5425404"/>
            <a:ext cx="892097" cy="11030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0" name="Google Shape;3730;p55"/>
          <p:cNvSpPr txBox="1"/>
          <p:nvPr/>
        </p:nvSpPr>
        <p:spPr>
          <a:xfrm>
            <a:off x="8345639" y="2644827"/>
            <a:ext cx="25605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 data requested</a:t>
            </a:r>
            <a:endParaRPr/>
          </a:p>
        </p:txBody>
      </p:sp>
      <p:sp>
        <p:nvSpPr>
          <p:cNvPr id="3731" name="Google Shape;3731;p55"/>
          <p:cNvSpPr/>
          <p:nvPr/>
        </p:nvSpPr>
        <p:spPr>
          <a:xfrm>
            <a:off x="7955470" y="4068021"/>
            <a:ext cx="596846" cy="369332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2" name="Google Shape;3732;p55"/>
          <p:cNvSpPr txBox="1"/>
          <p:nvPr/>
        </p:nvSpPr>
        <p:spPr>
          <a:xfrm>
            <a:off x="9706653" y="3898744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733" name="Google Shape;3733;p55"/>
          <p:cNvSpPr/>
          <p:nvPr/>
        </p:nvSpPr>
        <p:spPr>
          <a:xfrm>
            <a:off x="10303411" y="3858836"/>
            <a:ext cx="394800" cy="227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4" name="Google Shape;3734;p55"/>
          <p:cNvSpPr txBox="1"/>
          <p:nvPr/>
        </p:nvSpPr>
        <p:spPr>
          <a:xfrm>
            <a:off x="9717406" y="4747954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735" name="Google Shape;3735;p55"/>
          <p:cNvSpPr txBox="1"/>
          <p:nvPr/>
        </p:nvSpPr>
        <p:spPr>
          <a:xfrm>
            <a:off x="9717374" y="5101897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736" name="Google Shape;3736;p55"/>
          <p:cNvSpPr txBox="1"/>
          <p:nvPr/>
        </p:nvSpPr>
        <p:spPr>
          <a:xfrm>
            <a:off x="9722211" y="5425404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cxnSp>
        <p:nvCxnSpPr>
          <p:cNvPr id="3737" name="Google Shape;3737;p55"/>
          <p:cNvCxnSpPr/>
          <p:nvPr/>
        </p:nvCxnSpPr>
        <p:spPr>
          <a:xfrm>
            <a:off x="9583543" y="5324881"/>
            <a:ext cx="1861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38" name="Google Shape;3738;p55"/>
          <p:cNvCxnSpPr/>
          <p:nvPr/>
        </p:nvCxnSpPr>
        <p:spPr>
          <a:xfrm flipH="1" rot="10800000">
            <a:off x="9589060" y="5022530"/>
            <a:ext cx="180667" cy="14587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39" name="Google Shape;3739;p55"/>
          <p:cNvCxnSpPr/>
          <p:nvPr/>
        </p:nvCxnSpPr>
        <p:spPr>
          <a:xfrm>
            <a:off x="9593643" y="5502519"/>
            <a:ext cx="180667" cy="14587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40" name="Google Shape;3740;p55"/>
          <p:cNvSpPr txBox="1"/>
          <p:nvPr/>
        </p:nvSpPr>
        <p:spPr>
          <a:xfrm>
            <a:off x="3131136" y="6194429"/>
            <a:ext cx="6552840" cy="50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delivered quickly, 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slightly delayed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41" name="Google Shape;3741;p55"/>
          <p:cNvGrpSpPr/>
          <p:nvPr/>
        </p:nvGrpSpPr>
        <p:grpSpPr>
          <a:xfrm>
            <a:off x="3362984" y="3078482"/>
            <a:ext cx="4052925" cy="379692"/>
            <a:chOff x="3362984" y="3078482"/>
            <a:chExt cx="4052925" cy="379692"/>
          </a:xfrm>
        </p:grpSpPr>
        <p:cxnSp>
          <p:nvCxnSpPr>
            <p:cNvPr id="3742" name="Google Shape;3742;p55"/>
            <p:cNvCxnSpPr/>
            <p:nvPr/>
          </p:nvCxnSpPr>
          <p:spPr>
            <a:xfrm flipH="1">
              <a:off x="3362984" y="3078482"/>
              <a:ext cx="4052925" cy="2733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743" name="Google Shape;3743;p55"/>
            <p:cNvSpPr/>
            <p:nvPr/>
          </p:nvSpPr>
          <p:spPr>
            <a:xfrm>
              <a:off x="3479865" y="3082818"/>
              <a:ext cx="3875928" cy="375356"/>
            </a:xfrm>
            <a:custGeom>
              <a:rect b="b" l="l" r="r" t="t"/>
              <a:pathLst>
                <a:path extrusionOk="0" h="6552362" w="3875928">
                  <a:moveTo>
                    <a:pt x="3875928" y="0"/>
                  </a:moveTo>
                  <a:lnTo>
                    <a:pt x="412" y="4599620"/>
                  </a:lnTo>
                  <a:cubicBezTo>
                    <a:pt x="1836" y="5253373"/>
                    <a:pt x="-1014" y="5898609"/>
                    <a:pt x="410" y="6552362"/>
                  </a:cubicBezTo>
                  <a:lnTo>
                    <a:pt x="3871655" y="1974078"/>
                  </a:lnTo>
                  <a:cubicBezTo>
                    <a:pt x="3873079" y="1316052"/>
                    <a:pt x="3874504" y="658026"/>
                    <a:pt x="3875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44" name="Google Shape;3744;p55"/>
          <p:cNvSpPr/>
          <p:nvPr/>
        </p:nvSpPr>
        <p:spPr>
          <a:xfrm>
            <a:off x="3480625" y="3596230"/>
            <a:ext cx="3875928" cy="375356"/>
          </a:xfrm>
          <a:custGeom>
            <a:rect b="b" l="l" r="r" t="t"/>
            <a:pathLst>
              <a:path extrusionOk="0" h="6552362" w="3875928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5" name="Google Shape;3745;p55"/>
          <p:cNvSpPr/>
          <p:nvPr/>
        </p:nvSpPr>
        <p:spPr>
          <a:xfrm>
            <a:off x="3485129" y="3719557"/>
            <a:ext cx="3875928" cy="375356"/>
          </a:xfrm>
          <a:custGeom>
            <a:rect b="b" l="l" r="r" t="t"/>
            <a:pathLst>
              <a:path extrusionOk="0" h="6552362" w="3875928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6" name="Google Shape;3746;p55"/>
          <p:cNvSpPr/>
          <p:nvPr/>
        </p:nvSpPr>
        <p:spPr>
          <a:xfrm>
            <a:off x="2575260" y="3949241"/>
            <a:ext cx="310918" cy="28110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47" name="Google Shape;3747;p55"/>
          <p:cNvGrpSpPr/>
          <p:nvPr/>
        </p:nvGrpSpPr>
        <p:grpSpPr>
          <a:xfrm>
            <a:off x="1756483" y="3920514"/>
            <a:ext cx="1644347" cy="338554"/>
            <a:chOff x="1756483" y="3920514"/>
            <a:chExt cx="1644347" cy="338554"/>
          </a:xfrm>
        </p:grpSpPr>
        <p:cxnSp>
          <p:nvCxnSpPr>
            <p:cNvPr id="3748" name="Google Shape;3748;p55"/>
            <p:cNvCxnSpPr/>
            <p:nvPr/>
          </p:nvCxnSpPr>
          <p:spPr>
            <a:xfrm rot="10800000">
              <a:off x="1756483" y="4094530"/>
              <a:ext cx="164434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749" name="Google Shape;3749;p55"/>
            <p:cNvSpPr txBox="1"/>
            <p:nvPr/>
          </p:nvSpPr>
          <p:spPr>
            <a:xfrm>
              <a:off x="2554202" y="3920514"/>
              <a:ext cx="45488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sp>
        <p:nvSpPr>
          <p:cNvPr id="3750" name="Google Shape;3750;p55"/>
          <p:cNvSpPr/>
          <p:nvPr/>
        </p:nvSpPr>
        <p:spPr>
          <a:xfrm>
            <a:off x="2869378" y="5701781"/>
            <a:ext cx="269557" cy="2294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51" name="Google Shape;3751;p55"/>
          <p:cNvGrpSpPr/>
          <p:nvPr/>
        </p:nvGrpSpPr>
        <p:grpSpPr>
          <a:xfrm>
            <a:off x="1706138" y="5621746"/>
            <a:ext cx="1641326" cy="338554"/>
            <a:chOff x="1706138" y="5621746"/>
            <a:chExt cx="1641326" cy="338554"/>
          </a:xfrm>
        </p:grpSpPr>
        <p:cxnSp>
          <p:nvCxnSpPr>
            <p:cNvPr id="3752" name="Google Shape;3752;p55"/>
            <p:cNvCxnSpPr/>
            <p:nvPr/>
          </p:nvCxnSpPr>
          <p:spPr>
            <a:xfrm rot="10800000">
              <a:off x="1706138" y="5804632"/>
              <a:ext cx="1641326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753" name="Google Shape;3753;p55"/>
            <p:cNvSpPr txBox="1"/>
            <p:nvPr/>
          </p:nvSpPr>
          <p:spPr>
            <a:xfrm>
              <a:off x="2801769" y="5621746"/>
              <a:ext cx="4591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cxnSp>
        <p:nvCxnSpPr>
          <p:cNvPr id="3754" name="Google Shape;3754;p55"/>
          <p:cNvCxnSpPr/>
          <p:nvPr/>
        </p:nvCxnSpPr>
        <p:spPr>
          <a:xfrm>
            <a:off x="8570246" y="5311450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55" name="Google Shape;3755;p55"/>
          <p:cNvCxnSpPr/>
          <p:nvPr/>
        </p:nvCxnSpPr>
        <p:spPr>
          <a:xfrm>
            <a:off x="8585033" y="4956968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56" name="Google Shape;3756;p55"/>
          <p:cNvCxnSpPr/>
          <p:nvPr/>
        </p:nvCxnSpPr>
        <p:spPr>
          <a:xfrm>
            <a:off x="8579058" y="4824874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57" name="Google Shape;3757;p55"/>
          <p:cNvCxnSpPr/>
          <p:nvPr/>
        </p:nvCxnSpPr>
        <p:spPr>
          <a:xfrm>
            <a:off x="8573083" y="4692780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58" name="Google Shape;3758;p55"/>
          <p:cNvCxnSpPr/>
          <p:nvPr/>
        </p:nvCxnSpPr>
        <p:spPr>
          <a:xfrm>
            <a:off x="8567108" y="4560686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59" name="Google Shape;3759;p55"/>
          <p:cNvCxnSpPr/>
          <p:nvPr/>
        </p:nvCxnSpPr>
        <p:spPr>
          <a:xfrm>
            <a:off x="8561133" y="4428592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0" name="Google Shape;3760;p55"/>
          <p:cNvCxnSpPr/>
          <p:nvPr/>
        </p:nvCxnSpPr>
        <p:spPr>
          <a:xfrm>
            <a:off x="8555158" y="4296498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1" name="Google Shape;3761;p55"/>
          <p:cNvCxnSpPr/>
          <p:nvPr/>
        </p:nvCxnSpPr>
        <p:spPr>
          <a:xfrm>
            <a:off x="8549183" y="4164404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2" name="Google Shape;3762;p55"/>
          <p:cNvCxnSpPr/>
          <p:nvPr/>
        </p:nvCxnSpPr>
        <p:spPr>
          <a:xfrm>
            <a:off x="8543208" y="4032310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3" name="Google Shape;3763;p55"/>
          <p:cNvCxnSpPr/>
          <p:nvPr/>
        </p:nvCxnSpPr>
        <p:spPr>
          <a:xfrm>
            <a:off x="8537233" y="3900216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4" name="Google Shape;3764;p55"/>
          <p:cNvCxnSpPr/>
          <p:nvPr/>
        </p:nvCxnSpPr>
        <p:spPr>
          <a:xfrm>
            <a:off x="8531258" y="3768122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5" name="Google Shape;3765;p55"/>
          <p:cNvCxnSpPr/>
          <p:nvPr/>
        </p:nvCxnSpPr>
        <p:spPr>
          <a:xfrm>
            <a:off x="8525283" y="3636028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6" name="Google Shape;3766;p55"/>
          <p:cNvCxnSpPr/>
          <p:nvPr/>
        </p:nvCxnSpPr>
        <p:spPr>
          <a:xfrm>
            <a:off x="8540494" y="3503934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7" name="Google Shape;3767;p55"/>
          <p:cNvCxnSpPr/>
          <p:nvPr/>
        </p:nvCxnSpPr>
        <p:spPr>
          <a:xfrm>
            <a:off x="8534519" y="3371840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8" name="Google Shape;3768;p55"/>
          <p:cNvCxnSpPr/>
          <p:nvPr/>
        </p:nvCxnSpPr>
        <p:spPr>
          <a:xfrm>
            <a:off x="8535606" y="3239746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9" name="Google Shape;3769;p55"/>
          <p:cNvCxnSpPr/>
          <p:nvPr/>
        </p:nvCxnSpPr>
        <p:spPr>
          <a:xfrm flipH="1" rot="10800000">
            <a:off x="3452698" y="3962094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0" name="Google Shape;3770;p55"/>
          <p:cNvCxnSpPr/>
          <p:nvPr/>
        </p:nvCxnSpPr>
        <p:spPr>
          <a:xfrm flipH="1" rot="10800000">
            <a:off x="3392013" y="4113083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1" name="Google Shape;3771;p55"/>
          <p:cNvCxnSpPr/>
          <p:nvPr/>
        </p:nvCxnSpPr>
        <p:spPr>
          <a:xfrm flipH="1" rot="10800000">
            <a:off x="3403873" y="4250677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2" name="Google Shape;3772;p55"/>
          <p:cNvCxnSpPr/>
          <p:nvPr/>
        </p:nvCxnSpPr>
        <p:spPr>
          <a:xfrm flipH="1" rot="10800000">
            <a:off x="3415733" y="4399559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3" name="Google Shape;3773;p55"/>
          <p:cNvCxnSpPr/>
          <p:nvPr/>
        </p:nvCxnSpPr>
        <p:spPr>
          <a:xfrm flipH="1" rot="10800000">
            <a:off x="3474493" y="5562147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4" name="Google Shape;3774;p55"/>
          <p:cNvCxnSpPr/>
          <p:nvPr/>
        </p:nvCxnSpPr>
        <p:spPr>
          <a:xfrm flipH="1" rot="10800000">
            <a:off x="3486353" y="5716673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5" name="Google Shape;3775;p55"/>
          <p:cNvCxnSpPr/>
          <p:nvPr/>
        </p:nvCxnSpPr>
        <p:spPr>
          <a:xfrm flipH="1" rot="10800000">
            <a:off x="3467438" y="4527480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6" name="Google Shape;3776;p55"/>
          <p:cNvCxnSpPr/>
          <p:nvPr/>
        </p:nvCxnSpPr>
        <p:spPr>
          <a:xfrm flipH="1" rot="10800000">
            <a:off x="3406753" y="4678469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7" name="Google Shape;3777;p55"/>
          <p:cNvCxnSpPr/>
          <p:nvPr/>
        </p:nvCxnSpPr>
        <p:spPr>
          <a:xfrm flipH="1" rot="10800000">
            <a:off x="3418613" y="4816063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8" name="Google Shape;3778;p55"/>
          <p:cNvCxnSpPr/>
          <p:nvPr/>
        </p:nvCxnSpPr>
        <p:spPr>
          <a:xfrm flipH="1" rot="10800000">
            <a:off x="3430473" y="4964945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9" name="Google Shape;3779;p55"/>
          <p:cNvCxnSpPr/>
          <p:nvPr/>
        </p:nvCxnSpPr>
        <p:spPr>
          <a:xfrm flipH="1" rot="10800000">
            <a:off x="3482178" y="5092866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80" name="Google Shape;3780;p55"/>
          <p:cNvCxnSpPr/>
          <p:nvPr/>
        </p:nvCxnSpPr>
        <p:spPr>
          <a:xfrm flipH="1" rot="10800000">
            <a:off x="3421493" y="5243855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81" name="Google Shape;3781;p55"/>
          <p:cNvCxnSpPr/>
          <p:nvPr/>
        </p:nvCxnSpPr>
        <p:spPr>
          <a:xfrm flipH="1" rot="10800000">
            <a:off x="3433353" y="5381449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6" name="Shape 3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7" name="Google Shape;3787;p56"/>
          <p:cNvSpPr txBox="1"/>
          <p:nvPr>
            <p:ph type="title"/>
          </p:nvPr>
        </p:nvSpPr>
        <p:spPr>
          <a:xfrm>
            <a:off x="651417" y="22376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HTTP/2 to HTTP/3</a:t>
            </a:r>
            <a:endParaRPr sz="4400"/>
          </a:p>
        </p:txBody>
      </p:sp>
      <p:sp>
        <p:nvSpPr>
          <p:cNvPr id="3788" name="Google Shape;3788;p5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89" name="Google Shape;3789;p56"/>
          <p:cNvSpPr txBox="1"/>
          <p:nvPr/>
        </p:nvSpPr>
        <p:spPr>
          <a:xfrm>
            <a:off x="833751" y="1490127"/>
            <a:ext cx="10458375" cy="4487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6508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HTTP/2 over single TCP connection means: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recovery from packet loss still stalls all object transmissions</a:t>
            </a:r>
            <a:endParaRPr/>
          </a:p>
          <a:p>
            <a:pPr indent="-280988" lvl="1" marL="6889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in HTTP 1.1, browsers have incentive to open multiple parallel TCP connections to reduce stalling, increase overall throughput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security over vanilla TCP connection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HTTP/3: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adds security, per object error- and congestion-control (more pipelining) over UDP</a:t>
            </a:r>
            <a:endParaRPr/>
          </a:p>
          <a:p>
            <a:pPr indent="-280988" lvl="1" marL="6889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 on HTTP/3 in transport layer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4" name="Shape 3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5" name="Google Shape;3795;p5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Application layer: overview</a:t>
            </a:r>
            <a:endParaRPr/>
          </a:p>
        </p:txBody>
      </p:sp>
      <p:sp>
        <p:nvSpPr>
          <p:cNvPr id="3796" name="Google Shape;3796;p57"/>
          <p:cNvSpPr txBox="1"/>
          <p:nvPr/>
        </p:nvSpPr>
        <p:spPr>
          <a:xfrm>
            <a:off x="809242" y="1870563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1638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Web and HTTP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The Domain Name System DNS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7" name="Google Shape;3797;p57"/>
          <p:cNvSpPr txBox="1"/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349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video streaming and content distribution networks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8" name="Google Shape;3798;p5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Kurose&amp;Ross 8th edition photo" id="3799" name="Google Shape;3799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7391" y="4125913"/>
            <a:ext cx="3087757" cy="2315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4" name="Shape 3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5" name="Google Shape;3805;p5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E-mail</a:t>
            </a:r>
            <a:endParaRPr sz="4400"/>
          </a:p>
        </p:txBody>
      </p:sp>
      <p:sp>
        <p:nvSpPr>
          <p:cNvPr id="3806" name="Google Shape;3806;p58"/>
          <p:cNvSpPr txBox="1"/>
          <p:nvPr/>
        </p:nvSpPr>
        <p:spPr>
          <a:xfrm>
            <a:off x="544512" y="1366838"/>
            <a:ext cx="7119031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Three major components: 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agents 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mail servers 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simple mail transfer protocol: SMTP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31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i="0" lang="en-US" sz="36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User Agent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a.k.a. “mail reader”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composing, editing, reading mail messages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Outlook, iPhone mail client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outgoing, incoming messages stored on server</a:t>
            </a:r>
            <a:endParaRPr/>
          </a:p>
        </p:txBody>
      </p:sp>
      <p:grpSp>
        <p:nvGrpSpPr>
          <p:cNvPr id="3807" name="Google Shape;3807;p58"/>
          <p:cNvGrpSpPr/>
          <p:nvPr/>
        </p:nvGrpSpPr>
        <p:grpSpPr>
          <a:xfrm>
            <a:off x="9926119" y="5308075"/>
            <a:ext cx="1736725" cy="973138"/>
            <a:chOff x="4458" y="3335"/>
            <a:chExt cx="1094" cy="613"/>
          </a:xfrm>
        </p:grpSpPr>
        <p:sp>
          <p:nvSpPr>
            <p:cNvPr id="3808" name="Google Shape;3808;p58"/>
            <p:cNvSpPr txBox="1"/>
            <p:nvPr/>
          </p:nvSpPr>
          <p:spPr>
            <a:xfrm>
              <a:off x="4527" y="3715"/>
              <a:ext cx="87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user mailbox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09" name="Google Shape;3809;p58"/>
            <p:cNvGrpSpPr/>
            <p:nvPr/>
          </p:nvGrpSpPr>
          <p:grpSpPr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3810" name="Google Shape;3810;p58"/>
              <p:cNvSpPr/>
              <p:nvPr/>
            </p:nvSpPr>
            <p:spPr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11" name="Google Shape;3811;p58"/>
              <p:cNvCxnSpPr/>
              <p:nvPr/>
            </p:nvCxnSpPr>
            <p:spPr>
              <a:xfrm>
                <a:off x="4363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2" name="Google Shape;3812;p58"/>
              <p:cNvCxnSpPr/>
              <p:nvPr/>
            </p:nvCxnSpPr>
            <p:spPr>
              <a:xfrm flipH="1">
                <a:off x="4472" y="3471"/>
                <a:ext cx="6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3" name="Google Shape;3813;p58"/>
              <p:cNvCxnSpPr/>
              <p:nvPr/>
            </p:nvCxnSpPr>
            <p:spPr>
              <a:xfrm>
                <a:off x="4527" y="347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4" name="Google Shape;3814;p58"/>
              <p:cNvCxnSpPr/>
              <p:nvPr/>
            </p:nvCxnSpPr>
            <p:spPr>
              <a:xfrm>
                <a:off x="4584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5" name="Google Shape;3815;p58"/>
              <p:cNvCxnSpPr/>
              <p:nvPr/>
            </p:nvCxnSpPr>
            <p:spPr>
              <a:xfrm>
                <a:off x="4645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6" name="Google Shape;3816;p58"/>
              <p:cNvCxnSpPr/>
              <p:nvPr/>
            </p:nvCxnSpPr>
            <p:spPr>
              <a:xfrm>
                <a:off x="4701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7" name="Google Shape;3817;p58"/>
              <p:cNvCxnSpPr/>
              <p:nvPr/>
            </p:nvCxnSpPr>
            <p:spPr>
              <a:xfrm>
                <a:off x="4416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818" name="Google Shape;3818;p58"/>
            <p:cNvSpPr/>
            <p:nvPr/>
          </p:nvSpPr>
          <p:spPr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9" name="Google Shape;3819;p58"/>
            <p:cNvSpPr txBox="1"/>
            <p:nvPr/>
          </p:nvSpPr>
          <p:spPr>
            <a:xfrm>
              <a:off x="4514" y="3335"/>
              <a:ext cx="1038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outgoing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message queue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20" name="Google Shape;3820;p58"/>
          <p:cNvGrpSpPr/>
          <p:nvPr/>
        </p:nvGrpSpPr>
        <p:grpSpPr>
          <a:xfrm>
            <a:off x="7241455" y="1234950"/>
            <a:ext cx="2992437" cy="3595688"/>
            <a:chOff x="7241455" y="1234950"/>
            <a:chExt cx="2992437" cy="3595688"/>
          </a:xfrm>
        </p:grpSpPr>
        <p:grpSp>
          <p:nvGrpSpPr>
            <p:cNvPr id="3821" name="Google Shape;3821;p58"/>
            <p:cNvGrpSpPr/>
            <p:nvPr/>
          </p:nvGrpSpPr>
          <p:grpSpPr>
            <a:xfrm>
              <a:off x="9233767" y="2182687"/>
              <a:ext cx="1000125" cy="1247776"/>
              <a:chOff x="9233767" y="2182687"/>
              <a:chExt cx="1000125" cy="1247776"/>
            </a:xfrm>
          </p:grpSpPr>
          <p:grpSp>
            <p:nvGrpSpPr>
              <p:cNvPr id="3822" name="Google Shape;3822;p58"/>
              <p:cNvGrpSpPr/>
              <p:nvPr/>
            </p:nvGrpSpPr>
            <p:grpSpPr>
              <a:xfrm>
                <a:off x="9233767" y="2182687"/>
                <a:ext cx="477838" cy="715963"/>
                <a:chOff x="4140" y="429"/>
                <a:chExt cx="1425" cy="2396"/>
              </a:xfrm>
            </p:grpSpPr>
            <p:sp>
              <p:nvSpPr>
                <p:cNvPr id="3823" name="Google Shape;3823;p58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4" name="Google Shape;3824;p58"/>
                <p:cNvSpPr/>
                <p:nvPr/>
              </p:nvSpPr>
              <p:spPr>
                <a:xfrm>
                  <a:off x="4206" y="429"/>
                  <a:ext cx="1046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5" name="Google Shape;3825;p58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6" name="Google Shape;3826;p58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7" name="Google Shape;3827;p58"/>
                <p:cNvSpPr/>
                <p:nvPr/>
              </p:nvSpPr>
              <p:spPr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28" name="Google Shape;3828;p58"/>
                <p:cNvGrpSpPr/>
                <p:nvPr/>
              </p:nvGrpSpPr>
              <p:grpSpPr>
                <a:xfrm>
                  <a:off x="4751" y="668"/>
                  <a:ext cx="578" cy="144"/>
                  <a:chOff x="616" y="2568"/>
                  <a:chExt cx="721" cy="138"/>
                </a:xfrm>
              </p:grpSpPr>
              <p:sp>
                <p:nvSpPr>
                  <p:cNvPr id="3829" name="Google Shape;3829;p58"/>
                  <p:cNvSpPr/>
                  <p:nvPr/>
                </p:nvSpPr>
                <p:spPr>
                  <a:xfrm>
                    <a:off x="616" y="2568"/>
                    <a:ext cx="721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30" name="Google Shape;3830;p58"/>
                  <p:cNvSpPr/>
                  <p:nvPr/>
                </p:nvSpPr>
                <p:spPr>
                  <a:xfrm>
                    <a:off x="634" y="2583"/>
                    <a:ext cx="685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831" name="Google Shape;3831;p58"/>
                <p:cNvSpPr/>
                <p:nvPr/>
              </p:nvSpPr>
              <p:spPr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32" name="Google Shape;3832;p58"/>
                <p:cNvGrpSpPr/>
                <p:nvPr/>
              </p:nvGrpSpPr>
              <p:grpSpPr>
                <a:xfrm>
                  <a:off x="4746" y="992"/>
                  <a:ext cx="583" cy="138"/>
                  <a:chOff x="613" y="2566"/>
                  <a:chExt cx="727" cy="143"/>
                </a:xfrm>
              </p:grpSpPr>
              <p:sp>
                <p:nvSpPr>
                  <p:cNvPr id="3833" name="Google Shape;3833;p58"/>
                  <p:cNvSpPr/>
                  <p:nvPr/>
                </p:nvSpPr>
                <p:spPr>
                  <a:xfrm>
                    <a:off x="613" y="2566"/>
                    <a:ext cx="727" cy="14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34" name="Google Shape;3834;p58"/>
                  <p:cNvSpPr/>
                  <p:nvPr/>
                </p:nvSpPr>
                <p:spPr>
                  <a:xfrm>
                    <a:off x="630" y="2583"/>
                    <a:ext cx="691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835" name="Google Shape;3835;p58"/>
                <p:cNvSpPr/>
                <p:nvPr/>
              </p:nvSpPr>
              <p:spPr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36" name="Google Shape;3836;p58"/>
                <p:cNvSpPr/>
                <p:nvPr/>
              </p:nvSpPr>
              <p:spPr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37" name="Google Shape;3837;p58"/>
                <p:cNvGrpSpPr/>
                <p:nvPr/>
              </p:nvGrpSpPr>
              <p:grpSpPr>
                <a:xfrm>
                  <a:off x="4737" y="1629"/>
                  <a:ext cx="582" cy="149"/>
                  <a:chOff x="616" y="2570"/>
                  <a:chExt cx="725" cy="137"/>
                </a:xfrm>
              </p:grpSpPr>
              <p:sp>
                <p:nvSpPr>
                  <p:cNvPr id="3838" name="Google Shape;3838;p58"/>
                  <p:cNvSpPr/>
                  <p:nvPr/>
                </p:nvSpPr>
                <p:spPr>
                  <a:xfrm>
                    <a:off x="616" y="2570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39" name="Google Shape;3839;p58"/>
                  <p:cNvSpPr/>
                  <p:nvPr/>
                </p:nvSpPr>
                <p:spPr>
                  <a:xfrm>
                    <a:off x="634" y="2585"/>
                    <a:ext cx="690" cy="108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840" name="Google Shape;3840;p58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41" name="Google Shape;3841;p58"/>
                <p:cNvGrpSpPr/>
                <p:nvPr/>
              </p:nvGrpSpPr>
              <p:grpSpPr>
                <a:xfrm>
                  <a:off x="4751" y="1327"/>
                  <a:ext cx="564" cy="138"/>
                  <a:chOff x="629" y="2568"/>
                  <a:chExt cx="702" cy="138"/>
                </a:xfrm>
              </p:grpSpPr>
              <p:sp>
                <p:nvSpPr>
                  <p:cNvPr id="3842" name="Google Shape;3842;p58"/>
                  <p:cNvSpPr/>
                  <p:nvPr/>
                </p:nvSpPr>
                <p:spPr>
                  <a:xfrm>
                    <a:off x="629" y="2568"/>
                    <a:ext cx="702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43" name="Google Shape;3843;p58"/>
                  <p:cNvSpPr/>
                  <p:nvPr/>
                </p:nvSpPr>
                <p:spPr>
                  <a:xfrm>
                    <a:off x="634" y="2584"/>
                    <a:ext cx="672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844" name="Google Shape;3844;p58"/>
                <p:cNvSpPr/>
                <p:nvPr/>
              </p:nvSpPr>
              <p:spPr>
                <a:xfrm>
                  <a:off x="5248" y="429"/>
                  <a:ext cx="71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5" name="Google Shape;3845;p58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6" name="Google Shape;3846;p58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7" name="Google Shape;3847;p58"/>
                <p:cNvSpPr/>
                <p:nvPr/>
              </p:nvSpPr>
              <p:spPr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8" name="Google Shape;3848;p58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9" name="Google Shape;3849;p58"/>
                <p:cNvSpPr/>
                <p:nvPr/>
              </p:nvSpPr>
              <p:spPr>
                <a:xfrm>
                  <a:off x="4140" y="2676"/>
                  <a:ext cx="1198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0" name="Google Shape;3850;p58"/>
                <p:cNvSpPr/>
                <p:nvPr/>
              </p:nvSpPr>
              <p:spPr>
                <a:xfrm>
                  <a:off x="4206" y="2713"/>
                  <a:ext cx="1070" cy="8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1" name="Google Shape;3851;p58"/>
                <p:cNvSpPr/>
                <p:nvPr/>
              </p:nvSpPr>
              <p:spPr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2" name="Google Shape;3852;p58"/>
                <p:cNvSpPr/>
                <p:nvPr/>
              </p:nvSpPr>
              <p:spPr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3" name="Google Shape;3853;p58"/>
                <p:cNvSpPr/>
                <p:nvPr/>
              </p:nvSpPr>
              <p:spPr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4" name="Google Shape;3854;p58"/>
                <p:cNvSpPr/>
                <p:nvPr/>
              </p:nvSpPr>
              <p:spPr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855" name="Google Shape;3855;p58"/>
              <p:cNvGrpSpPr/>
              <p:nvPr/>
            </p:nvGrpSpPr>
            <p:grpSpPr>
              <a:xfrm>
                <a:off x="9424267" y="2381125"/>
                <a:ext cx="809625" cy="1049338"/>
                <a:chOff x="4296" y="2627"/>
                <a:chExt cx="510" cy="661"/>
              </a:xfrm>
            </p:grpSpPr>
            <p:sp>
              <p:nvSpPr>
                <p:cNvPr id="3856" name="Google Shape;3856;p58"/>
                <p:cNvSpPr/>
                <p:nvPr/>
              </p:nvSpPr>
              <p:spPr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7" name="Google Shape;3857;p58"/>
                <p:cNvSpPr txBox="1"/>
                <p:nvPr/>
              </p:nvSpPr>
              <p:spPr>
                <a:xfrm>
                  <a:off x="4298" y="2627"/>
                  <a:ext cx="485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mail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server</a:t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8" name="Google Shape;3858;p58"/>
                <p:cNvSpPr/>
                <p:nvPr/>
              </p:nvSpPr>
              <p:spPr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859" name="Google Shape;3859;p58"/>
                <p:cNvCxnSpPr/>
                <p:nvPr/>
              </p:nvCxnSpPr>
              <p:spPr>
                <a:xfrm>
                  <a:off x="4369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60" name="Google Shape;3860;p58"/>
                <p:cNvCxnSpPr/>
                <p:nvPr/>
              </p:nvCxnSpPr>
              <p:spPr>
                <a:xfrm>
                  <a:off x="4478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61" name="Google Shape;3861;p58"/>
                <p:cNvCxnSpPr/>
                <p:nvPr/>
              </p:nvCxnSpPr>
              <p:spPr>
                <a:xfrm>
                  <a:off x="4533" y="3035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62" name="Google Shape;3862;p58"/>
                <p:cNvCxnSpPr/>
                <p:nvPr/>
              </p:nvCxnSpPr>
              <p:spPr>
                <a:xfrm>
                  <a:off x="4590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63" name="Google Shape;3863;p58"/>
                <p:cNvCxnSpPr/>
                <p:nvPr/>
              </p:nvCxnSpPr>
              <p:spPr>
                <a:xfrm>
                  <a:off x="4651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64" name="Google Shape;3864;p58"/>
                <p:cNvCxnSpPr/>
                <p:nvPr/>
              </p:nvCxnSpPr>
              <p:spPr>
                <a:xfrm>
                  <a:off x="4707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65" name="Google Shape;3865;p58"/>
                <p:cNvCxnSpPr/>
                <p:nvPr/>
              </p:nvCxnSpPr>
              <p:spPr>
                <a:xfrm>
                  <a:off x="4422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866" name="Google Shape;3866;p58"/>
                <p:cNvSpPr/>
                <p:nvPr/>
              </p:nvSpPr>
              <p:spPr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67" name="Google Shape;3867;p58"/>
                <p:cNvSpPr/>
                <p:nvPr/>
              </p:nvSpPr>
              <p:spPr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68" name="Google Shape;3868;p58"/>
                <p:cNvSpPr/>
                <p:nvPr/>
              </p:nvSpPr>
              <p:spPr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69" name="Google Shape;3869;p58"/>
                <p:cNvSpPr/>
                <p:nvPr/>
              </p:nvSpPr>
              <p:spPr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70" name="Google Shape;3870;p58"/>
                <p:cNvSpPr/>
                <p:nvPr/>
              </p:nvSpPr>
              <p:spPr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871" name="Google Shape;3871;p58"/>
            <p:cNvGrpSpPr/>
            <p:nvPr/>
          </p:nvGrpSpPr>
          <p:grpSpPr>
            <a:xfrm>
              <a:off x="7241455" y="3576512"/>
              <a:ext cx="992187" cy="1254126"/>
              <a:chOff x="7241455" y="3576512"/>
              <a:chExt cx="992187" cy="1254126"/>
            </a:xfrm>
          </p:grpSpPr>
          <p:grpSp>
            <p:nvGrpSpPr>
              <p:cNvPr id="3872" name="Google Shape;3872;p58"/>
              <p:cNvGrpSpPr/>
              <p:nvPr/>
            </p:nvGrpSpPr>
            <p:grpSpPr>
              <a:xfrm>
                <a:off x="7241455" y="3576512"/>
                <a:ext cx="477838" cy="715963"/>
                <a:chOff x="4140" y="429"/>
                <a:chExt cx="1425" cy="2396"/>
              </a:xfrm>
            </p:grpSpPr>
            <p:sp>
              <p:nvSpPr>
                <p:cNvPr id="3873" name="Google Shape;3873;p58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74" name="Google Shape;3874;p58"/>
                <p:cNvSpPr/>
                <p:nvPr/>
              </p:nvSpPr>
              <p:spPr>
                <a:xfrm>
                  <a:off x="4206" y="429"/>
                  <a:ext cx="1046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75" name="Google Shape;3875;p58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76" name="Google Shape;3876;p58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77" name="Google Shape;3877;p58"/>
                <p:cNvSpPr/>
                <p:nvPr/>
              </p:nvSpPr>
              <p:spPr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78" name="Google Shape;3878;p58"/>
                <p:cNvGrpSpPr/>
                <p:nvPr/>
              </p:nvGrpSpPr>
              <p:grpSpPr>
                <a:xfrm>
                  <a:off x="4751" y="668"/>
                  <a:ext cx="578" cy="144"/>
                  <a:chOff x="616" y="2568"/>
                  <a:chExt cx="721" cy="138"/>
                </a:xfrm>
              </p:grpSpPr>
              <p:sp>
                <p:nvSpPr>
                  <p:cNvPr id="3879" name="Google Shape;3879;p58"/>
                  <p:cNvSpPr/>
                  <p:nvPr/>
                </p:nvSpPr>
                <p:spPr>
                  <a:xfrm>
                    <a:off x="616" y="2568"/>
                    <a:ext cx="721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80" name="Google Shape;3880;p58"/>
                  <p:cNvSpPr/>
                  <p:nvPr/>
                </p:nvSpPr>
                <p:spPr>
                  <a:xfrm>
                    <a:off x="634" y="2583"/>
                    <a:ext cx="685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881" name="Google Shape;3881;p58"/>
                <p:cNvSpPr/>
                <p:nvPr/>
              </p:nvSpPr>
              <p:spPr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82" name="Google Shape;3882;p58"/>
                <p:cNvGrpSpPr/>
                <p:nvPr/>
              </p:nvGrpSpPr>
              <p:grpSpPr>
                <a:xfrm>
                  <a:off x="4746" y="992"/>
                  <a:ext cx="583" cy="138"/>
                  <a:chOff x="613" y="2566"/>
                  <a:chExt cx="727" cy="143"/>
                </a:xfrm>
              </p:grpSpPr>
              <p:sp>
                <p:nvSpPr>
                  <p:cNvPr id="3883" name="Google Shape;3883;p58"/>
                  <p:cNvSpPr/>
                  <p:nvPr/>
                </p:nvSpPr>
                <p:spPr>
                  <a:xfrm>
                    <a:off x="613" y="2566"/>
                    <a:ext cx="727" cy="14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84" name="Google Shape;3884;p58"/>
                  <p:cNvSpPr/>
                  <p:nvPr/>
                </p:nvSpPr>
                <p:spPr>
                  <a:xfrm>
                    <a:off x="630" y="2583"/>
                    <a:ext cx="691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885" name="Google Shape;3885;p58"/>
                <p:cNvSpPr/>
                <p:nvPr/>
              </p:nvSpPr>
              <p:spPr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86" name="Google Shape;3886;p58"/>
                <p:cNvSpPr/>
                <p:nvPr/>
              </p:nvSpPr>
              <p:spPr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87" name="Google Shape;3887;p58"/>
                <p:cNvGrpSpPr/>
                <p:nvPr/>
              </p:nvGrpSpPr>
              <p:grpSpPr>
                <a:xfrm>
                  <a:off x="4737" y="1629"/>
                  <a:ext cx="582" cy="149"/>
                  <a:chOff x="616" y="2570"/>
                  <a:chExt cx="725" cy="137"/>
                </a:xfrm>
              </p:grpSpPr>
              <p:sp>
                <p:nvSpPr>
                  <p:cNvPr id="3888" name="Google Shape;3888;p58"/>
                  <p:cNvSpPr/>
                  <p:nvPr/>
                </p:nvSpPr>
                <p:spPr>
                  <a:xfrm>
                    <a:off x="616" y="2570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89" name="Google Shape;3889;p58"/>
                  <p:cNvSpPr/>
                  <p:nvPr/>
                </p:nvSpPr>
                <p:spPr>
                  <a:xfrm>
                    <a:off x="634" y="2585"/>
                    <a:ext cx="690" cy="108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890" name="Google Shape;3890;p58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91" name="Google Shape;3891;p58"/>
                <p:cNvGrpSpPr/>
                <p:nvPr/>
              </p:nvGrpSpPr>
              <p:grpSpPr>
                <a:xfrm>
                  <a:off x="4751" y="1327"/>
                  <a:ext cx="564" cy="138"/>
                  <a:chOff x="629" y="2568"/>
                  <a:chExt cx="702" cy="138"/>
                </a:xfrm>
              </p:grpSpPr>
              <p:sp>
                <p:nvSpPr>
                  <p:cNvPr id="3892" name="Google Shape;3892;p58"/>
                  <p:cNvSpPr/>
                  <p:nvPr/>
                </p:nvSpPr>
                <p:spPr>
                  <a:xfrm>
                    <a:off x="629" y="2568"/>
                    <a:ext cx="702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93" name="Google Shape;3893;p58"/>
                  <p:cNvSpPr/>
                  <p:nvPr/>
                </p:nvSpPr>
                <p:spPr>
                  <a:xfrm>
                    <a:off x="634" y="2584"/>
                    <a:ext cx="672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894" name="Google Shape;3894;p58"/>
                <p:cNvSpPr/>
                <p:nvPr/>
              </p:nvSpPr>
              <p:spPr>
                <a:xfrm>
                  <a:off x="5248" y="429"/>
                  <a:ext cx="71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5" name="Google Shape;3895;p58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6" name="Google Shape;3896;p58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7" name="Google Shape;3897;p58"/>
                <p:cNvSpPr/>
                <p:nvPr/>
              </p:nvSpPr>
              <p:spPr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8" name="Google Shape;3898;p58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9" name="Google Shape;3899;p58"/>
                <p:cNvSpPr/>
                <p:nvPr/>
              </p:nvSpPr>
              <p:spPr>
                <a:xfrm>
                  <a:off x="4140" y="2676"/>
                  <a:ext cx="1198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0" name="Google Shape;3900;p58"/>
                <p:cNvSpPr/>
                <p:nvPr/>
              </p:nvSpPr>
              <p:spPr>
                <a:xfrm>
                  <a:off x="4206" y="2713"/>
                  <a:ext cx="1070" cy="8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1" name="Google Shape;3901;p58"/>
                <p:cNvSpPr/>
                <p:nvPr/>
              </p:nvSpPr>
              <p:spPr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2" name="Google Shape;3902;p58"/>
                <p:cNvSpPr/>
                <p:nvPr/>
              </p:nvSpPr>
              <p:spPr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3" name="Google Shape;3903;p58"/>
                <p:cNvSpPr/>
                <p:nvPr/>
              </p:nvSpPr>
              <p:spPr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4" name="Google Shape;3904;p58"/>
                <p:cNvSpPr/>
                <p:nvPr/>
              </p:nvSpPr>
              <p:spPr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905" name="Google Shape;3905;p58"/>
              <p:cNvGrpSpPr/>
              <p:nvPr/>
            </p:nvGrpSpPr>
            <p:grpSpPr>
              <a:xfrm>
                <a:off x="7424017" y="3781300"/>
                <a:ext cx="809625" cy="1049338"/>
                <a:chOff x="4296" y="2627"/>
                <a:chExt cx="510" cy="661"/>
              </a:xfrm>
            </p:grpSpPr>
            <p:sp>
              <p:nvSpPr>
                <p:cNvPr id="3906" name="Google Shape;3906;p58"/>
                <p:cNvSpPr/>
                <p:nvPr/>
              </p:nvSpPr>
              <p:spPr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7" name="Google Shape;3907;p58"/>
                <p:cNvSpPr txBox="1"/>
                <p:nvPr/>
              </p:nvSpPr>
              <p:spPr>
                <a:xfrm>
                  <a:off x="4298" y="2627"/>
                  <a:ext cx="485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mail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server</a:t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8" name="Google Shape;3908;p58"/>
                <p:cNvSpPr/>
                <p:nvPr/>
              </p:nvSpPr>
              <p:spPr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909" name="Google Shape;3909;p58"/>
                <p:cNvCxnSpPr/>
                <p:nvPr/>
              </p:nvCxnSpPr>
              <p:spPr>
                <a:xfrm>
                  <a:off x="4369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10" name="Google Shape;3910;p58"/>
                <p:cNvCxnSpPr/>
                <p:nvPr/>
              </p:nvCxnSpPr>
              <p:spPr>
                <a:xfrm>
                  <a:off x="4478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11" name="Google Shape;3911;p58"/>
                <p:cNvCxnSpPr/>
                <p:nvPr/>
              </p:nvCxnSpPr>
              <p:spPr>
                <a:xfrm>
                  <a:off x="4533" y="3035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12" name="Google Shape;3912;p58"/>
                <p:cNvCxnSpPr/>
                <p:nvPr/>
              </p:nvCxnSpPr>
              <p:spPr>
                <a:xfrm>
                  <a:off x="4590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13" name="Google Shape;3913;p58"/>
                <p:cNvCxnSpPr/>
                <p:nvPr/>
              </p:nvCxnSpPr>
              <p:spPr>
                <a:xfrm>
                  <a:off x="4651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14" name="Google Shape;3914;p58"/>
                <p:cNvCxnSpPr/>
                <p:nvPr/>
              </p:nvCxnSpPr>
              <p:spPr>
                <a:xfrm>
                  <a:off x="4707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15" name="Google Shape;3915;p58"/>
                <p:cNvCxnSpPr/>
                <p:nvPr/>
              </p:nvCxnSpPr>
              <p:spPr>
                <a:xfrm>
                  <a:off x="4422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16" name="Google Shape;3916;p58"/>
                <p:cNvSpPr/>
                <p:nvPr/>
              </p:nvSpPr>
              <p:spPr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7" name="Google Shape;3917;p58"/>
                <p:cNvSpPr/>
                <p:nvPr/>
              </p:nvSpPr>
              <p:spPr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8" name="Google Shape;3918;p58"/>
                <p:cNvSpPr/>
                <p:nvPr/>
              </p:nvSpPr>
              <p:spPr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9" name="Google Shape;3919;p58"/>
                <p:cNvSpPr/>
                <p:nvPr/>
              </p:nvSpPr>
              <p:spPr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0" name="Google Shape;3920;p58"/>
                <p:cNvSpPr/>
                <p:nvPr/>
              </p:nvSpPr>
              <p:spPr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21" name="Google Shape;3921;p58"/>
            <p:cNvGrpSpPr/>
            <p:nvPr/>
          </p:nvGrpSpPr>
          <p:grpSpPr>
            <a:xfrm>
              <a:off x="7263680" y="1234950"/>
              <a:ext cx="969962" cy="1347788"/>
              <a:chOff x="7263680" y="1234950"/>
              <a:chExt cx="969962" cy="1347788"/>
            </a:xfrm>
          </p:grpSpPr>
          <p:grpSp>
            <p:nvGrpSpPr>
              <p:cNvPr id="3922" name="Google Shape;3922;p58"/>
              <p:cNvGrpSpPr/>
              <p:nvPr/>
            </p:nvGrpSpPr>
            <p:grpSpPr>
              <a:xfrm>
                <a:off x="7263680" y="1234950"/>
                <a:ext cx="477838" cy="715963"/>
                <a:chOff x="4140" y="429"/>
                <a:chExt cx="1425" cy="2396"/>
              </a:xfrm>
            </p:grpSpPr>
            <p:sp>
              <p:nvSpPr>
                <p:cNvPr id="3923" name="Google Shape;3923;p58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4" name="Google Shape;3924;p58"/>
                <p:cNvSpPr/>
                <p:nvPr/>
              </p:nvSpPr>
              <p:spPr>
                <a:xfrm>
                  <a:off x="4206" y="429"/>
                  <a:ext cx="1046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5" name="Google Shape;3925;p58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6" name="Google Shape;3926;p58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7" name="Google Shape;3927;p58"/>
                <p:cNvSpPr/>
                <p:nvPr/>
              </p:nvSpPr>
              <p:spPr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928" name="Google Shape;3928;p58"/>
                <p:cNvGrpSpPr/>
                <p:nvPr/>
              </p:nvGrpSpPr>
              <p:grpSpPr>
                <a:xfrm>
                  <a:off x="4751" y="668"/>
                  <a:ext cx="578" cy="144"/>
                  <a:chOff x="616" y="2568"/>
                  <a:chExt cx="721" cy="138"/>
                </a:xfrm>
              </p:grpSpPr>
              <p:sp>
                <p:nvSpPr>
                  <p:cNvPr id="3929" name="Google Shape;3929;p58"/>
                  <p:cNvSpPr/>
                  <p:nvPr/>
                </p:nvSpPr>
                <p:spPr>
                  <a:xfrm>
                    <a:off x="616" y="2568"/>
                    <a:ext cx="721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30" name="Google Shape;3930;p58"/>
                  <p:cNvSpPr/>
                  <p:nvPr/>
                </p:nvSpPr>
                <p:spPr>
                  <a:xfrm>
                    <a:off x="634" y="2583"/>
                    <a:ext cx="685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931" name="Google Shape;3931;p58"/>
                <p:cNvSpPr/>
                <p:nvPr/>
              </p:nvSpPr>
              <p:spPr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932" name="Google Shape;3932;p58"/>
                <p:cNvGrpSpPr/>
                <p:nvPr/>
              </p:nvGrpSpPr>
              <p:grpSpPr>
                <a:xfrm>
                  <a:off x="4746" y="992"/>
                  <a:ext cx="583" cy="138"/>
                  <a:chOff x="613" y="2566"/>
                  <a:chExt cx="727" cy="143"/>
                </a:xfrm>
              </p:grpSpPr>
              <p:sp>
                <p:nvSpPr>
                  <p:cNvPr id="3933" name="Google Shape;3933;p58"/>
                  <p:cNvSpPr/>
                  <p:nvPr/>
                </p:nvSpPr>
                <p:spPr>
                  <a:xfrm>
                    <a:off x="613" y="2566"/>
                    <a:ext cx="727" cy="14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34" name="Google Shape;3934;p58"/>
                  <p:cNvSpPr/>
                  <p:nvPr/>
                </p:nvSpPr>
                <p:spPr>
                  <a:xfrm>
                    <a:off x="630" y="2583"/>
                    <a:ext cx="691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935" name="Google Shape;3935;p58"/>
                <p:cNvSpPr/>
                <p:nvPr/>
              </p:nvSpPr>
              <p:spPr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6" name="Google Shape;3936;p58"/>
                <p:cNvSpPr/>
                <p:nvPr/>
              </p:nvSpPr>
              <p:spPr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937" name="Google Shape;3937;p58"/>
                <p:cNvGrpSpPr/>
                <p:nvPr/>
              </p:nvGrpSpPr>
              <p:grpSpPr>
                <a:xfrm>
                  <a:off x="4737" y="1629"/>
                  <a:ext cx="582" cy="149"/>
                  <a:chOff x="616" y="2570"/>
                  <a:chExt cx="725" cy="137"/>
                </a:xfrm>
              </p:grpSpPr>
              <p:sp>
                <p:nvSpPr>
                  <p:cNvPr id="3938" name="Google Shape;3938;p58"/>
                  <p:cNvSpPr/>
                  <p:nvPr/>
                </p:nvSpPr>
                <p:spPr>
                  <a:xfrm>
                    <a:off x="616" y="2570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39" name="Google Shape;3939;p58"/>
                  <p:cNvSpPr/>
                  <p:nvPr/>
                </p:nvSpPr>
                <p:spPr>
                  <a:xfrm>
                    <a:off x="634" y="2585"/>
                    <a:ext cx="690" cy="108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940" name="Google Shape;3940;p58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941" name="Google Shape;3941;p58"/>
                <p:cNvGrpSpPr/>
                <p:nvPr/>
              </p:nvGrpSpPr>
              <p:grpSpPr>
                <a:xfrm>
                  <a:off x="4751" y="1327"/>
                  <a:ext cx="564" cy="138"/>
                  <a:chOff x="629" y="2568"/>
                  <a:chExt cx="702" cy="138"/>
                </a:xfrm>
              </p:grpSpPr>
              <p:sp>
                <p:nvSpPr>
                  <p:cNvPr id="3942" name="Google Shape;3942;p58"/>
                  <p:cNvSpPr/>
                  <p:nvPr/>
                </p:nvSpPr>
                <p:spPr>
                  <a:xfrm>
                    <a:off x="629" y="2568"/>
                    <a:ext cx="702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43" name="Google Shape;3943;p58"/>
                  <p:cNvSpPr/>
                  <p:nvPr/>
                </p:nvSpPr>
                <p:spPr>
                  <a:xfrm>
                    <a:off x="634" y="2584"/>
                    <a:ext cx="672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944" name="Google Shape;3944;p58"/>
                <p:cNvSpPr/>
                <p:nvPr/>
              </p:nvSpPr>
              <p:spPr>
                <a:xfrm>
                  <a:off x="5248" y="429"/>
                  <a:ext cx="71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5" name="Google Shape;3945;p58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6" name="Google Shape;3946;p58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7" name="Google Shape;3947;p58"/>
                <p:cNvSpPr/>
                <p:nvPr/>
              </p:nvSpPr>
              <p:spPr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8" name="Google Shape;3948;p58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9" name="Google Shape;3949;p58"/>
                <p:cNvSpPr/>
                <p:nvPr/>
              </p:nvSpPr>
              <p:spPr>
                <a:xfrm>
                  <a:off x="4140" y="2676"/>
                  <a:ext cx="1198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0" name="Google Shape;3950;p58"/>
                <p:cNvSpPr/>
                <p:nvPr/>
              </p:nvSpPr>
              <p:spPr>
                <a:xfrm>
                  <a:off x="4206" y="2713"/>
                  <a:ext cx="1070" cy="8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1" name="Google Shape;3951;p58"/>
                <p:cNvSpPr/>
                <p:nvPr/>
              </p:nvSpPr>
              <p:spPr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2" name="Google Shape;3952;p58"/>
                <p:cNvSpPr/>
                <p:nvPr/>
              </p:nvSpPr>
              <p:spPr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3" name="Google Shape;3953;p58"/>
                <p:cNvSpPr/>
                <p:nvPr/>
              </p:nvSpPr>
              <p:spPr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4" name="Google Shape;3954;p58"/>
                <p:cNvSpPr/>
                <p:nvPr/>
              </p:nvSpPr>
              <p:spPr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955" name="Google Shape;3955;p58"/>
              <p:cNvGrpSpPr/>
              <p:nvPr/>
            </p:nvGrpSpPr>
            <p:grpSpPr>
              <a:xfrm>
                <a:off x="7424017" y="1533400"/>
                <a:ext cx="809625" cy="1049338"/>
                <a:chOff x="4296" y="2627"/>
                <a:chExt cx="510" cy="661"/>
              </a:xfrm>
            </p:grpSpPr>
            <p:sp>
              <p:nvSpPr>
                <p:cNvPr id="3956" name="Google Shape;3956;p58"/>
                <p:cNvSpPr/>
                <p:nvPr/>
              </p:nvSpPr>
              <p:spPr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7" name="Google Shape;3957;p58"/>
                <p:cNvSpPr txBox="1"/>
                <p:nvPr/>
              </p:nvSpPr>
              <p:spPr>
                <a:xfrm>
                  <a:off x="4298" y="2627"/>
                  <a:ext cx="485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mail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server</a:t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8" name="Google Shape;3958;p58"/>
                <p:cNvSpPr/>
                <p:nvPr/>
              </p:nvSpPr>
              <p:spPr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959" name="Google Shape;3959;p58"/>
                <p:cNvCxnSpPr/>
                <p:nvPr/>
              </p:nvCxnSpPr>
              <p:spPr>
                <a:xfrm>
                  <a:off x="4369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60" name="Google Shape;3960;p58"/>
                <p:cNvCxnSpPr/>
                <p:nvPr/>
              </p:nvCxnSpPr>
              <p:spPr>
                <a:xfrm>
                  <a:off x="4478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61" name="Google Shape;3961;p58"/>
                <p:cNvCxnSpPr/>
                <p:nvPr/>
              </p:nvCxnSpPr>
              <p:spPr>
                <a:xfrm>
                  <a:off x="4533" y="3035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62" name="Google Shape;3962;p58"/>
                <p:cNvCxnSpPr/>
                <p:nvPr/>
              </p:nvCxnSpPr>
              <p:spPr>
                <a:xfrm>
                  <a:off x="4590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63" name="Google Shape;3963;p58"/>
                <p:cNvCxnSpPr/>
                <p:nvPr/>
              </p:nvCxnSpPr>
              <p:spPr>
                <a:xfrm>
                  <a:off x="4651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64" name="Google Shape;3964;p58"/>
                <p:cNvCxnSpPr/>
                <p:nvPr/>
              </p:nvCxnSpPr>
              <p:spPr>
                <a:xfrm>
                  <a:off x="4707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65" name="Google Shape;3965;p58"/>
                <p:cNvCxnSpPr/>
                <p:nvPr/>
              </p:nvCxnSpPr>
              <p:spPr>
                <a:xfrm>
                  <a:off x="4422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66" name="Google Shape;3966;p58"/>
                <p:cNvSpPr/>
                <p:nvPr/>
              </p:nvSpPr>
              <p:spPr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7" name="Google Shape;3967;p58"/>
                <p:cNvSpPr/>
                <p:nvPr/>
              </p:nvSpPr>
              <p:spPr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8" name="Google Shape;3968;p58"/>
                <p:cNvSpPr/>
                <p:nvPr/>
              </p:nvSpPr>
              <p:spPr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9" name="Google Shape;3969;p58"/>
                <p:cNvSpPr/>
                <p:nvPr/>
              </p:nvSpPr>
              <p:spPr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0" name="Google Shape;3970;p58"/>
                <p:cNvSpPr/>
                <p:nvPr/>
              </p:nvSpPr>
              <p:spPr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971" name="Google Shape;3971;p58"/>
          <p:cNvGrpSpPr/>
          <p:nvPr/>
        </p:nvGrpSpPr>
        <p:grpSpPr>
          <a:xfrm>
            <a:off x="7036667" y="2001712"/>
            <a:ext cx="2349500" cy="2209800"/>
            <a:chOff x="7036667" y="2001712"/>
            <a:chExt cx="2349500" cy="2209800"/>
          </a:xfrm>
        </p:grpSpPr>
        <p:grpSp>
          <p:nvGrpSpPr>
            <p:cNvPr id="3972" name="Google Shape;3972;p58"/>
            <p:cNvGrpSpPr/>
            <p:nvPr/>
          </p:nvGrpSpPr>
          <p:grpSpPr>
            <a:xfrm>
              <a:off x="8262217" y="3125662"/>
              <a:ext cx="1123950" cy="1085850"/>
              <a:chOff x="8262217" y="3125662"/>
              <a:chExt cx="1123950" cy="1085850"/>
            </a:xfrm>
          </p:grpSpPr>
          <p:cxnSp>
            <p:nvCxnSpPr>
              <p:cNvPr id="3973" name="Google Shape;3973;p58"/>
              <p:cNvCxnSpPr/>
              <p:nvPr/>
            </p:nvCxnSpPr>
            <p:spPr>
              <a:xfrm flipH="1" rot="10800000">
                <a:off x="8262217" y="3125662"/>
                <a:ext cx="1123950" cy="108585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grpSp>
            <p:nvGrpSpPr>
              <p:cNvPr id="3974" name="Google Shape;3974;p58"/>
              <p:cNvGrpSpPr/>
              <p:nvPr/>
            </p:nvGrpSpPr>
            <p:grpSpPr>
              <a:xfrm>
                <a:off x="8365405" y="3419350"/>
                <a:ext cx="1017588" cy="523875"/>
                <a:chOff x="3749" y="2537"/>
                <a:chExt cx="641" cy="330"/>
              </a:xfrm>
            </p:grpSpPr>
            <p:sp>
              <p:nvSpPr>
                <p:cNvPr id="3975" name="Google Shape;3975;p58"/>
                <p:cNvSpPr/>
                <p:nvPr/>
              </p:nvSpPr>
              <p:spPr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6" name="Google Shape;3976;p58"/>
                <p:cNvSpPr txBox="1"/>
                <p:nvPr/>
              </p:nvSpPr>
              <p:spPr>
                <a:xfrm>
                  <a:off x="3749" y="2537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C0000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CC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SMTP</a:t>
                  </a:r>
                  <a:endParaRPr/>
                </a:p>
              </p:txBody>
            </p:sp>
          </p:grpSp>
        </p:grpSp>
        <p:grpSp>
          <p:nvGrpSpPr>
            <p:cNvPr id="3977" name="Google Shape;3977;p58"/>
            <p:cNvGrpSpPr/>
            <p:nvPr/>
          </p:nvGrpSpPr>
          <p:grpSpPr>
            <a:xfrm>
              <a:off x="8262217" y="2001712"/>
              <a:ext cx="1123950" cy="790575"/>
              <a:chOff x="8262217" y="2001712"/>
              <a:chExt cx="1123950" cy="790575"/>
            </a:xfrm>
          </p:grpSpPr>
          <p:cxnSp>
            <p:nvCxnSpPr>
              <p:cNvPr id="3978" name="Google Shape;3978;p58"/>
              <p:cNvCxnSpPr/>
              <p:nvPr/>
            </p:nvCxnSpPr>
            <p:spPr>
              <a:xfrm>
                <a:off x="8262217" y="2001712"/>
                <a:ext cx="1123950" cy="790575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grpSp>
            <p:nvGrpSpPr>
              <p:cNvPr id="3979" name="Google Shape;3979;p58"/>
              <p:cNvGrpSpPr/>
              <p:nvPr/>
            </p:nvGrpSpPr>
            <p:grpSpPr>
              <a:xfrm>
                <a:off x="8327305" y="2162050"/>
                <a:ext cx="1017588" cy="523875"/>
                <a:chOff x="3749" y="2537"/>
                <a:chExt cx="641" cy="330"/>
              </a:xfrm>
            </p:grpSpPr>
            <p:sp>
              <p:nvSpPr>
                <p:cNvPr id="3980" name="Google Shape;3980;p58"/>
                <p:cNvSpPr/>
                <p:nvPr/>
              </p:nvSpPr>
              <p:spPr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1" name="Google Shape;3981;p58"/>
                <p:cNvSpPr txBox="1"/>
                <p:nvPr/>
              </p:nvSpPr>
              <p:spPr>
                <a:xfrm>
                  <a:off x="3749" y="2537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C0000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CC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SMTP</a:t>
                  </a:r>
                  <a:endParaRPr/>
                </a:p>
              </p:txBody>
            </p:sp>
          </p:grpSp>
        </p:grpSp>
        <p:grpSp>
          <p:nvGrpSpPr>
            <p:cNvPr id="3982" name="Google Shape;3982;p58"/>
            <p:cNvGrpSpPr/>
            <p:nvPr/>
          </p:nvGrpSpPr>
          <p:grpSpPr>
            <a:xfrm>
              <a:off x="7036667" y="2601787"/>
              <a:ext cx="1017588" cy="1247775"/>
              <a:chOff x="7036667" y="2601787"/>
              <a:chExt cx="1017588" cy="1247775"/>
            </a:xfrm>
          </p:grpSpPr>
          <p:cxnSp>
            <p:nvCxnSpPr>
              <p:cNvPr id="3983" name="Google Shape;3983;p58"/>
              <p:cNvCxnSpPr/>
              <p:nvPr/>
            </p:nvCxnSpPr>
            <p:spPr>
              <a:xfrm rot="10800000">
                <a:off x="7519267" y="2601787"/>
                <a:ext cx="0" cy="1247775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grpSp>
            <p:nvGrpSpPr>
              <p:cNvPr id="3984" name="Google Shape;3984;p58"/>
              <p:cNvGrpSpPr/>
              <p:nvPr/>
            </p:nvGrpSpPr>
            <p:grpSpPr>
              <a:xfrm>
                <a:off x="7036667" y="2809750"/>
                <a:ext cx="1017588" cy="523875"/>
                <a:chOff x="3770" y="2495"/>
                <a:chExt cx="641" cy="330"/>
              </a:xfrm>
            </p:grpSpPr>
            <p:sp>
              <p:nvSpPr>
                <p:cNvPr id="3985" name="Google Shape;3985;p58"/>
                <p:cNvSpPr/>
                <p:nvPr/>
              </p:nvSpPr>
              <p:spPr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6" name="Google Shape;3986;p58"/>
                <p:cNvSpPr txBox="1"/>
                <p:nvPr/>
              </p:nvSpPr>
              <p:spPr>
                <a:xfrm>
                  <a:off x="3770" y="2495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C0000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CC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SMTP</a:t>
                  </a:r>
                  <a:endParaRPr/>
                </a:p>
              </p:txBody>
            </p:sp>
          </p:grpSp>
        </p:grpSp>
      </p:grpSp>
      <p:grpSp>
        <p:nvGrpSpPr>
          <p:cNvPr id="3987" name="Google Shape;3987;p58"/>
          <p:cNvGrpSpPr/>
          <p:nvPr/>
        </p:nvGrpSpPr>
        <p:grpSpPr>
          <a:xfrm>
            <a:off x="7646267" y="801562"/>
            <a:ext cx="3668713" cy="5118100"/>
            <a:chOff x="7646267" y="801562"/>
            <a:chExt cx="3668713" cy="5118100"/>
          </a:xfrm>
        </p:grpSpPr>
        <p:grpSp>
          <p:nvGrpSpPr>
            <p:cNvPr id="3988" name="Google Shape;3988;p58"/>
            <p:cNvGrpSpPr/>
            <p:nvPr/>
          </p:nvGrpSpPr>
          <p:grpSpPr>
            <a:xfrm>
              <a:off x="8016155" y="801562"/>
              <a:ext cx="925513" cy="1054100"/>
              <a:chOff x="3566" y="550"/>
              <a:chExt cx="583" cy="664"/>
            </a:xfrm>
          </p:grpSpPr>
          <p:grpSp>
            <p:nvGrpSpPr>
              <p:cNvPr id="3989" name="Google Shape;3989;p58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3990" name="Google Shape;3990;p5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991" name="Google Shape;3991;p5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992" name="Google Shape;3992;p58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3" name="Google Shape;3993;p58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94" name="Google Shape;3994;p58"/>
            <p:cNvGrpSpPr/>
            <p:nvPr/>
          </p:nvGrpSpPr>
          <p:grpSpPr>
            <a:xfrm>
              <a:off x="10052917" y="1617537"/>
              <a:ext cx="925513" cy="1054100"/>
              <a:chOff x="3566" y="550"/>
              <a:chExt cx="583" cy="664"/>
            </a:xfrm>
          </p:grpSpPr>
          <p:grpSp>
            <p:nvGrpSpPr>
              <p:cNvPr id="3995" name="Google Shape;3995;p58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3996" name="Google Shape;3996;p5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997" name="Google Shape;3997;p5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998" name="Google Shape;3998;p58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9" name="Google Shape;3999;p58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00" name="Google Shape;4000;p58"/>
            <p:cNvGrpSpPr/>
            <p:nvPr/>
          </p:nvGrpSpPr>
          <p:grpSpPr>
            <a:xfrm>
              <a:off x="10389467" y="2379537"/>
              <a:ext cx="925513" cy="1054100"/>
              <a:chOff x="3566" y="550"/>
              <a:chExt cx="583" cy="664"/>
            </a:xfrm>
          </p:grpSpPr>
          <p:grpSp>
            <p:nvGrpSpPr>
              <p:cNvPr id="4001" name="Google Shape;4001;p58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002" name="Google Shape;4002;p5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003" name="Google Shape;4003;p5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04" name="Google Shape;4004;p58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5" name="Google Shape;4005;p58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06" name="Google Shape;4006;p58"/>
            <p:cNvGrpSpPr/>
            <p:nvPr/>
          </p:nvGrpSpPr>
          <p:grpSpPr>
            <a:xfrm>
              <a:off x="10257705" y="3427287"/>
              <a:ext cx="925513" cy="1054100"/>
              <a:chOff x="3566" y="550"/>
              <a:chExt cx="583" cy="664"/>
            </a:xfrm>
          </p:grpSpPr>
          <p:grpSp>
            <p:nvGrpSpPr>
              <p:cNvPr id="4007" name="Google Shape;4007;p58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008" name="Google Shape;4008;p5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009" name="Google Shape;4009;p5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10" name="Google Shape;4010;p58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1" name="Google Shape;4011;p58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12" name="Google Shape;4012;p58"/>
            <p:cNvGrpSpPr/>
            <p:nvPr/>
          </p:nvGrpSpPr>
          <p:grpSpPr>
            <a:xfrm>
              <a:off x="7646267" y="4865562"/>
              <a:ext cx="925513" cy="1054100"/>
              <a:chOff x="3566" y="550"/>
              <a:chExt cx="583" cy="664"/>
            </a:xfrm>
          </p:grpSpPr>
          <p:grpSp>
            <p:nvGrpSpPr>
              <p:cNvPr id="4013" name="Google Shape;4013;p58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014" name="Google Shape;4014;p5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015" name="Google Shape;4015;p5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16" name="Google Shape;4016;p58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7" name="Google Shape;4017;p58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18" name="Google Shape;4018;p58"/>
            <p:cNvGrpSpPr/>
            <p:nvPr/>
          </p:nvGrpSpPr>
          <p:grpSpPr>
            <a:xfrm>
              <a:off x="8374930" y="4246437"/>
              <a:ext cx="925513" cy="1054100"/>
              <a:chOff x="3566" y="550"/>
              <a:chExt cx="583" cy="664"/>
            </a:xfrm>
          </p:grpSpPr>
          <p:grpSp>
            <p:nvGrpSpPr>
              <p:cNvPr id="4019" name="Google Shape;4019;p58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020" name="Google Shape;4020;p5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021" name="Google Shape;4021;p5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22" name="Google Shape;4022;p58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3" name="Google Shape;4023;p58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024" name="Google Shape;4024;p5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9" name="Shape 4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0" name="Google Shape;4030;p5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E-mail: mail servers</a:t>
            </a:r>
            <a:endParaRPr sz="4400"/>
          </a:p>
        </p:txBody>
      </p:sp>
      <p:grpSp>
        <p:nvGrpSpPr>
          <p:cNvPr id="4031" name="Google Shape;4031;p59"/>
          <p:cNvGrpSpPr/>
          <p:nvPr/>
        </p:nvGrpSpPr>
        <p:grpSpPr>
          <a:xfrm>
            <a:off x="9926119" y="5308075"/>
            <a:ext cx="1736725" cy="973138"/>
            <a:chOff x="4458" y="3335"/>
            <a:chExt cx="1094" cy="613"/>
          </a:xfrm>
        </p:grpSpPr>
        <p:sp>
          <p:nvSpPr>
            <p:cNvPr id="4032" name="Google Shape;4032;p59"/>
            <p:cNvSpPr txBox="1"/>
            <p:nvPr/>
          </p:nvSpPr>
          <p:spPr>
            <a:xfrm>
              <a:off x="4527" y="3715"/>
              <a:ext cx="87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user mailbox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33" name="Google Shape;4033;p59"/>
            <p:cNvGrpSpPr/>
            <p:nvPr/>
          </p:nvGrpSpPr>
          <p:grpSpPr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4034" name="Google Shape;4034;p59"/>
              <p:cNvSpPr/>
              <p:nvPr/>
            </p:nvSpPr>
            <p:spPr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035" name="Google Shape;4035;p59"/>
              <p:cNvCxnSpPr/>
              <p:nvPr/>
            </p:nvCxnSpPr>
            <p:spPr>
              <a:xfrm>
                <a:off x="4363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6" name="Google Shape;4036;p59"/>
              <p:cNvCxnSpPr/>
              <p:nvPr/>
            </p:nvCxnSpPr>
            <p:spPr>
              <a:xfrm flipH="1">
                <a:off x="4472" y="3471"/>
                <a:ext cx="6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7" name="Google Shape;4037;p59"/>
              <p:cNvCxnSpPr/>
              <p:nvPr/>
            </p:nvCxnSpPr>
            <p:spPr>
              <a:xfrm>
                <a:off x="4527" y="347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8" name="Google Shape;4038;p59"/>
              <p:cNvCxnSpPr/>
              <p:nvPr/>
            </p:nvCxnSpPr>
            <p:spPr>
              <a:xfrm>
                <a:off x="4584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9" name="Google Shape;4039;p59"/>
              <p:cNvCxnSpPr/>
              <p:nvPr/>
            </p:nvCxnSpPr>
            <p:spPr>
              <a:xfrm>
                <a:off x="4645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40" name="Google Shape;4040;p59"/>
              <p:cNvCxnSpPr/>
              <p:nvPr/>
            </p:nvCxnSpPr>
            <p:spPr>
              <a:xfrm>
                <a:off x="4701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41" name="Google Shape;4041;p59"/>
              <p:cNvCxnSpPr/>
              <p:nvPr/>
            </p:nvCxnSpPr>
            <p:spPr>
              <a:xfrm>
                <a:off x="4416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042" name="Google Shape;4042;p59"/>
            <p:cNvSpPr/>
            <p:nvPr/>
          </p:nvSpPr>
          <p:spPr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3" name="Google Shape;4043;p59"/>
            <p:cNvSpPr txBox="1"/>
            <p:nvPr/>
          </p:nvSpPr>
          <p:spPr>
            <a:xfrm>
              <a:off x="4514" y="3335"/>
              <a:ext cx="1038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outgoing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message queue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44" name="Google Shape;4044;p59"/>
          <p:cNvGrpSpPr/>
          <p:nvPr/>
        </p:nvGrpSpPr>
        <p:grpSpPr>
          <a:xfrm>
            <a:off x="7036667" y="801562"/>
            <a:ext cx="4278313" cy="5118100"/>
            <a:chOff x="2962" y="886"/>
            <a:chExt cx="2695" cy="3224"/>
          </a:xfrm>
        </p:grpSpPr>
        <p:grpSp>
          <p:nvGrpSpPr>
            <p:cNvPr id="4045" name="Google Shape;4045;p59"/>
            <p:cNvGrpSpPr/>
            <p:nvPr/>
          </p:nvGrpSpPr>
          <p:grpSpPr>
            <a:xfrm>
              <a:off x="4346" y="1756"/>
              <a:ext cx="301" cy="451"/>
              <a:chOff x="4140" y="429"/>
              <a:chExt cx="1425" cy="2396"/>
            </a:xfrm>
          </p:grpSpPr>
          <p:sp>
            <p:nvSpPr>
              <p:cNvPr id="4046" name="Google Shape;4046;p59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7" name="Google Shape;4047;p59"/>
              <p:cNvSpPr/>
              <p:nvPr/>
            </p:nvSpPr>
            <p:spPr>
              <a:xfrm>
                <a:off x="4206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8" name="Google Shape;4048;p59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9" name="Google Shape;4049;p59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0" name="Google Shape;4050;p59"/>
              <p:cNvSpPr/>
              <p:nvPr/>
            </p:nvSpPr>
            <p:spPr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51" name="Google Shape;4051;p59"/>
              <p:cNvGrpSpPr/>
              <p:nvPr/>
            </p:nvGrpSpPr>
            <p:grpSpPr>
              <a:xfrm>
                <a:off x="4751" y="668"/>
                <a:ext cx="578" cy="144"/>
                <a:chOff x="616" y="2568"/>
                <a:chExt cx="721" cy="138"/>
              </a:xfrm>
            </p:grpSpPr>
            <p:sp>
              <p:nvSpPr>
                <p:cNvPr id="4052" name="Google Shape;4052;p59"/>
                <p:cNvSpPr/>
                <p:nvPr/>
              </p:nvSpPr>
              <p:spPr>
                <a:xfrm>
                  <a:off x="616" y="2568"/>
                  <a:ext cx="721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3" name="Google Shape;4053;p59"/>
                <p:cNvSpPr/>
                <p:nvPr/>
              </p:nvSpPr>
              <p:spPr>
                <a:xfrm>
                  <a:off x="634" y="2583"/>
                  <a:ext cx="685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54" name="Google Shape;4054;p59"/>
              <p:cNvSpPr/>
              <p:nvPr/>
            </p:nvSpPr>
            <p:spPr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55" name="Google Shape;4055;p59"/>
              <p:cNvGrpSpPr/>
              <p:nvPr/>
            </p:nvGrpSpPr>
            <p:grpSpPr>
              <a:xfrm>
                <a:off x="4746" y="992"/>
                <a:ext cx="583" cy="138"/>
                <a:chOff x="613" y="2566"/>
                <a:chExt cx="727" cy="143"/>
              </a:xfrm>
            </p:grpSpPr>
            <p:sp>
              <p:nvSpPr>
                <p:cNvPr id="4056" name="Google Shape;4056;p59"/>
                <p:cNvSpPr/>
                <p:nvPr/>
              </p:nvSpPr>
              <p:spPr>
                <a:xfrm>
                  <a:off x="613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7" name="Google Shape;4057;p59"/>
                <p:cNvSpPr/>
                <p:nvPr/>
              </p:nvSpPr>
              <p:spPr>
                <a:xfrm>
                  <a:off x="630" y="2583"/>
                  <a:ext cx="69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58" name="Google Shape;4058;p59"/>
              <p:cNvSpPr/>
              <p:nvPr/>
            </p:nvSpPr>
            <p:spPr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9" name="Google Shape;4059;p59"/>
              <p:cNvSpPr/>
              <p:nvPr/>
            </p:nvSpPr>
            <p:spPr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60" name="Google Shape;4060;p59"/>
              <p:cNvGrpSpPr/>
              <p:nvPr/>
            </p:nvGrpSpPr>
            <p:grpSpPr>
              <a:xfrm>
                <a:off x="4737" y="1629"/>
                <a:ext cx="582" cy="149"/>
                <a:chOff x="616" y="2570"/>
                <a:chExt cx="725" cy="137"/>
              </a:xfrm>
            </p:grpSpPr>
            <p:sp>
              <p:nvSpPr>
                <p:cNvPr id="4061" name="Google Shape;4061;p59"/>
                <p:cNvSpPr/>
                <p:nvPr/>
              </p:nvSpPr>
              <p:spPr>
                <a:xfrm>
                  <a:off x="616" y="2570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2" name="Google Shape;4062;p59"/>
                <p:cNvSpPr/>
                <p:nvPr/>
              </p:nvSpPr>
              <p:spPr>
                <a:xfrm>
                  <a:off x="634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63" name="Google Shape;4063;p59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64" name="Google Shape;4064;p59"/>
              <p:cNvGrpSpPr/>
              <p:nvPr/>
            </p:nvGrpSpPr>
            <p:grpSpPr>
              <a:xfrm>
                <a:off x="4751" y="1327"/>
                <a:ext cx="564" cy="138"/>
                <a:chOff x="629" y="2568"/>
                <a:chExt cx="702" cy="138"/>
              </a:xfrm>
            </p:grpSpPr>
            <p:sp>
              <p:nvSpPr>
                <p:cNvPr id="4065" name="Google Shape;4065;p59"/>
                <p:cNvSpPr/>
                <p:nvPr/>
              </p:nvSpPr>
              <p:spPr>
                <a:xfrm>
                  <a:off x="629" y="2568"/>
                  <a:ext cx="70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6" name="Google Shape;4066;p59"/>
                <p:cNvSpPr/>
                <p:nvPr/>
              </p:nvSpPr>
              <p:spPr>
                <a:xfrm>
                  <a:off x="634" y="2584"/>
                  <a:ext cx="67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67" name="Google Shape;4067;p59"/>
              <p:cNvSpPr/>
              <p:nvPr/>
            </p:nvSpPr>
            <p:spPr>
              <a:xfrm>
                <a:off x="5248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8" name="Google Shape;4068;p59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9" name="Google Shape;4069;p59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0" name="Google Shape;4070;p59"/>
              <p:cNvSpPr/>
              <p:nvPr/>
            </p:nvSpPr>
            <p:spPr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1" name="Google Shape;4071;p59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2" name="Google Shape;4072;p59"/>
              <p:cNvSpPr/>
              <p:nvPr/>
            </p:nvSpPr>
            <p:spPr>
              <a:xfrm>
                <a:off x="4140" y="2676"/>
                <a:ext cx="1198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3" name="Google Shape;4073;p59"/>
              <p:cNvSpPr/>
              <p:nvPr/>
            </p:nvSpPr>
            <p:spPr>
              <a:xfrm>
                <a:off x="4206" y="2713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4" name="Google Shape;4074;p59"/>
              <p:cNvSpPr/>
              <p:nvPr/>
            </p:nvSpPr>
            <p:spPr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5" name="Google Shape;4075;p59"/>
              <p:cNvSpPr/>
              <p:nvPr/>
            </p:nvSpPr>
            <p:spPr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6" name="Google Shape;4076;p59"/>
              <p:cNvSpPr/>
              <p:nvPr/>
            </p:nvSpPr>
            <p:spPr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7" name="Google Shape;4077;p59"/>
              <p:cNvSpPr/>
              <p:nvPr/>
            </p:nvSpPr>
            <p:spPr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78" name="Google Shape;4078;p59"/>
            <p:cNvGrpSpPr/>
            <p:nvPr/>
          </p:nvGrpSpPr>
          <p:grpSpPr>
            <a:xfrm>
              <a:off x="3091" y="2634"/>
              <a:ext cx="301" cy="451"/>
              <a:chOff x="4140" y="429"/>
              <a:chExt cx="1425" cy="2396"/>
            </a:xfrm>
          </p:grpSpPr>
          <p:sp>
            <p:nvSpPr>
              <p:cNvPr id="4079" name="Google Shape;4079;p59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0" name="Google Shape;4080;p59"/>
              <p:cNvSpPr/>
              <p:nvPr/>
            </p:nvSpPr>
            <p:spPr>
              <a:xfrm>
                <a:off x="4206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1" name="Google Shape;4081;p59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2" name="Google Shape;4082;p59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3" name="Google Shape;4083;p59"/>
              <p:cNvSpPr/>
              <p:nvPr/>
            </p:nvSpPr>
            <p:spPr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84" name="Google Shape;4084;p59"/>
              <p:cNvGrpSpPr/>
              <p:nvPr/>
            </p:nvGrpSpPr>
            <p:grpSpPr>
              <a:xfrm>
                <a:off x="4751" y="668"/>
                <a:ext cx="578" cy="144"/>
                <a:chOff x="616" y="2568"/>
                <a:chExt cx="721" cy="138"/>
              </a:xfrm>
            </p:grpSpPr>
            <p:sp>
              <p:nvSpPr>
                <p:cNvPr id="4085" name="Google Shape;4085;p59"/>
                <p:cNvSpPr/>
                <p:nvPr/>
              </p:nvSpPr>
              <p:spPr>
                <a:xfrm>
                  <a:off x="616" y="2568"/>
                  <a:ext cx="721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86" name="Google Shape;4086;p59"/>
                <p:cNvSpPr/>
                <p:nvPr/>
              </p:nvSpPr>
              <p:spPr>
                <a:xfrm>
                  <a:off x="634" y="2583"/>
                  <a:ext cx="685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87" name="Google Shape;4087;p59"/>
              <p:cNvSpPr/>
              <p:nvPr/>
            </p:nvSpPr>
            <p:spPr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88" name="Google Shape;4088;p59"/>
              <p:cNvGrpSpPr/>
              <p:nvPr/>
            </p:nvGrpSpPr>
            <p:grpSpPr>
              <a:xfrm>
                <a:off x="4746" y="992"/>
                <a:ext cx="583" cy="138"/>
                <a:chOff x="613" y="2566"/>
                <a:chExt cx="727" cy="143"/>
              </a:xfrm>
            </p:grpSpPr>
            <p:sp>
              <p:nvSpPr>
                <p:cNvPr id="4089" name="Google Shape;4089;p59"/>
                <p:cNvSpPr/>
                <p:nvPr/>
              </p:nvSpPr>
              <p:spPr>
                <a:xfrm>
                  <a:off x="613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90" name="Google Shape;4090;p59"/>
                <p:cNvSpPr/>
                <p:nvPr/>
              </p:nvSpPr>
              <p:spPr>
                <a:xfrm>
                  <a:off x="630" y="2583"/>
                  <a:ext cx="69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91" name="Google Shape;4091;p59"/>
              <p:cNvSpPr/>
              <p:nvPr/>
            </p:nvSpPr>
            <p:spPr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2" name="Google Shape;4092;p59"/>
              <p:cNvSpPr/>
              <p:nvPr/>
            </p:nvSpPr>
            <p:spPr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93" name="Google Shape;4093;p59"/>
              <p:cNvGrpSpPr/>
              <p:nvPr/>
            </p:nvGrpSpPr>
            <p:grpSpPr>
              <a:xfrm>
                <a:off x="4737" y="1629"/>
                <a:ext cx="582" cy="149"/>
                <a:chOff x="616" y="2570"/>
                <a:chExt cx="725" cy="137"/>
              </a:xfrm>
            </p:grpSpPr>
            <p:sp>
              <p:nvSpPr>
                <p:cNvPr id="4094" name="Google Shape;4094;p59"/>
                <p:cNvSpPr/>
                <p:nvPr/>
              </p:nvSpPr>
              <p:spPr>
                <a:xfrm>
                  <a:off x="616" y="2570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95" name="Google Shape;4095;p59"/>
                <p:cNvSpPr/>
                <p:nvPr/>
              </p:nvSpPr>
              <p:spPr>
                <a:xfrm>
                  <a:off x="634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96" name="Google Shape;4096;p59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97" name="Google Shape;4097;p59"/>
              <p:cNvGrpSpPr/>
              <p:nvPr/>
            </p:nvGrpSpPr>
            <p:grpSpPr>
              <a:xfrm>
                <a:off x="4751" y="1327"/>
                <a:ext cx="564" cy="138"/>
                <a:chOff x="629" y="2568"/>
                <a:chExt cx="702" cy="138"/>
              </a:xfrm>
            </p:grpSpPr>
            <p:sp>
              <p:nvSpPr>
                <p:cNvPr id="4098" name="Google Shape;4098;p59"/>
                <p:cNvSpPr/>
                <p:nvPr/>
              </p:nvSpPr>
              <p:spPr>
                <a:xfrm>
                  <a:off x="629" y="2568"/>
                  <a:ext cx="70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99" name="Google Shape;4099;p59"/>
                <p:cNvSpPr/>
                <p:nvPr/>
              </p:nvSpPr>
              <p:spPr>
                <a:xfrm>
                  <a:off x="634" y="2584"/>
                  <a:ext cx="67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100" name="Google Shape;4100;p59"/>
              <p:cNvSpPr/>
              <p:nvPr/>
            </p:nvSpPr>
            <p:spPr>
              <a:xfrm>
                <a:off x="5248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1" name="Google Shape;4101;p59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2" name="Google Shape;4102;p59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3" name="Google Shape;4103;p59"/>
              <p:cNvSpPr/>
              <p:nvPr/>
            </p:nvSpPr>
            <p:spPr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4" name="Google Shape;4104;p59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5" name="Google Shape;4105;p59"/>
              <p:cNvSpPr/>
              <p:nvPr/>
            </p:nvSpPr>
            <p:spPr>
              <a:xfrm>
                <a:off x="4140" y="2676"/>
                <a:ext cx="1198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6" name="Google Shape;4106;p59"/>
              <p:cNvSpPr/>
              <p:nvPr/>
            </p:nvSpPr>
            <p:spPr>
              <a:xfrm>
                <a:off x="4206" y="2713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7" name="Google Shape;4107;p59"/>
              <p:cNvSpPr/>
              <p:nvPr/>
            </p:nvSpPr>
            <p:spPr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8" name="Google Shape;4108;p59"/>
              <p:cNvSpPr/>
              <p:nvPr/>
            </p:nvSpPr>
            <p:spPr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9" name="Google Shape;4109;p59"/>
              <p:cNvSpPr/>
              <p:nvPr/>
            </p:nvSpPr>
            <p:spPr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0" name="Google Shape;4110;p59"/>
              <p:cNvSpPr/>
              <p:nvPr/>
            </p:nvSpPr>
            <p:spPr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11" name="Google Shape;4111;p59"/>
            <p:cNvGrpSpPr/>
            <p:nvPr/>
          </p:nvGrpSpPr>
          <p:grpSpPr>
            <a:xfrm>
              <a:off x="3105" y="1159"/>
              <a:ext cx="301" cy="451"/>
              <a:chOff x="4140" y="429"/>
              <a:chExt cx="1425" cy="2396"/>
            </a:xfrm>
          </p:grpSpPr>
          <p:sp>
            <p:nvSpPr>
              <p:cNvPr id="4112" name="Google Shape;4112;p59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3" name="Google Shape;4113;p59"/>
              <p:cNvSpPr/>
              <p:nvPr/>
            </p:nvSpPr>
            <p:spPr>
              <a:xfrm>
                <a:off x="4206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4" name="Google Shape;4114;p59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5" name="Google Shape;4115;p59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6" name="Google Shape;4116;p59"/>
              <p:cNvSpPr/>
              <p:nvPr/>
            </p:nvSpPr>
            <p:spPr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17" name="Google Shape;4117;p59"/>
              <p:cNvGrpSpPr/>
              <p:nvPr/>
            </p:nvGrpSpPr>
            <p:grpSpPr>
              <a:xfrm>
                <a:off x="4751" y="668"/>
                <a:ext cx="578" cy="144"/>
                <a:chOff x="616" y="2568"/>
                <a:chExt cx="721" cy="138"/>
              </a:xfrm>
            </p:grpSpPr>
            <p:sp>
              <p:nvSpPr>
                <p:cNvPr id="4118" name="Google Shape;4118;p59"/>
                <p:cNvSpPr/>
                <p:nvPr/>
              </p:nvSpPr>
              <p:spPr>
                <a:xfrm>
                  <a:off x="616" y="2568"/>
                  <a:ext cx="721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19" name="Google Shape;4119;p59"/>
                <p:cNvSpPr/>
                <p:nvPr/>
              </p:nvSpPr>
              <p:spPr>
                <a:xfrm>
                  <a:off x="634" y="2583"/>
                  <a:ext cx="685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120" name="Google Shape;4120;p59"/>
              <p:cNvSpPr/>
              <p:nvPr/>
            </p:nvSpPr>
            <p:spPr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21" name="Google Shape;4121;p59"/>
              <p:cNvGrpSpPr/>
              <p:nvPr/>
            </p:nvGrpSpPr>
            <p:grpSpPr>
              <a:xfrm>
                <a:off x="4746" y="992"/>
                <a:ext cx="583" cy="138"/>
                <a:chOff x="613" y="2566"/>
                <a:chExt cx="727" cy="143"/>
              </a:xfrm>
            </p:grpSpPr>
            <p:sp>
              <p:nvSpPr>
                <p:cNvPr id="4122" name="Google Shape;4122;p59"/>
                <p:cNvSpPr/>
                <p:nvPr/>
              </p:nvSpPr>
              <p:spPr>
                <a:xfrm>
                  <a:off x="613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3" name="Google Shape;4123;p59"/>
                <p:cNvSpPr/>
                <p:nvPr/>
              </p:nvSpPr>
              <p:spPr>
                <a:xfrm>
                  <a:off x="630" y="2583"/>
                  <a:ext cx="69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124" name="Google Shape;4124;p59"/>
              <p:cNvSpPr/>
              <p:nvPr/>
            </p:nvSpPr>
            <p:spPr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5" name="Google Shape;4125;p59"/>
              <p:cNvSpPr/>
              <p:nvPr/>
            </p:nvSpPr>
            <p:spPr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26" name="Google Shape;4126;p59"/>
              <p:cNvGrpSpPr/>
              <p:nvPr/>
            </p:nvGrpSpPr>
            <p:grpSpPr>
              <a:xfrm>
                <a:off x="4737" y="1629"/>
                <a:ext cx="582" cy="149"/>
                <a:chOff x="616" y="2570"/>
                <a:chExt cx="725" cy="137"/>
              </a:xfrm>
            </p:grpSpPr>
            <p:sp>
              <p:nvSpPr>
                <p:cNvPr id="4127" name="Google Shape;4127;p59"/>
                <p:cNvSpPr/>
                <p:nvPr/>
              </p:nvSpPr>
              <p:spPr>
                <a:xfrm>
                  <a:off x="616" y="2570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8" name="Google Shape;4128;p59"/>
                <p:cNvSpPr/>
                <p:nvPr/>
              </p:nvSpPr>
              <p:spPr>
                <a:xfrm>
                  <a:off x="634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129" name="Google Shape;4129;p59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30" name="Google Shape;4130;p59"/>
              <p:cNvGrpSpPr/>
              <p:nvPr/>
            </p:nvGrpSpPr>
            <p:grpSpPr>
              <a:xfrm>
                <a:off x="4751" y="1327"/>
                <a:ext cx="564" cy="138"/>
                <a:chOff x="629" y="2568"/>
                <a:chExt cx="702" cy="138"/>
              </a:xfrm>
            </p:grpSpPr>
            <p:sp>
              <p:nvSpPr>
                <p:cNvPr id="4131" name="Google Shape;4131;p59"/>
                <p:cNvSpPr/>
                <p:nvPr/>
              </p:nvSpPr>
              <p:spPr>
                <a:xfrm>
                  <a:off x="629" y="2568"/>
                  <a:ext cx="70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32" name="Google Shape;4132;p59"/>
                <p:cNvSpPr/>
                <p:nvPr/>
              </p:nvSpPr>
              <p:spPr>
                <a:xfrm>
                  <a:off x="634" y="2584"/>
                  <a:ext cx="67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133" name="Google Shape;4133;p59"/>
              <p:cNvSpPr/>
              <p:nvPr/>
            </p:nvSpPr>
            <p:spPr>
              <a:xfrm>
                <a:off x="5248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4" name="Google Shape;4134;p59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5" name="Google Shape;4135;p59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6" name="Google Shape;4136;p59"/>
              <p:cNvSpPr/>
              <p:nvPr/>
            </p:nvSpPr>
            <p:spPr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7" name="Google Shape;4137;p59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8" name="Google Shape;4138;p59"/>
              <p:cNvSpPr/>
              <p:nvPr/>
            </p:nvSpPr>
            <p:spPr>
              <a:xfrm>
                <a:off x="4140" y="2676"/>
                <a:ext cx="1198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9" name="Google Shape;4139;p59"/>
              <p:cNvSpPr/>
              <p:nvPr/>
            </p:nvSpPr>
            <p:spPr>
              <a:xfrm>
                <a:off x="4206" y="2713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0" name="Google Shape;4140;p59"/>
              <p:cNvSpPr/>
              <p:nvPr/>
            </p:nvSpPr>
            <p:spPr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1" name="Google Shape;4141;p59"/>
              <p:cNvSpPr/>
              <p:nvPr/>
            </p:nvSpPr>
            <p:spPr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2" name="Google Shape;4142;p59"/>
              <p:cNvSpPr/>
              <p:nvPr/>
            </p:nvSpPr>
            <p:spPr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3" name="Google Shape;4143;p59"/>
              <p:cNvSpPr/>
              <p:nvPr/>
            </p:nvSpPr>
            <p:spPr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144" name="Google Shape;4144;p59"/>
            <p:cNvCxnSpPr/>
            <p:nvPr/>
          </p:nvCxnSpPr>
          <p:spPr>
            <a:xfrm>
              <a:off x="3734" y="1642"/>
              <a:ext cx="708" cy="498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4145" name="Google Shape;4145;p59"/>
            <p:cNvGrpSpPr/>
            <p:nvPr/>
          </p:nvGrpSpPr>
          <p:grpSpPr>
            <a:xfrm>
              <a:off x="4466" y="1881"/>
              <a:ext cx="510" cy="661"/>
              <a:chOff x="4296" y="2627"/>
              <a:chExt cx="510" cy="661"/>
            </a:xfrm>
          </p:grpSpPr>
          <p:sp>
            <p:nvSpPr>
              <p:cNvPr id="4146" name="Google Shape;4146;p59"/>
              <p:cNvSpPr/>
              <p:nvPr/>
            </p:nvSpPr>
            <p:spPr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7" name="Google Shape;4147;p59"/>
              <p:cNvSpPr txBox="1"/>
              <p:nvPr/>
            </p:nvSpPr>
            <p:spPr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mail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8" name="Google Shape;4148;p59"/>
              <p:cNvSpPr/>
              <p:nvPr/>
            </p:nvSpPr>
            <p:spPr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149" name="Google Shape;4149;p59"/>
              <p:cNvCxnSpPr/>
              <p:nvPr/>
            </p:nvCxnSpPr>
            <p:spPr>
              <a:xfrm>
                <a:off x="4369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0" name="Google Shape;4150;p59"/>
              <p:cNvCxnSpPr/>
              <p:nvPr/>
            </p:nvCxnSpPr>
            <p:spPr>
              <a:xfrm>
                <a:off x="4478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1" name="Google Shape;4151;p59"/>
              <p:cNvCxnSpPr/>
              <p:nvPr/>
            </p:nvCxnSpPr>
            <p:spPr>
              <a:xfrm>
                <a:off x="4533" y="3035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2" name="Google Shape;4152;p59"/>
              <p:cNvCxnSpPr/>
              <p:nvPr/>
            </p:nvCxnSpPr>
            <p:spPr>
              <a:xfrm>
                <a:off x="4590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3" name="Google Shape;4153;p59"/>
              <p:cNvCxnSpPr/>
              <p:nvPr/>
            </p:nvCxnSpPr>
            <p:spPr>
              <a:xfrm>
                <a:off x="4651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4" name="Google Shape;4154;p59"/>
              <p:cNvCxnSpPr/>
              <p:nvPr/>
            </p:nvCxnSpPr>
            <p:spPr>
              <a:xfrm>
                <a:off x="4707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5" name="Google Shape;4155;p59"/>
              <p:cNvCxnSpPr/>
              <p:nvPr/>
            </p:nvCxnSpPr>
            <p:spPr>
              <a:xfrm>
                <a:off x="4422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156" name="Google Shape;4156;p59"/>
              <p:cNvSpPr/>
              <p:nvPr/>
            </p:nvSpPr>
            <p:spPr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7" name="Google Shape;4157;p59"/>
              <p:cNvSpPr/>
              <p:nvPr/>
            </p:nvSpPr>
            <p:spPr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8" name="Google Shape;4158;p59"/>
              <p:cNvSpPr/>
              <p:nvPr/>
            </p:nvSpPr>
            <p:spPr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9" name="Google Shape;4159;p59"/>
              <p:cNvSpPr/>
              <p:nvPr/>
            </p:nvSpPr>
            <p:spPr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0" name="Google Shape;4160;p59"/>
              <p:cNvSpPr/>
              <p:nvPr/>
            </p:nvSpPr>
            <p:spPr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61" name="Google Shape;4161;p59"/>
            <p:cNvGrpSpPr/>
            <p:nvPr/>
          </p:nvGrpSpPr>
          <p:grpSpPr>
            <a:xfrm>
              <a:off x="3206" y="2763"/>
              <a:ext cx="510" cy="661"/>
              <a:chOff x="4296" y="2627"/>
              <a:chExt cx="510" cy="661"/>
            </a:xfrm>
          </p:grpSpPr>
          <p:sp>
            <p:nvSpPr>
              <p:cNvPr id="4162" name="Google Shape;4162;p59"/>
              <p:cNvSpPr/>
              <p:nvPr/>
            </p:nvSpPr>
            <p:spPr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3" name="Google Shape;4163;p59"/>
              <p:cNvSpPr txBox="1"/>
              <p:nvPr/>
            </p:nvSpPr>
            <p:spPr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mail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4" name="Google Shape;4164;p59"/>
              <p:cNvSpPr/>
              <p:nvPr/>
            </p:nvSpPr>
            <p:spPr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165" name="Google Shape;4165;p59"/>
              <p:cNvCxnSpPr/>
              <p:nvPr/>
            </p:nvCxnSpPr>
            <p:spPr>
              <a:xfrm>
                <a:off x="4369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6" name="Google Shape;4166;p59"/>
              <p:cNvCxnSpPr/>
              <p:nvPr/>
            </p:nvCxnSpPr>
            <p:spPr>
              <a:xfrm>
                <a:off x="4478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7" name="Google Shape;4167;p59"/>
              <p:cNvCxnSpPr/>
              <p:nvPr/>
            </p:nvCxnSpPr>
            <p:spPr>
              <a:xfrm>
                <a:off x="4533" y="3035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8" name="Google Shape;4168;p59"/>
              <p:cNvCxnSpPr/>
              <p:nvPr/>
            </p:nvCxnSpPr>
            <p:spPr>
              <a:xfrm>
                <a:off x="4590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9" name="Google Shape;4169;p59"/>
              <p:cNvCxnSpPr/>
              <p:nvPr/>
            </p:nvCxnSpPr>
            <p:spPr>
              <a:xfrm>
                <a:off x="4651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70" name="Google Shape;4170;p59"/>
              <p:cNvCxnSpPr/>
              <p:nvPr/>
            </p:nvCxnSpPr>
            <p:spPr>
              <a:xfrm>
                <a:off x="4707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71" name="Google Shape;4171;p59"/>
              <p:cNvCxnSpPr/>
              <p:nvPr/>
            </p:nvCxnSpPr>
            <p:spPr>
              <a:xfrm>
                <a:off x="4422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172" name="Google Shape;4172;p59"/>
              <p:cNvSpPr/>
              <p:nvPr/>
            </p:nvSpPr>
            <p:spPr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3" name="Google Shape;4173;p59"/>
              <p:cNvSpPr/>
              <p:nvPr/>
            </p:nvSpPr>
            <p:spPr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4" name="Google Shape;4174;p59"/>
              <p:cNvSpPr/>
              <p:nvPr/>
            </p:nvSpPr>
            <p:spPr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5" name="Google Shape;4175;p59"/>
              <p:cNvSpPr/>
              <p:nvPr/>
            </p:nvSpPr>
            <p:spPr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6" name="Google Shape;4176;p59"/>
              <p:cNvSpPr/>
              <p:nvPr/>
            </p:nvSpPr>
            <p:spPr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77" name="Google Shape;4177;p59"/>
            <p:cNvGrpSpPr/>
            <p:nvPr/>
          </p:nvGrpSpPr>
          <p:grpSpPr>
            <a:xfrm>
              <a:off x="3206" y="1347"/>
              <a:ext cx="510" cy="661"/>
              <a:chOff x="4296" y="2627"/>
              <a:chExt cx="510" cy="661"/>
            </a:xfrm>
          </p:grpSpPr>
          <p:sp>
            <p:nvSpPr>
              <p:cNvPr id="4178" name="Google Shape;4178;p59"/>
              <p:cNvSpPr/>
              <p:nvPr/>
            </p:nvSpPr>
            <p:spPr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9" name="Google Shape;4179;p59"/>
              <p:cNvSpPr txBox="1"/>
              <p:nvPr/>
            </p:nvSpPr>
            <p:spPr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mail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0" name="Google Shape;4180;p59"/>
              <p:cNvSpPr/>
              <p:nvPr/>
            </p:nvSpPr>
            <p:spPr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181" name="Google Shape;4181;p59"/>
              <p:cNvCxnSpPr/>
              <p:nvPr/>
            </p:nvCxnSpPr>
            <p:spPr>
              <a:xfrm>
                <a:off x="4369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2" name="Google Shape;4182;p59"/>
              <p:cNvCxnSpPr/>
              <p:nvPr/>
            </p:nvCxnSpPr>
            <p:spPr>
              <a:xfrm>
                <a:off x="4478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3" name="Google Shape;4183;p59"/>
              <p:cNvCxnSpPr/>
              <p:nvPr/>
            </p:nvCxnSpPr>
            <p:spPr>
              <a:xfrm>
                <a:off x="4533" y="3035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4" name="Google Shape;4184;p59"/>
              <p:cNvCxnSpPr/>
              <p:nvPr/>
            </p:nvCxnSpPr>
            <p:spPr>
              <a:xfrm>
                <a:off x="4590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5" name="Google Shape;4185;p59"/>
              <p:cNvCxnSpPr/>
              <p:nvPr/>
            </p:nvCxnSpPr>
            <p:spPr>
              <a:xfrm>
                <a:off x="4651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6" name="Google Shape;4186;p59"/>
              <p:cNvCxnSpPr/>
              <p:nvPr/>
            </p:nvCxnSpPr>
            <p:spPr>
              <a:xfrm>
                <a:off x="4707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7" name="Google Shape;4187;p59"/>
              <p:cNvCxnSpPr/>
              <p:nvPr/>
            </p:nvCxnSpPr>
            <p:spPr>
              <a:xfrm>
                <a:off x="4422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188" name="Google Shape;4188;p59"/>
              <p:cNvSpPr/>
              <p:nvPr/>
            </p:nvSpPr>
            <p:spPr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9" name="Google Shape;4189;p59"/>
              <p:cNvSpPr/>
              <p:nvPr/>
            </p:nvSpPr>
            <p:spPr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0" name="Google Shape;4190;p59"/>
              <p:cNvSpPr/>
              <p:nvPr/>
            </p:nvSpPr>
            <p:spPr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1" name="Google Shape;4191;p59"/>
              <p:cNvSpPr/>
              <p:nvPr/>
            </p:nvSpPr>
            <p:spPr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2" name="Google Shape;4192;p59"/>
              <p:cNvSpPr/>
              <p:nvPr/>
            </p:nvSpPr>
            <p:spPr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193" name="Google Shape;4193;p59"/>
            <p:cNvCxnSpPr/>
            <p:nvPr/>
          </p:nvCxnSpPr>
          <p:spPr>
            <a:xfrm flipH="1" rot="10800000">
              <a:off x="3734" y="2350"/>
              <a:ext cx="708" cy="684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194" name="Google Shape;4194;p59"/>
            <p:cNvCxnSpPr/>
            <p:nvPr/>
          </p:nvCxnSpPr>
          <p:spPr>
            <a:xfrm rot="10800000">
              <a:off x="3266" y="2020"/>
              <a:ext cx="0" cy="786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4195" name="Google Shape;4195;p59"/>
            <p:cNvGrpSpPr/>
            <p:nvPr/>
          </p:nvGrpSpPr>
          <p:grpSpPr>
            <a:xfrm>
              <a:off x="3799" y="2535"/>
              <a:ext cx="641" cy="330"/>
              <a:chOff x="3749" y="2537"/>
              <a:chExt cx="641" cy="330"/>
            </a:xfrm>
          </p:grpSpPr>
          <p:sp>
            <p:nvSpPr>
              <p:cNvPr id="4196" name="Google Shape;4196;p59"/>
              <p:cNvSpPr/>
              <p:nvPr/>
            </p:nvSpPr>
            <p:spPr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7" name="Google Shape;4197;p59"/>
              <p:cNvSpPr txBox="1"/>
              <p:nvPr/>
            </p:nvSpPr>
            <p:spPr>
              <a:xfrm>
                <a:off x="3749" y="2537"/>
                <a:ext cx="64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SMTP</a:t>
                </a:r>
                <a:endParaRPr/>
              </a:p>
            </p:txBody>
          </p:sp>
        </p:grpSp>
        <p:grpSp>
          <p:nvGrpSpPr>
            <p:cNvPr id="4198" name="Google Shape;4198;p59"/>
            <p:cNvGrpSpPr/>
            <p:nvPr/>
          </p:nvGrpSpPr>
          <p:grpSpPr>
            <a:xfrm>
              <a:off x="3775" y="1743"/>
              <a:ext cx="641" cy="330"/>
              <a:chOff x="3749" y="2537"/>
              <a:chExt cx="641" cy="330"/>
            </a:xfrm>
          </p:grpSpPr>
          <p:sp>
            <p:nvSpPr>
              <p:cNvPr id="4199" name="Google Shape;4199;p59"/>
              <p:cNvSpPr/>
              <p:nvPr/>
            </p:nvSpPr>
            <p:spPr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0" name="Google Shape;4200;p59"/>
              <p:cNvSpPr txBox="1"/>
              <p:nvPr/>
            </p:nvSpPr>
            <p:spPr>
              <a:xfrm>
                <a:off x="3749" y="2537"/>
                <a:ext cx="64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SMTP</a:t>
                </a:r>
                <a:endParaRPr/>
              </a:p>
            </p:txBody>
          </p:sp>
        </p:grpSp>
        <p:grpSp>
          <p:nvGrpSpPr>
            <p:cNvPr id="4201" name="Google Shape;4201;p59"/>
            <p:cNvGrpSpPr/>
            <p:nvPr/>
          </p:nvGrpSpPr>
          <p:grpSpPr>
            <a:xfrm>
              <a:off x="2962" y="2151"/>
              <a:ext cx="641" cy="330"/>
              <a:chOff x="3770" y="2495"/>
              <a:chExt cx="641" cy="330"/>
            </a:xfrm>
          </p:grpSpPr>
          <p:sp>
            <p:nvSpPr>
              <p:cNvPr id="4202" name="Google Shape;4202;p59"/>
              <p:cNvSpPr/>
              <p:nvPr/>
            </p:nvSpPr>
            <p:spPr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3" name="Google Shape;4203;p59"/>
              <p:cNvSpPr txBox="1"/>
              <p:nvPr/>
            </p:nvSpPr>
            <p:spPr>
              <a:xfrm>
                <a:off x="3770" y="2495"/>
                <a:ext cx="64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SMTP</a:t>
                </a:r>
                <a:endParaRPr/>
              </a:p>
            </p:txBody>
          </p:sp>
        </p:grpSp>
        <p:grpSp>
          <p:nvGrpSpPr>
            <p:cNvPr id="4204" name="Google Shape;4204;p59"/>
            <p:cNvGrpSpPr/>
            <p:nvPr/>
          </p:nvGrpSpPr>
          <p:grpSpPr>
            <a:xfrm>
              <a:off x="3579" y="886"/>
              <a:ext cx="583" cy="664"/>
              <a:chOff x="3566" y="550"/>
              <a:chExt cx="583" cy="664"/>
            </a:xfrm>
          </p:grpSpPr>
          <p:grpSp>
            <p:nvGrpSpPr>
              <p:cNvPr id="4205" name="Google Shape;4205;p59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206" name="Google Shape;4206;p5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207" name="Google Shape;4207;p5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08" name="Google Shape;4208;p59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9" name="Google Shape;4209;p59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10" name="Google Shape;4210;p59"/>
            <p:cNvGrpSpPr/>
            <p:nvPr/>
          </p:nvGrpSpPr>
          <p:grpSpPr>
            <a:xfrm>
              <a:off x="4862" y="1400"/>
              <a:ext cx="583" cy="664"/>
              <a:chOff x="3566" y="550"/>
              <a:chExt cx="583" cy="664"/>
            </a:xfrm>
          </p:grpSpPr>
          <p:grpSp>
            <p:nvGrpSpPr>
              <p:cNvPr id="4211" name="Google Shape;4211;p59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212" name="Google Shape;4212;p5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213" name="Google Shape;4213;p5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14" name="Google Shape;4214;p59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5" name="Google Shape;4215;p59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16" name="Google Shape;4216;p59"/>
            <p:cNvGrpSpPr/>
            <p:nvPr/>
          </p:nvGrpSpPr>
          <p:grpSpPr>
            <a:xfrm>
              <a:off x="5074" y="1880"/>
              <a:ext cx="583" cy="664"/>
              <a:chOff x="3566" y="550"/>
              <a:chExt cx="583" cy="664"/>
            </a:xfrm>
          </p:grpSpPr>
          <p:grpSp>
            <p:nvGrpSpPr>
              <p:cNvPr id="4217" name="Google Shape;4217;p59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218" name="Google Shape;4218;p5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219" name="Google Shape;4219;p5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20" name="Google Shape;4220;p59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1" name="Google Shape;4221;p59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22" name="Google Shape;4222;p59"/>
            <p:cNvGrpSpPr/>
            <p:nvPr/>
          </p:nvGrpSpPr>
          <p:grpSpPr>
            <a:xfrm>
              <a:off x="4991" y="2540"/>
              <a:ext cx="583" cy="664"/>
              <a:chOff x="3566" y="550"/>
              <a:chExt cx="583" cy="664"/>
            </a:xfrm>
          </p:grpSpPr>
          <p:grpSp>
            <p:nvGrpSpPr>
              <p:cNvPr id="4223" name="Google Shape;4223;p59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224" name="Google Shape;4224;p5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225" name="Google Shape;4225;p5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26" name="Google Shape;4226;p59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7" name="Google Shape;4227;p59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28" name="Google Shape;4228;p59"/>
            <p:cNvGrpSpPr/>
            <p:nvPr/>
          </p:nvGrpSpPr>
          <p:grpSpPr>
            <a:xfrm>
              <a:off x="3346" y="3446"/>
              <a:ext cx="583" cy="664"/>
              <a:chOff x="3566" y="550"/>
              <a:chExt cx="583" cy="664"/>
            </a:xfrm>
          </p:grpSpPr>
          <p:grpSp>
            <p:nvGrpSpPr>
              <p:cNvPr id="4229" name="Google Shape;4229;p59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230" name="Google Shape;4230;p5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231" name="Google Shape;4231;p5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32" name="Google Shape;4232;p59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3" name="Google Shape;4233;p59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34" name="Google Shape;4234;p59"/>
            <p:cNvGrpSpPr/>
            <p:nvPr/>
          </p:nvGrpSpPr>
          <p:grpSpPr>
            <a:xfrm>
              <a:off x="3805" y="3056"/>
              <a:ext cx="583" cy="664"/>
              <a:chOff x="3566" y="550"/>
              <a:chExt cx="583" cy="664"/>
            </a:xfrm>
          </p:grpSpPr>
          <p:grpSp>
            <p:nvGrpSpPr>
              <p:cNvPr id="4235" name="Google Shape;4235;p59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236" name="Google Shape;4236;p5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237" name="Google Shape;4237;p5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38" name="Google Shape;4238;p59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9" name="Google Shape;4239;p59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240" name="Google Shape;4240;p59"/>
          <p:cNvSpPr txBox="1"/>
          <p:nvPr/>
        </p:nvSpPr>
        <p:spPr>
          <a:xfrm>
            <a:off x="660265" y="1387147"/>
            <a:ext cx="567403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mail servers: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mailbox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contains incoming messages for user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message queue</a:t>
            </a: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outgoing (to be sent) mail messages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SMTP protocol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between mail servers to send email messages</a:t>
            </a:r>
            <a:endParaRPr/>
          </a:p>
          <a:p>
            <a:pPr indent="-230187" lvl="0" marL="4111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client: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sending mail server</a:t>
            </a:r>
            <a:endParaRPr/>
          </a:p>
          <a:p>
            <a:pPr indent="-230187" lvl="0" marL="4111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“server”: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receiving mail server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41" name="Google Shape;4241;p59"/>
          <p:cNvGrpSpPr/>
          <p:nvPr/>
        </p:nvGrpSpPr>
        <p:grpSpPr>
          <a:xfrm>
            <a:off x="7171111" y="1995054"/>
            <a:ext cx="3710247" cy="3732412"/>
            <a:chOff x="7171111" y="1995054"/>
            <a:chExt cx="3710247" cy="3732412"/>
          </a:xfrm>
        </p:grpSpPr>
        <p:sp>
          <p:nvSpPr>
            <p:cNvPr id="4242" name="Google Shape;4242;p59"/>
            <p:cNvSpPr/>
            <p:nvPr/>
          </p:nvSpPr>
          <p:spPr>
            <a:xfrm>
              <a:off x="7215447" y="1995054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3" name="Google Shape;4243;p59"/>
            <p:cNvSpPr/>
            <p:nvPr/>
          </p:nvSpPr>
          <p:spPr>
            <a:xfrm>
              <a:off x="9213272" y="2862348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4" name="Google Shape;4244;p59"/>
            <p:cNvSpPr/>
            <p:nvPr/>
          </p:nvSpPr>
          <p:spPr>
            <a:xfrm>
              <a:off x="7171111" y="4261656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5" name="Google Shape;4245;p59"/>
            <p:cNvSpPr/>
            <p:nvPr/>
          </p:nvSpPr>
          <p:spPr>
            <a:xfrm>
              <a:off x="9651074" y="5295204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46" name="Google Shape;4246;p59"/>
          <p:cNvGrpSpPr/>
          <p:nvPr/>
        </p:nvGrpSpPr>
        <p:grpSpPr>
          <a:xfrm>
            <a:off x="7223758" y="2263832"/>
            <a:ext cx="3272445" cy="4031670"/>
            <a:chOff x="7171111" y="1995054"/>
            <a:chExt cx="3272445" cy="4031670"/>
          </a:xfrm>
        </p:grpSpPr>
        <p:sp>
          <p:nvSpPr>
            <p:cNvPr id="4247" name="Google Shape;4247;p59"/>
            <p:cNvSpPr/>
            <p:nvPr/>
          </p:nvSpPr>
          <p:spPr>
            <a:xfrm>
              <a:off x="7215447" y="1995054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8" name="Google Shape;4248;p59"/>
            <p:cNvSpPr/>
            <p:nvPr/>
          </p:nvSpPr>
          <p:spPr>
            <a:xfrm>
              <a:off x="9213272" y="2862348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9" name="Google Shape;4249;p59"/>
            <p:cNvSpPr/>
            <p:nvPr/>
          </p:nvSpPr>
          <p:spPr>
            <a:xfrm>
              <a:off x="7171111" y="4261656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0" name="Google Shape;4250;p59"/>
            <p:cNvSpPr/>
            <p:nvPr/>
          </p:nvSpPr>
          <p:spPr>
            <a:xfrm>
              <a:off x="9590116" y="5594462"/>
              <a:ext cx="759227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51" name="Google Shape;4251;p59"/>
          <p:cNvGrpSpPr/>
          <p:nvPr/>
        </p:nvGrpSpPr>
        <p:grpSpPr>
          <a:xfrm>
            <a:off x="6988233" y="2128058"/>
            <a:ext cx="2391295" cy="1864822"/>
            <a:chOff x="6988233" y="2128058"/>
            <a:chExt cx="2391295" cy="1864822"/>
          </a:xfrm>
        </p:grpSpPr>
        <p:sp>
          <p:nvSpPr>
            <p:cNvPr id="4252" name="Google Shape;4252;p59"/>
            <p:cNvSpPr/>
            <p:nvPr/>
          </p:nvSpPr>
          <p:spPr>
            <a:xfrm>
              <a:off x="8262851" y="2128058"/>
              <a:ext cx="1080655" cy="615142"/>
            </a:xfrm>
            <a:prstGeom prst="ellipse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3" name="Google Shape;4253;p59"/>
            <p:cNvSpPr/>
            <p:nvPr/>
          </p:nvSpPr>
          <p:spPr>
            <a:xfrm>
              <a:off x="8298873" y="3377738"/>
              <a:ext cx="1080655" cy="615142"/>
            </a:xfrm>
            <a:prstGeom prst="ellipse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4" name="Google Shape;4254;p59"/>
            <p:cNvSpPr/>
            <p:nvPr/>
          </p:nvSpPr>
          <p:spPr>
            <a:xfrm>
              <a:off x="6988233" y="2781993"/>
              <a:ext cx="1080655" cy="615142"/>
            </a:xfrm>
            <a:prstGeom prst="ellipse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55" name="Google Shape;4255;p5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0" name="Shape 4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1" name="Google Shape;4261;p6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SMTP RFC </a:t>
            </a:r>
            <a:r>
              <a:rPr lang="en-US" sz="3200"/>
              <a:t>(5321)</a:t>
            </a:r>
            <a:endParaRPr sz="4400"/>
          </a:p>
        </p:txBody>
      </p:sp>
      <p:sp>
        <p:nvSpPr>
          <p:cNvPr id="4262" name="Google Shape;4262;p60"/>
          <p:cNvSpPr txBox="1"/>
          <p:nvPr/>
        </p:nvSpPr>
        <p:spPr>
          <a:xfrm>
            <a:off x="693827" y="1364343"/>
            <a:ext cx="688738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uses TCP to reliably transfer email message from client (mail server initiating connection) to server, port 25</a:t>
            </a:r>
            <a:endParaRPr/>
          </a:p>
          <a:p>
            <a:pPr indent="-222250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 transfer: sending server (acting like client) to receiving server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three phases of transfer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handshaking (greeting)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transfer of messages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closure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command/response interaction (like HTTP)</a:t>
            </a:r>
            <a:endParaRPr b="0" i="0" sz="28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commands: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ASCII text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response: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status code and phrase</a:t>
            </a:r>
            <a:endParaRPr/>
          </a:p>
        </p:txBody>
      </p:sp>
      <p:cxnSp>
        <p:nvCxnSpPr>
          <p:cNvPr id="4263" name="Google Shape;4263;p60"/>
          <p:cNvCxnSpPr/>
          <p:nvPr/>
        </p:nvCxnSpPr>
        <p:spPr>
          <a:xfrm>
            <a:off x="9759590" y="1806759"/>
            <a:ext cx="0" cy="4494287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4264" name="Google Shape;4264;p60"/>
          <p:cNvCxnSpPr/>
          <p:nvPr/>
        </p:nvCxnSpPr>
        <p:spPr>
          <a:xfrm>
            <a:off x="11450277" y="1800409"/>
            <a:ext cx="0" cy="4450761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4265" name="Google Shape;4265;p60"/>
          <p:cNvCxnSpPr/>
          <p:nvPr/>
        </p:nvCxnSpPr>
        <p:spPr>
          <a:xfrm>
            <a:off x="9773877" y="2038535"/>
            <a:ext cx="1684338" cy="390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66" name="Google Shape;4266;p60"/>
          <p:cNvCxnSpPr/>
          <p:nvPr/>
        </p:nvCxnSpPr>
        <p:spPr>
          <a:xfrm flipH="1">
            <a:off x="9776216" y="2443434"/>
            <a:ext cx="1673225" cy="4032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67" name="Google Shape;4267;p60"/>
          <p:cNvCxnSpPr/>
          <p:nvPr/>
        </p:nvCxnSpPr>
        <p:spPr>
          <a:xfrm>
            <a:off x="9784153" y="2951434"/>
            <a:ext cx="1684338" cy="390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68" name="Google Shape;4268;p60"/>
          <p:cNvCxnSpPr/>
          <p:nvPr/>
        </p:nvCxnSpPr>
        <p:spPr>
          <a:xfrm>
            <a:off x="9369065" y="2013135"/>
            <a:ext cx="390525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9" name="Google Shape;4269;p60"/>
          <p:cNvSpPr txBox="1"/>
          <p:nvPr/>
        </p:nvSpPr>
        <p:spPr>
          <a:xfrm>
            <a:off x="8029576" y="1681861"/>
            <a:ext cx="1363707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initiate TCP</a:t>
            </a:r>
            <a:endParaRPr/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/>
          </a:p>
        </p:txBody>
      </p:sp>
      <p:sp>
        <p:nvSpPr>
          <p:cNvPr id="4270" name="Google Shape;4270;p60"/>
          <p:cNvSpPr/>
          <p:nvPr/>
        </p:nvSpPr>
        <p:spPr>
          <a:xfrm>
            <a:off x="9504002" y="2063935"/>
            <a:ext cx="128588" cy="803275"/>
          </a:xfrm>
          <a:prstGeom prst="leftBrace">
            <a:avLst>
              <a:gd fmla="val 52057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1" name="Google Shape;4271;p60"/>
          <p:cNvSpPr txBox="1"/>
          <p:nvPr/>
        </p:nvSpPr>
        <p:spPr>
          <a:xfrm>
            <a:off x="9038028" y="2241821"/>
            <a:ext cx="575222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</a:t>
            </a:r>
            <a:endParaRPr/>
          </a:p>
        </p:txBody>
      </p:sp>
      <p:cxnSp>
        <p:nvCxnSpPr>
          <p:cNvPr id="4272" name="Google Shape;4272;p60"/>
          <p:cNvCxnSpPr/>
          <p:nvPr/>
        </p:nvCxnSpPr>
        <p:spPr>
          <a:xfrm>
            <a:off x="9434903" y="2884759"/>
            <a:ext cx="3540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73" name="Google Shape;4273;p60"/>
          <p:cNvSpPr txBox="1"/>
          <p:nvPr/>
        </p:nvSpPr>
        <p:spPr>
          <a:xfrm>
            <a:off x="9733670" y="5983183"/>
            <a:ext cx="663964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grpSp>
        <p:nvGrpSpPr>
          <p:cNvPr id="4274" name="Google Shape;4274;p60"/>
          <p:cNvGrpSpPr/>
          <p:nvPr/>
        </p:nvGrpSpPr>
        <p:grpSpPr>
          <a:xfrm>
            <a:off x="11321502" y="1113906"/>
            <a:ext cx="302736" cy="620580"/>
            <a:chOff x="4140" y="429"/>
            <a:chExt cx="1425" cy="2396"/>
          </a:xfrm>
        </p:grpSpPr>
        <p:sp>
          <p:nvSpPr>
            <p:cNvPr id="4275" name="Google Shape;4275;p6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6" name="Google Shape;4276;p60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7" name="Google Shape;4277;p6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8" name="Google Shape;4278;p6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9" name="Google Shape;4279;p60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80" name="Google Shape;4280;p60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4281" name="Google Shape;4281;p60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2" name="Google Shape;4282;p60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83" name="Google Shape;4283;p60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84" name="Google Shape;4284;p60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4285" name="Google Shape;4285;p60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6" name="Google Shape;4286;p60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87" name="Google Shape;4287;p60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8" name="Google Shape;4288;p60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89" name="Google Shape;4289;p60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4290" name="Google Shape;4290;p60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1" name="Google Shape;4291;p60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92" name="Google Shape;4292;p6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93" name="Google Shape;4293;p60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4294" name="Google Shape;4294;p60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5" name="Google Shape;4295;p60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96" name="Google Shape;4296;p60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7" name="Google Shape;4297;p6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8" name="Google Shape;4298;p6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9" name="Google Shape;4299;p60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0" name="Google Shape;4300;p6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1" name="Google Shape;4301;p60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2" name="Google Shape;4302;p60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3" name="Google Shape;4303;p60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4" name="Google Shape;4304;p60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5" name="Google Shape;4305;p60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6" name="Google Shape;4306;p60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07" name="Google Shape;4307;p60"/>
          <p:cNvGrpSpPr/>
          <p:nvPr/>
        </p:nvGrpSpPr>
        <p:grpSpPr>
          <a:xfrm>
            <a:off x="9628476" y="1133303"/>
            <a:ext cx="302736" cy="620580"/>
            <a:chOff x="4140" y="429"/>
            <a:chExt cx="1425" cy="2396"/>
          </a:xfrm>
        </p:grpSpPr>
        <p:sp>
          <p:nvSpPr>
            <p:cNvPr id="4308" name="Google Shape;4308;p6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9" name="Google Shape;4309;p60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0" name="Google Shape;4310;p6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1" name="Google Shape;4311;p6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2" name="Google Shape;4312;p60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13" name="Google Shape;4313;p60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4314" name="Google Shape;4314;p60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5" name="Google Shape;4315;p60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16" name="Google Shape;4316;p60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17" name="Google Shape;4317;p60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4318" name="Google Shape;4318;p60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9" name="Google Shape;4319;p60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20" name="Google Shape;4320;p60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1" name="Google Shape;4321;p60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22" name="Google Shape;4322;p60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4323" name="Google Shape;4323;p60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4" name="Google Shape;4324;p60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25" name="Google Shape;4325;p6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26" name="Google Shape;4326;p60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4327" name="Google Shape;4327;p60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8" name="Google Shape;4328;p60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29" name="Google Shape;4329;p60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0" name="Google Shape;4330;p6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1" name="Google Shape;4331;p6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2" name="Google Shape;4332;p60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3" name="Google Shape;4333;p6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4" name="Google Shape;4334;p60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5" name="Google Shape;4335;p60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6" name="Google Shape;4336;p60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7" name="Google Shape;4337;p60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8" name="Google Shape;4338;p60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9" name="Google Shape;4339;p60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40" name="Google Shape;4340;p60"/>
          <p:cNvGrpSpPr/>
          <p:nvPr/>
        </p:nvGrpSpPr>
        <p:grpSpPr>
          <a:xfrm>
            <a:off x="7963592" y="3346866"/>
            <a:ext cx="3507671" cy="1391389"/>
            <a:chOff x="7963592" y="3346866"/>
            <a:chExt cx="3507671" cy="1391389"/>
          </a:xfrm>
        </p:grpSpPr>
        <p:cxnSp>
          <p:nvCxnSpPr>
            <p:cNvPr id="4341" name="Google Shape;4341;p60"/>
            <p:cNvCxnSpPr/>
            <p:nvPr/>
          </p:nvCxnSpPr>
          <p:spPr>
            <a:xfrm flipH="1">
              <a:off x="9778988" y="3377229"/>
              <a:ext cx="1673225" cy="4032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342" name="Google Shape;4342;p60"/>
            <p:cNvCxnSpPr/>
            <p:nvPr/>
          </p:nvCxnSpPr>
          <p:spPr>
            <a:xfrm>
              <a:off x="9786925" y="3835354"/>
              <a:ext cx="1684338" cy="3905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343" name="Google Shape;4343;p60"/>
            <p:cNvCxnSpPr/>
            <p:nvPr/>
          </p:nvCxnSpPr>
          <p:spPr>
            <a:xfrm flipH="1">
              <a:off x="9781759" y="4294399"/>
              <a:ext cx="1673225" cy="4032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344" name="Google Shape;4344;p60"/>
            <p:cNvSpPr txBox="1"/>
            <p:nvPr/>
          </p:nvSpPr>
          <p:spPr>
            <a:xfrm>
              <a:off x="10274100" y="3374969"/>
              <a:ext cx="548639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220</a:t>
              </a:r>
              <a:endParaRPr/>
            </a:p>
          </p:txBody>
        </p:sp>
        <p:sp>
          <p:nvSpPr>
            <p:cNvPr id="4345" name="Google Shape;4345;p60"/>
            <p:cNvSpPr txBox="1"/>
            <p:nvPr/>
          </p:nvSpPr>
          <p:spPr>
            <a:xfrm>
              <a:off x="10110616" y="4358640"/>
              <a:ext cx="1127759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250 Hello</a:t>
              </a:r>
              <a:endParaRPr/>
            </a:p>
          </p:txBody>
        </p:sp>
        <p:sp>
          <p:nvSpPr>
            <p:cNvPr id="4346" name="Google Shape;4346;p60"/>
            <p:cNvSpPr txBox="1"/>
            <p:nvPr/>
          </p:nvSpPr>
          <p:spPr>
            <a:xfrm>
              <a:off x="10293496" y="3859879"/>
              <a:ext cx="695497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HELO</a:t>
              </a:r>
              <a:endParaRPr/>
            </a:p>
          </p:txBody>
        </p:sp>
        <p:sp>
          <p:nvSpPr>
            <p:cNvPr id="4347" name="Google Shape;4347;p60"/>
            <p:cNvSpPr/>
            <p:nvPr/>
          </p:nvSpPr>
          <p:spPr>
            <a:xfrm>
              <a:off x="9589901" y="3346866"/>
              <a:ext cx="152184" cy="1391389"/>
            </a:xfrm>
            <a:prstGeom prst="leftBrace">
              <a:avLst>
                <a:gd fmla="val 52057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8" name="Google Shape;4348;p60"/>
            <p:cNvSpPr txBox="1"/>
            <p:nvPr/>
          </p:nvSpPr>
          <p:spPr>
            <a:xfrm>
              <a:off x="7963592" y="3757509"/>
              <a:ext cx="1662545" cy="617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SMTP handshaking</a:t>
              </a:r>
              <a:endParaRPr/>
            </a:p>
          </p:txBody>
        </p:sp>
      </p:grpSp>
      <p:sp>
        <p:nvSpPr>
          <p:cNvPr id="4349" name="Google Shape;4349;p60"/>
          <p:cNvSpPr txBox="1"/>
          <p:nvPr/>
        </p:nvSpPr>
        <p:spPr>
          <a:xfrm>
            <a:off x="7699837" y="2515905"/>
            <a:ext cx="2192308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TCP connection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initiated</a:t>
            </a:r>
            <a:endParaRPr/>
          </a:p>
        </p:txBody>
      </p:sp>
      <p:sp>
        <p:nvSpPr>
          <p:cNvPr id="4350" name="Google Shape;4350;p60"/>
          <p:cNvSpPr txBox="1"/>
          <p:nvPr/>
        </p:nvSpPr>
        <p:spPr>
          <a:xfrm>
            <a:off x="8589284" y="482929"/>
            <a:ext cx="1548694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“client”</a:t>
            </a:r>
            <a:endParaRPr/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SMTP server</a:t>
            </a:r>
            <a:endParaRPr/>
          </a:p>
        </p:txBody>
      </p:sp>
      <p:sp>
        <p:nvSpPr>
          <p:cNvPr id="4351" name="Google Shape;4351;p60"/>
          <p:cNvSpPr txBox="1"/>
          <p:nvPr/>
        </p:nvSpPr>
        <p:spPr>
          <a:xfrm>
            <a:off x="10344050" y="485700"/>
            <a:ext cx="1548694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“server”</a:t>
            </a:r>
            <a:endParaRPr/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SMTP server</a:t>
            </a:r>
            <a:endParaRPr/>
          </a:p>
        </p:txBody>
      </p:sp>
      <p:grpSp>
        <p:nvGrpSpPr>
          <p:cNvPr id="4352" name="Google Shape;4352;p60"/>
          <p:cNvGrpSpPr/>
          <p:nvPr/>
        </p:nvGrpSpPr>
        <p:grpSpPr>
          <a:xfrm>
            <a:off x="7966363" y="4829303"/>
            <a:ext cx="1745242" cy="1391389"/>
            <a:chOff x="7966363" y="4829303"/>
            <a:chExt cx="1745242" cy="1391389"/>
          </a:xfrm>
        </p:grpSpPr>
        <p:sp>
          <p:nvSpPr>
            <p:cNvPr id="4353" name="Google Shape;4353;p60"/>
            <p:cNvSpPr/>
            <p:nvPr/>
          </p:nvSpPr>
          <p:spPr>
            <a:xfrm>
              <a:off x="9559421" y="4829303"/>
              <a:ext cx="152184" cy="1391389"/>
            </a:xfrm>
            <a:prstGeom prst="leftBrace">
              <a:avLst>
                <a:gd fmla="val 52057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4" name="Google Shape;4354;p60"/>
            <p:cNvSpPr txBox="1"/>
            <p:nvPr/>
          </p:nvSpPr>
          <p:spPr>
            <a:xfrm>
              <a:off x="7966363" y="5223320"/>
              <a:ext cx="1662545" cy="617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SMTP transfers</a:t>
              </a:r>
              <a:endParaRPr/>
            </a:p>
          </p:txBody>
        </p:sp>
      </p:grpSp>
      <p:sp>
        <p:nvSpPr>
          <p:cNvPr id="4355" name="Google Shape;4355;p6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0" name="Shape 4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1" name="Google Shape;4361;p6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Scenario: Alice sends e-mail to Bob</a:t>
            </a:r>
            <a:endParaRPr sz="4400"/>
          </a:p>
        </p:txBody>
      </p:sp>
      <p:sp>
        <p:nvSpPr>
          <p:cNvPr id="4362" name="Google Shape;4362;p61"/>
          <p:cNvSpPr txBox="1"/>
          <p:nvPr/>
        </p:nvSpPr>
        <p:spPr>
          <a:xfrm>
            <a:off x="707567" y="1371600"/>
            <a:ext cx="5071156" cy="1153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1) Alice uses UA to compose e-mail message “to” bob@someschool.edu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3" name="Google Shape;4363;p61"/>
          <p:cNvSpPr txBox="1"/>
          <p:nvPr/>
        </p:nvSpPr>
        <p:spPr>
          <a:xfrm>
            <a:off x="6638017" y="1329168"/>
            <a:ext cx="5071155" cy="946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4) SMTP client sends Alice’s message over the TCP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4364" name="Google Shape;4364;p61"/>
          <p:cNvGrpSpPr/>
          <p:nvPr/>
        </p:nvGrpSpPr>
        <p:grpSpPr>
          <a:xfrm>
            <a:off x="2304142" y="4981175"/>
            <a:ext cx="912813" cy="1054100"/>
            <a:chOff x="3574" y="550"/>
            <a:chExt cx="575" cy="664"/>
          </a:xfrm>
        </p:grpSpPr>
        <p:grpSp>
          <p:nvGrpSpPr>
            <p:cNvPr id="4365" name="Google Shape;4365;p61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descr="desktop_computer_stylized_medium" id="4366" name="Google Shape;4366;p6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367" name="Google Shape;4367;p6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68" name="Google Shape;4368;p61"/>
            <p:cNvSpPr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9" name="Google Shape;4369;p61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70" name="Google Shape;4370;p61"/>
          <p:cNvGrpSpPr/>
          <p:nvPr/>
        </p:nvGrpSpPr>
        <p:grpSpPr>
          <a:xfrm>
            <a:off x="6014130" y="4712887"/>
            <a:ext cx="511175" cy="693738"/>
            <a:chOff x="4140" y="429"/>
            <a:chExt cx="1425" cy="2396"/>
          </a:xfrm>
        </p:grpSpPr>
        <p:sp>
          <p:nvSpPr>
            <p:cNvPr id="4371" name="Google Shape;4371;p6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2" name="Google Shape;4372;p61"/>
            <p:cNvSpPr/>
            <p:nvPr/>
          </p:nvSpPr>
          <p:spPr>
            <a:xfrm>
              <a:off x="4206" y="429"/>
              <a:ext cx="1044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3" name="Google Shape;4373;p6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4" name="Google Shape;4374;p6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5" name="Google Shape;4375;p61"/>
            <p:cNvSpPr/>
            <p:nvPr/>
          </p:nvSpPr>
          <p:spPr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76" name="Google Shape;4376;p61"/>
            <p:cNvGrpSpPr/>
            <p:nvPr/>
          </p:nvGrpSpPr>
          <p:grpSpPr>
            <a:xfrm>
              <a:off x="4751" y="670"/>
              <a:ext cx="579" cy="143"/>
              <a:chOff x="616" y="2570"/>
              <a:chExt cx="723" cy="137"/>
            </a:xfrm>
          </p:grpSpPr>
          <p:sp>
            <p:nvSpPr>
              <p:cNvPr id="4377" name="Google Shape;4377;p61"/>
              <p:cNvSpPr/>
              <p:nvPr/>
            </p:nvSpPr>
            <p:spPr>
              <a:xfrm>
                <a:off x="616" y="2570"/>
                <a:ext cx="723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8" name="Google Shape;4378;p61"/>
              <p:cNvSpPr/>
              <p:nvPr/>
            </p:nvSpPr>
            <p:spPr>
              <a:xfrm>
                <a:off x="633" y="2586"/>
                <a:ext cx="690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79" name="Google Shape;4379;p61"/>
            <p:cNvSpPr/>
            <p:nvPr/>
          </p:nvSpPr>
          <p:spPr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80" name="Google Shape;4380;p61"/>
            <p:cNvGrpSpPr/>
            <p:nvPr/>
          </p:nvGrpSpPr>
          <p:grpSpPr>
            <a:xfrm>
              <a:off x="4746" y="994"/>
              <a:ext cx="575" cy="126"/>
              <a:chOff x="613" y="2568"/>
              <a:chExt cx="718" cy="131"/>
            </a:xfrm>
          </p:grpSpPr>
          <p:sp>
            <p:nvSpPr>
              <p:cNvPr id="4381" name="Google Shape;4381;p61"/>
              <p:cNvSpPr/>
              <p:nvPr/>
            </p:nvSpPr>
            <p:spPr>
              <a:xfrm>
                <a:off x="613" y="2568"/>
                <a:ext cx="718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2" name="Google Shape;4382;p61"/>
              <p:cNvSpPr/>
              <p:nvPr/>
            </p:nvSpPr>
            <p:spPr>
              <a:xfrm>
                <a:off x="630" y="2585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83" name="Google Shape;4383;p61"/>
            <p:cNvSpPr/>
            <p:nvPr/>
          </p:nvSpPr>
          <p:spPr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4" name="Google Shape;4384;p61"/>
            <p:cNvSpPr/>
            <p:nvPr/>
          </p:nvSpPr>
          <p:spPr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85" name="Google Shape;4385;p61"/>
            <p:cNvGrpSpPr/>
            <p:nvPr/>
          </p:nvGrpSpPr>
          <p:grpSpPr>
            <a:xfrm>
              <a:off x="4733" y="1641"/>
              <a:ext cx="584" cy="137"/>
              <a:chOff x="612" y="2581"/>
              <a:chExt cx="728" cy="126"/>
            </a:xfrm>
          </p:grpSpPr>
          <p:sp>
            <p:nvSpPr>
              <p:cNvPr id="4386" name="Google Shape;4386;p61"/>
              <p:cNvSpPr/>
              <p:nvPr/>
            </p:nvSpPr>
            <p:spPr>
              <a:xfrm>
                <a:off x="612" y="2581"/>
                <a:ext cx="728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7" name="Google Shape;4387;p61"/>
              <p:cNvSpPr/>
              <p:nvPr/>
            </p:nvSpPr>
            <p:spPr>
              <a:xfrm>
                <a:off x="628" y="2586"/>
                <a:ext cx="695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88" name="Google Shape;4388;p6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89" name="Google Shape;4389;p61"/>
            <p:cNvGrpSpPr/>
            <p:nvPr/>
          </p:nvGrpSpPr>
          <p:grpSpPr>
            <a:xfrm>
              <a:off x="4737" y="1328"/>
              <a:ext cx="584" cy="137"/>
              <a:chOff x="612" y="2569"/>
              <a:chExt cx="728" cy="137"/>
            </a:xfrm>
          </p:grpSpPr>
          <p:sp>
            <p:nvSpPr>
              <p:cNvPr id="4390" name="Google Shape;4390;p61"/>
              <p:cNvSpPr/>
              <p:nvPr/>
            </p:nvSpPr>
            <p:spPr>
              <a:xfrm>
                <a:off x="612" y="2569"/>
                <a:ext cx="728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1" name="Google Shape;4391;p61"/>
              <p:cNvSpPr/>
              <p:nvPr/>
            </p:nvSpPr>
            <p:spPr>
              <a:xfrm>
                <a:off x="629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92" name="Google Shape;4392;p61"/>
            <p:cNvSpPr/>
            <p:nvPr/>
          </p:nvSpPr>
          <p:spPr>
            <a:xfrm>
              <a:off x="5251" y="429"/>
              <a:ext cx="66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3" name="Google Shape;4393;p6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4" name="Google Shape;4394;p6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5" name="Google Shape;4395;p61"/>
            <p:cNvSpPr/>
            <p:nvPr/>
          </p:nvSpPr>
          <p:spPr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6" name="Google Shape;4396;p6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7" name="Google Shape;4397;p61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8" name="Google Shape;4398;p61"/>
            <p:cNvSpPr/>
            <p:nvPr/>
          </p:nvSpPr>
          <p:spPr>
            <a:xfrm>
              <a:off x="4206" y="2710"/>
              <a:ext cx="1071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9" name="Google Shape;4399;p61"/>
            <p:cNvSpPr/>
            <p:nvPr/>
          </p:nvSpPr>
          <p:spPr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0" name="Google Shape;4400;p61"/>
            <p:cNvSpPr/>
            <p:nvPr/>
          </p:nvSpPr>
          <p:spPr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1" name="Google Shape;4401;p61"/>
            <p:cNvSpPr/>
            <p:nvPr/>
          </p:nvSpPr>
          <p:spPr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2" name="Google Shape;4402;p61"/>
            <p:cNvSpPr/>
            <p:nvPr/>
          </p:nvSpPr>
          <p:spPr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03" name="Google Shape;4403;p61"/>
          <p:cNvGrpSpPr/>
          <p:nvPr/>
        </p:nvGrpSpPr>
        <p:grpSpPr>
          <a:xfrm>
            <a:off x="3836080" y="4768450"/>
            <a:ext cx="511175" cy="693737"/>
            <a:chOff x="4140" y="429"/>
            <a:chExt cx="1425" cy="2396"/>
          </a:xfrm>
        </p:grpSpPr>
        <p:sp>
          <p:nvSpPr>
            <p:cNvPr id="4404" name="Google Shape;4404;p6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5" name="Google Shape;4405;p61"/>
            <p:cNvSpPr/>
            <p:nvPr/>
          </p:nvSpPr>
          <p:spPr>
            <a:xfrm>
              <a:off x="4206" y="429"/>
              <a:ext cx="1044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6" name="Google Shape;4406;p6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7" name="Google Shape;4407;p6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8" name="Google Shape;4408;p61"/>
            <p:cNvSpPr/>
            <p:nvPr/>
          </p:nvSpPr>
          <p:spPr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09" name="Google Shape;4409;p61"/>
            <p:cNvGrpSpPr/>
            <p:nvPr/>
          </p:nvGrpSpPr>
          <p:grpSpPr>
            <a:xfrm>
              <a:off x="4751" y="670"/>
              <a:ext cx="579" cy="143"/>
              <a:chOff x="616" y="2570"/>
              <a:chExt cx="723" cy="137"/>
            </a:xfrm>
          </p:grpSpPr>
          <p:sp>
            <p:nvSpPr>
              <p:cNvPr id="4410" name="Google Shape;4410;p61"/>
              <p:cNvSpPr/>
              <p:nvPr/>
            </p:nvSpPr>
            <p:spPr>
              <a:xfrm>
                <a:off x="616" y="2570"/>
                <a:ext cx="723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1" name="Google Shape;4411;p61"/>
              <p:cNvSpPr/>
              <p:nvPr/>
            </p:nvSpPr>
            <p:spPr>
              <a:xfrm>
                <a:off x="633" y="2586"/>
                <a:ext cx="690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12" name="Google Shape;4412;p61"/>
            <p:cNvSpPr/>
            <p:nvPr/>
          </p:nvSpPr>
          <p:spPr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13" name="Google Shape;4413;p61"/>
            <p:cNvGrpSpPr/>
            <p:nvPr/>
          </p:nvGrpSpPr>
          <p:grpSpPr>
            <a:xfrm>
              <a:off x="4746" y="994"/>
              <a:ext cx="575" cy="126"/>
              <a:chOff x="613" y="2568"/>
              <a:chExt cx="718" cy="131"/>
            </a:xfrm>
          </p:grpSpPr>
          <p:sp>
            <p:nvSpPr>
              <p:cNvPr id="4414" name="Google Shape;4414;p61"/>
              <p:cNvSpPr/>
              <p:nvPr/>
            </p:nvSpPr>
            <p:spPr>
              <a:xfrm>
                <a:off x="613" y="2568"/>
                <a:ext cx="718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5" name="Google Shape;4415;p61"/>
              <p:cNvSpPr/>
              <p:nvPr/>
            </p:nvSpPr>
            <p:spPr>
              <a:xfrm>
                <a:off x="630" y="2585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16" name="Google Shape;4416;p61"/>
            <p:cNvSpPr/>
            <p:nvPr/>
          </p:nvSpPr>
          <p:spPr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7" name="Google Shape;4417;p61"/>
            <p:cNvSpPr/>
            <p:nvPr/>
          </p:nvSpPr>
          <p:spPr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18" name="Google Shape;4418;p61"/>
            <p:cNvGrpSpPr/>
            <p:nvPr/>
          </p:nvGrpSpPr>
          <p:grpSpPr>
            <a:xfrm>
              <a:off x="4733" y="1641"/>
              <a:ext cx="584" cy="137"/>
              <a:chOff x="612" y="2581"/>
              <a:chExt cx="728" cy="126"/>
            </a:xfrm>
          </p:grpSpPr>
          <p:sp>
            <p:nvSpPr>
              <p:cNvPr id="4419" name="Google Shape;4419;p61"/>
              <p:cNvSpPr/>
              <p:nvPr/>
            </p:nvSpPr>
            <p:spPr>
              <a:xfrm>
                <a:off x="612" y="2581"/>
                <a:ext cx="728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0" name="Google Shape;4420;p61"/>
              <p:cNvSpPr/>
              <p:nvPr/>
            </p:nvSpPr>
            <p:spPr>
              <a:xfrm>
                <a:off x="628" y="2586"/>
                <a:ext cx="695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21" name="Google Shape;4421;p6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22" name="Google Shape;4422;p61"/>
            <p:cNvGrpSpPr/>
            <p:nvPr/>
          </p:nvGrpSpPr>
          <p:grpSpPr>
            <a:xfrm>
              <a:off x="4737" y="1328"/>
              <a:ext cx="584" cy="137"/>
              <a:chOff x="612" y="2569"/>
              <a:chExt cx="728" cy="137"/>
            </a:xfrm>
          </p:grpSpPr>
          <p:sp>
            <p:nvSpPr>
              <p:cNvPr id="4423" name="Google Shape;4423;p61"/>
              <p:cNvSpPr/>
              <p:nvPr/>
            </p:nvSpPr>
            <p:spPr>
              <a:xfrm>
                <a:off x="612" y="2569"/>
                <a:ext cx="728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4" name="Google Shape;4424;p61"/>
              <p:cNvSpPr/>
              <p:nvPr/>
            </p:nvSpPr>
            <p:spPr>
              <a:xfrm>
                <a:off x="629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25" name="Google Shape;4425;p61"/>
            <p:cNvSpPr/>
            <p:nvPr/>
          </p:nvSpPr>
          <p:spPr>
            <a:xfrm>
              <a:off x="5251" y="429"/>
              <a:ext cx="66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6" name="Google Shape;4426;p6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7" name="Google Shape;4427;p6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8" name="Google Shape;4428;p61"/>
            <p:cNvSpPr/>
            <p:nvPr/>
          </p:nvSpPr>
          <p:spPr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9" name="Google Shape;4429;p6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0" name="Google Shape;4430;p61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1" name="Google Shape;4431;p61"/>
            <p:cNvSpPr/>
            <p:nvPr/>
          </p:nvSpPr>
          <p:spPr>
            <a:xfrm>
              <a:off x="4206" y="2710"/>
              <a:ext cx="1071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2" name="Google Shape;4432;p61"/>
            <p:cNvSpPr/>
            <p:nvPr/>
          </p:nvSpPr>
          <p:spPr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3" name="Google Shape;4433;p61"/>
            <p:cNvSpPr/>
            <p:nvPr/>
          </p:nvSpPr>
          <p:spPr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4" name="Google Shape;4434;p61"/>
            <p:cNvSpPr/>
            <p:nvPr/>
          </p:nvSpPr>
          <p:spPr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5" name="Google Shape;4435;p61"/>
            <p:cNvSpPr/>
            <p:nvPr/>
          </p:nvSpPr>
          <p:spPr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36" name="Google Shape;4436;p61"/>
          <p:cNvGrpSpPr/>
          <p:nvPr/>
        </p:nvGrpSpPr>
        <p:grpSpPr>
          <a:xfrm>
            <a:off x="3969430" y="5055787"/>
            <a:ext cx="809625" cy="1049338"/>
            <a:chOff x="4296" y="2627"/>
            <a:chExt cx="510" cy="661"/>
          </a:xfrm>
        </p:grpSpPr>
        <p:sp>
          <p:nvSpPr>
            <p:cNvPr id="4437" name="Google Shape;4437;p61"/>
            <p:cNvSpPr/>
            <p:nvPr/>
          </p:nvSpPr>
          <p:spPr>
            <a:xfrm>
              <a:off x="4296" y="2652"/>
              <a:ext cx="510" cy="636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8" name="Google Shape;4438;p61"/>
            <p:cNvSpPr txBox="1"/>
            <p:nvPr/>
          </p:nvSpPr>
          <p:spPr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mail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server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9" name="Google Shape;4439;p61"/>
            <p:cNvSpPr/>
            <p:nvPr/>
          </p:nvSpPr>
          <p:spPr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40" name="Google Shape;4440;p61"/>
            <p:cNvCxnSpPr/>
            <p:nvPr/>
          </p:nvCxnSpPr>
          <p:spPr>
            <a:xfrm>
              <a:off x="4369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1" name="Google Shape;4441;p61"/>
            <p:cNvCxnSpPr/>
            <p:nvPr/>
          </p:nvCxnSpPr>
          <p:spPr>
            <a:xfrm>
              <a:off x="4478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2" name="Google Shape;4442;p61"/>
            <p:cNvCxnSpPr/>
            <p:nvPr/>
          </p:nvCxnSpPr>
          <p:spPr>
            <a:xfrm>
              <a:off x="4533" y="3035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3" name="Google Shape;4443;p61"/>
            <p:cNvCxnSpPr/>
            <p:nvPr/>
          </p:nvCxnSpPr>
          <p:spPr>
            <a:xfrm>
              <a:off x="4590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4" name="Google Shape;4444;p61"/>
            <p:cNvCxnSpPr/>
            <p:nvPr/>
          </p:nvCxnSpPr>
          <p:spPr>
            <a:xfrm>
              <a:off x="4651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5" name="Google Shape;4445;p61"/>
            <p:cNvCxnSpPr/>
            <p:nvPr/>
          </p:nvCxnSpPr>
          <p:spPr>
            <a:xfrm>
              <a:off x="4707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6" name="Google Shape;4446;p61"/>
            <p:cNvCxnSpPr/>
            <p:nvPr/>
          </p:nvCxnSpPr>
          <p:spPr>
            <a:xfrm>
              <a:off x="4422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447" name="Google Shape;4447;p61"/>
            <p:cNvSpPr/>
            <p:nvPr/>
          </p:nvSpPr>
          <p:spPr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8" name="Google Shape;4448;p61"/>
            <p:cNvSpPr/>
            <p:nvPr/>
          </p:nvSpPr>
          <p:spPr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9" name="Google Shape;4449;p61"/>
            <p:cNvSpPr/>
            <p:nvPr/>
          </p:nvSpPr>
          <p:spPr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0" name="Google Shape;4450;p61"/>
            <p:cNvSpPr/>
            <p:nvPr/>
          </p:nvSpPr>
          <p:spPr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1" name="Google Shape;4451;p61"/>
            <p:cNvSpPr/>
            <p:nvPr/>
          </p:nvSpPr>
          <p:spPr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Alice" id="4452" name="Google Shape;4452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4367" y="5220887"/>
            <a:ext cx="561975" cy="693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4453" name="Google Shape;4453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54180" y="5125637"/>
            <a:ext cx="676275" cy="6905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54" name="Google Shape;4454;p61"/>
          <p:cNvGrpSpPr/>
          <p:nvPr/>
        </p:nvGrpSpPr>
        <p:grpSpPr>
          <a:xfrm>
            <a:off x="6160180" y="5001812"/>
            <a:ext cx="809625" cy="1049338"/>
            <a:chOff x="4296" y="2627"/>
            <a:chExt cx="510" cy="661"/>
          </a:xfrm>
        </p:grpSpPr>
        <p:sp>
          <p:nvSpPr>
            <p:cNvPr id="4455" name="Google Shape;4455;p61"/>
            <p:cNvSpPr/>
            <p:nvPr/>
          </p:nvSpPr>
          <p:spPr>
            <a:xfrm>
              <a:off x="4296" y="2652"/>
              <a:ext cx="510" cy="636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6" name="Google Shape;4456;p61"/>
            <p:cNvSpPr txBox="1"/>
            <p:nvPr/>
          </p:nvSpPr>
          <p:spPr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mail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server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7" name="Google Shape;4457;p61"/>
            <p:cNvSpPr/>
            <p:nvPr/>
          </p:nvSpPr>
          <p:spPr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58" name="Google Shape;4458;p61"/>
            <p:cNvCxnSpPr/>
            <p:nvPr/>
          </p:nvCxnSpPr>
          <p:spPr>
            <a:xfrm>
              <a:off x="4369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59" name="Google Shape;4459;p61"/>
            <p:cNvCxnSpPr/>
            <p:nvPr/>
          </p:nvCxnSpPr>
          <p:spPr>
            <a:xfrm>
              <a:off x="4478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0" name="Google Shape;4460;p61"/>
            <p:cNvCxnSpPr/>
            <p:nvPr/>
          </p:nvCxnSpPr>
          <p:spPr>
            <a:xfrm>
              <a:off x="4533" y="3035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1" name="Google Shape;4461;p61"/>
            <p:cNvCxnSpPr/>
            <p:nvPr/>
          </p:nvCxnSpPr>
          <p:spPr>
            <a:xfrm>
              <a:off x="4590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2" name="Google Shape;4462;p61"/>
            <p:cNvCxnSpPr/>
            <p:nvPr/>
          </p:nvCxnSpPr>
          <p:spPr>
            <a:xfrm>
              <a:off x="4651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3" name="Google Shape;4463;p61"/>
            <p:cNvCxnSpPr/>
            <p:nvPr/>
          </p:nvCxnSpPr>
          <p:spPr>
            <a:xfrm>
              <a:off x="4707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4" name="Google Shape;4464;p61"/>
            <p:cNvCxnSpPr/>
            <p:nvPr/>
          </p:nvCxnSpPr>
          <p:spPr>
            <a:xfrm>
              <a:off x="4422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465" name="Google Shape;4465;p61"/>
            <p:cNvSpPr/>
            <p:nvPr/>
          </p:nvSpPr>
          <p:spPr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6" name="Google Shape;4466;p61"/>
            <p:cNvSpPr/>
            <p:nvPr/>
          </p:nvSpPr>
          <p:spPr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7" name="Google Shape;4467;p61"/>
            <p:cNvSpPr/>
            <p:nvPr/>
          </p:nvSpPr>
          <p:spPr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8" name="Google Shape;4468;p61"/>
            <p:cNvSpPr/>
            <p:nvPr/>
          </p:nvSpPr>
          <p:spPr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9" name="Google Shape;4469;p61"/>
            <p:cNvSpPr/>
            <p:nvPr/>
          </p:nvSpPr>
          <p:spPr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470" name="Google Shape;4470;p61"/>
          <p:cNvCxnSpPr/>
          <p:nvPr/>
        </p:nvCxnSpPr>
        <p:spPr>
          <a:xfrm>
            <a:off x="3089955" y="5593950"/>
            <a:ext cx="892175" cy="146050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71" name="Google Shape;4471;p61"/>
          <p:cNvCxnSpPr/>
          <p:nvPr/>
        </p:nvCxnSpPr>
        <p:spPr>
          <a:xfrm>
            <a:off x="4775880" y="5728887"/>
            <a:ext cx="1379537" cy="219075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72" name="Google Shape;4472;p61"/>
          <p:cNvCxnSpPr/>
          <p:nvPr/>
        </p:nvCxnSpPr>
        <p:spPr>
          <a:xfrm flipH="1" rot="10800000">
            <a:off x="7006317" y="5508225"/>
            <a:ext cx="1027113" cy="427037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73" name="Google Shape;4473;p61"/>
          <p:cNvSpPr/>
          <p:nvPr/>
        </p:nvSpPr>
        <p:spPr>
          <a:xfrm>
            <a:off x="2220005" y="5043087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4" name="Google Shape;4474;p61"/>
          <p:cNvSpPr/>
          <p:nvPr/>
        </p:nvSpPr>
        <p:spPr>
          <a:xfrm>
            <a:off x="3329667" y="5538387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5" name="Google Shape;4475;p61"/>
          <p:cNvSpPr/>
          <p:nvPr/>
        </p:nvSpPr>
        <p:spPr>
          <a:xfrm>
            <a:off x="4201205" y="5617762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6" name="Google Shape;4476;p61"/>
          <p:cNvSpPr/>
          <p:nvPr/>
        </p:nvSpPr>
        <p:spPr>
          <a:xfrm>
            <a:off x="5312455" y="5703487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7" name="Google Shape;4477;p61"/>
          <p:cNvSpPr/>
          <p:nvPr/>
        </p:nvSpPr>
        <p:spPr>
          <a:xfrm>
            <a:off x="6417355" y="6035275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8" name="Google Shape;4478;p61"/>
          <p:cNvSpPr/>
          <p:nvPr/>
        </p:nvSpPr>
        <p:spPr>
          <a:xfrm>
            <a:off x="7339692" y="5605062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9" name="Google Shape;4479;p61"/>
          <p:cNvSpPr txBox="1"/>
          <p:nvPr/>
        </p:nvSpPr>
        <p:spPr>
          <a:xfrm>
            <a:off x="3485242" y="6168625"/>
            <a:ext cx="18192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Alice’s mail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0" name="Google Shape;4480;p61"/>
          <p:cNvSpPr txBox="1"/>
          <p:nvPr/>
        </p:nvSpPr>
        <p:spPr>
          <a:xfrm>
            <a:off x="5760130" y="6232125"/>
            <a:ext cx="1741487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Bob’s mail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81" name="Google Shape;4481;p61"/>
          <p:cNvGrpSpPr/>
          <p:nvPr/>
        </p:nvGrpSpPr>
        <p:grpSpPr>
          <a:xfrm>
            <a:off x="7833405" y="4908150"/>
            <a:ext cx="912812" cy="1054100"/>
            <a:chOff x="3574" y="550"/>
            <a:chExt cx="575" cy="664"/>
          </a:xfrm>
        </p:grpSpPr>
        <p:grpSp>
          <p:nvGrpSpPr>
            <p:cNvPr id="4482" name="Google Shape;4482;p61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descr="desktop_computer_stylized_medium" id="4483" name="Google Shape;4483;p6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84" name="Google Shape;4484;p6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85" name="Google Shape;4485;p61"/>
            <p:cNvSpPr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6" name="Google Shape;4486;p61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87" name="Google Shape;4487;p61"/>
          <p:cNvSpPr txBox="1"/>
          <p:nvPr/>
        </p:nvSpPr>
        <p:spPr>
          <a:xfrm>
            <a:off x="728885" y="2279968"/>
            <a:ext cx="5071156" cy="1103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2) Alice’s UA sends message to her mail server using SMTP; message placed in message queue</a:t>
            </a:r>
            <a:endParaRPr/>
          </a:p>
        </p:txBody>
      </p:sp>
      <p:sp>
        <p:nvSpPr>
          <p:cNvPr id="4488" name="Google Shape;4488;p61"/>
          <p:cNvSpPr txBox="1"/>
          <p:nvPr/>
        </p:nvSpPr>
        <p:spPr>
          <a:xfrm>
            <a:off x="739565" y="3432318"/>
            <a:ext cx="5448733" cy="10891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3) client side of SMTP at mail server opens TCP connection with Bob’s mail server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9" name="Google Shape;4489;p61"/>
          <p:cNvSpPr txBox="1"/>
          <p:nvPr/>
        </p:nvSpPr>
        <p:spPr>
          <a:xfrm>
            <a:off x="6633422" y="2275557"/>
            <a:ext cx="38100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5) Bob’s mail server places the message in Bob’s mailbox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90" name="Google Shape;4490;p61"/>
          <p:cNvSpPr txBox="1"/>
          <p:nvPr/>
        </p:nvSpPr>
        <p:spPr>
          <a:xfrm>
            <a:off x="6630762" y="3460095"/>
            <a:ext cx="38100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6) Bob invokes his user agent to read message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91" name="Google Shape;4491;p6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6" name="Shape 4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7" name="Google Shape;4497;p6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Sample SMTP interaction</a:t>
            </a:r>
            <a:endParaRPr sz="4400"/>
          </a:p>
        </p:txBody>
      </p:sp>
      <p:sp>
        <p:nvSpPr>
          <p:cNvPr id="4498" name="Google Shape;4498;p62"/>
          <p:cNvSpPr/>
          <p:nvPr/>
        </p:nvSpPr>
        <p:spPr>
          <a:xfrm>
            <a:off x="1160995" y="1183947"/>
            <a:ext cx="9870010" cy="5170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220 hamburger.edu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HELO crepes.fr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 Hello crepes.fr, pleased to meet you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MAIL FROM: &lt;alice@crepes.fr&gt;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alice@crepes.fr... Sender ok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RCPT TO: &lt;bob@hamburger.edu&gt;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bob@hamburger.edu ... Recipient ok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DATA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354 Enter mail, end with "." on a line by itself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Do you like ketchup?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How about pickles?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Message accepted for delivery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QUIT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221 hamburger.edu closing connection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99" name="Google Shape;4499;p62"/>
          <p:cNvSpPr/>
          <p:nvPr/>
        </p:nvSpPr>
        <p:spPr>
          <a:xfrm>
            <a:off x="1978429" y="1587732"/>
            <a:ext cx="8994370" cy="72320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0" name="Google Shape;4500;p62"/>
          <p:cNvSpPr/>
          <p:nvPr/>
        </p:nvSpPr>
        <p:spPr>
          <a:xfrm>
            <a:off x="1981200" y="2213956"/>
            <a:ext cx="8994370" cy="761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1" name="Google Shape;4501;p62"/>
          <p:cNvSpPr/>
          <p:nvPr/>
        </p:nvSpPr>
        <p:spPr>
          <a:xfrm>
            <a:off x="2000594" y="2931622"/>
            <a:ext cx="8994370" cy="64839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2" name="Google Shape;4502;p62"/>
          <p:cNvSpPr/>
          <p:nvPr/>
        </p:nvSpPr>
        <p:spPr>
          <a:xfrm>
            <a:off x="2019991" y="3566160"/>
            <a:ext cx="8994370" cy="75645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3" name="Google Shape;4503;p62"/>
          <p:cNvSpPr/>
          <p:nvPr/>
        </p:nvSpPr>
        <p:spPr>
          <a:xfrm>
            <a:off x="1956261" y="4283824"/>
            <a:ext cx="8994370" cy="12690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4" name="Google Shape;4504;p62"/>
          <p:cNvSpPr/>
          <p:nvPr/>
        </p:nvSpPr>
        <p:spPr>
          <a:xfrm>
            <a:off x="1856507" y="5469775"/>
            <a:ext cx="8994370" cy="7758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5" name="Google Shape;4505;p6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4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0" name="Shape 4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1" name="Google Shape;4511;p6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SMTP: observations</a:t>
            </a:r>
            <a:endParaRPr sz="4400"/>
          </a:p>
        </p:txBody>
      </p:sp>
      <p:sp>
        <p:nvSpPr>
          <p:cNvPr id="4512" name="Google Shape;4512;p63"/>
          <p:cNvSpPr txBox="1"/>
          <p:nvPr/>
        </p:nvSpPr>
        <p:spPr>
          <a:xfrm>
            <a:off x="7119664" y="1518446"/>
            <a:ext cx="4194627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uses persistent connections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requires message (header &amp; body) to be in 7-bit ASCII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server uses CRLF.CRLF to determine end of message</a:t>
            </a:r>
            <a:endParaRPr/>
          </a:p>
        </p:txBody>
      </p:sp>
      <p:sp>
        <p:nvSpPr>
          <p:cNvPr id="4513" name="Google Shape;4513;p63"/>
          <p:cNvSpPr txBox="1"/>
          <p:nvPr/>
        </p:nvSpPr>
        <p:spPr>
          <a:xfrm>
            <a:off x="651330" y="1460390"/>
            <a:ext cx="6183084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comparison with HTTP:</a:t>
            </a:r>
            <a:endParaRPr/>
          </a:p>
          <a:p>
            <a:pPr indent="-317500" lvl="0" marL="576263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HTTP: client pull</a:t>
            </a:r>
            <a:endParaRPr/>
          </a:p>
          <a:p>
            <a:pPr indent="-317500" lvl="0" marL="5762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SMTP: client push</a:t>
            </a:r>
            <a:endParaRPr/>
          </a:p>
          <a:p>
            <a:pPr indent="-317500" lvl="0" marL="576263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both have ASCII command/response interaction, status codes</a:t>
            </a:r>
            <a:endParaRPr/>
          </a:p>
          <a:p>
            <a:pPr indent="-317500" lvl="0" marL="576263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HTTP: each object encapsulated in its own response message</a:t>
            </a:r>
            <a:endParaRPr/>
          </a:p>
          <a:p>
            <a:pPr indent="-317500" lvl="0" marL="5762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SMTP: multiple objects sent in multipart message</a:t>
            </a:r>
            <a:endParaRPr/>
          </a:p>
        </p:txBody>
      </p:sp>
      <p:sp>
        <p:nvSpPr>
          <p:cNvPr id="4514" name="Google Shape;4514;p6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9" name="Shape 4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0" name="Google Shape;4520;p6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Mail message format</a:t>
            </a:r>
            <a:endParaRPr sz="4400"/>
          </a:p>
        </p:txBody>
      </p:sp>
      <p:sp>
        <p:nvSpPr>
          <p:cNvPr id="4521" name="Google Shape;4521;p64"/>
          <p:cNvSpPr txBox="1"/>
          <p:nvPr/>
        </p:nvSpPr>
        <p:spPr>
          <a:xfrm>
            <a:off x="819954" y="1518446"/>
            <a:ext cx="10701485" cy="1856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SMTP: protocol for exchanging e-mail messages, defined in RFC 5321 (like RFC 7231 defines HTTP)</a:t>
            </a:r>
            <a:endParaRPr/>
          </a:p>
          <a:p>
            <a:pPr indent="0" lvl="0" marL="142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RFC 2822 defines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e-mail message itself (like HTML defines syntax for web documents)</a:t>
            </a:r>
            <a:endParaRPr/>
          </a:p>
        </p:txBody>
      </p:sp>
      <p:sp>
        <p:nvSpPr>
          <p:cNvPr id="4522" name="Google Shape;4522;p64"/>
          <p:cNvSpPr/>
          <p:nvPr/>
        </p:nvSpPr>
        <p:spPr>
          <a:xfrm>
            <a:off x="8111539" y="3317071"/>
            <a:ext cx="2832100" cy="431800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</p:txBody>
      </p:sp>
      <p:sp>
        <p:nvSpPr>
          <p:cNvPr id="4523" name="Google Shape;4523;p64"/>
          <p:cNvSpPr/>
          <p:nvPr/>
        </p:nvSpPr>
        <p:spPr>
          <a:xfrm>
            <a:off x="8111539" y="4129871"/>
            <a:ext cx="2832100" cy="1739900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body</a:t>
            </a:r>
            <a:endParaRPr/>
          </a:p>
        </p:txBody>
      </p:sp>
      <p:sp>
        <p:nvSpPr>
          <p:cNvPr id="4524" name="Google Shape;4524;p64"/>
          <p:cNvSpPr/>
          <p:nvPr/>
        </p:nvSpPr>
        <p:spPr>
          <a:xfrm>
            <a:off x="7908339" y="3202771"/>
            <a:ext cx="3238500" cy="30734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25" name="Google Shape;4525;p64"/>
          <p:cNvCxnSpPr/>
          <p:nvPr/>
        </p:nvCxnSpPr>
        <p:spPr>
          <a:xfrm flipH="1" rot="10800000">
            <a:off x="1567314" y="5094521"/>
            <a:ext cx="6544225" cy="812792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26" name="Google Shape;4526;p64"/>
          <p:cNvSpPr txBox="1"/>
          <p:nvPr/>
        </p:nvSpPr>
        <p:spPr>
          <a:xfrm>
            <a:off x="11272252" y="3537734"/>
            <a:ext cx="792162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blank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</a:t>
            </a:r>
            <a:endParaRPr/>
          </a:p>
        </p:txBody>
      </p:sp>
      <p:cxnSp>
        <p:nvCxnSpPr>
          <p:cNvPr id="4527" name="Google Shape;4527;p64"/>
          <p:cNvCxnSpPr/>
          <p:nvPr/>
        </p:nvCxnSpPr>
        <p:spPr>
          <a:xfrm rot="10800000">
            <a:off x="10384839" y="3977471"/>
            <a:ext cx="9652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28" name="Google Shape;4528;p64"/>
          <p:cNvCxnSpPr/>
          <p:nvPr/>
        </p:nvCxnSpPr>
        <p:spPr>
          <a:xfrm>
            <a:off x="3614057" y="3531161"/>
            <a:ext cx="4424912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529" name="Google Shape;4529;p64"/>
          <p:cNvSpPr txBox="1"/>
          <p:nvPr/>
        </p:nvSpPr>
        <p:spPr>
          <a:xfrm>
            <a:off x="889227" y="3300140"/>
            <a:ext cx="6379126" cy="30341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7487" lvl="0" marL="3460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header lines, e.g.,</a:t>
            </a:r>
            <a:endParaRPr/>
          </a:p>
          <a:p>
            <a:pPr indent="-223837" lvl="1" marL="635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To:</a:t>
            </a:r>
            <a:endParaRPr/>
          </a:p>
          <a:p>
            <a:pPr indent="-223837" lvl="1" marL="635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From:</a:t>
            </a:r>
            <a:endParaRPr/>
          </a:p>
          <a:p>
            <a:pPr indent="-223837" lvl="1" marL="635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Subject:</a:t>
            </a:r>
            <a:endParaRPr/>
          </a:p>
          <a:p>
            <a:pPr indent="0" lvl="1" marL="4032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these lines, within the body of the email message area different from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MAIL FROM:, RCPT TO: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commands!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Body: the “message” , ASCII characters only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0" name="Google Shape;4530;p6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5" name="Shape 4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" name="Google Shape;4536;p6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Retrieving email: mail access protocols</a:t>
            </a:r>
            <a:endParaRPr sz="4400"/>
          </a:p>
        </p:txBody>
      </p:sp>
      <p:grpSp>
        <p:nvGrpSpPr>
          <p:cNvPr id="4537" name="Google Shape;4537;p65"/>
          <p:cNvGrpSpPr/>
          <p:nvPr/>
        </p:nvGrpSpPr>
        <p:grpSpPr>
          <a:xfrm>
            <a:off x="4451528" y="1694089"/>
            <a:ext cx="511175" cy="693738"/>
            <a:chOff x="4140" y="429"/>
            <a:chExt cx="1425" cy="2396"/>
          </a:xfrm>
        </p:grpSpPr>
        <p:sp>
          <p:nvSpPr>
            <p:cNvPr id="4538" name="Google Shape;4538;p6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9" name="Google Shape;4539;p65"/>
            <p:cNvSpPr/>
            <p:nvPr/>
          </p:nvSpPr>
          <p:spPr>
            <a:xfrm>
              <a:off x="4206" y="429"/>
              <a:ext cx="1044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0" name="Google Shape;4540;p6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1" name="Google Shape;4541;p6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2" name="Google Shape;4542;p65"/>
            <p:cNvSpPr/>
            <p:nvPr/>
          </p:nvSpPr>
          <p:spPr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43" name="Google Shape;4543;p65"/>
            <p:cNvGrpSpPr/>
            <p:nvPr/>
          </p:nvGrpSpPr>
          <p:grpSpPr>
            <a:xfrm>
              <a:off x="4751" y="670"/>
              <a:ext cx="579" cy="143"/>
              <a:chOff x="616" y="2570"/>
              <a:chExt cx="723" cy="137"/>
            </a:xfrm>
          </p:grpSpPr>
          <p:sp>
            <p:nvSpPr>
              <p:cNvPr id="4544" name="Google Shape;4544;p65"/>
              <p:cNvSpPr/>
              <p:nvPr/>
            </p:nvSpPr>
            <p:spPr>
              <a:xfrm>
                <a:off x="616" y="2570"/>
                <a:ext cx="723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5" name="Google Shape;4545;p65"/>
              <p:cNvSpPr/>
              <p:nvPr/>
            </p:nvSpPr>
            <p:spPr>
              <a:xfrm>
                <a:off x="633" y="2586"/>
                <a:ext cx="690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46" name="Google Shape;4546;p65"/>
            <p:cNvSpPr/>
            <p:nvPr/>
          </p:nvSpPr>
          <p:spPr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47" name="Google Shape;4547;p65"/>
            <p:cNvGrpSpPr/>
            <p:nvPr/>
          </p:nvGrpSpPr>
          <p:grpSpPr>
            <a:xfrm>
              <a:off x="4746" y="994"/>
              <a:ext cx="575" cy="126"/>
              <a:chOff x="613" y="2568"/>
              <a:chExt cx="718" cy="131"/>
            </a:xfrm>
          </p:grpSpPr>
          <p:sp>
            <p:nvSpPr>
              <p:cNvPr id="4548" name="Google Shape;4548;p65"/>
              <p:cNvSpPr/>
              <p:nvPr/>
            </p:nvSpPr>
            <p:spPr>
              <a:xfrm>
                <a:off x="613" y="2568"/>
                <a:ext cx="718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9" name="Google Shape;4549;p65"/>
              <p:cNvSpPr/>
              <p:nvPr/>
            </p:nvSpPr>
            <p:spPr>
              <a:xfrm>
                <a:off x="630" y="2585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50" name="Google Shape;4550;p65"/>
            <p:cNvSpPr/>
            <p:nvPr/>
          </p:nvSpPr>
          <p:spPr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1" name="Google Shape;4551;p65"/>
            <p:cNvSpPr/>
            <p:nvPr/>
          </p:nvSpPr>
          <p:spPr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52" name="Google Shape;4552;p65"/>
            <p:cNvGrpSpPr/>
            <p:nvPr/>
          </p:nvGrpSpPr>
          <p:grpSpPr>
            <a:xfrm>
              <a:off x="4733" y="1641"/>
              <a:ext cx="584" cy="137"/>
              <a:chOff x="612" y="2581"/>
              <a:chExt cx="728" cy="126"/>
            </a:xfrm>
          </p:grpSpPr>
          <p:sp>
            <p:nvSpPr>
              <p:cNvPr id="4553" name="Google Shape;4553;p65"/>
              <p:cNvSpPr/>
              <p:nvPr/>
            </p:nvSpPr>
            <p:spPr>
              <a:xfrm>
                <a:off x="612" y="2581"/>
                <a:ext cx="728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4" name="Google Shape;4554;p65"/>
              <p:cNvSpPr/>
              <p:nvPr/>
            </p:nvSpPr>
            <p:spPr>
              <a:xfrm>
                <a:off x="628" y="2586"/>
                <a:ext cx="695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55" name="Google Shape;4555;p6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56" name="Google Shape;4556;p65"/>
            <p:cNvGrpSpPr/>
            <p:nvPr/>
          </p:nvGrpSpPr>
          <p:grpSpPr>
            <a:xfrm>
              <a:off x="4737" y="1328"/>
              <a:ext cx="584" cy="137"/>
              <a:chOff x="612" y="2569"/>
              <a:chExt cx="728" cy="137"/>
            </a:xfrm>
          </p:grpSpPr>
          <p:sp>
            <p:nvSpPr>
              <p:cNvPr id="4557" name="Google Shape;4557;p65"/>
              <p:cNvSpPr/>
              <p:nvPr/>
            </p:nvSpPr>
            <p:spPr>
              <a:xfrm>
                <a:off x="612" y="2569"/>
                <a:ext cx="728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8" name="Google Shape;4558;p65"/>
              <p:cNvSpPr/>
              <p:nvPr/>
            </p:nvSpPr>
            <p:spPr>
              <a:xfrm>
                <a:off x="629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59" name="Google Shape;4559;p65"/>
            <p:cNvSpPr/>
            <p:nvPr/>
          </p:nvSpPr>
          <p:spPr>
            <a:xfrm>
              <a:off x="5251" y="429"/>
              <a:ext cx="66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0" name="Google Shape;4560;p6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1" name="Google Shape;4561;p6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2" name="Google Shape;4562;p65"/>
            <p:cNvSpPr/>
            <p:nvPr/>
          </p:nvSpPr>
          <p:spPr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3" name="Google Shape;4563;p6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4" name="Google Shape;4564;p65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5" name="Google Shape;4565;p65"/>
            <p:cNvSpPr/>
            <p:nvPr/>
          </p:nvSpPr>
          <p:spPr>
            <a:xfrm>
              <a:off x="4206" y="2710"/>
              <a:ext cx="1071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6" name="Google Shape;4566;p65"/>
            <p:cNvSpPr/>
            <p:nvPr/>
          </p:nvSpPr>
          <p:spPr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7" name="Google Shape;4567;p65"/>
            <p:cNvSpPr/>
            <p:nvPr/>
          </p:nvSpPr>
          <p:spPr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8" name="Google Shape;4568;p65"/>
            <p:cNvSpPr/>
            <p:nvPr/>
          </p:nvSpPr>
          <p:spPr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9" name="Google Shape;4569;p65"/>
            <p:cNvSpPr/>
            <p:nvPr/>
          </p:nvSpPr>
          <p:spPr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70" name="Google Shape;4570;p65"/>
          <p:cNvGrpSpPr/>
          <p:nvPr/>
        </p:nvGrpSpPr>
        <p:grpSpPr>
          <a:xfrm>
            <a:off x="6137453" y="1703614"/>
            <a:ext cx="511175" cy="693738"/>
            <a:chOff x="4140" y="429"/>
            <a:chExt cx="1425" cy="2396"/>
          </a:xfrm>
        </p:grpSpPr>
        <p:sp>
          <p:nvSpPr>
            <p:cNvPr id="4571" name="Google Shape;4571;p6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2" name="Google Shape;4572;p65"/>
            <p:cNvSpPr/>
            <p:nvPr/>
          </p:nvSpPr>
          <p:spPr>
            <a:xfrm>
              <a:off x="4206" y="429"/>
              <a:ext cx="1044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3" name="Google Shape;4573;p6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4" name="Google Shape;4574;p6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5" name="Google Shape;4575;p65"/>
            <p:cNvSpPr/>
            <p:nvPr/>
          </p:nvSpPr>
          <p:spPr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76" name="Google Shape;4576;p65"/>
            <p:cNvGrpSpPr/>
            <p:nvPr/>
          </p:nvGrpSpPr>
          <p:grpSpPr>
            <a:xfrm>
              <a:off x="4751" y="670"/>
              <a:ext cx="579" cy="143"/>
              <a:chOff x="616" y="2570"/>
              <a:chExt cx="723" cy="137"/>
            </a:xfrm>
          </p:grpSpPr>
          <p:sp>
            <p:nvSpPr>
              <p:cNvPr id="4577" name="Google Shape;4577;p65"/>
              <p:cNvSpPr/>
              <p:nvPr/>
            </p:nvSpPr>
            <p:spPr>
              <a:xfrm>
                <a:off x="616" y="2570"/>
                <a:ext cx="723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8" name="Google Shape;4578;p65"/>
              <p:cNvSpPr/>
              <p:nvPr/>
            </p:nvSpPr>
            <p:spPr>
              <a:xfrm>
                <a:off x="633" y="2586"/>
                <a:ext cx="690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79" name="Google Shape;4579;p65"/>
            <p:cNvSpPr/>
            <p:nvPr/>
          </p:nvSpPr>
          <p:spPr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80" name="Google Shape;4580;p65"/>
            <p:cNvGrpSpPr/>
            <p:nvPr/>
          </p:nvGrpSpPr>
          <p:grpSpPr>
            <a:xfrm>
              <a:off x="4746" y="994"/>
              <a:ext cx="575" cy="126"/>
              <a:chOff x="613" y="2568"/>
              <a:chExt cx="718" cy="131"/>
            </a:xfrm>
          </p:grpSpPr>
          <p:sp>
            <p:nvSpPr>
              <p:cNvPr id="4581" name="Google Shape;4581;p65"/>
              <p:cNvSpPr/>
              <p:nvPr/>
            </p:nvSpPr>
            <p:spPr>
              <a:xfrm>
                <a:off x="613" y="2568"/>
                <a:ext cx="718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2" name="Google Shape;4582;p65"/>
              <p:cNvSpPr/>
              <p:nvPr/>
            </p:nvSpPr>
            <p:spPr>
              <a:xfrm>
                <a:off x="630" y="2585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83" name="Google Shape;4583;p65"/>
            <p:cNvSpPr/>
            <p:nvPr/>
          </p:nvSpPr>
          <p:spPr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4" name="Google Shape;4584;p65"/>
            <p:cNvSpPr/>
            <p:nvPr/>
          </p:nvSpPr>
          <p:spPr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85" name="Google Shape;4585;p65"/>
            <p:cNvGrpSpPr/>
            <p:nvPr/>
          </p:nvGrpSpPr>
          <p:grpSpPr>
            <a:xfrm>
              <a:off x="4733" y="1641"/>
              <a:ext cx="584" cy="137"/>
              <a:chOff x="612" y="2581"/>
              <a:chExt cx="728" cy="126"/>
            </a:xfrm>
          </p:grpSpPr>
          <p:sp>
            <p:nvSpPr>
              <p:cNvPr id="4586" name="Google Shape;4586;p65"/>
              <p:cNvSpPr/>
              <p:nvPr/>
            </p:nvSpPr>
            <p:spPr>
              <a:xfrm>
                <a:off x="612" y="2581"/>
                <a:ext cx="728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7" name="Google Shape;4587;p65"/>
              <p:cNvSpPr/>
              <p:nvPr/>
            </p:nvSpPr>
            <p:spPr>
              <a:xfrm>
                <a:off x="628" y="2586"/>
                <a:ext cx="695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88" name="Google Shape;4588;p6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89" name="Google Shape;4589;p65"/>
            <p:cNvGrpSpPr/>
            <p:nvPr/>
          </p:nvGrpSpPr>
          <p:grpSpPr>
            <a:xfrm>
              <a:off x="4737" y="1328"/>
              <a:ext cx="584" cy="137"/>
              <a:chOff x="612" y="2569"/>
              <a:chExt cx="728" cy="137"/>
            </a:xfrm>
          </p:grpSpPr>
          <p:sp>
            <p:nvSpPr>
              <p:cNvPr id="4590" name="Google Shape;4590;p65"/>
              <p:cNvSpPr/>
              <p:nvPr/>
            </p:nvSpPr>
            <p:spPr>
              <a:xfrm>
                <a:off x="612" y="2569"/>
                <a:ext cx="728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1" name="Google Shape;4591;p65"/>
              <p:cNvSpPr/>
              <p:nvPr/>
            </p:nvSpPr>
            <p:spPr>
              <a:xfrm>
                <a:off x="629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92" name="Google Shape;4592;p65"/>
            <p:cNvSpPr/>
            <p:nvPr/>
          </p:nvSpPr>
          <p:spPr>
            <a:xfrm>
              <a:off x="5251" y="429"/>
              <a:ext cx="66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3" name="Google Shape;4593;p6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4" name="Google Shape;4594;p6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5" name="Google Shape;4595;p65"/>
            <p:cNvSpPr/>
            <p:nvPr/>
          </p:nvSpPr>
          <p:spPr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6" name="Google Shape;4596;p6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7" name="Google Shape;4597;p65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8" name="Google Shape;4598;p65"/>
            <p:cNvSpPr/>
            <p:nvPr/>
          </p:nvSpPr>
          <p:spPr>
            <a:xfrm>
              <a:off x="4206" y="2710"/>
              <a:ext cx="1071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9" name="Google Shape;4599;p65"/>
            <p:cNvSpPr/>
            <p:nvPr/>
          </p:nvSpPr>
          <p:spPr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0" name="Google Shape;4600;p65"/>
            <p:cNvSpPr/>
            <p:nvPr/>
          </p:nvSpPr>
          <p:spPr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1" name="Google Shape;4601;p65"/>
            <p:cNvSpPr/>
            <p:nvPr/>
          </p:nvSpPr>
          <p:spPr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2" name="Google Shape;4602;p65"/>
            <p:cNvSpPr/>
            <p:nvPr/>
          </p:nvSpPr>
          <p:spPr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03" name="Google Shape;4603;p65"/>
          <p:cNvGrpSpPr/>
          <p:nvPr/>
        </p:nvGrpSpPr>
        <p:grpSpPr>
          <a:xfrm>
            <a:off x="4159429" y="2103665"/>
            <a:ext cx="1689101" cy="1133476"/>
            <a:chOff x="1716" y="1206"/>
            <a:chExt cx="1064" cy="714"/>
          </a:xfrm>
        </p:grpSpPr>
        <p:sp>
          <p:nvSpPr>
            <p:cNvPr id="4604" name="Google Shape;4604;p65"/>
            <p:cNvSpPr txBox="1"/>
            <p:nvPr/>
          </p:nvSpPr>
          <p:spPr>
            <a:xfrm>
              <a:off x="1716" y="1583"/>
              <a:ext cx="1064" cy="3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sender’s e-mail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server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05" name="Google Shape;4605;p65"/>
            <p:cNvGrpSpPr/>
            <p:nvPr/>
          </p:nvGrpSpPr>
          <p:grpSpPr>
            <a:xfrm>
              <a:off x="1992" y="1206"/>
              <a:ext cx="510" cy="354"/>
              <a:chOff x="2070" y="2004"/>
              <a:chExt cx="510" cy="354"/>
            </a:xfrm>
          </p:grpSpPr>
          <p:sp>
            <p:nvSpPr>
              <p:cNvPr id="4606" name="Google Shape;4606;p65"/>
              <p:cNvSpPr/>
              <p:nvPr/>
            </p:nvSpPr>
            <p:spPr>
              <a:xfrm>
                <a:off x="2070" y="2004"/>
                <a:ext cx="510" cy="354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4607" name="Google Shape;4607;p65"/>
              <p:cNvSpPr/>
              <p:nvPr/>
            </p:nvSpPr>
            <p:spPr>
              <a:xfrm>
                <a:off x="2094" y="207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cxnSp>
            <p:nvCxnSpPr>
              <p:cNvPr id="4608" name="Google Shape;4608;p65"/>
              <p:cNvCxnSpPr/>
              <p:nvPr/>
            </p:nvCxnSpPr>
            <p:spPr>
              <a:xfrm>
                <a:off x="2143" y="210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09" name="Google Shape;4609;p65"/>
              <p:cNvCxnSpPr/>
              <p:nvPr/>
            </p:nvCxnSpPr>
            <p:spPr>
              <a:xfrm>
                <a:off x="2252" y="210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0" name="Google Shape;4610;p65"/>
              <p:cNvCxnSpPr/>
              <p:nvPr/>
            </p:nvCxnSpPr>
            <p:spPr>
              <a:xfrm>
                <a:off x="2307" y="2105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1" name="Google Shape;4611;p65"/>
              <p:cNvCxnSpPr/>
              <p:nvPr/>
            </p:nvCxnSpPr>
            <p:spPr>
              <a:xfrm>
                <a:off x="2364" y="210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2" name="Google Shape;4612;p65"/>
              <p:cNvCxnSpPr/>
              <p:nvPr/>
            </p:nvCxnSpPr>
            <p:spPr>
              <a:xfrm>
                <a:off x="2425" y="210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3" name="Google Shape;4613;p65"/>
              <p:cNvCxnSpPr/>
              <p:nvPr/>
            </p:nvCxnSpPr>
            <p:spPr>
              <a:xfrm>
                <a:off x="2481" y="210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4" name="Google Shape;4614;p65"/>
              <p:cNvCxnSpPr/>
              <p:nvPr/>
            </p:nvCxnSpPr>
            <p:spPr>
              <a:xfrm>
                <a:off x="2196" y="210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15" name="Google Shape;4615;p65"/>
              <p:cNvSpPr/>
              <p:nvPr/>
            </p:nvSpPr>
            <p:spPr>
              <a:xfrm>
                <a:off x="2102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4616" name="Google Shape;4616;p65"/>
              <p:cNvSpPr/>
              <p:nvPr/>
            </p:nvSpPr>
            <p:spPr>
              <a:xfrm>
                <a:off x="2188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4617" name="Google Shape;4617;p65"/>
              <p:cNvSpPr/>
              <p:nvPr/>
            </p:nvSpPr>
            <p:spPr>
              <a:xfrm>
                <a:off x="2274" y="224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4618" name="Google Shape;4618;p65"/>
              <p:cNvSpPr/>
              <p:nvPr/>
            </p:nvSpPr>
            <p:spPr>
              <a:xfrm>
                <a:off x="2371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4619" name="Google Shape;4619;p65"/>
              <p:cNvSpPr/>
              <p:nvPr/>
            </p:nvSpPr>
            <p:spPr>
              <a:xfrm>
                <a:off x="2467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</p:grpSp>
      <p:sp>
        <p:nvSpPr>
          <p:cNvPr id="4620" name="Google Shape;4620;p65"/>
          <p:cNvSpPr txBox="1"/>
          <p:nvPr/>
        </p:nvSpPr>
        <p:spPr>
          <a:xfrm>
            <a:off x="3510141" y="1582964"/>
            <a:ext cx="8905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SMTP</a:t>
            </a:r>
            <a:endParaRPr/>
          </a:p>
        </p:txBody>
      </p:sp>
      <p:sp>
        <p:nvSpPr>
          <p:cNvPr id="4621" name="Google Shape;4621;p65"/>
          <p:cNvSpPr/>
          <p:nvPr/>
        </p:nvSpPr>
        <p:spPr>
          <a:xfrm>
            <a:off x="5270678" y="1573439"/>
            <a:ext cx="85725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622" name="Google Shape;4622;p65"/>
          <p:cNvSpPr txBox="1"/>
          <p:nvPr/>
        </p:nvSpPr>
        <p:spPr>
          <a:xfrm>
            <a:off x="5111928" y="1594077"/>
            <a:ext cx="8905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SMTP</a:t>
            </a:r>
            <a:endParaRPr/>
          </a:p>
        </p:txBody>
      </p:sp>
      <p:sp>
        <p:nvSpPr>
          <p:cNvPr id="4623" name="Google Shape;4623;p65"/>
          <p:cNvSpPr txBox="1"/>
          <p:nvPr/>
        </p:nvSpPr>
        <p:spPr>
          <a:xfrm>
            <a:off x="5734133" y="2714852"/>
            <a:ext cx="1792478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receiver’s e-mail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24" name="Google Shape;4624;p65"/>
          <p:cNvGrpSpPr/>
          <p:nvPr/>
        </p:nvGrpSpPr>
        <p:grpSpPr>
          <a:xfrm>
            <a:off x="6289853" y="2116364"/>
            <a:ext cx="809625" cy="561975"/>
            <a:chOff x="2070" y="2004"/>
            <a:chExt cx="510" cy="354"/>
          </a:xfrm>
        </p:grpSpPr>
        <p:sp>
          <p:nvSpPr>
            <p:cNvPr id="4625" name="Google Shape;4625;p65"/>
            <p:cNvSpPr/>
            <p:nvPr/>
          </p:nvSpPr>
          <p:spPr>
            <a:xfrm>
              <a:off x="2070" y="2004"/>
              <a:ext cx="510" cy="354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626" name="Google Shape;4626;p65"/>
            <p:cNvSpPr/>
            <p:nvPr/>
          </p:nvSpPr>
          <p:spPr>
            <a:xfrm>
              <a:off x="2094" y="2076"/>
              <a:ext cx="450" cy="120"/>
            </a:xfrm>
            <a:prstGeom prst="rect">
              <a:avLst/>
            </a:prstGeom>
            <a:solidFill>
              <a:srgbClr val="00FF00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4627" name="Google Shape;4627;p65"/>
            <p:cNvCxnSpPr/>
            <p:nvPr/>
          </p:nvCxnSpPr>
          <p:spPr>
            <a:xfrm>
              <a:off x="2143" y="210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28" name="Google Shape;4628;p65"/>
            <p:cNvCxnSpPr/>
            <p:nvPr/>
          </p:nvCxnSpPr>
          <p:spPr>
            <a:xfrm>
              <a:off x="2252" y="210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29" name="Google Shape;4629;p65"/>
            <p:cNvCxnSpPr/>
            <p:nvPr/>
          </p:nvCxnSpPr>
          <p:spPr>
            <a:xfrm>
              <a:off x="2307" y="2105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30" name="Google Shape;4630;p65"/>
            <p:cNvCxnSpPr/>
            <p:nvPr/>
          </p:nvCxnSpPr>
          <p:spPr>
            <a:xfrm>
              <a:off x="2364" y="210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31" name="Google Shape;4631;p65"/>
            <p:cNvCxnSpPr/>
            <p:nvPr/>
          </p:nvCxnSpPr>
          <p:spPr>
            <a:xfrm>
              <a:off x="2425" y="210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32" name="Google Shape;4632;p65"/>
            <p:cNvCxnSpPr/>
            <p:nvPr/>
          </p:nvCxnSpPr>
          <p:spPr>
            <a:xfrm>
              <a:off x="2481" y="210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33" name="Google Shape;4633;p65"/>
            <p:cNvCxnSpPr/>
            <p:nvPr/>
          </p:nvCxnSpPr>
          <p:spPr>
            <a:xfrm>
              <a:off x="2196" y="210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34" name="Google Shape;4634;p65"/>
            <p:cNvSpPr/>
            <p:nvPr/>
          </p:nvSpPr>
          <p:spPr>
            <a:xfrm>
              <a:off x="2102" y="224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635" name="Google Shape;4635;p65"/>
            <p:cNvSpPr/>
            <p:nvPr/>
          </p:nvSpPr>
          <p:spPr>
            <a:xfrm>
              <a:off x="2188" y="224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636" name="Google Shape;4636;p65"/>
            <p:cNvSpPr/>
            <p:nvPr/>
          </p:nvSpPr>
          <p:spPr>
            <a:xfrm>
              <a:off x="2274" y="2242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637" name="Google Shape;4637;p65"/>
            <p:cNvSpPr/>
            <p:nvPr/>
          </p:nvSpPr>
          <p:spPr>
            <a:xfrm>
              <a:off x="2371" y="224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638" name="Google Shape;4638;p65"/>
            <p:cNvSpPr/>
            <p:nvPr/>
          </p:nvSpPr>
          <p:spPr>
            <a:xfrm>
              <a:off x="2467" y="224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pic>
        <p:nvPicPr>
          <p:cNvPr descr="Alice" id="4639" name="Google Shape;463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3753" y="1673452"/>
            <a:ext cx="561975" cy="693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4640" name="Google Shape;4640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02953" y="1687739"/>
            <a:ext cx="676275" cy="6905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41" name="Google Shape;4641;p65"/>
          <p:cNvCxnSpPr/>
          <p:nvPr/>
        </p:nvCxnSpPr>
        <p:spPr>
          <a:xfrm>
            <a:off x="3492678" y="2021114"/>
            <a:ext cx="903288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42" name="Google Shape;4642;p65"/>
          <p:cNvCxnSpPr/>
          <p:nvPr/>
        </p:nvCxnSpPr>
        <p:spPr>
          <a:xfrm>
            <a:off x="5123041" y="2017939"/>
            <a:ext cx="903287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643" name="Google Shape;4643;p65"/>
          <p:cNvGrpSpPr/>
          <p:nvPr/>
        </p:nvGrpSpPr>
        <p:grpSpPr>
          <a:xfrm>
            <a:off x="6699252" y="1424214"/>
            <a:ext cx="1816276" cy="1182356"/>
            <a:chOff x="6699252" y="1424214"/>
            <a:chExt cx="1816276" cy="1182356"/>
          </a:xfrm>
        </p:grpSpPr>
        <p:sp>
          <p:nvSpPr>
            <p:cNvPr id="4644" name="Google Shape;4644;p65"/>
            <p:cNvSpPr txBox="1"/>
            <p:nvPr/>
          </p:nvSpPr>
          <p:spPr>
            <a:xfrm>
              <a:off x="6699252" y="1424214"/>
              <a:ext cx="1786114" cy="615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e-mail access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protocol</a:t>
              </a:r>
              <a:endPara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45" name="Google Shape;4645;p65"/>
            <p:cNvCxnSpPr/>
            <p:nvPr/>
          </p:nvCxnSpPr>
          <p:spPr>
            <a:xfrm>
              <a:off x="6742291" y="2014764"/>
              <a:ext cx="1697037" cy="1588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646" name="Google Shape;4646;p65"/>
            <p:cNvSpPr txBox="1"/>
            <p:nvPr/>
          </p:nvSpPr>
          <p:spPr>
            <a:xfrm>
              <a:off x="7064731" y="2043339"/>
              <a:ext cx="1450797" cy="563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(e.g.,</a:t>
              </a: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 IMAP, HTTP</a:t>
              </a:r>
              <a:r>
                <a:rPr b="0" i="1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/>
            </a:p>
          </p:txBody>
        </p:sp>
      </p:grpSp>
      <p:grpSp>
        <p:nvGrpSpPr>
          <p:cNvPr id="4647" name="Google Shape;4647;p65"/>
          <p:cNvGrpSpPr/>
          <p:nvPr/>
        </p:nvGrpSpPr>
        <p:grpSpPr>
          <a:xfrm>
            <a:off x="2556053" y="1535339"/>
            <a:ext cx="912813" cy="1054100"/>
            <a:chOff x="3574" y="550"/>
            <a:chExt cx="575" cy="664"/>
          </a:xfrm>
        </p:grpSpPr>
        <p:grpSp>
          <p:nvGrpSpPr>
            <p:cNvPr id="4648" name="Google Shape;4648;p65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descr="desktop_computer_stylized_medium" id="4649" name="Google Shape;4649;p6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650" name="Google Shape;4650;p6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51" name="Google Shape;4651;p65"/>
            <p:cNvSpPr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2" name="Google Shape;4652;p65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53" name="Google Shape;4653;p65"/>
          <p:cNvGrpSpPr/>
          <p:nvPr/>
        </p:nvGrpSpPr>
        <p:grpSpPr>
          <a:xfrm>
            <a:off x="8456791" y="1538514"/>
            <a:ext cx="912812" cy="1054100"/>
            <a:chOff x="3574" y="550"/>
            <a:chExt cx="575" cy="664"/>
          </a:xfrm>
        </p:grpSpPr>
        <p:grpSp>
          <p:nvGrpSpPr>
            <p:cNvPr id="4654" name="Google Shape;4654;p65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descr="desktop_computer_stylized_medium" id="4655" name="Google Shape;4655;p6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656" name="Google Shape;4656;p6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57" name="Google Shape;4657;p65"/>
            <p:cNvSpPr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8" name="Google Shape;4658;p65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59" name="Google Shape;4659;p65"/>
          <p:cNvSpPr txBox="1"/>
          <p:nvPr/>
        </p:nvSpPr>
        <p:spPr>
          <a:xfrm>
            <a:off x="478971" y="3418624"/>
            <a:ext cx="11248571" cy="315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SMTP: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delivery/storage of e-mail messages to receiver’s server</a:t>
            </a:r>
            <a:endParaRPr/>
          </a:p>
          <a:p>
            <a:pPr indent="-222250" lvl="0" marL="3524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mail access protocol: retrieval from server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IMAP: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Internet Mail Access Protocol [RFC 3501]: messages stored on server, IMAP provides retrieval, deletion, folders of stored messages on server</a:t>
            </a:r>
            <a:endParaRPr/>
          </a:p>
          <a:p>
            <a:pPr indent="-288925" lvl="0" marL="34607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gmail, Hotmail, Yahoo!Mail, etc. provides web-based interface on top of STMP (to send), IMAP (or POP) to retrieve e-mail messages</a:t>
            </a:r>
            <a:endParaRPr/>
          </a:p>
          <a:p>
            <a:pPr indent="-920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0" name="Google Shape;4660;p6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5" name="Shape 4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6" name="Google Shape;4666;p6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667" name="Google Shape;4667;p6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overview of SMTP commands" id="4668" name="Google Shape;4668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2500" y="6350"/>
            <a:ext cx="7747000" cy="684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2" name="Shape 4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3" name="Google Shape;4673;p6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674" name="Google Shape;4674;p6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etting up IMAP in Outlook" id="4675" name="Google Shape;4675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2500" y="146050"/>
            <a:ext cx="7747000" cy="656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0" name="Shape 4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1" name="Google Shape;4681;p6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Application Layer: Overview</a:t>
            </a:r>
            <a:endParaRPr/>
          </a:p>
        </p:txBody>
      </p:sp>
      <p:sp>
        <p:nvSpPr>
          <p:cNvPr id="4682" name="Google Shape;4682;p68"/>
          <p:cNvSpPr txBox="1"/>
          <p:nvPr/>
        </p:nvSpPr>
        <p:spPr>
          <a:xfrm>
            <a:off x="809242" y="1870563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1638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Web and HTTP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Domain Name System DNS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3" name="Google Shape;4683;p68"/>
          <p:cNvSpPr txBox="1"/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349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video streaming and content distribution networks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4" name="Google Shape;4684;p6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Kurose&amp;Ross 8th edition photo" id="4685" name="Google Shape;4685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7391" y="4125913"/>
            <a:ext cx="3087757" cy="2315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0" name="Shape 4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1" name="Google Shape;4691;p6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DNS: Domain Name System</a:t>
            </a:r>
            <a:endParaRPr sz="4400"/>
          </a:p>
        </p:txBody>
      </p:sp>
      <p:sp>
        <p:nvSpPr>
          <p:cNvPr id="4692" name="Google Shape;4692;p69"/>
          <p:cNvSpPr txBox="1"/>
          <p:nvPr/>
        </p:nvSpPr>
        <p:spPr>
          <a:xfrm>
            <a:off x="753721" y="1340962"/>
            <a:ext cx="490197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people: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many identifiers: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SSN, name, passport #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Internet hosts, routers: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 address (32 bit) - used for addressing datagrams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“name”, e.g., cs.umass.edu - used by humans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how to map between IP address and name, and vice versa ?</a:t>
            </a:r>
            <a:endParaRPr/>
          </a:p>
        </p:txBody>
      </p:sp>
      <p:sp>
        <p:nvSpPr>
          <p:cNvPr id="4693" name="Google Shape;4693;p69"/>
          <p:cNvSpPr txBox="1"/>
          <p:nvPr/>
        </p:nvSpPr>
        <p:spPr>
          <a:xfrm>
            <a:off x="5592033" y="1281002"/>
            <a:ext cx="6088112" cy="5006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Domain Name System (DNS):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distributed database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implemented in hierarchy of many </a:t>
            </a: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name servers</a:t>
            </a:r>
            <a:endParaRPr b="0" i="0" sz="28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application-layer protocol: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hosts, DNS servers communicate to </a:t>
            </a: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resolve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names (address/name translation)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core Internet function,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implemented as application-layer protocol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complexity at network’s “edge”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4" name="Google Shape;4694;p6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9" name="Shape 4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" name="Google Shape;4700;p7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DNS: services, structure</a:t>
            </a:r>
            <a:endParaRPr sz="4400"/>
          </a:p>
        </p:txBody>
      </p:sp>
      <p:sp>
        <p:nvSpPr>
          <p:cNvPr id="4701" name="Google Shape;4701;p70"/>
          <p:cNvSpPr txBox="1"/>
          <p:nvPr/>
        </p:nvSpPr>
        <p:spPr>
          <a:xfrm>
            <a:off x="6618515" y="1271135"/>
            <a:ext cx="4978400" cy="2263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 Why not centralize DNS?</a:t>
            </a:r>
            <a:endParaRPr/>
          </a:p>
          <a:p>
            <a:pPr indent="-233362" lvl="0" marL="58261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 point of failure</a:t>
            </a:r>
            <a:endParaRPr/>
          </a:p>
          <a:p>
            <a:pPr indent="-233362" lvl="0" marL="58261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traffic volume</a:t>
            </a:r>
            <a:endParaRPr/>
          </a:p>
          <a:p>
            <a:pPr indent="-233362" lvl="0" marL="58261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distant centralized database</a:t>
            </a:r>
            <a:endParaRPr/>
          </a:p>
          <a:p>
            <a:pPr indent="-233362" lvl="0" marL="58261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maintenance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2" name="Google Shape;4702;p70"/>
          <p:cNvSpPr txBox="1"/>
          <p:nvPr/>
        </p:nvSpPr>
        <p:spPr>
          <a:xfrm>
            <a:off x="731837" y="1300163"/>
            <a:ext cx="580866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DNS services: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hostname-to-IP-address translation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aliasing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canonical, alias names</a:t>
            </a:r>
            <a:endParaRPr/>
          </a:p>
          <a:p>
            <a:pPr indent="-287338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mail server aliasing</a:t>
            </a:r>
            <a:endParaRPr/>
          </a:p>
          <a:p>
            <a:pPr indent="-287338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load distribution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replicated Web servers: many IP addresses correspond to one name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03" name="Google Shape;4703;p70"/>
          <p:cNvSpPr txBox="1"/>
          <p:nvPr/>
        </p:nvSpPr>
        <p:spPr>
          <a:xfrm>
            <a:off x="6777862" y="3709428"/>
            <a:ext cx="4956937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1788" lvl="0" marL="346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A: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doesn‘t scale!</a:t>
            </a:r>
            <a:endParaRPr/>
          </a:p>
          <a:p>
            <a:pPr indent="-292100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Comcast DNS servers alone: 600B DNS queries/day</a:t>
            </a:r>
            <a:endParaRPr/>
          </a:p>
          <a:p>
            <a:pPr indent="-292100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Akamai DNS servers alone: 2.2T DNS queries/day</a:t>
            </a:r>
            <a:endParaRPr/>
          </a:p>
        </p:txBody>
      </p:sp>
      <p:sp>
        <p:nvSpPr>
          <p:cNvPr id="4704" name="Google Shape;4704;p7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9" name="Shape 4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" name="Google Shape;4710;p71"/>
          <p:cNvSpPr txBox="1"/>
          <p:nvPr>
            <p:ph type="title"/>
          </p:nvPr>
        </p:nvSpPr>
        <p:spPr>
          <a:xfrm>
            <a:off x="697091" y="30625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Thinking about the DNS</a:t>
            </a:r>
            <a:endParaRPr sz="4400"/>
          </a:p>
        </p:txBody>
      </p:sp>
      <p:sp>
        <p:nvSpPr>
          <p:cNvPr id="4711" name="Google Shape;4711;p71"/>
          <p:cNvSpPr txBox="1"/>
          <p:nvPr/>
        </p:nvSpPr>
        <p:spPr>
          <a:xfrm>
            <a:off x="731837" y="1300163"/>
            <a:ext cx="6338434" cy="1053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humongous distributed database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34950" lvl="0" marL="3508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~ billion records, each simple</a:t>
            </a:r>
            <a:endParaRPr/>
          </a:p>
        </p:txBody>
      </p:sp>
      <p:sp>
        <p:nvSpPr>
          <p:cNvPr id="4712" name="Google Shape;4712;p71"/>
          <p:cNvSpPr txBox="1"/>
          <p:nvPr/>
        </p:nvSpPr>
        <p:spPr>
          <a:xfrm>
            <a:off x="716718" y="2281087"/>
            <a:ext cx="5971949" cy="2307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handles many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trillions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of queries/day:</a:t>
            </a:r>
            <a:endParaRPr/>
          </a:p>
          <a:p>
            <a:pPr indent="-217488" lvl="0" marL="3508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more reads than writes</a:t>
            </a:r>
            <a:endParaRPr/>
          </a:p>
          <a:p>
            <a:pPr indent="-217488" lvl="0" marL="3508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performance matters: 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almost every Internet transaction interacts with DNS - msecs count!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13" name="Google Shape;4713;p71"/>
          <p:cNvSpPr txBox="1"/>
          <p:nvPr/>
        </p:nvSpPr>
        <p:spPr>
          <a:xfrm>
            <a:off x="716717" y="4432300"/>
            <a:ext cx="7038749" cy="1358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organizationally, physically decentralized: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millions of different organizations responsible for their records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14" name="Google Shape;4714;p71"/>
          <p:cNvSpPr txBox="1"/>
          <p:nvPr/>
        </p:nvSpPr>
        <p:spPr>
          <a:xfrm>
            <a:off x="750584" y="5871634"/>
            <a:ext cx="7038749" cy="563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“bulletproof”: reliability, security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SEC Says That It's Not Easy Determining Whether Teva Whistleblowers Are  Deserving Of A Bounty - FCPA Professor" id="4715" name="Google Shape;4715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7866" y="4143022"/>
            <a:ext cx="2937933" cy="2448278"/>
          </a:xfrm>
          <a:prstGeom prst="rect">
            <a:avLst/>
          </a:prstGeom>
          <a:noFill/>
          <a:ln>
            <a:noFill/>
          </a:ln>
        </p:spPr>
      </p:pic>
      <p:sp>
        <p:nvSpPr>
          <p:cNvPr id="4716" name="Google Shape;4716;p7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1" name="Shape 4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2" name="Google Shape;4722;p7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DNS: a distributed, hierarchical </a:t>
            </a:r>
            <a:r>
              <a:rPr lang="en-US"/>
              <a:t>d</a:t>
            </a:r>
            <a:r>
              <a:rPr lang="en-US" sz="4400"/>
              <a:t>atabase</a:t>
            </a:r>
            <a:endParaRPr sz="4400"/>
          </a:p>
        </p:txBody>
      </p:sp>
      <p:sp>
        <p:nvSpPr>
          <p:cNvPr id="4723" name="Google Shape;4723;p72"/>
          <p:cNvSpPr txBox="1"/>
          <p:nvPr/>
        </p:nvSpPr>
        <p:spPr>
          <a:xfrm>
            <a:off x="478971" y="4398565"/>
            <a:ext cx="11713029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71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Client wants IP address for </a:t>
            </a: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www.amazon.com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; 1</a:t>
            </a:r>
            <a:r>
              <a:rPr b="0" baseline="3000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approximation: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queries root server to find .com DNS server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queries .com DNS server to get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amazon.com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 server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queries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amazon.com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 server to get  IP address for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www.amazon.com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24" name="Google Shape;4724;p72"/>
          <p:cNvGrpSpPr/>
          <p:nvPr/>
        </p:nvGrpSpPr>
        <p:grpSpPr>
          <a:xfrm>
            <a:off x="1321991" y="1815164"/>
            <a:ext cx="10791292" cy="1046691"/>
            <a:chOff x="1321991" y="1815164"/>
            <a:chExt cx="10791292" cy="1046691"/>
          </a:xfrm>
        </p:grpSpPr>
        <p:sp>
          <p:nvSpPr>
            <p:cNvPr id="4725" name="Google Shape;4725;p72"/>
            <p:cNvSpPr txBox="1"/>
            <p:nvPr/>
          </p:nvSpPr>
          <p:spPr>
            <a:xfrm>
              <a:off x="1321991" y="2431570"/>
              <a:ext cx="2057411" cy="368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.com DNS servers</a:t>
              </a:r>
              <a:endParaRPr/>
            </a:p>
          </p:txBody>
        </p:sp>
        <p:sp>
          <p:nvSpPr>
            <p:cNvPr id="4726" name="Google Shape;4726;p72"/>
            <p:cNvSpPr txBox="1"/>
            <p:nvPr/>
          </p:nvSpPr>
          <p:spPr>
            <a:xfrm>
              <a:off x="3969789" y="2432961"/>
              <a:ext cx="1954541" cy="368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.org DNS servers</a:t>
              </a:r>
              <a:endParaRPr/>
            </a:p>
          </p:txBody>
        </p:sp>
        <p:sp>
          <p:nvSpPr>
            <p:cNvPr id="4727" name="Google Shape;4727;p72"/>
            <p:cNvSpPr txBox="1"/>
            <p:nvPr/>
          </p:nvSpPr>
          <p:spPr>
            <a:xfrm>
              <a:off x="6546026" y="2432961"/>
              <a:ext cx="2005231" cy="368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.edu DNS servers</a:t>
              </a:r>
              <a:endParaRPr/>
            </a:p>
          </p:txBody>
        </p:sp>
        <p:cxnSp>
          <p:nvCxnSpPr>
            <p:cNvPr id="4728" name="Google Shape;4728;p72"/>
            <p:cNvCxnSpPr/>
            <p:nvPr/>
          </p:nvCxnSpPr>
          <p:spPr>
            <a:xfrm flipH="1">
              <a:off x="2538547" y="1831861"/>
              <a:ext cx="2075302" cy="601100"/>
            </a:xfrm>
            <a:prstGeom prst="straightConnector1">
              <a:avLst/>
            </a:prstGeom>
            <a:noFill/>
            <a:ln cap="flat" cmpd="sng" w="317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29" name="Google Shape;4729;p72"/>
            <p:cNvCxnSpPr/>
            <p:nvPr/>
          </p:nvCxnSpPr>
          <p:spPr>
            <a:xfrm>
              <a:off x="4901588" y="1815164"/>
              <a:ext cx="0" cy="616406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30" name="Google Shape;4730;p72"/>
            <p:cNvCxnSpPr/>
            <p:nvPr/>
          </p:nvCxnSpPr>
          <p:spPr>
            <a:xfrm>
              <a:off x="5257908" y="1831861"/>
              <a:ext cx="2146864" cy="60110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731" name="Google Shape;4731;p72"/>
            <p:cNvSpPr txBox="1"/>
            <p:nvPr/>
          </p:nvSpPr>
          <p:spPr>
            <a:xfrm>
              <a:off x="4066204" y="1934852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4732" name="Google Shape;4732;p72"/>
            <p:cNvSpPr txBox="1"/>
            <p:nvPr/>
          </p:nvSpPr>
          <p:spPr>
            <a:xfrm>
              <a:off x="5225966" y="1923399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4733" name="Google Shape;4733;p72"/>
            <p:cNvSpPr txBox="1"/>
            <p:nvPr/>
          </p:nvSpPr>
          <p:spPr>
            <a:xfrm>
              <a:off x="9724296" y="2400190"/>
              <a:ext cx="238898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Top Level Domain</a:t>
              </a:r>
              <a:endParaRPr/>
            </a:p>
          </p:txBody>
        </p:sp>
      </p:grpSp>
      <p:grpSp>
        <p:nvGrpSpPr>
          <p:cNvPr id="4734" name="Google Shape;4734;p72"/>
          <p:cNvGrpSpPr/>
          <p:nvPr/>
        </p:nvGrpSpPr>
        <p:grpSpPr>
          <a:xfrm>
            <a:off x="3874373" y="1407648"/>
            <a:ext cx="7294880" cy="461665"/>
            <a:chOff x="3874373" y="1407648"/>
            <a:chExt cx="7294880" cy="461665"/>
          </a:xfrm>
        </p:grpSpPr>
        <p:sp>
          <p:nvSpPr>
            <p:cNvPr id="4735" name="Google Shape;4735;p72"/>
            <p:cNvSpPr txBox="1"/>
            <p:nvPr/>
          </p:nvSpPr>
          <p:spPr>
            <a:xfrm>
              <a:off x="3874373" y="1432519"/>
              <a:ext cx="2064866" cy="367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Root DNS Servers</a:t>
              </a:r>
              <a:endParaRPr/>
            </a:p>
          </p:txBody>
        </p:sp>
        <p:sp>
          <p:nvSpPr>
            <p:cNvPr id="4736" name="Google Shape;4736;p72"/>
            <p:cNvSpPr txBox="1"/>
            <p:nvPr/>
          </p:nvSpPr>
          <p:spPr>
            <a:xfrm>
              <a:off x="10397760" y="1407648"/>
              <a:ext cx="77149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Root</a:t>
              </a:r>
              <a:endParaRPr/>
            </a:p>
          </p:txBody>
        </p:sp>
      </p:grpSp>
      <p:grpSp>
        <p:nvGrpSpPr>
          <p:cNvPr id="4737" name="Google Shape;4737;p72"/>
          <p:cNvGrpSpPr/>
          <p:nvPr/>
        </p:nvGrpSpPr>
        <p:grpSpPr>
          <a:xfrm>
            <a:off x="877709" y="2766905"/>
            <a:ext cx="10877911" cy="1053317"/>
            <a:chOff x="877709" y="2766905"/>
            <a:chExt cx="10877911" cy="1053317"/>
          </a:xfrm>
        </p:grpSpPr>
        <p:sp>
          <p:nvSpPr>
            <p:cNvPr id="4738" name="Google Shape;4738;p72"/>
            <p:cNvSpPr txBox="1"/>
            <p:nvPr/>
          </p:nvSpPr>
          <p:spPr>
            <a:xfrm>
              <a:off x="6241887" y="3150942"/>
              <a:ext cx="1478951" cy="641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nyu.edu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sp>
          <p:nvSpPr>
            <p:cNvPr id="4739" name="Google Shape;4739;p72"/>
            <p:cNvSpPr txBox="1"/>
            <p:nvPr/>
          </p:nvSpPr>
          <p:spPr>
            <a:xfrm>
              <a:off x="7813272" y="3150942"/>
              <a:ext cx="1478951" cy="641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umass.edu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cxnSp>
          <p:nvCxnSpPr>
            <p:cNvPr id="4740" name="Google Shape;4740;p72"/>
            <p:cNvCxnSpPr/>
            <p:nvPr/>
          </p:nvCxnSpPr>
          <p:spPr>
            <a:xfrm flipH="1">
              <a:off x="6774130" y="2766905"/>
              <a:ext cx="559079" cy="420213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41" name="Google Shape;4741;p72"/>
            <p:cNvCxnSpPr/>
            <p:nvPr/>
          </p:nvCxnSpPr>
          <p:spPr>
            <a:xfrm>
              <a:off x="7762582" y="2766905"/>
              <a:ext cx="500935" cy="420213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742" name="Google Shape;4742;p72"/>
            <p:cNvSpPr txBox="1"/>
            <p:nvPr/>
          </p:nvSpPr>
          <p:spPr>
            <a:xfrm>
              <a:off x="877709" y="3173205"/>
              <a:ext cx="1505787" cy="647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yahoo.com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sp>
          <p:nvSpPr>
            <p:cNvPr id="4743" name="Google Shape;4743;p72"/>
            <p:cNvSpPr txBox="1"/>
            <p:nvPr/>
          </p:nvSpPr>
          <p:spPr>
            <a:xfrm>
              <a:off x="2484875" y="3150942"/>
              <a:ext cx="1492369" cy="641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amazon.com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cxnSp>
          <p:nvCxnSpPr>
            <p:cNvPr id="4744" name="Google Shape;4744;p72"/>
            <p:cNvCxnSpPr/>
            <p:nvPr/>
          </p:nvCxnSpPr>
          <p:spPr>
            <a:xfrm flipH="1">
              <a:off x="1666383" y="2773863"/>
              <a:ext cx="369738" cy="413256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45" name="Google Shape;4745;p72"/>
            <p:cNvCxnSpPr/>
            <p:nvPr/>
          </p:nvCxnSpPr>
          <p:spPr>
            <a:xfrm>
              <a:off x="2538547" y="2773863"/>
              <a:ext cx="429373" cy="425779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746" name="Google Shape;4746;p72"/>
            <p:cNvSpPr txBox="1"/>
            <p:nvPr/>
          </p:nvSpPr>
          <p:spPr>
            <a:xfrm>
              <a:off x="4312691" y="3132853"/>
              <a:ext cx="1480442" cy="641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pbs.org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cxnSp>
          <p:nvCxnSpPr>
            <p:cNvPr id="4747" name="Google Shape;4747;p72"/>
            <p:cNvCxnSpPr/>
            <p:nvPr/>
          </p:nvCxnSpPr>
          <p:spPr>
            <a:xfrm>
              <a:off x="4904570" y="2766905"/>
              <a:ext cx="0" cy="417431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748" name="Google Shape;4748;p72"/>
            <p:cNvSpPr txBox="1"/>
            <p:nvPr/>
          </p:nvSpPr>
          <p:spPr>
            <a:xfrm>
              <a:off x="9919925" y="3273362"/>
              <a:ext cx="183569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Authoritative</a:t>
              </a:r>
              <a:endParaRPr/>
            </a:p>
          </p:txBody>
        </p:sp>
        <p:sp>
          <p:nvSpPr>
            <p:cNvPr id="4749" name="Google Shape;4749;p72"/>
            <p:cNvSpPr txBox="1"/>
            <p:nvPr/>
          </p:nvSpPr>
          <p:spPr>
            <a:xfrm>
              <a:off x="7292568" y="2785396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4750" name="Google Shape;4750;p72"/>
            <p:cNvSpPr txBox="1"/>
            <p:nvPr/>
          </p:nvSpPr>
          <p:spPr>
            <a:xfrm>
              <a:off x="2030793" y="2776330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4751" name="Google Shape;4751;p72"/>
            <p:cNvSpPr txBox="1"/>
            <p:nvPr/>
          </p:nvSpPr>
          <p:spPr>
            <a:xfrm>
              <a:off x="4390346" y="2768742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4752" name="Google Shape;4752;p72"/>
            <p:cNvSpPr txBox="1"/>
            <p:nvPr/>
          </p:nvSpPr>
          <p:spPr>
            <a:xfrm>
              <a:off x="4877758" y="2777057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sp>
        <p:nvSpPr>
          <p:cNvPr id="4753" name="Google Shape;4753;p7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8" name="Shape 4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9" name="Google Shape;4759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6464" y="1529543"/>
            <a:ext cx="7122656" cy="2152001"/>
          </a:xfrm>
          <a:prstGeom prst="rect">
            <a:avLst/>
          </a:prstGeom>
          <a:noFill/>
          <a:ln>
            <a:noFill/>
          </a:ln>
        </p:spPr>
      </p:pic>
      <p:sp>
        <p:nvSpPr>
          <p:cNvPr id="4760" name="Google Shape;4760;p73"/>
          <p:cNvSpPr/>
          <p:nvPr/>
        </p:nvSpPr>
        <p:spPr>
          <a:xfrm>
            <a:off x="6940647" y="1546167"/>
            <a:ext cx="2646699" cy="379307"/>
          </a:xfrm>
          <a:prstGeom prst="rect">
            <a:avLst/>
          </a:prstGeom>
          <a:solidFill>
            <a:srgbClr val="FBBFC7">
              <a:alpha val="4078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1" name="Google Shape;4761;p7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DNS: root </a:t>
            </a:r>
            <a:r>
              <a:rPr lang="en-US"/>
              <a:t>n</a:t>
            </a:r>
            <a:r>
              <a:rPr lang="en-US" sz="4400"/>
              <a:t>ame </a:t>
            </a:r>
            <a:r>
              <a:rPr lang="en-US"/>
              <a:t>s</a:t>
            </a:r>
            <a:r>
              <a:rPr lang="en-US" sz="4400"/>
              <a:t>ervers</a:t>
            </a:r>
            <a:endParaRPr sz="4400"/>
          </a:p>
        </p:txBody>
      </p:sp>
      <p:sp>
        <p:nvSpPr>
          <p:cNvPr id="4762" name="Google Shape;4762;p73"/>
          <p:cNvSpPr txBox="1"/>
          <p:nvPr/>
        </p:nvSpPr>
        <p:spPr>
          <a:xfrm>
            <a:off x="651717" y="1432390"/>
            <a:ext cx="5444283" cy="2455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8925" lvl="0" marL="403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official, contact-of-last-resort by name servers that can not resolve name</a:t>
            </a:r>
            <a:endParaRPr/>
          </a:p>
        </p:txBody>
      </p:sp>
      <p:sp>
        <p:nvSpPr>
          <p:cNvPr id="4763" name="Google Shape;4763;p7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8" name="Shape 4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9" name="Google Shape;4769;p7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DNS: root </a:t>
            </a:r>
            <a:r>
              <a:rPr lang="en-US"/>
              <a:t>n</a:t>
            </a:r>
            <a:r>
              <a:rPr lang="en-US" sz="4400"/>
              <a:t>ame </a:t>
            </a:r>
            <a:r>
              <a:rPr lang="en-US"/>
              <a:t>s</a:t>
            </a:r>
            <a:r>
              <a:rPr lang="en-US" sz="4400"/>
              <a:t>ervers</a:t>
            </a:r>
            <a:endParaRPr sz="4400"/>
          </a:p>
        </p:txBody>
      </p:sp>
      <p:pic>
        <p:nvPicPr>
          <p:cNvPr id="4770" name="Google Shape;4770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0900" y="2856025"/>
            <a:ext cx="62611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1" name="Google Shape;4771;p74"/>
          <p:cNvSpPr txBox="1"/>
          <p:nvPr/>
        </p:nvSpPr>
        <p:spPr>
          <a:xfrm>
            <a:off x="651717" y="1432390"/>
            <a:ext cx="5444283" cy="2455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8925" lvl="0" marL="403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official, contact-of-last-resort by name servers that can not resolve name</a:t>
            </a:r>
            <a:endParaRPr/>
          </a:p>
          <a:p>
            <a:pPr indent="-288925" lvl="0" marL="4032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incredibly important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function</a:t>
            </a:r>
            <a:endParaRPr/>
          </a:p>
          <a:p>
            <a:pPr indent="-317500" lvl="1" marL="635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couldn’t function without it!</a:t>
            </a:r>
            <a:endParaRPr/>
          </a:p>
          <a:p>
            <a:pPr indent="-317500" lvl="1" marL="635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DNSSEC – provides security (authentication, message integrity)</a:t>
            </a:r>
            <a:endParaRPr/>
          </a:p>
          <a:p>
            <a:pPr indent="-288925" lvl="0" marL="4032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ICANN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(Internet Corporation for Assigned Names and Numbers)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manages root DNS domain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2" name="Google Shape;4772;p74"/>
          <p:cNvSpPr/>
          <p:nvPr/>
        </p:nvSpPr>
        <p:spPr>
          <a:xfrm>
            <a:off x="6423186" y="1752600"/>
            <a:ext cx="5142916" cy="1198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13 logical root name “servers” worldwide each “server” replicated many times (~200 servers in US)</a:t>
            </a:r>
            <a:endParaRPr b="0" i="0" sz="2000" u="none" cap="none" strike="noStrik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3" name="Google Shape;4773;p7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8" name="Shape 4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9" name="Google Shape;4779;p7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Top-Level Domain, and </a:t>
            </a:r>
            <a:r>
              <a:rPr lang="en-US"/>
              <a:t>a</a:t>
            </a:r>
            <a:r>
              <a:rPr lang="en-US" sz="4400"/>
              <a:t>uthoritative </a:t>
            </a:r>
            <a:r>
              <a:rPr lang="en-US"/>
              <a:t>s</a:t>
            </a:r>
            <a:r>
              <a:rPr lang="en-US" sz="4400"/>
              <a:t>ervers</a:t>
            </a:r>
            <a:endParaRPr sz="4400"/>
          </a:p>
        </p:txBody>
      </p:sp>
      <p:sp>
        <p:nvSpPr>
          <p:cNvPr id="4780" name="Google Shape;4780;p75"/>
          <p:cNvSpPr txBox="1"/>
          <p:nvPr/>
        </p:nvSpPr>
        <p:spPr>
          <a:xfrm>
            <a:off x="832558" y="1286218"/>
            <a:ext cx="10868375" cy="2032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Top-Level Domain (TLD) servers:</a:t>
            </a:r>
            <a:endParaRPr/>
          </a:p>
          <a:p>
            <a:pPr indent="-287338" lvl="1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responsible for .com, .org, .net, .edu, .aero, .jobs, .museums, and all top-level country domains, e.g.: .cn, .uk, .fr, .ca, .jp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1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 Solutions: authoritative registry for .com, .net TLD</a:t>
            </a:r>
            <a:endParaRPr/>
          </a:p>
          <a:p>
            <a:pPr indent="-287338" lvl="1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Educause: .edu TLD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1" name="Google Shape;4781;p75"/>
          <p:cNvSpPr txBox="1"/>
          <p:nvPr/>
        </p:nvSpPr>
        <p:spPr>
          <a:xfrm>
            <a:off x="714024" y="4503552"/>
            <a:ext cx="10868375" cy="1829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authoritative DNS servers: </a:t>
            </a:r>
            <a:endParaRPr/>
          </a:p>
          <a:p>
            <a:pPr indent="-28733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organization’s own DNS server(s), providing authoritative hostname to IP mappings for organization’s named hosts </a:t>
            </a:r>
            <a:endParaRPr/>
          </a:p>
          <a:p>
            <a:pPr indent="-28733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be maintained by organization or service provider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82" name="Google Shape;4782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5332" y="3122476"/>
            <a:ext cx="5317067" cy="16064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83" name="Google Shape;4783;p75"/>
          <p:cNvGrpSpPr/>
          <p:nvPr/>
        </p:nvGrpSpPr>
        <p:grpSpPr>
          <a:xfrm>
            <a:off x="4419600" y="1744133"/>
            <a:ext cx="6959600" cy="2235200"/>
            <a:chOff x="4419600" y="1744133"/>
            <a:chExt cx="6959600" cy="2235200"/>
          </a:xfrm>
        </p:grpSpPr>
        <p:sp>
          <p:nvSpPr>
            <p:cNvPr id="4784" name="Google Shape;4784;p75"/>
            <p:cNvSpPr/>
            <p:nvPr/>
          </p:nvSpPr>
          <p:spPr>
            <a:xfrm>
              <a:off x="6366933" y="3742267"/>
              <a:ext cx="5012267" cy="237066"/>
            </a:xfrm>
            <a:prstGeom prst="rect">
              <a:avLst/>
            </a:prstGeom>
            <a:solidFill>
              <a:srgbClr val="FBBFC7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785" name="Google Shape;4785;p75"/>
            <p:cNvCxnSpPr/>
            <p:nvPr/>
          </p:nvCxnSpPr>
          <p:spPr>
            <a:xfrm>
              <a:off x="4419600" y="1744133"/>
              <a:ext cx="1998133" cy="1998133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786" name="Google Shape;4786;p75"/>
          <p:cNvGrpSpPr/>
          <p:nvPr/>
        </p:nvGrpSpPr>
        <p:grpSpPr>
          <a:xfrm>
            <a:off x="5249333" y="4233333"/>
            <a:ext cx="6265334" cy="575734"/>
            <a:chOff x="5249333" y="4233333"/>
            <a:chExt cx="6265334" cy="575734"/>
          </a:xfrm>
        </p:grpSpPr>
        <p:sp>
          <p:nvSpPr>
            <p:cNvPr id="4787" name="Google Shape;4787;p75"/>
            <p:cNvSpPr/>
            <p:nvPr/>
          </p:nvSpPr>
          <p:spPr>
            <a:xfrm>
              <a:off x="6248400" y="4233333"/>
              <a:ext cx="5266267" cy="372534"/>
            </a:xfrm>
            <a:prstGeom prst="rect">
              <a:avLst/>
            </a:prstGeom>
            <a:solidFill>
              <a:srgbClr val="FBBFC7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788" name="Google Shape;4788;p75"/>
            <p:cNvCxnSpPr/>
            <p:nvPr/>
          </p:nvCxnSpPr>
          <p:spPr>
            <a:xfrm flipH="1" rot="10800000">
              <a:off x="5249333" y="4267199"/>
              <a:ext cx="999068" cy="541868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789" name="Google Shape;4789;p7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7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4" name="Shape 4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5" name="Google Shape;4795;p7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Local DNS name </a:t>
            </a:r>
            <a:r>
              <a:rPr lang="en-US"/>
              <a:t>s</a:t>
            </a:r>
            <a:r>
              <a:rPr lang="en-US" sz="4400"/>
              <a:t>ervers</a:t>
            </a:r>
            <a:endParaRPr sz="4400"/>
          </a:p>
        </p:txBody>
      </p:sp>
      <p:sp>
        <p:nvSpPr>
          <p:cNvPr id="4796" name="Google Shape;4796;p76"/>
          <p:cNvSpPr txBox="1"/>
          <p:nvPr/>
        </p:nvSpPr>
        <p:spPr>
          <a:xfrm>
            <a:off x="798691" y="1489418"/>
            <a:ext cx="1098357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host makes DNS query, it is sent to its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DNS server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DNS server returns reply, answering:</a:t>
            </a:r>
            <a:endParaRPr/>
          </a:p>
          <a:p>
            <a:pPr indent="-231775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 its local cache of recent name-to-address translation pairs (possibly out of date!)</a:t>
            </a:r>
            <a:endParaRPr/>
          </a:p>
          <a:p>
            <a:pPr indent="-231775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forwarding request into DNS hierarchy for resolution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ISP has local DNS name server; to find yours: </a:t>
            </a:r>
            <a:endParaRPr/>
          </a:p>
          <a:p>
            <a:pPr indent="-231775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MacOS: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% scutil --dns</a:t>
            </a:r>
            <a:endParaRPr b="0" i="0" sz="24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Windows: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&gt;ipconfig /all</a:t>
            </a:r>
            <a:endParaRPr/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DNS server doesn’t strictly belong to hierarchy</a:t>
            </a:r>
            <a:endParaRPr/>
          </a:p>
        </p:txBody>
      </p:sp>
      <p:sp>
        <p:nvSpPr>
          <p:cNvPr id="4797" name="Google Shape;4797;p7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2" name="Shape 4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3" name="Google Shape;4803;p7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 name resolution: iterated query</a:t>
            </a:r>
            <a:endParaRPr sz="4400"/>
          </a:p>
        </p:txBody>
      </p:sp>
      <p:sp>
        <p:nvSpPr>
          <p:cNvPr id="4804" name="Google Shape;4804;p77"/>
          <p:cNvSpPr txBox="1"/>
          <p:nvPr/>
        </p:nvSpPr>
        <p:spPr>
          <a:xfrm>
            <a:off x="684201" y="1617338"/>
            <a:ext cx="5664200" cy="1061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at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engineering.nyu.edu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wants IP address for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gaia.cs.umass.edu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5" name="Google Shape;4805;p77"/>
          <p:cNvSpPr/>
          <p:nvPr/>
        </p:nvSpPr>
        <p:spPr>
          <a:xfrm>
            <a:off x="858433" y="2824122"/>
            <a:ext cx="4093780" cy="2617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Iterated query:</a:t>
            </a:r>
            <a:endParaRPr/>
          </a:p>
          <a:p>
            <a:pPr indent="-28575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contacted server replies with name of server to contact</a:t>
            </a:r>
            <a:endParaRPr/>
          </a:p>
          <a:p>
            <a:pPr indent="-28575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“I don’t know this name, but ask this server”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6" name="Google Shape;4806;p77"/>
          <p:cNvSpPr txBox="1"/>
          <p:nvPr/>
        </p:nvSpPr>
        <p:spPr>
          <a:xfrm>
            <a:off x="4953226" y="3848735"/>
            <a:ext cx="185499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requesting host at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engineering.nyu.edu</a:t>
            </a:r>
            <a:endParaRPr b="0" i="1" sz="1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7" name="Google Shape;4807;p77"/>
          <p:cNvSpPr txBox="1"/>
          <p:nvPr/>
        </p:nvSpPr>
        <p:spPr>
          <a:xfrm>
            <a:off x="10182058" y="4237785"/>
            <a:ext cx="187801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gaia.cs.umass.edu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8" name="Google Shape;4808;p77"/>
          <p:cNvSpPr txBox="1"/>
          <p:nvPr/>
        </p:nvSpPr>
        <p:spPr>
          <a:xfrm>
            <a:off x="8172896" y="1322438"/>
            <a:ext cx="20113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root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09" name="Google Shape;4809;p77"/>
          <p:cNvCxnSpPr/>
          <p:nvPr/>
        </p:nvCxnSpPr>
        <p:spPr>
          <a:xfrm>
            <a:off x="6489235" y="3275781"/>
            <a:ext cx="1196994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10" name="Google Shape;4810;p77"/>
          <p:cNvCxnSpPr/>
          <p:nvPr/>
        </p:nvCxnSpPr>
        <p:spPr>
          <a:xfrm flipH="1" rot="10800000">
            <a:off x="7968785" y="2005693"/>
            <a:ext cx="914400" cy="97155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11" name="Google Shape;4811;p77"/>
          <p:cNvCxnSpPr/>
          <p:nvPr/>
        </p:nvCxnSpPr>
        <p:spPr>
          <a:xfrm flipH="1" rot="10800000">
            <a:off x="8254535" y="3167743"/>
            <a:ext cx="1485900" cy="9525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12" name="Google Shape;4812;p77"/>
          <p:cNvCxnSpPr/>
          <p:nvPr/>
        </p:nvCxnSpPr>
        <p:spPr>
          <a:xfrm rot="10800000">
            <a:off x="8254535" y="3339193"/>
            <a:ext cx="1419225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13" name="Google Shape;4813;p77"/>
          <p:cNvCxnSpPr/>
          <p:nvPr/>
        </p:nvCxnSpPr>
        <p:spPr>
          <a:xfrm flipH="1">
            <a:off x="8178335" y="2234293"/>
            <a:ext cx="733425" cy="762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14" name="Google Shape;4814;p77"/>
          <p:cNvCxnSpPr/>
          <p:nvPr/>
        </p:nvCxnSpPr>
        <p:spPr>
          <a:xfrm rot="10800000">
            <a:off x="6381511" y="3439703"/>
            <a:ext cx="1319232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815" name="Google Shape;4815;p77"/>
          <p:cNvGrpSpPr/>
          <p:nvPr/>
        </p:nvGrpSpPr>
        <p:grpSpPr>
          <a:xfrm>
            <a:off x="6759111" y="3847199"/>
            <a:ext cx="1876425" cy="554038"/>
            <a:chOff x="2838" y="2132"/>
            <a:chExt cx="1182" cy="349"/>
          </a:xfrm>
        </p:grpSpPr>
        <p:sp>
          <p:nvSpPr>
            <p:cNvPr id="4816" name="Google Shape;4816;p77"/>
            <p:cNvSpPr/>
            <p:nvPr/>
          </p:nvSpPr>
          <p:spPr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7" name="Google Shape;4817;p77"/>
            <p:cNvSpPr txBox="1"/>
            <p:nvPr/>
          </p:nvSpPr>
          <p:spPr>
            <a:xfrm>
              <a:off x="2887" y="2132"/>
              <a:ext cx="1085" cy="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local DNS server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dns.nyu.edu</a:t>
              </a:r>
              <a:endParaRPr b="0" i="1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18" name="Google Shape;4818;p77"/>
          <p:cNvSpPr txBox="1"/>
          <p:nvPr/>
        </p:nvSpPr>
        <p:spPr>
          <a:xfrm>
            <a:off x="6939499" y="288670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9" name="Google Shape;4819;p77"/>
          <p:cNvSpPr txBox="1"/>
          <p:nvPr/>
        </p:nvSpPr>
        <p:spPr>
          <a:xfrm>
            <a:off x="8108485" y="222318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0" name="Google Shape;4820;p77"/>
          <p:cNvSpPr txBox="1"/>
          <p:nvPr/>
        </p:nvSpPr>
        <p:spPr>
          <a:xfrm>
            <a:off x="8546635" y="246130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1" name="Google Shape;4821;p77"/>
          <p:cNvSpPr txBox="1"/>
          <p:nvPr/>
        </p:nvSpPr>
        <p:spPr>
          <a:xfrm>
            <a:off x="8860960" y="287088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2" name="Google Shape;4822;p77"/>
          <p:cNvSpPr txBox="1"/>
          <p:nvPr/>
        </p:nvSpPr>
        <p:spPr>
          <a:xfrm>
            <a:off x="8891123" y="3358243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3" name="Google Shape;4823;p77"/>
          <p:cNvSpPr txBox="1"/>
          <p:nvPr/>
        </p:nvSpPr>
        <p:spPr>
          <a:xfrm>
            <a:off x="9488023" y="439805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4" name="Google Shape;4824;p77"/>
          <p:cNvSpPr txBox="1"/>
          <p:nvPr/>
        </p:nvSpPr>
        <p:spPr>
          <a:xfrm>
            <a:off x="8921285" y="5214030"/>
            <a:ext cx="23971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authoritative DNS server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dns.cs.umass.edu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5" name="Google Shape;4825;p77"/>
          <p:cNvSpPr txBox="1"/>
          <p:nvPr/>
        </p:nvSpPr>
        <p:spPr>
          <a:xfrm>
            <a:off x="8860960" y="442821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6" name="Google Shape;4826;p77"/>
          <p:cNvSpPr txBox="1"/>
          <p:nvPr/>
        </p:nvSpPr>
        <p:spPr>
          <a:xfrm>
            <a:off x="6940022" y="3470502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27" name="Google Shape;4827;p77"/>
          <p:cNvCxnSpPr/>
          <p:nvPr/>
        </p:nvCxnSpPr>
        <p:spPr>
          <a:xfrm>
            <a:off x="8187860" y="3499530"/>
            <a:ext cx="1493838" cy="131445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28" name="Google Shape;4828;p77"/>
          <p:cNvCxnSpPr/>
          <p:nvPr/>
        </p:nvCxnSpPr>
        <p:spPr>
          <a:xfrm rot="10800000">
            <a:off x="8148173" y="3624943"/>
            <a:ext cx="1493837" cy="130175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29" name="Google Shape;4829;p77"/>
          <p:cNvSpPr txBox="1"/>
          <p:nvPr/>
        </p:nvSpPr>
        <p:spPr>
          <a:xfrm>
            <a:off x="8974583" y="2608490"/>
            <a:ext cx="20113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TLD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30" name="Google Shape;4830;p77"/>
          <p:cNvGrpSpPr/>
          <p:nvPr/>
        </p:nvGrpSpPr>
        <p:grpSpPr>
          <a:xfrm flipH="1">
            <a:off x="10659797" y="4619665"/>
            <a:ext cx="787391" cy="614055"/>
            <a:chOff x="-44" y="1473"/>
            <a:chExt cx="981" cy="1105"/>
          </a:xfrm>
        </p:grpSpPr>
        <p:pic>
          <p:nvPicPr>
            <p:cNvPr descr="desktop_computer_stylized_medium" id="4831" name="Google Shape;4831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2" name="Google Shape;4832;p7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33" name="Google Shape;4833;p77"/>
          <p:cNvGrpSpPr/>
          <p:nvPr/>
        </p:nvGrpSpPr>
        <p:grpSpPr>
          <a:xfrm>
            <a:off x="5483417" y="3053085"/>
            <a:ext cx="883580" cy="766310"/>
            <a:chOff x="-44" y="1473"/>
            <a:chExt cx="981" cy="1105"/>
          </a:xfrm>
        </p:grpSpPr>
        <p:pic>
          <p:nvPicPr>
            <p:cNvPr descr="desktop_computer_stylized_medium" id="4834" name="Google Shape;4834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5" name="Google Shape;4835;p7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36" name="Google Shape;4836;p77"/>
          <p:cNvGrpSpPr/>
          <p:nvPr/>
        </p:nvGrpSpPr>
        <p:grpSpPr>
          <a:xfrm>
            <a:off x="9794410" y="4528230"/>
            <a:ext cx="390525" cy="641350"/>
            <a:chOff x="4140" y="429"/>
            <a:chExt cx="1425" cy="2396"/>
          </a:xfrm>
        </p:grpSpPr>
        <p:sp>
          <p:nvSpPr>
            <p:cNvPr id="4837" name="Google Shape;4837;p7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8" name="Google Shape;4838;p77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9" name="Google Shape;4839;p7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0" name="Google Shape;4840;p7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1" name="Google Shape;4841;p77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42" name="Google Shape;4842;p77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4843" name="Google Shape;4843;p77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4" name="Google Shape;4844;p77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45" name="Google Shape;4845;p77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46" name="Google Shape;4846;p77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4847" name="Google Shape;4847;p77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8" name="Google Shape;4848;p77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49" name="Google Shape;4849;p77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0" name="Google Shape;4850;p77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51" name="Google Shape;4851;p77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4852" name="Google Shape;4852;p77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3" name="Google Shape;4853;p77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54" name="Google Shape;4854;p7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55" name="Google Shape;4855;p77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4856" name="Google Shape;4856;p77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7" name="Google Shape;4857;p77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58" name="Google Shape;4858;p77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9" name="Google Shape;4859;p7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0" name="Google Shape;4860;p7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1" name="Google Shape;4861;p77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2" name="Google Shape;4862;p7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3" name="Google Shape;4863;p77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4" name="Google Shape;4864;p77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5" name="Google Shape;4865;p77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6" name="Google Shape;4866;p77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7" name="Google Shape;4867;p77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8" name="Google Shape;4868;p77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69" name="Google Shape;4869;p77"/>
          <p:cNvGrpSpPr/>
          <p:nvPr/>
        </p:nvGrpSpPr>
        <p:grpSpPr>
          <a:xfrm>
            <a:off x="7790985" y="3015343"/>
            <a:ext cx="390525" cy="641350"/>
            <a:chOff x="4140" y="429"/>
            <a:chExt cx="1425" cy="2396"/>
          </a:xfrm>
        </p:grpSpPr>
        <p:sp>
          <p:nvSpPr>
            <p:cNvPr id="4870" name="Google Shape;4870;p7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1" name="Google Shape;4871;p77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2" name="Google Shape;4872;p7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3" name="Google Shape;4873;p7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4" name="Google Shape;4874;p77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75" name="Google Shape;4875;p77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4876" name="Google Shape;4876;p77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7" name="Google Shape;4877;p77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78" name="Google Shape;4878;p77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79" name="Google Shape;4879;p77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4880" name="Google Shape;4880;p77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1" name="Google Shape;4881;p77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82" name="Google Shape;4882;p77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3" name="Google Shape;4883;p77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84" name="Google Shape;4884;p77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4885" name="Google Shape;4885;p77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6" name="Google Shape;4886;p77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87" name="Google Shape;4887;p7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88" name="Google Shape;4888;p77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4889" name="Google Shape;4889;p77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0" name="Google Shape;4890;p77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91" name="Google Shape;4891;p77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2" name="Google Shape;4892;p7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3" name="Google Shape;4893;p7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4" name="Google Shape;4894;p77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5" name="Google Shape;4895;p7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6" name="Google Shape;4896;p77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7" name="Google Shape;4897;p77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8" name="Google Shape;4898;p77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9" name="Google Shape;4899;p77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0" name="Google Shape;4900;p77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1" name="Google Shape;4901;p77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02" name="Google Shape;4902;p77"/>
          <p:cNvGrpSpPr/>
          <p:nvPr/>
        </p:nvGrpSpPr>
        <p:grpSpPr>
          <a:xfrm>
            <a:off x="8945098" y="1753280"/>
            <a:ext cx="390525" cy="641350"/>
            <a:chOff x="4140" y="429"/>
            <a:chExt cx="1425" cy="2396"/>
          </a:xfrm>
        </p:grpSpPr>
        <p:sp>
          <p:nvSpPr>
            <p:cNvPr id="4903" name="Google Shape;4903;p7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4" name="Google Shape;4904;p77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5" name="Google Shape;4905;p7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6" name="Google Shape;4906;p7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7" name="Google Shape;4907;p77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08" name="Google Shape;4908;p77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4909" name="Google Shape;4909;p77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0" name="Google Shape;4910;p77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11" name="Google Shape;4911;p77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12" name="Google Shape;4912;p77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4913" name="Google Shape;4913;p77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4" name="Google Shape;4914;p77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15" name="Google Shape;4915;p77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6" name="Google Shape;4916;p77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17" name="Google Shape;4917;p77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4918" name="Google Shape;4918;p77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9" name="Google Shape;4919;p77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20" name="Google Shape;4920;p7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21" name="Google Shape;4921;p77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4922" name="Google Shape;4922;p77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3" name="Google Shape;4923;p77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24" name="Google Shape;4924;p77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5" name="Google Shape;4925;p7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6" name="Google Shape;4926;p7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7" name="Google Shape;4927;p77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8" name="Google Shape;4928;p7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9" name="Google Shape;4929;p77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0" name="Google Shape;4930;p77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1" name="Google Shape;4931;p77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2" name="Google Shape;4932;p77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3" name="Google Shape;4933;p77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4" name="Google Shape;4934;p77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35" name="Google Shape;4935;p77"/>
          <p:cNvGrpSpPr/>
          <p:nvPr/>
        </p:nvGrpSpPr>
        <p:grpSpPr>
          <a:xfrm>
            <a:off x="9761073" y="3005818"/>
            <a:ext cx="390525" cy="641350"/>
            <a:chOff x="4140" y="429"/>
            <a:chExt cx="1425" cy="2396"/>
          </a:xfrm>
        </p:grpSpPr>
        <p:sp>
          <p:nvSpPr>
            <p:cNvPr id="4936" name="Google Shape;4936;p7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7" name="Google Shape;4937;p77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8" name="Google Shape;4938;p7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9" name="Google Shape;4939;p7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0" name="Google Shape;4940;p77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41" name="Google Shape;4941;p77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4942" name="Google Shape;4942;p77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3" name="Google Shape;4943;p77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44" name="Google Shape;4944;p77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45" name="Google Shape;4945;p77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4946" name="Google Shape;4946;p77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7" name="Google Shape;4947;p77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48" name="Google Shape;4948;p77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9" name="Google Shape;4949;p77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50" name="Google Shape;4950;p77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4951" name="Google Shape;4951;p77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2" name="Google Shape;4952;p77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53" name="Google Shape;4953;p7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54" name="Google Shape;4954;p77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4955" name="Google Shape;4955;p77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6" name="Google Shape;4956;p77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57" name="Google Shape;4957;p77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8" name="Google Shape;4958;p7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9" name="Google Shape;4959;p7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0" name="Google Shape;4960;p77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1" name="Google Shape;4961;p7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2" name="Google Shape;4962;p77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3" name="Google Shape;4963;p77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4" name="Google Shape;4964;p77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5" name="Google Shape;4965;p77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6" name="Google Shape;4966;p77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7" name="Google Shape;4967;p77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68" name="Google Shape;4968;p7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3" name="Shape 4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4" name="Google Shape;4974;p7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 name resolution: recursive query</a:t>
            </a:r>
            <a:endParaRPr sz="4400"/>
          </a:p>
        </p:txBody>
      </p:sp>
      <p:sp>
        <p:nvSpPr>
          <p:cNvPr id="4975" name="Google Shape;4975;p78"/>
          <p:cNvSpPr txBox="1"/>
          <p:nvPr/>
        </p:nvSpPr>
        <p:spPr>
          <a:xfrm>
            <a:off x="4588154" y="3848735"/>
            <a:ext cx="181652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requesting host at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engineering.nyu.edu</a:t>
            </a:r>
            <a:endParaRPr b="0" i="1" sz="1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6" name="Google Shape;4976;p78"/>
          <p:cNvSpPr txBox="1"/>
          <p:nvPr/>
        </p:nvSpPr>
        <p:spPr>
          <a:xfrm>
            <a:off x="10049161" y="4208147"/>
            <a:ext cx="187801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gaia.cs.umass.edu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7" name="Google Shape;4977;p78"/>
          <p:cNvSpPr txBox="1"/>
          <p:nvPr/>
        </p:nvSpPr>
        <p:spPr>
          <a:xfrm>
            <a:off x="7788588" y="1322438"/>
            <a:ext cx="20113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root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78" name="Google Shape;4978;p78"/>
          <p:cNvCxnSpPr/>
          <p:nvPr/>
        </p:nvCxnSpPr>
        <p:spPr>
          <a:xfrm>
            <a:off x="6104927" y="3275781"/>
            <a:ext cx="1196994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79" name="Google Shape;4979;p78"/>
          <p:cNvCxnSpPr/>
          <p:nvPr/>
        </p:nvCxnSpPr>
        <p:spPr>
          <a:xfrm flipH="1" rot="10800000">
            <a:off x="7584477" y="2005693"/>
            <a:ext cx="914400" cy="97155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80" name="Google Shape;4980;p78"/>
          <p:cNvCxnSpPr/>
          <p:nvPr/>
        </p:nvCxnSpPr>
        <p:spPr>
          <a:xfrm>
            <a:off x="9672062" y="3760198"/>
            <a:ext cx="2427" cy="702311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81" name="Google Shape;4981;p78"/>
          <p:cNvCxnSpPr/>
          <p:nvPr/>
        </p:nvCxnSpPr>
        <p:spPr>
          <a:xfrm rot="10800000">
            <a:off x="9491701" y="3747010"/>
            <a:ext cx="2427" cy="734919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82" name="Google Shape;4982;p78"/>
          <p:cNvCxnSpPr/>
          <p:nvPr/>
        </p:nvCxnSpPr>
        <p:spPr>
          <a:xfrm>
            <a:off x="9038381" y="2075731"/>
            <a:ext cx="405154" cy="841218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83" name="Google Shape;4983;p78"/>
          <p:cNvCxnSpPr/>
          <p:nvPr/>
        </p:nvCxnSpPr>
        <p:spPr>
          <a:xfrm rot="10800000">
            <a:off x="5997203" y="3439703"/>
            <a:ext cx="1319232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984" name="Google Shape;4984;p78"/>
          <p:cNvGrpSpPr/>
          <p:nvPr/>
        </p:nvGrpSpPr>
        <p:grpSpPr>
          <a:xfrm>
            <a:off x="6374803" y="3847199"/>
            <a:ext cx="1876425" cy="554038"/>
            <a:chOff x="2838" y="2132"/>
            <a:chExt cx="1182" cy="349"/>
          </a:xfrm>
        </p:grpSpPr>
        <p:sp>
          <p:nvSpPr>
            <p:cNvPr id="4985" name="Google Shape;4985;p78"/>
            <p:cNvSpPr/>
            <p:nvPr/>
          </p:nvSpPr>
          <p:spPr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6" name="Google Shape;4986;p78"/>
            <p:cNvSpPr txBox="1"/>
            <p:nvPr/>
          </p:nvSpPr>
          <p:spPr>
            <a:xfrm>
              <a:off x="2887" y="2132"/>
              <a:ext cx="1085" cy="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local DNS server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dns.nyu.edu</a:t>
              </a:r>
              <a:endParaRPr b="0" i="1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87" name="Google Shape;4987;p78"/>
          <p:cNvSpPr txBox="1"/>
          <p:nvPr/>
        </p:nvSpPr>
        <p:spPr>
          <a:xfrm>
            <a:off x="6555191" y="288670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8" name="Google Shape;4988;p78"/>
          <p:cNvSpPr txBox="1"/>
          <p:nvPr/>
        </p:nvSpPr>
        <p:spPr>
          <a:xfrm>
            <a:off x="7724177" y="222318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9" name="Google Shape;4989;p78"/>
          <p:cNvSpPr txBox="1"/>
          <p:nvPr/>
        </p:nvSpPr>
        <p:spPr>
          <a:xfrm>
            <a:off x="8785965" y="2130702"/>
            <a:ext cx="1196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0" name="Google Shape;4990;p78"/>
          <p:cNvSpPr txBox="1"/>
          <p:nvPr/>
        </p:nvSpPr>
        <p:spPr>
          <a:xfrm>
            <a:off x="9681511" y="3917024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1" name="Google Shape;4991;p78"/>
          <p:cNvSpPr txBox="1"/>
          <p:nvPr/>
        </p:nvSpPr>
        <p:spPr>
          <a:xfrm>
            <a:off x="9130827" y="3968637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2" name="Google Shape;4992;p78"/>
          <p:cNvSpPr txBox="1"/>
          <p:nvPr/>
        </p:nvSpPr>
        <p:spPr>
          <a:xfrm>
            <a:off x="8914934" y="268526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3" name="Google Shape;4993;p78"/>
          <p:cNvSpPr txBox="1"/>
          <p:nvPr/>
        </p:nvSpPr>
        <p:spPr>
          <a:xfrm>
            <a:off x="8536977" y="5214030"/>
            <a:ext cx="23971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authoritative DNS server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dns.cs.umass.edu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4" name="Google Shape;4994;p78"/>
          <p:cNvSpPr txBox="1"/>
          <p:nvPr/>
        </p:nvSpPr>
        <p:spPr>
          <a:xfrm>
            <a:off x="8122727" y="2626662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5" name="Google Shape;4995;p78"/>
          <p:cNvSpPr txBox="1"/>
          <p:nvPr/>
        </p:nvSpPr>
        <p:spPr>
          <a:xfrm>
            <a:off x="6555714" y="3470502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96" name="Google Shape;4996;p78"/>
          <p:cNvCxnSpPr/>
          <p:nvPr/>
        </p:nvCxnSpPr>
        <p:spPr>
          <a:xfrm rot="10800000">
            <a:off x="8981775" y="2427554"/>
            <a:ext cx="344289" cy="64545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97" name="Google Shape;4997;p78"/>
          <p:cNvCxnSpPr/>
          <p:nvPr/>
        </p:nvCxnSpPr>
        <p:spPr>
          <a:xfrm flipH="1">
            <a:off x="7792268" y="2275514"/>
            <a:ext cx="710991" cy="774754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98" name="Google Shape;4998;p78"/>
          <p:cNvSpPr txBox="1"/>
          <p:nvPr/>
        </p:nvSpPr>
        <p:spPr>
          <a:xfrm>
            <a:off x="9662504" y="2971557"/>
            <a:ext cx="20113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TLD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99" name="Google Shape;4999;p78"/>
          <p:cNvGrpSpPr/>
          <p:nvPr/>
        </p:nvGrpSpPr>
        <p:grpSpPr>
          <a:xfrm flipH="1">
            <a:off x="10526900" y="4590027"/>
            <a:ext cx="787391" cy="614055"/>
            <a:chOff x="-44" y="1473"/>
            <a:chExt cx="981" cy="1105"/>
          </a:xfrm>
        </p:grpSpPr>
        <p:pic>
          <p:nvPicPr>
            <p:cNvPr descr="desktop_computer_stylized_medium" id="5000" name="Google Shape;5000;p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01" name="Google Shape;5001;p7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02" name="Google Shape;5002;p78"/>
          <p:cNvGrpSpPr/>
          <p:nvPr/>
        </p:nvGrpSpPr>
        <p:grpSpPr>
          <a:xfrm>
            <a:off x="5099109" y="3053085"/>
            <a:ext cx="883580" cy="766310"/>
            <a:chOff x="-44" y="1473"/>
            <a:chExt cx="981" cy="1105"/>
          </a:xfrm>
        </p:grpSpPr>
        <p:pic>
          <p:nvPicPr>
            <p:cNvPr descr="desktop_computer_stylized_medium" id="5003" name="Google Shape;5003;p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04" name="Google Shape;5004;p7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05" name="Google Shape;5005;p78"/>
          <p:cNvGrpSpPr/>
          <p:nvPr/>
        </p:nvGrpSpPr>
        <p:grpSpPr>
          <a:xfrm>
            <a:off x="9410102" y="4528230"/>
            <a:ext cx="390525" cy="641350"/>
            <a:chOff x="4140" y="429"/>
            <a:chExt cx="1425" cy="2396"/>
          </a:xfrm>
        </p:grpSpPr>
        <p:sp>
          <p:nvSpPr>
            <p:cNvPr id="5006" name="Google Shape;5006;p7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7" name="Google Shape;5007;p78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8" name="Google Shape;5008;p7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9" name="Google Shape;5009;p7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0" name="Google Shape;5010;p78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11" name="Google Shape;5011;p78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5012" name="Google Shape;5012;p78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3" name="Google Shape;5013;p78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14" name="Google Shape;5014;p78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15" name="Google Shape;5015;p78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5016" name="Google Shape;5016;p78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7" name="Google Shape;5017;p78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18" name="Google Shape;5018;p78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9" name="Google Shape;5019;p78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20" name="Google Shape;5020;p78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5021" name="Google Shape;5021;p78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2" name="Google Shape;5022;p78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23" name="Google Shape;5023;p7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24" name="Google Shape;5024;p78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5025" name="Google Shape;5025;p78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6" name="Google Shape;5026;p78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27" name="Google Shape;5027;p78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8" name="Google Shape;5028;p7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9" name="Google Shape;5029;p7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0" name="Google Shape;5030;p78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1" name="Google Shape;5031;p7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2" name="Google Shape;5032;p78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3" name="Google Shape;5033;p78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4" name="Google Shape;5034;p78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5" name="Google Shape;5035;p78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6" name="Google Shape;5036;p78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7" name="Google Shape;5037;p78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38" name="Google Shape;5038;p78"/>
          <p:cNvGrpSpPr/>
          <p:nvPr/>
        </p:nvGrpSpPr>
        <p:grpSpPr>
          <a:xfrm>
            <a:off x="7406677" y="3015343"/>
            <a:ext cx="390525" cy="641350"/>
            <a:chOff x="4140" y="429"/>
            <a:chExt cx="1425" cy="2396"/>
          </a:xfrm>
        </p:grpSpPr>
        <p:sp>
          <p:nvSpPr>
            <p:cNvPr id="5039" name="Google Shape;5039;p7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0" name="Google Shape;5040;p78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1" name="Google Shape;5041;p7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2" name="Google Shape;5042;p7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3" name="Google Shape;5043;p78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44" name="Google Shape;5044;p78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5045" name="Google Shape;5045;p78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6" name="Google Shape;5046;p78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47" name="Google Shape;5047;p78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48" name="Google Shape;5048;p78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5049" name="Google Shape;5049;p78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0" name="Google Shape;5050;p78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51" name="Google Shape;5051;p78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2" name="Google Shape;5052;p78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53" name="Google Shape;5053;p78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5054" name="Google Shape;5054;p78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5" name="Google Shape;5055;p78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56" name="Google Shape;5056;p7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57" name="Google Shape;5057;p78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5058" name="Google Shape;5058;p78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9" name="Google Shape;5059;p78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60" name="Google Shape;5060;p78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1" name="Google Shape;5061;p7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2" name="Google Shape;5062;p7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3" name="Google Shape;5063;p78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4" name="Google Shape;5064;p7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5" name="Google Shape;5065;p78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6" name="Google Shape;5066;p78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7" name="Google Shape;5067;p78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8" name="Google Shape;5068;p78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9" name="Google Shape;5069;p78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0" name="Google Shape;5070;p78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71" name="Google Shape;5071;p78"/>
          <p:cNvGrpSpPr/>
          <p:nvPr/>
        </p:nvGrpSpPr>
        <p:grpSpPr>
          <a:xfrm>
            <a:off x="8560790" y="1753280"/>
            <a:ext cx="390525" cy="641350"/>
            <a:chOff x="4140" y="429"/>
            <a:chExt cx="1425" cy="2396"/>
          </a:xfrm>
        </p:grpSpPr>
        <p:sp>
          <p:nvSpPr>
            <p:cNvPr id="5072" name="Google Shape;5072;p7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3" name="Google Shape;5073;p78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4" name="Google Shape;5074;p7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5" name="Google Shape;5075;p7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6" name="Google Shape;5076;p78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77" name="Google Shape;5077;p78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5078" name="Google Shape;5078;p78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9" name="Google Shape;5079;p78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80" name="Google Shape;5080;p78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81" name="Google Shape;5081;p78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5082" name="Google Shape;5082;p78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3" name="Google Shape;5083;p78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84" name="Google Shape;5084;p78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5" name="Google Shape;5085;p78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86" name="Google Shape;5086;p78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5087" name="Google Shape;5087;p78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8" name="Google Shape;5088;p78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89" name="Google Shape;5089;p7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90" name="Google Shape;5090;p78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5091" name="Google Shape;5091;p78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2" name="Google Shape;5092;p78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93" name="Google Shape;5093;p78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4" name="Google Shape;5094;p7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5" name="Google Shape;5095;p7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6" name="Google Shape;5096;p78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7" name="Google Shape;5097;p7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8" name="Google Shape;5098;p78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9" name="Google Shape;5099;p78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0" name="Google Shape;5100;p78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1" name="Google Shape;5101;p78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2" name="Google Shape;5102;p78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3" name="Google Shape;5103;p78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04" name="Google Shape;5104;p78"/>
          <p:cNvGrpSpPr/>
          <p:nvPr/>
        </p:nvGrpSpPr>
        <p:grpSpPr>
          <a:xfrm>
            <a:off x="9376765" y="3005818"/>
            <a:ext cx="390525" cy="641350"/>
            <a:chOff x="4140" y="429"/>
            <a:chExt cx="1425" cy="2396"/>
          </a:xfrm>
        </p:grpSpPr>
        <p:sp>
          <p:nvSpPr>
            <p:cNvPr id="5105" name="Google Shape;5105;p7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6" name="Google Shape;5106;p78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7" name="Google Shape;5107;p7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8" name="Google Shape;5108;p7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9" name="Google Shape;5109;p78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10" name="Google Shape;5110;p78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5111" name="Google Shape;5111;p78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2" name="Google Shape;5112;p78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13" name="Google Shape;5113;p78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14" name="Google Shape;5114;p78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5115" name="Google Shape;5115;p78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6" name="Google Shape;5116;p78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17" name="Google Shape;5117;p78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8" name="Google Shape;5118;p78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19" name="Google Shape;5119;p78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5120" name="Google Shape;5120;p78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1" name="Google Shape;5121;p78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22" name="Google Shape;5122;p7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23" name="Google Shape;5123;p78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5124" name="Google Shape;5124;p78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5" name="Google Shape;5125;p78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26" name="Google Shape;5126;p78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7" name="Google Shape;5127;p7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8" name="Google Shape;5128;p7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9" name="Google Shape;5129;p78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0" name="Google Shape;5130;p7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1" name="Google Shape;5131;p78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2" name="Google Shape;5132;p78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3" name="Google Shape;5133;p78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4" name="Google Shape;5134;p78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5" name="Google Shape;5135;p78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6" name="Google Shape;5136;p78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37" name="Google Shape;5137;p78"/>
          <p:cNvSpPr/>
          <p:nvPr/>
        </p:nvSpPr>
        <p:spPr>
          <a:xfrm>
            <a:off x="810552" y="2790656"/>
            <a:ext cx="3704869" cy="3241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Recursive query:</a:t>
            </a:r>
            <a:endParaRPr/>
          </a:p>
          <a:p>
            <a:pPr indent="-288925" lvl="0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puts burden of name resolution on contacted name server</a:t>
            </a:r>
            <a:endParaRPr/>
          </a:p>
          <a:p>
            <a:pPr indent="-288925" lvl="0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heavy load at upper levels of hierarchy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5138" name="Google Shape;5138;p78"/>
          <p:cNvSpPr txBox="1"/>
          <p:nvPr/>
        </p:nvSpPr>
        <p:spPr>
          <a:xfrm>
            <a:off x="684201" y="1617338"/>
            <a:ext cx="5664200" cy="1061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at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engineering.nyu.edu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wants IP address for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gaia.cs.umass.edu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9" name="Google Shape;5139;p7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4" name="Shape 5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5" name="Google Shape;5145;p7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Caching DNS Information</a:t>
            </a:r>
            <a:endParaRPr sz="4400"/>
          </a:p>
        </p:txBody>
      </p:sp>
      <p:sp>
        <p:nvSpPr>
          <p:cNvPr id="5146" name="Google Shape;5146;p79"/>
          <p:cNvSpPr txBox="1"/>
          <p:nvPr/>
        </p:nvSpPr>
        <p:spPr>
          <a:xfrm>
            <a:off x="952952" y="1446555"/>
            <a:ext cx="10515600" cy="473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527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once (any) name server learns mapping, it </a:t>
            </a:r>
            <a:r>
              <a:rPr b="0" i="1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caches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mapping, and i</a:t>
            </a:r>
            <a:r>
              <a:rPr b="0" i="1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mmediately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returns a cached mapping in response to a query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caching improves response time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cache entries timeout (disappear) after some time (TTL)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TLD servers typically cached in local name servers</a:t>
            </a:r>
            <a:endParaRPr/>
          </a:p>
          <a:p>
            <a:pPr indent="-29527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cached entries may be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out-of-date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named host changes IP address, may not be known Internet-wide until all TTLs expire!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best-effort name-to-address translation!</a:t>
            </a:r>
            <a:endParaRPr b="0" i="1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39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7" name="Google Shape;5147;p7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2" name="Shape 5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3" name="Google Shape;5153;p80"/>
          <p:cNvSpPr txBox="1"/>
          <p:nvPr>
            <p:ph type="title"/>
          </p:nvPr>
        </p:nvSpPr>
        <p:spPr>
          <a:xfrm>
            <a:off x="8382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 records</a:t>
            </a:r>
            <a:endParaRPr sz="4400"/>
          </a:p>
        </p:txBody>
      </p:sp>
      <p:sp>
        <p:nvSpPr>
          <p:cNvPr id="5154" name="Google Shape;5154;p80"/>
          <p:cNvSpPr txBox="1"/>
          <p:nvPr/>
        </p:nvSpPr>
        <p:spPr>
          <a:xfrm>
            <a:off x="1347787" y="1358900"/>
            <a:ext cx="9574213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DNS: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distributed database storing resource records </a:t>
            </a: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(RR)</a:t>
            </a:r>
            <a:endParaRPr/>
          </a:p>
        </p:txBody>
      </p:sp>
      <p:sp>
        <p:nvSpPr>
          <p:cNvPr id="5155" name="Google Shape;5155;p80"/>
          <p:cNvSpPr txBox="1"/>
          <p:nvPr/>
        </p:nvSpPr>
        <p:spPr>
          <a:xfrm>
            <a:off x="1080534" y="4388077"/>
            <a:ext cx="4547961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type=NS</a:t>
            </a:r>
            <a:endParaRPr/>
          </a:p>
          <a:p>
            <a:pPr indent="-288925" lvl="1" marL="3460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name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domain (e.g., foo.com)</a:t>
            </a:r>
            <a:endParaRPr/>
          </a:p>
          <a:p>
            <a:pPr indent="-288925" lvl="1" marL="3460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value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hostname of authoritative name server for this domain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6" name="Google Shape;5156;p80"/>
          <p:cNvSpPr txBox="1"/>
          <p:nvPr/>
        </p:nvSpPr>
        <p:spPr>
          <a:xfrm>
            <a:off x="2659064" y="1860128"/>
            <a:ext cx="63325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RR format: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name, value, type, ttl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7" name="Google Shape;5157;p80"/>
          <p:cNvSpPr/>
          <p:nvPr/>
        </p:nvSpPr>
        <p:spPr>
          <a:xfrm>
            <a:off x="1067384" y="2774950"/>
            <a:ext cx="3810000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type=A</a:t>
            </a:r>
            <a:endParaRPr/>
          </a:p>
          <a:p>
            <a:pPr indent="-317500" lvl="1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name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hostname</a:t>
            </a:r>
            <a:endParaRPr/>
          </a:p>
          <a:p>
            <a:pPr indent="-317500" lvl="1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value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IP address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8" name="Google Shape;5158;p80"/>
          <p:cNvSpPr/>
          <p:nvPr/>
        </p:nvSpPr>
        <p:spPr>
          <a:xfrm>
            <a:off x="6015718" y="2797175"/>
            <a:ext cx="6176282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type=CNAME</a:t>
            </a:r>
            <a:endParaRPr/>
          </a:p>
          <a:p>
            <a:pPr indent="-317500" lvl="1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name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alias name for some “canonical” (the real) name</a:t>
            </a:r>
            <a:endParaRPr/>
          </a:p>
          <a:p>
            <a:pPr indent="-317500" lvl="1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www.ibm.com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really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servereast.backup2.ibm.com</a:t>
            </a:r>
            <a:endParaRPr/>
          </a:p>
          <a:p>
            <a:pPr indent="-317500" lvl="1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value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canonical name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9" name="Google Shape;5159;p80"/>
          <p:cNvSpPr/>
          <p:nvPr/>
        </p:nvSpPr>
        <p:spPr>
          <a:xfrm>
            <a:off x="6015718" y="4968875"/>
            <a:ext cx="5287866" cy="1309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type=MX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value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name of SMTP mail server associated with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name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0" name="Google Shape;5160;p80"/>
          <p:cNvSpPr/>
          <p:nvPr/>
        </p:nvSpPr>
        <p:spPr>
          <a:xfrm>
            <a:off x="1358900" y="1270000"/>
            <a:ext cx="9690100" cy="1155700"/>
          </a:xfrm>
          <a:prstGeom prst="rect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1" name="Google Shape;5161;p8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6" name="Shape 5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67" name="Google Shape;5167;p81"/>
          <p:cNvGrpSpPr/>
          <p:nvPr/>
        </p:nvGrpSpPr>
        <p:grpSpPr>
          <a:xfrm>
            <a:off x="6272212" y="1937764"/>
            <a:ext cx="3671888" cy="4505326"/>
            <a:chOff x="6272212" y="1937764"/>
            <a:chExt cx="3671888" cy="4505326"/>
          </a:xfrm>
        </p:grpSpPr>
        <p:sp>
          <p:nvSpPr>
            <p:cNvPr id="5168" name="Google Shape;5168;p81"/>
            <p:cNvSpPr/>
            <p:nvPr/>
          </p:nvSpPr>
          <p:spPr>
            <a:xfrm>
              <a:off x="6297612" y="2339402"/>
              <a:ext cx="3614738" cy="4103688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sx="101000" rotWithShape="0" algn="bl" dir="18900000" dist="38100" sy="101000">
                <a:srgbClr val="0000A3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69" name="Google Shape;5169;p81"/>
            <p:cNvCxnSpPr/>
            <p:nvPr/>
          </p:nvCxnSpPr>
          <p:spPr>
            <a:xfrm>
              <a:off x="6286500" y="5766814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0" name="Google Shape;5170;p81"/>
            <p:cNvCxnSpPr/>
            <p:nvPr/>
          </p:nvCxnSpPr>
          <p:spPr>
            <a:xfrm>
              <a:off x="6297612" y="5081014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1" name="Google Shape;5171;p81"/>
            <p:cNvCxnSpPr/>
            <p:nvPr/>
          </p:nvCxnSpPr>
          <p:spPr>
            <a:xfrm>
              <a:off x="6286500" y="4395214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2" name="Google Shape;5172;p81"/>
            <p:cNvCxnSpPr/>
            <p:nvPr/>
          </p:nvCxnSpPr>
          <p:spPr>
            <a:xfrm>
              <a:off x="6286500" y="3720527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3" name="Google Shape;5173;p81"/>
            <p:cNvCxnSpPr/>
            <p:nvPr/>
          </p:nvCxnSpPr>
          <p:spPr>
            <a:xfrm>
              <a:off x="6284912" y="3263327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4" name="Google Shape;5174;p81"/>
            <p:cNvCxnSpPr/>
            <p:nvPr/>
          </p:nvCxnSpPr>
          <p:spPr>
            <a:xfrm>
              <a:off x="6272212" y="2812477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5" name="Google Shape;5175;p81"/>
            <p:cNvCxnSpPr/>
            <p:nvPr/>
          </p:nvCxnSpPr>
          <p:spPr>
            <a:xfrm>
              <a:off x="8104187" y="2350514"/>
              <a:ext cx="3175" cy="136048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76" name="Google Shape;5176;p81"/>
            <p:cNvSpPr txBox="1"/>
            <p:nvPr/>
          </p:nvSpPr>
          <p:spPr>
            <a:xfrm>
              <a:off x="6542087" y="2410839"/>
              <a:ext cx="13112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identification</a:t>
              </a:r>
              <a:endParaRPr/>
            </a:p>
          </p:txBody>
        </p:sp>
        <p:sp>
          <p:nvSpPr>
            <p:cNvPr id="5177" name="Google Shape;5177;p81"/>
            <p:cNvSpPr txBox="1"/>
            <p:nvPr/>
          </p:nvSpPr>
          <p:spPr>
            <a:xfrm>
              <a:off x="8666162" y="2410839"/>
              <a:ext cx="6127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flags</a:t>
              </a:r>
              <a:endParaRPr/>
            </a:p>
          </p:txBody>
        </p:sp>
        <p:sp>
          <p:nvSpPr>
            <p:cNvPr id="5178" name="Google Shape;5178;p81"/>
            <p:cNvSpPr txBox="1"/>
            <p:nvPr/>
          </p:nvSpPr>
          <p:spPr>
            <a:xfrm>
              <a:off x="6573837" y="2868039"/>
              <a:ext cx="12223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questions</a:t>
              </a:r>
              <a:endParaRPr/>
            </a:p>
          </p:txBody>
        </p:sp>
        <p:sp>
          <p:nvSpPr>
            <p:cNvPr id="5179" name="Google Shape;5179;p81"/>
            <p:cNvSpPr txBox="1"/>
            <p:nvPr/>
          </p:nvSpPr>
          <p:spPr>
            <a:xfrm>
              <a:off x="6457950" y="3879277"/>
              <a:ext cx="3278188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questions (variable # of questions)</a:t>
              </a:r>
              <a:endParaRPr/>
            </a:p>
          </p:txBody>
        </p:sp>
        <p:sp>
          <p:nvSpPr>
            <p:cNvPr id="5180" name="Google Shape;5180;p81"/>
            <p:cNvSpPr txBox="1"/>
            <p:nvPr/>
          </p:nvSpPr>
          <p:spPr>
            <a:xfrm>
              <a:off x="8167687" y="3323652"/>
              <a:ext cx="1671638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additional RRs</a:t>
              </a:r>
              <a:endParaRPr/>
            </a:p>
          </p:txBody>
        </p:sp>
        <p:sp>
          <p:nvSpPr>
            <p:cNvPr id="5181" name="Google Shape;5181;p81"/>
            <p:cNvSpPr txBox="1"/>
            <p:nvPr/>
          </p:nvSpPr>
          <p:spPr>
            <a:xfrm>
              <a:off x="6415087" y="3325239"/>
              <a:ext cx="15843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authority RRs</a:t>
              </a:r>
              <a:endParaRPr/>
            </a:p>
          </p:txBody>
        </p:sp>
        <p:sp>
          <p:nvSpPr>
            <p:cNvPr id="5182" name="Google Shape;5182;p81"/>
            <p:cNvSpPr txBox="1"/>
            <p:nvPr/>
          </p:nvSpPr>
          <p:spPr>
            <a:xfrm>
              <a:off x="8266112" y="2877564"/>
              <a:ext cx="14589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answer RRs</a:t>
              </a:r>
              <a:endParaRPr/>
            </a:p>
          </p:txBody>
        </p:sp>
        <p:sp>
          <p:nvSpPr>
            <p:cNvPr id="5183" name="Google Shape;5183;p81"/>
            <p:cNvSpPr txBox="1"/>
            <p:nvPr/>
          </p:nvSpPr>
          <p:spPr>
            <a:xfrm>
              <a:off x="6765925" y="4563489"/>
              <a:ext cx="26908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answers (variable # of RRs)</a:t>
              </a:r>
              <a:endParaRPr/>
            </a:p>
          </p:txBody>
        </p:sp>
        <p:sp>
          <p:nvSpPr>
            <p:cNvPr id="5184" name="Google Shape;5184;p81"/>
            <p:cNvSpPr txBox="1"/>
            <p:nvPr/>
          </p:nvSpPr>
          <p:spPr>
            <a:xfrm>
              <a:off x="6796087" y="5249289"/>
              <a:ext cx="27146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authority (variable # of RRs)</a:t>
              </a:r>
              <a:endParaRPr/>
            </a:p>
          </p:txBody>
        </p:sp>
        <p:sp>
          <p:nvSpPr>
            <p:cNvPr id="5185" name="Google Shape;5185;p81"/>
            <p:cNvSpPr txBox="1"/>
            <p:nvPr/>
          </p:nvSpPr>
          <p:spPr>
            <a:xfrm>
              <a:off x="6492875" y="5916039"/>
              <a:ext cx="31861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additional info (variable # of RRs)</a:t>
              </a:r>
              <a:endParaRPr/>
            </a:p>
          </p:txBody>
        </p:sp>
        <p:grpSp>
          <p:nvGrpSpPr>
            <p:cNvPr id="5186" name="Google Shape;5186;p81"/>
            <p:cNvGrpSpPr/>
            <p:nvPr/>
          </p:nvGrpSpPr>
          <p:grpSpPr>
            <a:xfrm>
              <a:off x="6302375" y="1937764"/>
              <a:ext cx="1747837" cy="274638"/>
              <a:chOff x="2691" y="1194"/>
              <a:chExt cx="1101" cy="173"/>
            </a:xfrm>
          </p:grpSpPr>
          <p:sp>
            <p:nvSpPr>
              <p:cNvPr id="5187" name="Google Shape;5187;p81"/>
              <p:cNvSpPr txBox="1"/>
              <p:nvPr/>
            </p:nvSpPr>
            <p:spPr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 bytes</a:t>
                </a:r>
                <a:endParaRPr/>
              </a:p>
            </p:txBody>
          </p:sp>
          <p:cxnSp>
            <p:nvCxnSpPr>
              <p:cNvPr id="5188" name="Google Shape;5188;p81"/>
              <p:cNvCxnSpPr/>
              <p:nvPr/>
            </p:nvCxnSpPr>
            <p:spPr>
              <a:xfrm>
                <a:off x="3465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189" name="Google Shape;5189;p81"/>
              <p:cNvCxnSpPr/>
              <p:nvPr/>
            </p:nvCxnSpPr>
            <p:spPr>
              <a:xfrm rot="10800000">
                <a:off x="2691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5190" name="Google Shape;5190;p81"/>
            <p:cNvGrpSpPr/>
            <p:nvPr/>
          </p:nvGrpSpPr>
          <p:grpSpPr>
            <a:xfrm>
              <a:off x="8077200" y="1937764"/>
              <a:ext cx="1747837" cy="274638"/>
              <a:chOff x="2691" y="1194"/>
              <a:chExt cx="1101" cy="173"/>
            </a:xfrm>
          </p:grpSpPr>
          <p:sp>
            <p:nvSpPr>
              <p:cNvPr id="5191" name="Google Shape;5191;p81"/>
              <p:cNvSpPr txBox="1"/>
              <p:nvPr/>
            </p:nvSpPr>
            <p:spPr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 bytes</a:t>
                </a:r>
                <a:endParaRPr/>
              </a:p>
            </p:txBody>
          </p:sp>
          <p:cxnSp>
            <p:nvCxnSpPr>
              <p:cNvPr id="5192" name="Google Shape;5192;p81"/>
              <p:cNvCxnSpPr/>
              <p:nvPr/>
            </p:nvCxnSpPr>
            <p:spPr>
              <a:xfrm>
                <a:off x="3465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193" name="Google Shape;5193;p81"/>
              <p:cNvCxnSpPr/>
              <p:nvPr/>
            </p:nvCxnSpPr>
            <p:spPr>
              <a:xfrm rot="10800000">
                <a:off x="2691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sp>
        <p:nvSpPr>
          <p:cNvPr id="5194" name="Google Shape;5194;p81"/>
          <p:cNvSpPr txBox="1"/>
          <p:nvPr>
            <p:ph type="title"/>
          </p:nvPr>
        </p:nvSpPr>
        <p:spPr>
          <a:xfrm>
            <a:off x="8382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 protocol messages</a:t>
            </a:r>
            <a:endParaRPr sz="4400"/>
          </a:p>
        </p:txBody>
      </p:sp>
      <p:sp>
        <p:nvSpPr>
          <p:cNvPr id="5195" name="Google Shape;5195;p81"/>
          <p:cNvSpPr txBox="1"/>
          <p:nvPr/>
        </p:nvSpPr>
        <p:spPr>
          <a:xfrm>
            <a:off x="693057" y="1391557"/>
            <a:ext cx="1039336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reply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messages, both have same 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format:</a:t>
            </a:r>
            <a:endParaRPr b="0" i="0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6" name="Google Shape;5196;p81"/>
          <p:cNvSpPr/>
          <p:nvPr/>
        </p:nvSpPr>
        <p:spPr>
          <a:xfrm>
            <a:off x="1407887" y="2394964"/>
            <a:ext cx="4688114" cy="3838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message header:</a:t>
            </a:r>
            <a:endParaRPr/>
          </a:p>
          <a:p>
            <a:pPr indent="-227013" lvl="0" marL="2270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identification: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16 bit # for query, reply to query uses same #</a:t>
            </a:r>
            <a:endParaRPr/>
          </a:p>
          <a:p>
            <a:pPr indent="-227013" lvl="0" marL="2270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flags:</a:t>
            </a:r>
            <a:endParaRPr/>
          </a:p>
          <a:p>
            <a:pPr indent="-230188" lvl="1" marL="460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query or reply</a:t>
            </a:r>
            <a:endParaRPr/>
          </a:p>
          <a:p>
            <a:pPr indent="-230188" lvl="1" marL="460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recursion desired </a:t>
            </a:r>
            <a:endParaRPr/>
          </a:p>
          <a:p>
            <a:pPr indent="-230188" lvl="1" marL="460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recursion available</a:t>
            </a:r>
            <a:endParaRPr/>
          </a:p>
          <a:p>
            <a:pPr indent="-230188" lvl="1" marL="460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reply is authoritative</a:t>
            </a:r>
            <a:endParaRPr/>
          </a:p>
        </p:txBody>
      </p:sp>
      <p:cxnSp>
        <p:nvCxnSpPr>
          <p:cNvPr id="5197" name="Google Shape;5197;p81"/>
          <p:cNvCxnSpPr/>
          <p:nvPr/>
        </p:nvCxnSpPr>
        <p:spPr>
          <a:xfrm flipH="1" rot="10800000">
            <a:off x="3710672" y="2610864"/>
            <a:ext cx="2902854" cy="295274"/>
          </a:xfrm>
          <a:prstGeom prst="straightConnector1">
            <a:avLst/>
          </a:prstGeom>
          <a:noFill/>
          <a:ln cap="flat" cmpd="sng" w="127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8" name="Google Shape;5198;p81"/>
          <p:cNvCxnSpPr/>
          <p:nvPr/>
        </p:nvCxnSpPr>
        <p:spPr>
          <a:xfrm flipH="1" rot="10800000">
            <a:off x="2352675" y="2590227"/>
            <a:ext cx="6383337" cy="1208088"/>
          </a:xfrm>
          <a:prstGeom prst="straightConnector1">
            <a:avLst/>
          </a:prstGeom>
          <a:noFill/>
          <a:ln cap="flat" cmpd="sng" w="127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99" name="Google Shape;5199;p8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4" name="Shape 5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05" name="Google Shape;5205;p82"/>
          <p:cNvGrpSpPr/>
          <p:nvPr/>
        </p:nvGrpSpPr>
        <p:grpSpPr>
          <a:xfrm>
            <a:off x="6272212" y="1937764"/>
            <a:ext cx="3671888" cy="4505326"/>
            <a:chOff x="6272212" y="1937764"/>
            <a:chExt cx="3671888" cy="4505326"/>
          </a:xfrm>
        </p:grpSpPr>
        <p:sp>
          <p:nvSpPr>
            <p:cNvPr id="5206" name="Google Shape;5206;p82"/>
            <p:cNvSpPr/>
            <p:nvPr/>
          </p:nvSpPr>
          <p:spPr>
            <a:xfrm>
              <a:off x="6297612" y="2339402"/>
              <a:ext cx="3614738" cy="4103688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sx="101000" rotWithShape="0" algn="bl" dir="18900000" dist="38100" sy="101000">
                <a:srgbClr val="0000A3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07" name="Google Shape;5207;p82"/>
            <p:cNvCxnSpPr/>
            <p:nvPr/>
          </p:nvCxnSpPr>
          <p:spPr>
            <a:xfrm>
              <a:off x="6286500" y="5766814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08" name="Google Shape;5208;p82"/>
            <p:cNvCxnSpPr/>
            <p:nvPr/>
          </p:nvCxnSpPr>
          <p:spPr>
            <a:xfrm>
              <a:off x="6297612" y="5081014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09" name="Google Shape;5209;p82"/>
            <p:cNvCxnSpPr/>
            <p:nvPr/>
          </p:nvCxnSpPr>
          <p:spPr>
            <a:xfrm>
              <a:off x="6286500" y="4395214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0" name="Google Shape;5210;p82"/>
            <p:cNvCxnSpPr/>
            <p:nvPr/>
          </p:nvCxnSpPr>
          <p:spPr>
            <a:xfrm>
              <a:off x="6286500" y="3720527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1" name="Google Shape;5211;p82"/>
            <p:cNvCxnSpPr/>
            <p:nvPr/>
          </p:nvCxnSpPr>
          <p:spPr>
            <a:xfrm>
              <a:off x="6284912" y="3263327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2" name="Google Shape;5212;p82"/>
            <p:cNvCxnSpPr/>
            <p:nvPr/>
          </p:nvCxnSpPr>
          <p:spPr>
            <a:xfrm>
              <a:off x="6272212" y="2812477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3" name="Google Shape;5213;p82"/>
            <p:cNvCxnSpPr/>
            <p:nvPr/>
          </p:nvCxnSpPr>
          <p:spPr>
            <a:xfrm>
              <a:off x="8104187" y="2350514"/>
              <a:ext cx="3175" cy="136048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214" name="Google Shape;5214;p82"/>
            <p:cNvSpPr txBox="1"/>
            <p:nvPr/>
          </p:nvSpPr>
          <p:spPr>
            <a:xfrm>
              <a:off x="6542087" y="2410839"/>
              <a:ext cx="13112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identification</a:t>
              </a:r>
              <a:endParaRPr/>
            </a:p>
          </p:txBody>
        </p:sp>
        <p:sp>
          <p:nvSpPr>
            <p:cNvPr id="5215" name="Google Shape;5215;p82"/>
            <p:cNvSpPr txBox="1"/>
            <p:nvPr/>
          </p:nvSpPr>
          <p:spPr>
            <a:xfrm>
              <a:off x="8666162" y="2410839"/>
              <a:ext cx="6127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flags</a:t>
              </a:r>
              <a:endParaRPr/>
            </a:p>
          </p:txBody>
        </p:sp>
        <p:sp>
          <p:nvSpPr>
            <p:cNvPr id="5216" name="Google Shape;5216;p82"/>
            <p:cNvSpPr txBox="1"/>
            <p:nvPr/>
          </p:nvSpPr>
          <p:spPr>
            <a:xfrm>
              <a:off x="6573837" y="2868039"/>
              <a:ext cx="12223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questions</a:t>
              </a:r>
              <a:endParaRPr/>
            </a:p>
          </p:txBody>
        </p:sp>
        <p:sp>
          <p:nvSpPr>
            <p:cNvPr id="5217" name="Google Shape;5217;p82"/>
            <p:cNvSpPr txBox="1"/>
            <p:nvPr/>
          </p:nvSpPr>
          <p:spPr>
            <a:xfrm>
              <a:off x="6457950" y="3879277"/>
              <a:ext cx="3278188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questions (variable # of questions)</a:t>
              </a:r>
              <a:endParaRPr/>
            </a:p>
          </p:txBody>
        </p:sp>
        <p:sp>
          <p:nvSpPr>
            <p:cNvPr id="5218" name="Google Shape;5218;p82"/>
            <p:cNvSpPr txBox="1"/>
            <p:nvPr/>
          </p:nvSpPr>
          <p:spPr>
            <a:xfrm>
              <a:off x="8167687" y="3323652"/>
              <a:ext cx="1671638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additional RRs</a:t>
              </a:r>
              <a:endParaRPr/>
            </a:p>
          </p:txBody>
        </p:sp>
        <p:sp>
          <p:nvSpPr>
            <p:cNvPr id="5219" name="Google Shape;5219;p82"/>
            <p:cNvSpPr txBox="1"/>
            <p:nvPr/>
          </p:nvSpPr>
          <p:spPr>
            <a:xfrm>
              <a:off x="6415087" y="3325239"/>
              <a:ext cx="15843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authority RRs</a:t>
              </a:r>
              <a:endParaRPr/>
            </a:p>
          </p:txBody>
        </p:sp>
        <p:sp>
          <p:nvSpPr>
            <p:cNvPr id="5220" name="Google Shape;5220;p82"/>
            <p:cNvSpPr txBox="1"/>
            <p:nvPr/>
          </p:nvSpPr>
          <p:spPr>
            <a:xfrm>
              <a:off x="8266112" y="2877564"/>
              <a:ext cx="14589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answer RRs</a:t>
              </a:r>
              <a:endParaRPr/>
            </a:p>
          </p:txBody>
        </p:sp>
        <p:sp>
          <p:nvSpPr>
            <p:cNvPr id="5221" name="Google Shape;5221;p82"/>
            <p:cNvSpPr txBox="1"/>
            <p:nvPr/>
          </p:nvSpPr>
          <p:spPr>
            <a:xfrm>
              <a:off x="6765925" y="4563489"/>
              <a:ext cx="26908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answers (variable # of RRs)</a:t>
              </a:r>
              <a:endParaRPr/>
            </a:p>
          </p:txBody>
        </p:sp>
        <p:sp>
          <p:nvSpPr>
            <p:cNvPr id="5222" name="Google Shape;5222;p82"/>
            <p:cNvSpPr txBox="1"/>
            <p:nvPr/>
          </p:nvSpPr>
          <p:spPr>
            <a:xfrm>
              <a:off x="6796087" y="5249289"/>
              <a:ext cx="27146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authority (variable # of RRs)</a:t>
              </a:r>
              <a:endParaRPr/>
            </a:p>
          </p:txBody>
        </p:sp>
        <p:sp>
          <p:nvSpPr>
            <p:cNvPr id="5223" name="Google Shape;5223;p82"/>
            <p:cNvSpPr txBox="1"/>
            <p:nvPr/>
          </p:nvSpPr>
          <p:spPr>
            <a:xfrm>
              <a:off x="6492875" y="5916039"/>
              <a:ext cx="31861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additional info (variable # of RRs)</a:t>
              </a:r>
              <a:endParaRPr/>
            </a:p>
          </p:txBody>
        </p:sp>
        <p:grpSp>
          <p:nvGrpSpPr>
            <p:cNvPr id="5224" name="Google Shape;5224;p82"/>
            <p:cNvGrpSpPr/>
            <p:nvPr/>
          </p:nvGrpSpPr>
          <p:grpSpPr>
            <a:xfrm>
              <a:off x="6302375" y="1937764"/>
              <a:ext cx="1747837" cy="274638"/>
              <a:chOff x="2691" y="1194"/>
              <a:chExt cx="1101" cy="173"/>
            </a:xfrm>
          </p:grpSpPr>
          <p:sp>
            <p:nvSpPr>
              <p:cNvPr id="5225" name="Google Shape;5225;p82"/>
              <p:cNvSpPr txBox="1"/>
              <p:nvPr/>
            </p:nvSpPr>
            <p:spPr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 bytes</a:t>
                </a:r>
                <a:endParaRPr/>
              </a:p>
            </p:txBody>
          </p:sp>
          <p:cxnSp>
            <p:nvCxnSpPr>
              <p:cNvPr id="5226" name="Google Shape;5226;p82"/>
              <p:cNvCxnSpPr/>
              <p:nvPr/>
            </p:nvCxnSpPr>
            <p:spPr>
              <a:xfrm>
                <a:off x="3465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227" name="Google Shape;5227;p82"/>
              <p:cNvCxnSpPr/>
              <p:nvPr/>
            </p:nvCxnSpPr>
            <p:spPr>
              <a:xfrm rot="10800000">
                <a:off x="2691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5228" name="Google Shape;5228;p82"/>
            <p:cNvGrpSpPr/>
            <p:nvPr/>
          </p:nvGrpSpPr>
          <p:grpSpPr>
            <a:xfrm>
              <a:off x="8077200" y="1937764"/>
              <a:ext cx="1747837" cy="274638"/>
              <a:chOff x="2691" y="1194"/>
              <a:chExt cx="1101" cy="173"/>
            </a:xfrm>
          </p:grpSpPr>
          <p:sp>
            <p:nvSpPr>
              <p:cNvPr id="5229" name="Google Shape;5229;p82"/>
              <p:cNvSpPr txBox="1"/>
              <p:nvPr/>
            </p:nvSpPr>
            <p:spPr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 bytes</a:t>
                </a:r>
                <a:endParaRPr/>
              </a:p>
            </p:txBody>
          </p:sp>
          <p:cxnSp>
            <p:nvCxnSpPr>
              <p:cNvPr id="5230" name="Google Shape;5230;p82"/>
              <p:cNvCxnSpPr/>
              <p:nvPr/>
            </p:nvCxnSpPr>
            <p:spPr>
              <a:xfrm>
                <a:off x="3465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231" name="Google Shape;5231;p82"/>
              <p:cNvCxnSpPr/>
              <p:nvPr/>
            </p:nvCxnSpPr>
            <p:spPr>
              <a:xfrm rot="10800000">
                <a:off x="2691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sp>
        <p:nvSpPr>
          <p:cNvPr id="5232" name="Google Shape;5232;p82"/>
          <p:cNvSpPr txBox="1"/>
          <p:nvPr/>
        </p:nvSpPr>
        <p:spPr>
          <a:xfrm>
            <a:off x="693057" y="1391557"/>
            <a:ext cx="1039336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reply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messages, both have same 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format:</a:t>
            </a:r>
            <a:endParaRPr b="0" i="0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3" name="Google Shape;5233;p82"/>
          <p:cNvSpPr txBox="1"/>
          <p:nvPr/>
        </p:nvSpPr>
        <p:spPr>
          <a:xfrm>
            <a:off x="1027795" y="3882482"/>
            <a:ext cx="3970338" cy="4090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name, type fields for a query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4" name="Google Shape;5234;p82"/>
          <p:cNvSpPr txBox="1"/>
          <p:nvPr/>
        </p:nvSpPr>
        <p:spPr>
          <a:xfrm>
            <a:off x="998138" y="4604794"/>
            <a:ext cx="4003170" cy="4090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RRs in response to query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5" name="Google Shape;5235;p82"/>
          <p:cNvSpPr txBox="1"/>
          <p:nvPr/>
        </p:nvSpPr>
        <p:spPr>
          <a:xfrm>
            <a:off x="217715" y="5271771"/>
            <a:ext cx="4801281" cy="4090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records for authoritative servers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6" name="Google Shape;5236;p82"/>
          <p:cNvSpPr txBox="1"/>
          <p:nvPr/>
        </p:nvSpPr>
        <p:spPr>
          <a:xfrm>
            <a:off x="399371" y="5790401"/>
            <a:ext cx="4614409" cy="7229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additional “ helpful” info that may be used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37" name="Google Shape;5237;p82"/>
          <p:cNvCxnSpPr/>
          <p:nvPr/>
        </p:nvCxnSpPr>
        <p:spPr>
          <a:xfrm rot="10800000">
            <a:off x="5070475" y="6126704"/>
            <a:ext cx="1371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8" name="Google Shape;5238;p82"/>
          <p:cNvCxnSpPr/>
          <p:nvPr/>
        </p:nvCxnSpPr>
        <p:spPr>
          <a:xfrm rot="10800000">
            <a:off x="5078413" y="5467891"/>
            <a:ext cx="1371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9" name="Google Shape;5239;p82"/>
          <p:cNvCxnSpPr/>
          <p:nvPr/>
        </p:nvCxnSpPr>
        <p:spPr>
          <a:xfrm rot="10800000">
            <a:off x="5086350" y="4809079"/>
            <a:ext cx="1371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0" name="Google Shape;5240;p82"/>
          <p:cNvCxnSpPr/>
          <p:nvPr/>
        </p:nvCxnSpPr>
        <p:spPr>
          <a:xfrm rot="10800000">
            <a:off x="5072063" y="4083591"/>
            <a:ext cx="1371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41" name="Google Shape;5241;p82"/>
          <p:cNvSpPr txBox="1"/>
          <p:nvPr>
            <p:ph type="title"/>
          </p:nvPr>
        </p:nvSpPr>
        <p:spPr>
          <a:xfrm>
            <a:off x="8382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 protocol messages</a:t>
            </a:r>
            <a:endParaRPr sz="4400"/>
          </a:p>
        </p:txBody>
      </p:sp>
      <p:sp>
        <p:nvSpPr>
          <p:cNvPr id="5242" name="Google Shape;5242;p8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7" name="Shape 5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8" name="Google Shape;5248;p83"/>
          <p:cNvSpPr txBox="1"/>
          <p:nvPr>
            <p:ph type="title"/>
          </p:nvPr>
        </p:nvSpPr>
        <p:spPr>
          <a:xfrm>
            <a:off x="8382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Getting your info into the DNS</a:t>
            </a:r>
            <a:endParaRPr sz="4400"/>
          </a:p>
        </p:txBody>
      </p:sp>
      <p:sp>
        <p:nvSpPr>
          <p:cNvPr id="5249" name="Google Shape;5249;p83"/>
          <p:cNvSpPr txBox="1"/>
          <p:nvPr/>
        </p:nvSpPr>
        <p:spPr>
          <a:xfrm>
            <a:off x="838200" y="1404537"/>
            <a:ext cx="1025334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new startup “Network Utopia”</a:t>
            </a:r>
            <a:endParaRPr/>
          </a:p>
          <a:p>
            <a:pPr indent="-29527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register name networkuptopia.com at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DNS registrar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(e.g., Network Solutions)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 names, IP addresses of authoritative name server (primary and secondary)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registrar inserts NS, A RRs into .com TLD server: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635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(networkutopia.com, dns1.networkutopia.com, NS)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Noto Sans Symbols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(dns1.networkutopia.com, 212.212.212.1, A)</a:t>
            </a:r>
            <a:endParaRPr b="0" i="0" sz="2200" u="none" cap="none" strike="noStrike">
              <a:solidFill>
                <a:srgbClr val="ED7D3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29527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authoritative server locally with IP address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212.212.212.1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type A record for www.networkuptopia.com</a:t>
            </a:r>
            <a:endParaRPr/>
          </a:p>
          <a:p>
            <a:pPr indent="-2952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type MX record for networkutopia.com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0" name="Google Shape;5250;p8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5" name="Shape 5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6" name="Google Shape;5256;p84"/>
          <p:cNvSpPr txBox="1"/>
          <p:nvPr>
            <p:ph type="title"/>
          </p:nvPr>
        </p:nvSpPr>
        <p:spPr>
          <a:xfrm>
            <a:off x="8382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 security</a:t>
            </a:r>
            <a:endParaRPr sz="4400"/>
          </a:p>
        </p:txBody>
      </p:sp>
      <p:sp>
        <p:nvSpPr>
          <p:cNvPr id="5257" name="Google Shape;5257;p84"/>
          <p:cNvSpPr txBox="1"/>
          <p:nvPr/>
        </p:nvSpPr>
        <p:spPr>
          <a:xfrm>
            <a:off x="838200" y="1526094"/>
            <a:ext cx="502557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22228B"/>
                </a:solidFill>
                <a:latin typeface="Calibri"/>
                <a:ea typeface="Calibri"/>
                <a:cs typeface="Calibri"/>
                <a:sym typeface="Calibri"/>
              </a:rPr>
              <a:t>DDoS attacks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bombard root servers with traffic</a:t>
            </a:r>
            <a:endParaRPr/>
          </a:p>
          <a:p>
            <a:pPr indent="-227012" lvl="1" marL="5746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 successful to date</a:t>
            </a:r>
            <a:endParaRPr/>
          </a:p>
          <a:p>
            <a:pPr indent="-227012" lvl="1" marL="5746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traffic filtering</a:t>
            </a:r>
            <a:endParaRPr/>
          </a:p>
          <a:p>
            <a:pPr indent="-227012" lvl="1" marL="5746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DNS servers cache IPs of TLD servers, allowing root server bypass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bombard TLD servers</a:t>
            </a:r>
            <a:endParaRPr/>
          </a:p>
          <a:p>
            <a:pPr indent="-227012" lvl="1" marL="5746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potentially more dangerous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Comic Sans M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258" name="Google Shape;5258;p84"/>
          <p:cNvSpPr txBox="1"/>
          <p:nvPr/>
        </p:nvSpPr>
        <p:spPr>
          <a:xfrm>
            <a:off x="6096000" y="1526094"/>
            <a:ext cx="4760686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21218A"/>
                </a:solidFill>
                <a:latin typeface="Calibri"/>
                <a:ea typeface="Calibri"/>
                <a:cs typeface="Calibri"/>
                <a:sym typeface="Calibri"/>
              </a:rPr>
              <a:t>Spoofing  attacks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intercept DNS queries, returning bogus replies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 cache poisoning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RFC 4033: DNSSEC authentication services</a:t>
            </a:r>
            <a:endParaRPr/>
          </a:p>
        </p:txBody>
      </p:sp>
      <p:sp>
        <p:nvSpPr>
          <p:cNvPr id="5259" name="Google Shape;5259;p8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3" name="Shape 5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4" name="Google Shape;5264;p8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CNAME Records</a:t>
            </a:r>
            <a:endParaRPr/>
          </a:p>
        </p:txBody>
      </p:sp>
      <p:sp>
        <p:nvSpPr>
          <p:cNvPr id="5265" name="Google Shape;5265;p8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66" name="Google Shape;5266;p85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xt&#10;&#10;Description automatically generated with medium confidence" id="5267" name="Google Shape;5267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9800" y="1482151"/>
            <a:ext cx="77724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71" name="Shape 5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2" name="Google Shape;5272;p86"/>
          <p:cNvSpPr txBox="1"/>
          <p:nvPr>
            <p:ph type="title"/>
          </p:nvPr>
        </p:nvSpPr>
        <p:spPr>
          <a:xfrm>
            <a:off x="838199" y="291090"/>
            <a:ext cx="10515599" cy="9326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DNS Types</a:t>
            </a:r>
            <a:endParaRPr/>
          </a:p>
        </p:txBody>
      </p:sp>
      <p:pic>
        <p:nvPicPr>
          <p:cNvPr descr="Text&#10;&#10;Description automatically generated with low confidence" id="5273" name="Google Shape;5273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4493" y="1863801"/>
            <a:ext cx="6703013" cy="4440746"/>
          </a:xfrm>
          <a:prstGeom prst="rect">
            <a:avLst/>
          </a:prstGeom>
          <a:noFill/>
          <a:ln>
            <a:noFill/>
          </a:ln>
        </p:spPr>
      </p:pic>
      <p:sp>
        <p:nvSpPr>
          <p:cNvPr id="5274" name="Google Shape;5274;p8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</a:rPr>
              <a:t>Application Layer: 2-</a:t>
            </a: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 sz="120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8" name="Shape 5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9" name="Google Shape;5279;p8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280" name="Google Shape;5280;p8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diagram&#10;&#10;Description automatically generated" id="5281" name="Google Shape;5281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1262679"/>
            <a:ext cx="77724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6" name="Shape 5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7" name="Google Shape;5287;p8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Application Layer: Overview</a:t>
            </a:r>
            <a:endParaRPr/>
          </a:p>
        </p:txBody>
      </p:sp>
      <p:sp>
        <p:nvSpPr>
          <p:cNvPr id="5288" name="Google Shape;5288;p88"/>
          <p:cNvSpPr txBox="1"/>
          <p:nvPr/>
        </p:nvSpPr>
        <p:spPr>
          <a:xfrm>
            <a:off x="809242" y="1870563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1638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Web and HTTP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The Domain Name System DNS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9" name="Google Shape;5289;p88"/>
          <p:cNvSpPr txBox="1"/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349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video streaming and content distribution networks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0" name="Google Shape;5290;p8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Kurose&amp;Ross 8th edition photo" id="5291" name="Google Shape;5291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7391" y="4125913"/>
            <a:ext cx="3087757" cy="2315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6" name="Shape 5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7" name="Google Shape;5297;p89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8" name="Google Shape;5298;p89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9" name="Google Shape;5299;p89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0" name="Google Shape;5300;p89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1" name="Google Shape;5301;p89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2" name="Google Shape;5302;p89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5303" name="Google Shape;5303;p89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5304" name="Google Shape;5304;p89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5305" name="Google Shape;5305;p89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06" name="Google Shape;5306;p89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5307" name="Google Shape;5307;p89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8" name="Google Shape;5308;p89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309" name="Google Shape;5309;p89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10" name="Google Shape;5310;p89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11" name="Google Shape;5311;p89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12" name="Google Shape;5312;p89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13" name="Google Shape;5313;p89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14" name="Google Shape;5314;p89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315" name="Google Shape;5315;p89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5316" name="Google Shape;5316;p89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7" name="Google Shape;5317;p89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318" name="Google Shape;5318;p89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19" name="Google Shape;5319;p89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20" name="Google Shape;5320;p89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21" name="Google Shape;5321;p89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22" name="Google Shape;5322;p89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23" name="Google Shape;5323;p89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324" name="Google Shape;5324;p89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5" name="Google Shape;5325;p89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5326" name="Google Shape;5326;p89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7" name="Google Shape;5327;p89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5328" name="Google Shape;5328;p89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5329" name="Google Shape;5329;p89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30" name="Google Shape;5330;p89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1" name="Google Shape;5331;p89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2" name="Google Shape;5332;p89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3" name="Google Shape;5333;p89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4" name="Google Shape;5334;p89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5" name="Google Shape;5335;p89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6" name="Google Shape;5336;p89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7" name="Google Shape;5337;p89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8" name="Google Shape;5338;p89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9" name="Google Shape;5339;p89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40" name="Google Shape;5340;p89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5341" name="Google Shape;5341;p89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grpSp>
          <p:nvGrpSpPr>
            <p:cNvPr id="5342" name="Google Shape;5342;p89"/>
            <p:cNvGrpSpPr/>
            <p:nvPr/>
          </p:nvGrpSpPr>
          <p:grpSpPr>
            <a:xfrm>
              <a:off x="7857253" y="2127325"/>
              <a:ext cx="3283852" cy="3640284"/>
              <a:chOff x="7881336" y="2104198"/>
              <a:chExt cx="3283852" cy="3640284"/>
            </a:xfrm>
          </p:grpSpPr>
          <p:cxnSp>
            <p:nvCxnSpPr>
              <p:cNvPr id="5343" name="Google Shape;5343;p89"/>
              <p:cNvCxnSpPr/>
              <p:nvPr/>
            </p:nvCxnSpPr>
            <p:spPr>
              <a:xfrm flipH="1" rot="5400000">
                <a:off x="9813692" y="5228612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4" name="Google Shape;5344;p89"/>
              <p:cNvCxnSpPr/>
              <p:nvPr/>
            </p:nvCxnSpPr>
            <p:spPr>
              <a:xfrm rot="10800000">
                <a:off x="10234009" y="5382159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5" name="Google Shape;5345;p89"/>
              <p:cNvCxnSpPr/>
              <p:nvPr/>
            </p:nvCxnSpPr>
            <p:spPr>
              <a:xfrm>
                <a:off x="9457042" y="4815390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6" name="Google Shape;5346;p89"/>
              <p:cNvCxnSpPr/>
              <p:nvPr/>
            </p:nvCxnSpPr>
            <p:spPr>
              <a:xfrm flipH="1" rot="10800000">
                <a:off x="8874149" y="4815390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7" name="Google Shape;5347;p89"/>
              <p:cNvCxnSpPr/>
              <p:nvPr/>
            </p:nvCxnSpPr>
            <p:spPr>
              <a:xfrm>
                <a:off x="8845827" y="5085749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8" name="Google Shape;5348;p89"/>
              <p:cNvCxnSpPr/>
              <p:nvPr/>
            </p:nvCxnSpPr>
            <p:spPr>
              <a:xfrm>
                <a:off x="8234290" y="5094207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9" name="Google Shape;5349;p89"/>
              <p:cNvCxnSpPr/>
              <p:nvPr/>
            </p:nvCxnSpPr>
            <p:spPr>
              <a:xfrm flipH="1" rot="10800000">
                <a:off x="7972450" y="5267343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0" name="Google Shape;5350;p89"/>
              <p:cNvCxnSpPr/>
              <p:nvPr/>
            </p:nvCxnSpPr>
            <p:spPr>
              <a:xfrm flipH="1">
                <a:off x="8397900" y="5259125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1" name="Google Shape;5351;p89"/>
              <p:cNvCxnSpPr/>
              <p:nvPr/>
            </p:nvCxnSpPr>
            <p:spPr>
              <a:xfrm rot="10800000">
                <a:off x="8512814" y="5284804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2" name="Google Shape;5352;p89"/>
              <p:cNvCxnSpPr/>
              <p:nvPr/>
            </p:nvCxnSpPr>
            <p:spPr>
              <a:xfrm>
                <a:off x="8512814" y="5234921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3" name="Google Shape;5353;p89"/>
              <p:cNvCxnSpPr/>
              <p:nvPr/>
            </p:nvCxnSpPr>
            <p:spPr>
              <a:xfrm>
                <a:off x="8271861" y="3806843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4" name="Google Shape;5354;p89"/>
              <p:cNvCxnSpPr/>
              <p:nvPr/>
            </p:nvCxnSpPr>
            <p:spPr>
              <a:xfrm flipH="1" rot="10800000">
                <a:off x="7881336" y="4017980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5" name="Google Shape;5355;p89"/>
              <p:cNvCxnSpPr/>
              <p:nvPr/>
            </p:nvCxnSpPr>
            <p:spPr>
              <a:xfrm flipH="1" rot="5400000">
                <a:off x="9909628" y="5560344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6" name="Google Shape;5356;p89"/>
              <p:cNvCxnSpPr/>
              <p:nvPr/>
            </p:nvCxnSpPr>
            <p:spPr>
              <a:xfrm flipH="1" rot="10800000">
                <a:off x="8483508" y="5013435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7" name="Google Shape;5357;p89"/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58" name="Google Shape;5358;p89"/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59" name="Google Shape;5359;p89"/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60" name="Google Shape;5360;p89"/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61" name="Google Shape;5361;p89"/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62" name="Google Shape;5362;p89"/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63" name="Google Shape;5363;p89"/>
              <p:cNvCxnSpPr/>
              <p:nvPr/>
            </p:nvCxnSpPr>
            <p:spPr>
              <a:xfrm rot="10800000">
                <a:off x="10706077" y="2695840"/>
                <a:ext cx="353541" cy="678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64" name="Google Shape;5364;p89"/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65" name="Google Shape;5365;p89"/>
              <p:cNvCxnSpPr/>
              <p:nvPr/>
            </p:nvCxnSpPr>
            <p:spPr>
              <a:xfrm flipH="1" rot="10800000">
                <a:off x="9402788" y="4090252"/>
                <a:ext cx="429324" cy="7056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66" name="Google Shape;5366;p89"/>
              <p:cNvCxnSpPr/>
              <p:nvPr/>
            </p:nvCxnSpPr>
            <p:spPr>
              <a:xfrm flipH="1" rot="10800000">
                <a:off x="8268637" y="4024329"/>
                <a:ext cx="969051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ntenna_radiation_stylized" id="5367" name="Google Shape;5367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5368" name="Google Shape;5368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ell_tower_radiation copy" id="5369" name="Google Shape;5369;p8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0" name="Google Shape;5370;p89"/>
            <p:cNvSpPr/>
            <p:nvPr/>
          </p:nvSpPr>
          <p:spPr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371" name="Google Shape;5371;p89"/>
          <p:cNvCxnSpPr/>
          <p:nvPr/>
        </p:nvCxnSpPr>
        <p:spPr>
          <a:xfrm>
            <a:off x="8207860" y="2700359"/>
            <a:ext cx="227964" cy="1743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372" name="Google Shape;5372;p89"/>
          <p:cNvGrpSpPr/>
          <p:nvPr/>
        </p:nvGrpSpPr>
        <p:grpSpPr>
          <a:xfrm>
            <a:off x="8050698" y="2309376"/>
            <a:ext cx="298450" cy="464008"/>
            <a:chOff x="3130" y="3288"/>
            <a:chExt cx="410" cy="742"/>
          </a:xfrm>
        </p:grpSpPr>
        <p:cxnSp>
          <p:nvCxnSpPr>
            <p:cNvPr id="5373" name="Google Shape;5373;p89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4" name="Google Shape;5374;p89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5" name="Google Shape;5375;p89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6" name="Google Shape;5376;p89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7" name="Google Shape;5377;p89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8" name="Google Shape;5378;p89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9" name="Google Shape;5379;p89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0" name="Google Shape;5380;p89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1" name="Google Shape;5381;p89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2" name="Google Shape;5382;p89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3" name="Google Shape;5383;p89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4" name="Google Shape;5384;p89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5" name="Google Shape;5385;p89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6" name="Google Shape;5386;p89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7" name="Google Shape;5387;p89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access_point_stylized_small" id="5388" name="Google Shape;5388;p8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5389" name="Google Shape;5389;p8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90" name="Google Shape;5390;p89"/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5391" name="Google Shape;5391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392" name="Google Shape;5392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393" name="Google Shape;5393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394" name="Google Shape;5394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5" name="Google Shape;5395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6" name="Google Shape;5396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7" name="Google Shape;5397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398" name="Google Shape;5398;p89"/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5399" name="Google Shape;5399;p89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0" name="Google Shape;5400;p89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01" name="Google Shape;5401;p89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402" name="Google Shape;5402;p89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3" name="Google Shape;5403;p89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4" name="Google Shape;5404;p89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5" name="Google Shape;5405;p89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06" name="Google Shape;5406;p89"/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5407" name="Google Shape;5407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08" name="Google Shape;5408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09" name="Google Shape;5409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10" name="Google Shape;5410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1" name="Google Shape;5411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2" name="Google Shape;5412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3" name="Google Shape;5413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14" name="Google Shape;5414;p89"/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5415" name="Google Shape;5415;p89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6" name="Google Shape;5416;p89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17" name="Google Shape;5417;p89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418" name="Google Shape;5418;p89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9" name="Google Shape;5419;p89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0" name="Google Shape;5420;p89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1" name="Google Shape;5421;p89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22" name="Google Shape;5422;p89"/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5423" name="Google Shape;5423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24" name="Google Shape;5424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25" name="Google Shape;5425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26" name="Google Shape;5426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7" name="Google Shape;5427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8" name="Google Shape;5428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9" name="Google Shape;5429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30" name="Google Shape;5430;p89"/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5431" name="Google Shape;5431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32" name="Google Shape;5432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33" name="Google Shape;5433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34" name="Google Shape;5434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5" name="Google Shape;5435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6" name="Google Shape;5436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7" name="Google Shape;5437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38" name="Google Shape;5438;p89"/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5439" name="Google Shape;5439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40" name="Google Shape;5440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41" name="Google Shape;5441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42" name="Google Shape;5442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3" name="Google Shape;5443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4" name="Google Shape;5444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5" name="Google Shape;5445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46" name="Google Shape;5446;p89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5447" name="Google Shape;5447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48" name="Google Shape;5448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49" name="Google Shape;5449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50" name="Google Shape;5450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1" name="Google Shape;5451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2" name="Google Shape;5452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3" name="Google Shape;5453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54" name="Google Shape;5454;p89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5455" name="Google Shape;5455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56" name="Google Shape;5456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57" name="Google Shape;5457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58" name="Google Shape;5458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9" name="Google Shape;5459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0" name="Google Shape;5460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1" name="Google Shape;5461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62" name="Google Shape;5462;p89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5463" name="Google Shape;5463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64" name="Google Shape;5464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65" name="Google Shape;5465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66" name="Google Shape;5466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7" name="Google Shape;5467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8" name="Google Shape;5468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9" name="Google Shape;5469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70" name="Google Shape;5470;p89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5471" name="Google Shape;5471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72" name="Google Shape;5472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73" name="Google Shape;5473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74" name="Google Shape;5474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5" name="Google Shape;5475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6" name="Google Shape;5476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7" name="Google Shape;5477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78" name="Google Shape;5478;p89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5479" name="Google Shape;5479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80" name="Google Shape;5480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81" name="Google Shape;5481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82" name="Google Shape;5482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3" name="Google Shape;5483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4" name="Google Shape;5484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5" name="Google Shape;5485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86" name="Google Shape;5486;p89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5487" name="Google Shape;5487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88" name="Google Shape;5488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89" name="Google Shape;5489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90" name="Google Shape;5490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1" name="Google Shape;5491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2" name="Google Shape;5492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3" name="Google Shape;5493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94" name="Google Shape;5494;p89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5495" name="Google Shape;5495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96" name="Google Shape;5496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97" name="Google Shape;5497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98" name="Google Shape;5498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9" name="Google Shape;5499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0" name="Google Shape;5500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1" name="Google Shape;5501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02" name="Google Shape;5502;p89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5503" name="Google Shape;5503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04" name="Google Shape;5504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05" name="Google Shape;5505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06" name="Google Shape;5506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7" name="Google Shape;5507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8" name="Google Shape;5508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9" name="Google Shape;5509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10" name="Google Shape;5510;p89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5511" name="Google Shape;5511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12" name="Google Shape;5512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13" name="Google Shape;5513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14" name="Google Shape;5514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5" name="Google Shape;5515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6" name="Google Shape;5516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7" name="Google Shape;5517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18" name="Google Shape;5518;p89"/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5519" name="Google Shape;5519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20" name="Google Shape;5520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21" name="Google Shape;5521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22" name="Google Shape;5522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3" name="Google Shape;5523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4" name="Google Shape;5524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5" name="Google Shape;5525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26" name="Google Shape;5526;p89"/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5527" name="Google Shape;5527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28" name="Google Shape;5528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29" name="Google Shape;5529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30" name="Google Shape;5530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1" name="Google Shape;5531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2" name="Google Shape;5532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3" name="Google Shape;5533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34" name="Google Shape;5534;p89"/>
          <p:cNvGrpSpPr/>
          <p:nvPr/>
        </p:nvGrpSpPr>
        <p:grpSpPr>
          <a:xfrm>
            <a:off x="7439074" y="2356613"/>
            <a:ext cx="534987" cy="414882"/>
            <a:chOff x="7432700" y="2327293"/>
            <a:chExt cx="534987" cy="414882"/>
          </a:xfrm>
        </p:grpSpPr>
        <p:pic>
          <p:nvPicPr>
            <p:cNvPr descr="antenna_stylized" id="5535" name="Google Shape;5535;p8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5536" name="Google Shape;5536;p8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37" name="Google Shape;5537;p89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5538" name="Google Shape;5538;p8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39" name="Google Shape;5539;p89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0" name="Google Shape;5540;p89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1" name="Google Shape;5541;p89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2" name="Google Shape;5542;p89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3" name="Google Shape;5543;p89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4" name="Google Shape;5544;p89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545" name="Google Shape;5545;p89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5546" name="Google Shape;5546;p89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7" name="Google Shape;5547;p89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8" name="Google Shape;5548;p89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9" name="Google Shape;5549;p89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0" name="Google Shape;5550;p89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1" name="Google Shape;5551;p89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552" name="Google Shape;5552;p89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3" name="Google Shape;5553;p89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4" name="Google Shape;5554;p89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5" name="Google Shape;5555;p89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6" name="Google Shape;5556;p89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7" name="Google Shape;5557;p89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58" name="Google Shape;5558;p89"/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descr="light2.png" id="5559" name="Google Shape;5559;p8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5560" name="Google Shape;5560;p8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61" name="Google Shape;5561;p89"/>
          <p:cNvGrpSpPr/>
          <p:nvPr/>
        </p:nvGrpSpPr>
        <p:grpSpPr>
          <a:xfrm>
            <a:off x="7493518" y="3419140"/>
            <a:ext cx="350807" cy="310034"/>
            <a:chOff x="7487144" y="3389820"/>
            <a:chExt cx="350807" cy="310034"/>
          </a:xfrm>
        </p:grpSpPr>
        <p:pic>
          <p:nvPicPr>
            <p:cNvPr descr="antenna_stylized" id="5562" name="Google Shape;5562;p8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487144" y="3389820"/>
              <a:ext cx="347997" cy="167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5563" name="Google Shape;5563;p8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 flipH="1" rot="109064">
              <a:off x="7504001" y="3575889"/>
              <a:ext cx="286699" cy="1194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4" name="Google Shape;5564;p89"/>
            <p:cNvSpPr/>
            <p:nvPr/>
          </p:nvSpPr>
          <p:spPr>
            <a:xfrm>
              <a:off x="7599014" y="3459979"/>
              <a:ext cx="230764" cy="155883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5565" name="Google Shape;5565;p89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610380" y="3463988"/>
              <a:ext cx="209692" cy="141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6" name="Google Shape;5566;p89"/>
            <p:cNvSpPr/>
            <p:nvPr/>
          </p:nvSpPr>
          <p:spPr>
            <a:xfrm>
              <a:off x="7641029" y="3455381"/>
              <a:ext cx="195517" cy="29007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7" name="Google Shape;5567;p89"/>
            <p:cNvSpPr/>
            <p:nvPr/>
          </p:nvSpPr>
          <p:spPr>
            <a:xfrm>
              <a:off x="7596971" y="3455145"/>
              <a:ext cx="54275" cy="120745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8" name="Google Shape;5568;p89"/>
            <p:cNvSpPr/>
            <p:nvPr/>
          </p:nvSpPr>
          <p:spPr>
            <a:xfrm>
              <a:off x="7776652" y="3476723"/>
              <a:ext cx="58489" cy="139375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9" name="Google Shape;5569;p89"/>
            <p:cNvSpPr/>
            <p:nvPr/>
          </p:nvSpPr>
          <p:spPr>
            <a:xfrm>
              <a:off x="7596332" y="3569758"/>
              <a:ext cx="214545" cy="4704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0" name="Google Shape;5570;p89"/>
            <p:cNvSpPr/>
            <p:nvPr/>
          </p:nvSpPr>
          <p:spPr>
            <a:xfrm>
              <a:off x="7783165" y="3477902"/>
              <a:ext cx="54786" cy="139965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1" name="Google Shape;5571;p89"/>
            <p:cNvSpPr/>
            <p:nvPr/>
          </p:nvSpPr>
          <p:spPr>
            <a:xfrm>
              <a:off x="7596588" y="3576007"/>
              <a:ext cx="190792" cy="46458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572" name="Google Shape;5572;p89"/>
            <p:cNvGrpSpPr/>
            <p:nvPr/>
          </p:nvGrpSpPr>
          <p:grpSpPr>
            <a:xfrm>
              <a:off x="7593395" y="3625649"/>
              <a:ext cx="64747" cy="27592"/>
              <a:chOff x="1740" y="2642"/>
              <a:chExt cx="752" cy="327"/>
            </a:xfrm>
          </p:grpSpPr>
          <p:sp>
            <p:nvSpPr>
              <p:cNvPr id="5573" name="Google Shape;5573;p89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4" name="Google Shape;5574;p89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5" name="Google Shape;5575;p89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6" name="Google Shape;5576;p89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7" name="Google Shape;5577;p89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8" name="Google Shape;5578;p89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579" name="Google Shape;5579;p89"/>
            <p:cNvSpPr/>
            <p:nvPr/>
          </p:nvSpPr>
          <p:spPr>
            <a:xfrm>
              <a:off x="7704243" y="3629776"/>
              <a:ext cx="78411" cy="60608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0" name="Google Shape;5580;p89"/>
            <p:cNvSpPr/>
            <p:nvPr/>
          </p:nvSpPr>
          <p:spPr>
            <a:xfrm>
              <a:off x="7504129" y="3634611"/>
              <a:ext cx="200625" cy="55302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1" name="Google Shape;5581;p89"/>
            <p:cNvSpPr/>
            <p:nvPr/>
          </p:nvSpPr>
          <p:spPr>
            <a:xfrm>
              <a:off x="7504257" y="3624470"/>
              <a:ext cx="2171" cy="11202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2" name="Google Shape;5582;p89"/>
            <p:cNvSpPr/>
            <p:nvPr/>
          </p:nvSpPr>
          <p:spPr>
            <a:xfrm>
              <a:off x="7504384" y="3578837"/>
              <a:ext cx="93225" cy="46340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3" name="Google Shape;5583;p89"/>
            <p:cNvSpPr/>
            <p:nvPr/>
          </p:nvSpPr>
          <p:spPr>
            <a:xfrm>
              <a:off x="7510642" y="3626829"/>
              <a:ext cx="190281" cy="5318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4" name="Google Shape;5584;p89"/>
            <p:cNvSpPr/>
            <p:nvPr/>
          </p:nvSpPr>
          <p:spPr>
            <a:xfrm flipH="1" rot="10800000">
              <a:off x="7700668" y="3623055"/>
              <a:ext cx="77645" cy="5506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85" name="Google Shape;5585;p89"/>
          <p:cNvGrpSpPr/>
          <p:nvPr/>
        </p:nvGrpSpPr>
        <p:grpSpPr>
          <a:xfrm>
            <a:off x="7803435" y="3325424"/>
            <a:ext cx="347997" cy="396620"/>
            <a:chOff x="7797061" y="3296104"/>
            <a:chExt cx="347997" cy="396620"/>
          </a:xfrm>
        </p:grpSpPr>
        <p:pic>
          <p:nvPicPr>
            <p:cNvPr descr="fridge2.png" id="5586" name="Google Shape;5586;p89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896825" y="3355697"/>
              <a:ext cx="189578" cy="3370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5587" name="Google Shape;5587;p8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797061" y="3296104"/>
              <a:ext cx="347997" cy="1675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88" name="Google Shape;5588;p89"/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5589" name="Google Shape;5589;p89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5590" name="Google Shape;5590;p89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5591" name="Google Shape;5591;p89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5592" name="Google Shape;5592;p89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5593" name="Google Shape;5593;p89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5594" name="Google Shape;5594;p89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5595" name="Google Shape;5595;p89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5596" name="Google Shape;5596;p89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5597" name="Google Shape;5597;p89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5598" name="Google Shape;5598;p89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5599" name="Google Shape;5599;p89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5600" name="Google Shape;5600;p89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5601" name="Google Shape;5601;p89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5602" name="Google Shape;5602;p8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3" name="Google Shape;5603;p89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4" name="Google Shape;5604;p8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5" name="Google Shape;5605;p8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6" name="Google Shape;5606;p89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07" name="Google Shape;5607;p89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5608" name="Google Shape;5608;p89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9" name="Google Shape;5609;p89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10" name="Google Shape;5610;p89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11" name="Google Shape;5611;p89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5612" name="Google Shape;5612;p89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3" name="Google Shape;5613;p89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14" name="Google Shape;5614;p89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5" name="Google Shape;5615;p89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16" name="Google Shape;5616;p89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5617" name="Google Shape;5617;p89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8" name="Google Shape;5618;p89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19" name="Google Shape;5619;p8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20" name="Google Shape;5620;p89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5621" name="Google Shape;5621;p89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2" name="Google Shape;5622;p89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23" name="Google Shape;5623;p89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4" name="Google Shape;5624;p8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5" name="Google Shape;5625;p8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6" name="Google Shape;5626;p89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7" name="Google Shape;5627;p8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8" name="Google Shape;5628;p89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9" name="Google Shape;5629;p89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0" name="Google Shape;5630;p89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1" name="Google Shape;5631;p89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2" name="Google Shape;5632;p89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3" name="Google Shape;5633;p89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34" name="Google Shape;5634;p89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5635" name="Google Shape;5635;p8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6" name="Google Shape;5636;p89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37" name="Google Shape;5637;p89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5638" name="Google Shape;5638;p8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9" name="Google Shape;5639;p89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40" name="Google Shape;5640;p89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5641" name="Google Shape;5641;p8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42" name="Google Shape;5642;p89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43" name="Google Shape;5643;p89"/>
          <p:cNvGrpSpPr/>
          <p:nvPr/>
        </p:nvGrpSpPr>
        <p:grpSpPr>
          <a:xfrm>
            <a:off x="9534746" y="5795138"/>
            <a:ext cx="319264" cy="256836"/>
            <a:chOff x="877" y="1008"/>
            <a:chExt cx="2747" cy="2626"/>
          </a:xfrm>
        </p:grpSpPr>
        <p:pic>
          <p:nvPicPr>
            <p:cNvPr descr="antenna_stylized" id="5644" name="Google Shape;5644;p89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5645" name="Google Shape;5645;p89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46" name="Google Shape;5646;p89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5647" name="Google Shape;5647;p89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48" name="Google Shape;5648;p89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9" name="Google Shape;5649;p89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0" name="Google Shape;5650;p89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1" name="Google Shape;5651;p89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2" name="Google Shape;5652;p89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3" name="Google Shape;5653;p89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54" name="Google Shape;5654;p89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655" name="Google Shape;5655;p89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6" name="Google Shape;5656;p89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7" name="Google Shape;5657;p89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8" name="Google Shape;5658;p89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9" name="Google Shape;5659;p89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0" name="Google Shape;5660;p89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661" name="Google Shape;5661;p89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2" name="Google Shape;5662;p89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3" name="Google Shape;5663;p89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4" name="Google Shape;5664;p89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5" name="Google Shape;5665;p89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6" name="Google Shape;5666;p89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67" name="Google Shape;5667;p89"/>
          <p:cNvSpPr/>
          <p:nvPr/>
        </p:nvSpPr>
        <p:spPr>
          <a:xfrm>
            <a:off x="10153593" y="5636971"/>
            <a:ext cx="34049" cy="332924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8" name="Google Shape;5668;p89"/>
          <p:cNvSpPr/>
          <p:nvPr/>
        </p:nvSpPr>
        <p:spPr>
          <a:xfrm>
            <a:off x="10159970" y="5656923"/>
            <a:ext cx="20333" cy="308020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9" name="Google Shape;5669;p89"/>
          <p:cNvSpPr/>
          <p:nvPr/>
        </p:nvSpPr>
        <p:spPr>
          <a:xfrm>
            <a:off x="10155518" y="5812753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0" name="Google Shape;5670;p89"/>
          <p:cNvSpPr/>
          <p:nvPr/>
        </p:nvSpPr>
        <p:spPr>
          <a:xfrm>
            <a:off x="10026299" y="5674399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71" name="Google Shape;5671;p89"/>
          <p:cNvGrpSpPr/>
          <p:nvPr/>
        </p:nvGrpSpPr>
        <p:grpSpPr>
          <a:xfrm>
            <a:off x="10091053" y="5670891"/>
            <a:ext cx="69517" cy="21877"/>
            <a:chOff x="613" y="2566"/>
            <a:chExt cx="721" cy="144"/>
          </a:xfrm>
        </p:grpSpPr>
        <p:sp>
          <p:nvSpPr>
            <p:cNvPr id="5672" name="Google Shape;5672;p89"/>
            <p:cNvSpPr/>
            <p:nvPr/>
          </p:nvSpPr>
          <p:spPr>
            <a:xfrm>
              <a:off x="613" y="2566"/>
              <a:ext cx="721" cy="14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3" name="Google Shape;5673;p89"/>
            <p:cNvSpPr/>
            <p:nvPr/>
          </p:nvSpPr>
          <p:spPr>
            <a:xfrm>
              <a:off x="625" y="2581"/>
              <a:ext cx="696" cy="11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74" name="Google Shape;5674;p89"/>
          <p:cNvSpPr/>
          <p:nvPr/>
        </p:nvSpPr>
        <p:spPr>
          <a:xfrm>
            <a:off x="10027502" y="5722750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75" name="Google Shape;5675;p89"/>
          <p:cNvGrpSpPr/>
          <p:nvPr/>
        </p:nvGrpSpPr>
        <p:grpSpPr>
          <a:xfrm>
            <a:off x="10091005" y="5718110"/>
            <a:ext cx="69517" cy="19515"/>
            <a:chOff x="615" y="2564"/>
            <a:chExt cx="721" cy="139"/>
          </a:xfrm>
        </p:grpSpPr>
        <p:sp>
          <p:nvSpPr>
            <p:cNvPr id="5676" name="Google Shape;5676;p89"/>
            <p:cNvSpPr/>
            <p:nvPr/>
          </p:nvSpPr>
          <p:spPr>
            <a:xfrm>
              <a:off x="615" y="2564"/>
              <a:ext cx="721" cy="139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7" name="Google Shape;5677;p89"/>
            <p:cNvSpPr/>
            <p:nvPr/>
          </p:nvSpPr>
          <p:spPr>
            <a:xfrm>
              <a:off x="628" y="2581"/>
              <a:ext cx="696" cy="10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78" name="Google Shape;5678;p89"/>
          <p:cNvSpPr/>
          <p:nvPr/>
        </p:nvSpPr>
        <p:spPr>
          <a:xfrm>
            <a:off x="10027502" y="5771101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9" name="Google Shape;5679;p89"/>
          <p:cNvSpPr/>
          <p:nvPr/>
        </p:nvSpPr>
        <p:spPr>
          <a:xfrm>
            <a:off x="10028705" y="5814938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80" name="Google Shape;5680;p89"/>
          <p:cNvGrpSpPr/>
          <p:nvPr/>
        </p:nvGrpSpPr>
        <p:grpSpPr>
          <a:xfrm>
            <a:off x="10089851" y="5813708"/>
            <a:ext cx="69541" cy="19618"/>
            <a:chOff x="618" y="2586"/>
            <a:chExt cx="720" cy="124"/>
          </a:xfrm>
        </p:grpSpPr>
        <p:sp>
          <p:nvSpPr>
            <p:cNvPr id="5681" name="Google Shape;5681;p89"/>
            <p:cNvSpPr/>
            <p:nvPr/>
          </p:nvSpPr>
          <p:spPr>
            <a:xfrm>
              <a:off x="618" y="2586"/>
              <a:ext cx="720" cy="12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2" name="Google Shape;5682;p89"/>
            <p:cNvSpPr/>
            <p:nvPr/>
          </p:nvSpPr>
          <p:spPr>
            <a:xfrm>
              <a:off x="630" y="2586"/>
              <a:ext cx="695" cy="10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83" name="Google Shape;5683;p89"/>
          <p:cNvSpPr/>
          <p:nvPr/>
        </p:nvSpPr>
        <p:spPr>
          <a:xfrm>
            <a:off x="10156000" y="5771101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84" name="Google Shape;5684;p89"/>
          <p:cNvGrpSpPr/>
          <p:nvPr/>
        </p:nvGrpSpPr>
        <p:grpSpPr>
          <a:xfrm>
            <a:off x="10089849" y="5767606"/>
            <a:ext cx="70700" cy="19515"/>
            <a:chOff x="613" y="2571"/>
            <a:chExt cx="732" cy="134"/>
          </a:xfrm>
        </p:grpSpPr>
        <p:sp>
          <p:nvSpPr>
            <p:cNvPr id="5685" name="Google Shape;5685;p89"/>
            <p:cNvSpPr/>
            <p:nvPr/>
          </p:nvSpPr>
          <p:spPr>
            <a:xfrm>
              <a:off x="613" y="2571"/>
              <a:ext cx="732" cy="13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6" name="Google Shape;5686;p89"/>
            <p:cNvSpPr/>
            <p:nvPr/>
          </p:nvSpPr>
          <p:spPr>
            <a:xfrm>
              <a:off x="625" y="2587"/>
              <a:ext cx="720" cy="10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87" name="Google Shape;5687;p89"/>
          <p:cNvSpPr/>
          <p:nvPr/>
        </p:nvSpPr>
        <p:spPr>
          <a:xfrm>
            <a:off x="10150946" y="5636388"/>
            <a:ext cx="8422" cy="332778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8" name="Google Shape;5688;p89"/>
          <p:cNvSpPr/>
          <p:nvPr/>
        </p:nvSpPr>
        <p:spPr>
          <a:xfrm>
            <a:off x="10158887" y="5720566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9" name="Google Shape;5689;p89"/>
          <p:cNvSpPr/>
          <p:nvPr/>
        </p:nvSpPr>
        <p:spPr>
          <a:xfrm>
            <a:off x="10159248" y="5672943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0" name="Google Shape;5690;p89"/>
          <p:cNvSpPr/>
          <p:nvPr/>
        </p:nvSpPr>
        <p:spPr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1" name="Google Shape;5691;p89"/>
          <p:cNvSpPr/>
          <p:nvPr/>
        </p:nvSpPr>
        <p:spPr>
          <a:xfrm>
            <a:off x="10157684" y="5954603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2" name="Google Shape;5692;p89"/>
          <p:cNvSpPr/>
          <p:nvPr/>
        </p:nvSpPr>
        <p:spPr>
          <a:xfrm>
            <a:off x="10017877" y="5963487"/>
            <a:ext cx="143898" cy="21845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3" name="Google Shape;5693;p89"/>
          <p:cNvSpPr/>
          <p:nvPr/>
        </p:nvSpPr>
        <p:spPr>
          <a:xfrm>
            <a:off x="10026299" y="5969166"/>
            <a:ext cx="128257" cy="11505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4" name="Google Shape;5694;p89"/>
          <p:cNvSpPr/>
          <p:nvPr/>
        </p:nvSpPr>
        <p:spPr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5" name="Google Shape;5695;p89"/>
          <p:cNvSpPr/>
          <p:nvPr/>
        </p:nvSpPr>
        <p:spPr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6" name="Google Shape;5696;p89"/>
          <p:cNvSpPr/>
          <p:nvPr/>
        </p:nvSpPr>
        <p:spPr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7" name="Google Shape;5697;p89"/>
          <p:cNvSpPr/>
          <p:nvPr/>
        </p:nvSpPr>
        <p:spPr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8" name="Google Shape;5698;p8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Peer-to-peer </a:t>
            </a:r>
            <a:r>
              <a:rPr lang="en-US" sz="3600"/>
              <a:t>(P2P) </a:t>
            </a:r>
            <a:r>
              <a:rPr lang="en-US"/>
              <a:t>a</a:t>
            </a:r>
            <a:r>
              <a:rPr lang="en-US" sz="4400"/>
              <a:t>rchitecture</a:t>
            </a:r>
            <a:endParaRPr sz="4400"/>
          </a:p>
        </p:txBody>
      </p:sp>
      <p:sp>
        <p:nvSpPr>
          <p:cNvPr id="5699" name="Google Shape;5699;p89"/>
          <p:cNvSpPr txBox="1"/>
          <p:nvPr/>
        </p:nvSpPr>
        <p:spPr>
          <a:xfrm>
            <a:off x="664326" y="1290326"/>
            <a:ext cx="6067848" cy="4974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always-on server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arbitrary end systems directly communicate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peers request service from other peers, provide service in return to other peers</a:t>
            </a:r>
            <a:endParaRPr/>
          </a:p>
          <a:p>
            <a:pPr indent="-225425" lvl="1" marL="5826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self scalability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– new peers bring new service capacity, and new service demands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peers are intermittently connected and change IP addresses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complex management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P2P file sharing (BitTorrent), streaming (KanKan), VoIP (Skype)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00" name="Google Shape;5700;p89"/>
          <p:cNvGrpSpPr/>
          <p:nvPr/>
        </p:nvGrpSpPr>
        <p:grpSpPr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5701" name="Google Shape;5701;p8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2" name="Google Shape;5702;p89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3" name="Google Shape;5703;p8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4" name="Google Shape;5704;p8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5" name="Google Shape;5705;p89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06" name="Google Shape;5706;p89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5707" name="Google Shape;5707;p89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8" name="Google Shape;5708;p89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709" name="Google Shape;5709;p89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10" name="Google Shape;5710;p89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5711" name="Google Shape;5711;p89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2" name="Google Shape;5712;p89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713" name="Google Shape;5713;p89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4" name="Google Shape;5714;p89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15" name="Google Shape;5715;p89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5716" name="Google Shape;5716;p89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7" name="Google Shape;5717;p89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718" name="Google Shape;5718;p8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719" name="Google Shape;5719;p89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5720" name="Google Shape;5720;p89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1" name="Google Shape;5721;p89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722" name="Google Shape;5722;p89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3" name="Google Shape;5723;p8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4" name="Google Shape;5724;p8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5" name="Google Shape;5725;p89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6" name="Google Shape;5726;p8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7" name="Google Shape;5727;p89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8" name="Google Shape;5728;p89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9" name="Google Shape;5729;p89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0" name="Google Shape;5730;p89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1" name="Google Shape;5731;p89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2" name="Google Shape;5732;p89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33" name="Google Shape;5733;p89"/>
          <p:cNvSpPr/>
          <p:nvPr/>
        </p:nvSpPr>
        <p:spPr>
          <a:xfrm>
            <a:off x="6747501" y="1488461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34" name="Google Shape;5734;p89"/>
          <p:cNvGrpSpPr/>
          <p:nvPr/>
        </p:nvGrpSpPr>
        <p:grpSpPr>
          <a:xfrm>
            <a:off x="7680324" y="1814171"/>
            <a:ext cx="1991221" cy="4482411"/>
            <a:chOff x="7680324" y="1814171"/>
            <a:chExt cx="1991221" cy="4482411"/>
          </a:xfrm>
        </p:grpSpPr>
        <p:sp>
          <p:nvSpPr>
            <p:cNvPr id="5735" name="Google Shape;5735;p89"/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6" name="Google Shape;5736;p89"/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737" name="Google Shape;5737;p89"/>
            <p:cNvCxnSpPr/>
            <p:nvPr/>
          </p:nvCxnSpPr>
          <p:spPr>
            <a:xfrm flipH="1">
              <a:off x="8353326" y="2438326"/>
              <a:ext cx="498897" cy="1114752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738" name="Google Shape;5738;p89"/>
            <p:cNvCxnSpPr/>
            <p:nvPr/>
          </p:nvCxnSpPr>
          <p:spPr>
            <a:xfrm>
              <a:off x="7971176" y="2321758"/>
              <a:ext cx="1187" cy="2793530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5739" name="Google Shape;5739;p89"/>
            <p:cNvSpPr/>
            <p:nvPr/>
          </p:nvSpPr>
          <p:spPr>
            <a:xfrm>
              <a:off x="8703904" y="1943418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0" name="Google Shape;5740;p89"/>
            <p:cNvSpPr/>
            <p:nvPr/>
          </p:nvSpPr>
          <p:spPr>
            <a:xfrm>
              <a:off x="8013358" y="3440898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1" name="Google Shape;5741;p89"/>
            <p:cNvSpPr/>
            <p:nvPr/>
          </p:nvSpPr>
          <p:spPr>
            <a:xfrm>
              <a:off x="9059242" y="5786513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742" name="Google Shape;5742;p89"/>
            <p:cNvCxnSpPr/>
            <p:nvPr/>
          </p:nvCxnSpPr>
          <p:spPr>
            <a:xfrm>
              <a:off x="9143664" y="2462348"/>
              <a:ext cx="228982" cy="3299611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743" name="Google Shape;5743;p89"/>
            <p:cNvCxnSpPr/>
            <p:nvPr/>
          </p:nvCxnSpPr>
          <p:spPr>
            <a:xfrm>
              <a:off x="8485044" y="3911282"/>
              <a:ext cx="764880" cy="1866664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5744" name="Google Shape;5744;p89"/>
          <p:cNvGrpSpPr/>
          <p:nvPr/>
        </p:nvGrpSpPr>
        <p:grpSpPr>
          <a:xfrm>
            <a:off x="7750224" y="1859725"/>
            <a:ext cx="415925" cy="385763"/>
            <a:chOff x="2751" y="1851"/>
            <a:chExt cx="462" cy="478"/>
          </a:xfrm>
        </p:grpSpPr>
        <p:pic>
          <p:nvPicPr>
            <p:cNvPr descr="iphone_stylized_small" id="5745" name="Google Shape;5745;p89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5746" name="Google Shape;5746;p89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747" name="Google Shape;5747;p89"/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descr="car_icon_small" id="5748" name="Google Shape;5748;p89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5749" name="Google Shape;5749;p8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750" name="Google Shape;5750;p89"/>
          <p:cNvGrpSpPr/>
          <p:nvPr/>
        </p:nvGrpSpPr>
        <p:grpSpPr>
          <a:xfrm flipH="1">
            <a:off x="7991996" y="3567143"/>
            <a:ext cx="359261" cy="342045"/>
            <a:chOff x="2839" y="3501"/>
            <a:chExt cx="755" cy="803"/>
          </a:xfrm>
        </p:grpSpPr>
        <p:pic>
          <p:nvPicPr>
            <p:cNvPr descr="desktop_computer_stylized_medium" id="5751" name="Google Shape;5751;p89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2" name="Google Shape;5752;p89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53" name="Google Shape;5753;p89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5754" name="Google Shape;5754;p8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5" name="Google Shape;5755;p89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56" name="Google Shape;5756;p89"/>
          <p:cNvGrpSpPr/>
          <p:nvPr/>
        </p:nvGrpSpPr>
        <p:grpSpPr>
          <a:xfrm>
            <a:off x="9201681" y="5852809"/>
            <a:ext cx="310186" cy="312008"/>
            <a:chOff x="877" y="1008"/>
            <a:chExt cx="2747" cy="2626"/>
          </a:xfrm>
        </p:grpSpPr>
        <p:pic>
          <p:nvPicPr>
            <p:cNvPr descr="antenna_stylized" id="5757" name="Google Shape;5757;p89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5758" name="Google Shape;5758;p89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9" name="Google Shape;5759;p89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5760" name="Google Shape;5760;p89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1" name="Google Shape;5761;p89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2" name="Google Shape;5762;p89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3" name="Google Shape;5763;p89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4" name="Google Shape;5764;p89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5" name="Google Shape;5765;p89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6" name="Google Shape;5766;p89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767" name="Google Shape;5767;p89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768" name="Google Shape;5768;p89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9" name="Google Shape;5769;p89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0" name="Google Shape;5770;p89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1" name="Google Shape;5771;p89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2" name="Google Shape;5772;p89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3" name="Google Shape;5773;p89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774" name="Google Shape;5774;p89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5" name="Google Shape;5775;p89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6" name="Google Shape;5776;p89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7" name="Google Shape;5777;p89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8" name="Google Shape;5778;p89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9" name="Google Shape;5779;p89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80" name="Google Shape;5780;p8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5" name="Shape 5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6" name="Google Shape;5786;p9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87" name="Google Shape;5787;p9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File distribution: client-server vs P2P</a:t>
            </a:r>
            <a:endParaRPr sz="4400"/>
          </a:p>
        </p:txBody>
      </p:sp>
      <p:sp>
        <p:nvSpPr>
          <p:cNvPr id="5788" name="Google Shape;5788;p90"/>
          <p:cNvSpPr txBox="1"/>
          <p:nvPr/>
        </p:nvSpPr>
        <p:spPr>
          <a:xfrm>
            <a:off x="863043" y="1302088"/>
            <a:ext cx="10515600" cy="1296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542925" lvl="0" marL="6080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 u="sng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how much time to distribute file (size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from one server to 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 peers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238125" lvl="1" marL="8588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peer upload/download capacity is limited resource</a:t>
            </a:r>
            <a:endParaRPr/>
          </a:p>
        </p:txBody>
      </p:sp>
      <p:sp>
        <p:nvSpPr>
          <p:cNvPr id="5789" name="Google Shape;5789;p90"/>
          <p:cNvSpPr/>
          <p:nvPr/>
        </p:nvSpPr>
        <p:spPr>
          <a:xfrm>
            <a:off x="4208462" y="4079079"/>
            <a:ext cx="3775075" cy="1755775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4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90" name="Google Shape;5790;p90"/>
          <p:cNvCxnSpPr/>
          <p:nvPr/>
        </p:nvCxnSpPr>
        <p:spPr>
          <a:xfrm>
            <a:off x="3743324" y="4042566"/>
            <a:ext cx="803275" cy="311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91" name="Google Shape;5791;p90"/>
          <p:cNvSpPr txBox="1"/>
          <p:nvPr/>
        </p:nvSpPr>
        <p:spPr>
          <a:xfrm>
            <a:off x="4027487" y="3840954"/>
            <a:ext cx="41229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="0" baseline="-2500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cxnSp>
        <p:nvCxnSpPr>
          <p:cNvPr id="5792" name="Google Shape;5792;p90"/>
          <p:cNvCxnSpPr/>
          <p:nvPr/>
        </p:nvCxnSpPr>
        <p:spPr>
          <a:xfrm>
            <a:off x="3300412" y="4953791"/>
            <a:ext cx="1016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93" name="Google Shape;5793;p90"/>
          <p:cNvCxnSpPr/>
          <p:nvPr/>
        </p:nvCxnSpPr>
        <p:spPr>
          <a:xfrm rot="10800000">
            <a:off x="3355974" y="5101429"/>
            <a:ext cx="1003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94" name="Google Shape;5794;p90"/>
          <p:cNvSpPr txBox="1"/>
          <p:nvPr/>
        </p:nvSpPr>
        <p:spPr>
          <a:xfrm>
            <a:off x="3589337" y="4564854"/>
            <a:ext cx="6096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="0" baseline="-2500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5795" name="Google Shape;5795;p90"/>
          <p:cNvSpPr txBox="1"/>
          <p:nvPr/>
        </p:nvSpPr>
        <p:spPr>
          <a:xfrm>
            <a:off x="3570287" y="5079204"/>
            <a:ext cx="6096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5796" name="Google Shape;5796;p90"/>
          <p:cNvSpPr txBox="1"/>
          <p:nvPr/>
        </p:nvSpPr>
        <p:spPr>
          <a:xfrm>
            <a:off x="3070224" y="4063204"/>
            <a:ext cx="117316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 b="0" baseline="-2500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7" name="Google Shape;5797;p90"/>
          <p:cNvSpPr txBox="1"/>
          <p:nvPr/>
        </p:nvSpPr>
        <p:spPr>
          <a:xfrm>
            <a:off x="4605759" y="4590254"/>
            <a:ext cx="283443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network (with abundant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bandwidth)</a:t>
            </a:r>
            <a:endParaRPr/>
          </a:p>
        </p:txBody>
      </p:sp>
      <p:sp>
        <p:nvSpPr>
          <p:cNvPr id="5798" name="Google Shape;5798;p90"/>
          <p:cNvSpPr txBox="1"/>
          <p:nvPr/>
        </p:nvSpPr>
        <p:spPr>
          <a:xfrm>
            <a:off x="2178049" y="3815554"/>
            <a:ext cx="1397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file, size F</a:t>
            </a:r>
            <a:endParaRPr b="0" baseline="-25000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9" name="Google Shape;5799;p90"/>
          <p:cNvSpPr txBox="1"/>
          <p:nvPr/>
        </p:nvSpPr>
        <p:spPr>
          <a:xfrm>
            <a:off x="3348953" y="2641737"/>
            <a:ext cx="2486510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1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1" baseline="-2500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server upload capacity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0" name="Google Shape;5800;p90"/>
          <p:cNvSpPr txBox="1"/>
          <p:nvPr/>
        </p:nvSpPr>
        <p:spPr>
          <a:xfrm>
            <a:off x="8201024" y="5482429"/>
            <a:ext cx="2590800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1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1" baseline="-2500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peer i upload capacity</a:t>
            </a:r>
            <a:endParaRPr/>
          </a:p>
        </p:txBody>
      </p:sp>
      <p:sp>
        <p:nvSpPr>
          <p:cNvPr id="5801" name="Google Shape;5801;p90"/>
          <p:cNvSpPr txBox="1"/>
          <p:nvPr/>
        </p:nvSpPr>
        <p:spPr>
          <a:xfrm>
            <a:off x="8263868" y="3463243"/>
            <a:ext cx="2743200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1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1" baseline="-2500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peer i download capacity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2" name="Google Shape;5802;p90"/>
          <p:cNvSpPr/>
          <p:nvPr/>
        </p:nvSpPr>
        <p:spPr>
          <a:xfrm>
            <a:off x="2687637" y="3261516"/>
            <a:ext cx="592137" cy="581025"/>
          </a:xfrm>
          <a:prstGeom prst="can">
            <a:avLst>
              <a:gd fmla="val 20218" name="adj"/>
            </a:avLst>
          </a:pr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803" name="Google Shape;5803;p90"/>
          <p:cNvGrpSpPr/>
          <p:nvPr/>
        </p:nvGrpSpPr>
        <p:grpSpPr>
          <a:xfrm>
            <a:off x="5422899" y="3539329"/>
            <a:ext cx="2138363" cy="903287"/>
            <a:chOff x="2204" y="2030"/>
            <a:chExt cx="1347" cy="774"/>
          </a:xfrm>
        </p:grpSpPr>
        <p:sp>
          <p:nvSpPr>
            <p:cNvPr id="5804" name="Google Shape;5804;p90"/>
            <p:cNvSpPr txBox="1"/>
            <p:nvPr/>
          </p:nvSpPr>
          <p:spPr>
            <a:xfrm>
              <a:off x="2856" y="2271"/>
              <a:ext cx="384" cy="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cxnSp>
          <p:nvCxnSpPr>
            <p:cNvPr id="5805" name="Google Shape;5805;p90"/>
            <p:cNvCxnSpPr/>
            <p:nvPr/>
          </p:nvCxnSpPr>
          <p:spPr>
            <a:xfrm flipH="1" rot="10800000">
              <a:off x="2997" y="2133"/>
              <a:ext cx="200" cy="65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806" name="Google Shape;5806;p90"/>
            <p:cNvCxnSpPr/>
            <p:nvPr/>
          </p:nvCxnSpPr>
          <p:spPr>
            <a:xfrm flipH="1">
              <a:off x="3082" y="2141"/>
              <a:ext cx="208" cy="6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5807" name="Google Shape;5807;p90"/>
            <p:cNvSpPr txBox="1"/>
            <p:nvPr/>
          </p:nvSpPr>
          <p:spPr>
            <a:xfrm>
              <a:off x="3167" y="2332"/>
              <a:ext cx="384" cy="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5808" name="Google Shape;5808;p90"/>
            <p:cNvSpPr txBox="1"/>
            <p:nvPr/>
          </p:nvSpPr>
          <p:spPr>
            <a:xfrm>
              <a:off x="2204" y="2167"/>
              <a:ext cx="384" cy="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cxnSp>
          <p:nvCxnSpPr>
            <p:cNvPr id="5809" name="Google Shape;5809;p90"/>
            <p:cNvCxnSpPr/>
            <p:nvPr/>
          </p:nvCxnSpPr>
          <p:spPr>
            <a:xfrm flipH="1" rot="10800000">
              <a:off x="2345" y="2030"/>
              <a:ext cx="200" cy="65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810" name="Google Shape;5810;p90"/>
            <p:cNvCxnSpPr/>
            <p:nvPr/>
          </p:nvCxnSpPr>
          <p:spPr>
            <a:xfrm flipH="1">
              <a:off x="2430" y="2038"/>
              <a:ext cx="208" cy="6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5811" name="Google Shape;5811;p90"/>
            <p:cNvSpPr txBox="1"/>
            <p:nvPr/>
          </p:nvSpPr>
          <p:spPr>
            <a:xfrm>
              <a:off x="2515" y="2229"/>
              <a:ext cx="384" cy="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cxnSp>
        <p:nvCxnSpPr>
          <p:cNvPr id="5812" name="Google Shape;5812;p90"/>
          <p:cNvCxnSpPr/>
          <p:nvPr/>
        </p:nvCxnSpPr>
        <p:spPr>
          <a:xfrm>
            <a:off x="7954962" y="4758529"/>
            <a:ext cx="1165225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13" name="Google Shape;5813;p90"/>
          <p:cNvCxnSpPr/>
          <p:nvPr/>
        </p:nvCxnSpPr>
        <p:spPr>
          <a:xfrm>
            <a:off x="7962899" y="4910929"/>
            <a:ext cx="1165225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814" name="Google Shape;5814;p90"/>
          <p:cNvSpPr txBox="1"/>
          <p:nvPr/>
        </p:nvSpPr>
        <p:spPr>
          <a:xfrm>
            <a:off x="8115299" y="4347366"/>
            <a:ext cx="6096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</p:txBody>
      </p:sp>
      <p:sp>
        <p:nvSpPr>
          <p:cNvPr id="5815" name="Google Shape;5815;p90"/>
          <p:cNvSpPr txBox="1"/>
          <p:nvPr/>
        </p:nvSpPr>
        <p:spPr>
          <a:xfrm>
            <a:off x="8139112" y="4880766"/>
            <a:ext cx="6096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="0" baseline="-2500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</p:txBody>
      </p:sp>
      <p:cxnSp>
        <p:nvCxnSpPr>
          <p:cNvPr id="5816" name="Google Shape;5816;p90"/>
          <p:cNvCxnSpPr/>
          <p:nvPr/>
        </p:nvCxnSpPr>
        <p:spPr>
          <a:xfrm>
            <a:off x="4189412" y="3223416"/>
            <a:ext cx="0" cy="663575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7" name="Google Shape;5817;p90"/>
          <p:cNvCxnSpPr/>
          <p:nvPr/>
        </p:nvCxnSpPr>
        <p:spPr>
          <a:xfrm flipH="1">
            <a:off x="8402637" y="4137816"/>
            <a:ext cx="369887" cy="414338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8" name="Google Shape;5818;p90"/>
          <p:cNvCxnSpPr/>
          <p:nvPr/>
        </p:nvCxnSpPr>
        <p:spPr>
          <a:xfrm rot="10800000">
            <a:off x="8432799" y="5083966"/>
            <a:ext cx="369888" cy="414338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819" name="Google Shape;5819;p90"/>
          <p:cNvGrpSpPr/>
          <p:nvPr/>
        </p:nvGrpSpPr>
        <p:grpSpPr>
          <a:xfrm>
            <a:off x="3459162" y="3323429"/>
            <a:ext cx="465137" cy="803275"/>
            <a:chOff x="4140" y="429"/>
            <a:chExt cx="1425" cy="2396"/>
          </a:xfrm>
        </p:grpSpPr>
        <p:sp>
          <p:nvSpPr>
            <p:cNvPr id="5820" name="Google Shape;5820;p9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1" name="Google Shape;5821;p90"/>
            <p:cNvSpPr/>
            <p:nvPr/>
          </p:nvSpPr>
          <p:spPr>
            <a:xfrm>
              <a:off x="4208" y="429"/>
              <a:ext cx="1046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2" name="Google Shape;5822;p9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3" name="Google Shape;5823;p9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4" name="Google Shape;5824;p90"/>
            <p:cNvSpPr/>
            <p:nvPr/>
          </p:nvSpPr>
          <p:spPr>
            <a:xfrm>
              <a:off x="4213" y="694"/>
              <a:ext cx="593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25" name="Google Shape;5825;p90"/>
            <p:cNvGrpSpPr/>
            <p:nvPr/>
          </p:nvGrpSpPr>
          <p:grpSpPr>
            <a:xfrm>
              <a:off x="4748" y="666"/>
              <a:ext cx="583" cy="147"/>
              <a:chOff x="613" y="2566"/>
              <a:chExt cx="728" cy="141"/>
            </a:xfrm>
          </p:grpSpPr>
          <p:sp>
            <p:nvSpPr>
              <p:cNvPr id="5826" name="Google Shape;5826;p90"/>
              <p:cNvSpPr/>
              <p:nvPr/>
            </p:nvSpPr>
            <p:spPr>
              <a:xfrm>
                <a:off x="613" y="2566"/>
                <a:ext cx="728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7" name="Google Shape;5827;p90"/>
              <p:cNvSpPr/>
              <p:nvPr/>
            </p:nvSpPr>
            <p:spPr>
              <a:xfrm>
                <a:off x="631" y="2584"/>
                <a:ext cx="692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828" name="Google Shape;5828;p90"/>
            <p:cNvSpPr/>
            <p:nvPr/>
          </p:nvSpPr>
          <p:spPr>
            <a:xfrm>
              <a:off x="4223" y="1021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29" name="Google Shape;5829;p90"/>
            <p:cNvGrpSpPr/>
            <p:nvPr/>
          </p:nvGrpSpPr>
          <p:grpSpPr>
            <a:xfrm>
              <a:off x="4748" y="992"/>
              <a:ext cx="579" cy="137"/>
              <a:chOff x="615" y="2566"/>
              <a:chExt cx="722" cy="142"/>
            </a:xfrm>
          </p:grpSpPr>
          <p:sp>
            <p:nvSpPr>
              <p:cNvPr id="5830" name="Google Shape;5830;p90"/>
              <p:cNvSpPr/>
              <p:nvPr/>
            </p:nvSpPr>
            <p:spPr>
              <a:xfrm>
                <a:off x="615" y="2566"/>
                <a:ext cx="722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1" name="Google Shape;5831;p90"/>
              <p:cNvSpPr/>
              <p:nvPr/>
            </p:nvSpPr>
            <p:spPr>
              <a:xfrm>
                <a:off x="633" y="2581"/>
                <a:ext cx="686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832" name="Google Shape;5832;p90"/>
            <p:cNvSpPr/>
            <p:nvPr/>
          </p:nvSpPr>
          <p:spPr>
            <a:xfrm>
              <a:off x="4218" y="1357"/>
              <a:ext cx="593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3" name="Google Shape;5833;p90"/>
            <p:cNvSpPr/>
            <p:nvPr/>
          </p:nvSpPr>
          <p:spPr>
            <a:xfrm>
              <a:off x="4228" y="1655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34" name="Google Shape;5834;p90"/>
            <p:cNvGrpSpPr/>
            <p:nvPr/>
          </p:nvGrpSpPr>
          <p:grpSpPr>
            <a:xfrm>
              <a:off x="4733" y="1627"/>
              <a:ext cx="584" cy="151"/>
              <a:chOff x="612" y="2568"/>
              <a:chExt cx="727" cy="139"/>
            </a:xfrm>
          </p:grpSpPr>
          <p:sp>
            <p:nvSpPr>
              <p:cNvPr id="5835" name="Google Shape;5835;p90"/>
              <p:cNvSpPr/>
              <p:nvPr/>
            </p:nvSpPr>
            <p:spPr>
              <a:xfrm>
                <a:off x="612" y="2568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6" name="Google Shape;5836;p90"/>
              <p:cNvSpPr/>
              <p:nvPr/>
            </p:nvSpPr>
            <p:spPr>
              <a:xfrm>
                <a:off x="630" y="2585"/>
                <a:ext cx="691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837" name="Google Shape;5837;p9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38" name="Google Shape;5838;p90"/>
            <p:cNvGrpSpPr/>
            <p:nvPr/>
          </p:nvGrpSpPr>
          <p:grpSpPr>
            <a:xfrm>
              <a:off x="4738" y="1329"/>
              <a:ext cx="584" cy="137"/>
              <a:chOff x="613" y="2570"/>
              <a:chExt cx="727" cy="137"/>
            </a:xfrm>
          </p:grpSpPr>
          <p:sp>
            <p:nvSpPr>
              <p:cNvPr id="5839" name="Google Shape;5839;p90"/>
              <p:cNvSpPr/>
              <p:nvPr/>
            </p:nvSpPr>
            <p:spPr>
              <a:xfrm>
                <a:off x="613" y="2570"/>
                <a:ext cx="727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0" name="Google Shape;5840;p90"/>
              <p:cNvSpPr/>
              <p:nvPr/>
            </p:nvSpPr>
            <p:spPr>
              <a:xfrm>
                <a:off x="631" y="2584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841" name="Google Shape;5841;p90"/>
            <p:cNvSpPr/>
            <p:nvPr/>
          </p:nvSpPr>
          <p:spPr>
            <a:xfrm>
              <a:off x="5249" y="429"/>
              <a:ext cx="68" cy="2287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2" name="Google Shape;5842;p9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3" name="Google Shape;5843;p9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4" name="Google Shape;5844;p90"/>
            <p:cNvSpPr/>
            <p:nvPr/>
          </p:nvSpPr>
          <p:spPr>
            <a:xfrm>
              <a:off x="5516" y="2612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5" name="Google Shape;5845;p9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6" name="Google Shape;5846;p90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7" name="Google Shape;5847;p90"/>
            <p:cNvSpPr/>
            <p:nvPr/>
          </p:nvSpPr>
          <p:spPr>
            <a:xfrm>
              <a:off x="4208" y="2711"/>
              <a:ext cx="1070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8" name="Google Shape;5848;p90"/>
            <p:cNvSpPr/>
            <p:nvPr/>
          </p:nvSpPr>
          <p:spPr>
            <a:xfrm>
              <a:off x="4310" y="2385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9" name="Google Shape;5849;p90"/>
            <p:cNvSpPr/>
            <p:nvPr/>
          </p:nvSpPr>
          <p:spPr>
            <a:xfrm>
              <a:off x="4485" y="2385"/>
              <a:ext cx="160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0" name="Google Shape;5850;p90"/>
            <p:cNvSpPr/>
            <p:nvPr/>
          </p:nvSpPr>
          <p:spPr>
            <a:xfrm>
              <a:off x="4660" y="2380"/>
              <a:ext cx="160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1" name="Google Shape;5851;p90"/>
            <p:cNvSpPr/>
            <p:nvPr/>
          </p:nvSpPr>
          <p:spPr>
            <a:xfrm>
              <a:off x="5064" y="1835"/>
              <a:ext cx="83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52" name="Google Shape;5852;p90"/>
          <p:cNvGrpSpPr/>
          <p:nvPr/>
        </p:nvGrpSpPr>
        <p:grpSpPr>
          <a:xfrm>
            <a:off x="2368549" y="4626766"/>
            <a:ext cx="925513" cy="795338"/>
            <a:chOff x="-44" y="1473"/>
            <a:chExt cx="981" cy="1105"/>
          </a:xfrm>
        </p:grpSpPr>
        <p:pic>
          <p:nvPicPr>
            <p:cNvPr descr="desktop_computer_stylized_medium" id="5853" name="Google Shape;5853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4" name="Google Shape;5854;p9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55" name="Google Shape;5855;p90"/>
          <p:cNvGrpSpPr/>
          <p:nvPr/>
        </p:nvGrpSpPr>
        <p:grpSpPr>
          <a:xfrm>
            <a:off x="5589587" y="2807491"/>
            <a:ext cx="925512" cy="795338"/>
            <a:chOff x="-44" y="1473"/>
            <a:chExt cx="981" cy="1105"/>
          </a:xfrm>
        </p:grpSpPr>
        <p:pic>
          <p:nvPicPr>
            <p:cNvPr descr="desktop_computer_stylized_medium" id="5856" name="Google Shape;5856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7" name="Google Shape;5857;p9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58" name="Google Shape;5858;p90"/>
          <p:cNvGrpSpPr/>
          <p:nvPr/>
        </p:nvGrpSpPr>
        <p:grpSpPr>
          <a:xfrm>
            <a:off x="6634162" y="2948779"/>
            <a:ext cx="925512" cy="795337"/>
            <a:chOff x="-44" y="1473"/>
            <a:chExt cx="981" cy="1105"/>
          </a:xfrm>
        </p:grpSpPr>
        <p:pic>
          <p:nvPicPr>
            <p:cNvPr descr="desktop_computer_stylized_medium" id="5859" name="Google Shape;5859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60" name="Google Shape;5860;p9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61" name="Google Shape;5861;p90"/>
          <p:cNvGrpSpPr/>
          <p:nvPr/>
        </p:nvGrpSpPr>
        <p:grpSpPr>
          <a:xfrm flipH="1">
            <a:off x="9104312" y="4396579"/>
            <a:ext cx="925512" cy="795337"/>
            <a:chOff x="-44" y="1473"/>
            <a:chExt cx="981" cy="1105"/>
          </a:xfrm>
        </p:grpSpPr>
        <p:pic>
          <p:nvPicPr>
            <p:cNvPr descr="desktop_computer_stylized_medium" id="5862" name="Google Shape;5862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63" name="Google Shape;5863;p9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8" name="Shape 5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9" name="Google Shape;5869;p9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70" name="Google Shape;5870;p9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File distribution time: client-server</a:t>
            </a:r>
            <a:endParaRPr sz="4400"/>
          </a:p>
        </p:txBody>
      </p:sp>
      <p:sp>
        <p:nvSpPr>
          <p:cNvPr id="5871" name="Google Shape;5871;p91"/>
          <p:cNvSpPr txBox="1"/>
          <p:nvPr/>
        </p:nvSpPr>
        <p:spPr>
          <a:xfrm>
            <a:off x="545123" y="1309462"/>
            <a:ext cx="6098355" cy="2014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server transmission: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must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sequentially send (upload)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copies: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to send one copy: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F/u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to send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copies: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NF/u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2" name="Google Shape;5872;p91"/>
          <p:cNvSpPr/>
          <p:nvPr/>
        </p:nvSpPr>
        <p:spPr>
          <a:xfrm>
            <a:off x="649899" y="3219848"/>
            <a:ext cx="5773736" cy="2014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client must download file copy</a:t>
            </a:r>
            <a:endParaRPr/>
          </a:p>
          <a:p>
            <a:pPr indent="-342900" lvl="1" marL="80010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min client download rate</a:t>
            </a:r>
            <a:endParaRPr/>
          </a:p>
          <a:p>
            <a:pPr indent="-342900" lvl="1" marL="80010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 client download time: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F/d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1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73" name="Google Shape;5873;p91"/>
          <p:cNvGrpSpPr/>
          <p:nvPr/>
        </p:nvGrpSpPr>
        <p:grpSpPr>
          <a:xfrm>
            <a:off x="6796266" y="1727769"/>
            <a:ext cx="4518025" cy="2036762"/>
            <a:chOff x="4471988" y="1284288"/>
            <a:chExt cx="4518025" cy="2036762"/>
          </a:xfrm>
        </p:grpSpPr>
        <p:sp>
          <p:nvSpPr>
            <p:cNvPr id="5874" name="Google Shape;5874;p91"/>
            <p:cNvSpPr/>
            <p:nvPr/>
          </p:nvSpPr>
          <p:spPr>
            <a:xfrm>
              <a:off x="5600700" y="2111375"/>
              <a:ext cx="2136775" cy="1209675"/>
            </a:xfrm>
            <a:custGeom>
              <a:rect b="b" l="l" r="r" t="t"/>
              <a:pathLst>
                <a:path extrusionOk="0" h="1255" w="1292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875" name="Google Shape;5875;p91"/>
            <p:cNvCxnSpPr/>
            <p:nvPr/>
          </p:nvCxnSpPr>
          <p:spPr>
            <a:xfrm>
              <a:off x="5338763" y="2085975"/>
              <a:ext cx="455612" cy="2143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876" name="Google Shape;5876;p91"/>
            <p:cNvSpPr txBox="1"/>
            <p:nvPr/>
          </p:nvSpPr>
          <p:spPr>
            <a:xfrm>
              <a:off x="5364163" y="1763713"/>
              <a:ext cx="3626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r>
                <a:rPr baseline="-25000"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/>
            </a:p>
          </p:txBody>
        </p:sp>
        <p:cxnSp>
          <p:nvCxnSpPr>
            <p:cNvPr id="5877" name="Google Shape;5877;p91"/>
            <p:cNvCxnSpPr/>
            <p:nvPr/>
          </p:nvCxnSpPr>
          <p:spPr>
            <a:xfrm>
              <a:off x="5089525" y="2713038"/>
              <a:ext cx="57467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878" name="Google Shape;5878;p91"/>
            <p:cNvCxnSpPr/>
            <p:nvPr/>
          </p:nvCxnSpPr>
          <p:spPr>
            <a:xfrm rot="10800000">
              <a:off x="5119688" y="2814638"/>
              <a:ext cx="56673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879" name="Google Shape;5879;p91"/>
            <p:cNvSpPr txBox="1"/>
            <p:nvPr/>
          </p:nvSpPr>
          <p:spPr>
            <a:xfrm>
              <a:off x="6103696" y="2460625"/>
              <a:ext cx="105458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0" name="Google Shape;5880;p91"/>
            <p:cNvSpPr/>
            <p:nvPr/>
          </p:nvSpPr>
          <p:spPr>
            <a:xfrm>
              <a:off x="4740275" y="1562100"/>
              <a:ext cx="334963" cy="401638"/>
            </a:xfrm>
            <a:prstGeom prst="can">
              <a:avLst>
                <a:gd fmla="val 24242" name="adj"/>
              </a:avLst>
            </a:pr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Arial"/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881" name="Google Shape;5881;p91"/>
            <p:cNvCxnSpPr/>
            <p:nvPr/>
          </p:nvCxnSpPr>
          <p:spPr>
            <a:xfrm flipH="1" rot="10800000">
              <a:off x="7000875" y="1819275"/>
              <a:ext cx="180975" cy="5302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882" name="Google Shape;5882;p91"/>
            <p:cNvCxnSpPr/>
            <p:nvPr/>
          </p:nvCxnSpPr>
          <p:spPr>
            <a:xfrm flipH="1">
              <a:off x="7078663" y="1825625"/>
              <a:ext cx="187325" cy="5349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883" name="Google Shape;5883;p91"/>
            <p:cNvCxnSpPr/>
            <p:nvPr/>
          </p:nvCxnSpPr>
          <p:spPr>
            <a:xfrm flipH="1" rot="10800000">
              <a:off x="6416675" y="1736725"/>
              <a:ext cx="179388" cy="5302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884" name="Google Shape;5884;p91"/>
            <p:cNvCxnSpPr/>
            <p:nvPr/>
          </p:nvCxnSpPr>
          <p:spPr>
            <a:xfrm flipH="1">
              <a:off x="6492875" y="1743075"/>
              <a:ext cx="185738" cy="5349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885" name="Google Shape;5885;p91"/>
            <p:cNvCxnSpPr/>
            <p:nvPr/>
          </p:nvCxnSpPr>
          <p:spPr>
            <a:xfrm>
              <a:off x="7723188" y="2579688"/>
              <a:ext cx="65881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886" name="Google Shape;5886;p91"/>
            <p:cNvCxnSpPr/>
            <p:nvPr/>
          </p:nvCxnSpPr>
          <p:spPr>
            <a:xfrm>
              <a:off x="7726363" y="2682875"/>
              <a:ext cx="660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5887" name="Google Shape;5887;p91"/>
            <p:cNvSpPr txBox="1"/>
            <p:nvPr/>
          </p:nvSpPr>
          <p:spPr>
            <a:xfrm>
              <a:off x="7813675" y="2146300"/>
              <a:ext cx="4508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aseline="-25000"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</a:t>
              </a:r>
              <a:endParaRPr/>
            </a:p>
          </p:txBody>
        </p:sp>
        <p:sp>
          <p:nvSpPr>
            <p:cNvPr id="5888" name="Google Shape;5888;p91"/>
            <p:cNvSpPr txBox="1"/>
            <p:nvPr/>
          </p:nvSpPr>
          <p:spPr>
            <a:xfrm>
              <a:off x="7829550" y="2663825"/>
              <a:ext cx="50641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r>
                <a:rPr baseline="-25000"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</a:t>
              </a:r>
              <a:endParaRPr/>
            </a:p>
          </p:txBody>
        </p:sp>
        <p:sp>
          <p:nvSpPr>
            <p:cNvPr id="5889" name="Google Shape;5889;p91"/>
            <p:cNvSpPr txBox="1"/>
            <p:nvPr/>
          </p:nvSpPr>
          <p:spPr>
            <a:xfrm>
              <a:off x="4498975" y="1616075"/>
              <a:ext cx="79057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aseline="-25000" i="1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890" name="Google Shape;5890;p91"/>
            <p:cNvGrpSpPr/>
            <p:nvPr/>
          </p:nvGrpSpPr>
          <p:grpSpPr>
            <a:xfrm>
              <a:off x="5114925" y="1690688"/>
              <a:ext cx="292100" cy="517525"/>
              <a:chOff x="4140" y="429"/>
              <a:chExt cx="1425" cy="2396"/>
            </a:xfrm>
          </p:grpSpPr>
          <p:sp>
            <p:nvSpPr>
              <p:cNvPr id="5891" name="Google Shape;5891;p91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2" name="Google Shape;5892;p91"/>
              <p:cNvSpPr/>
              <p:nvPr/>
            </p:nvSpPr>
            <p:spPr>
              <a:xfrm>
                <a:off x="4210" y="429"/>
                <a:ext cx="1046" cy="2286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3" name="Google Shape;5893;p91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4" name="Google Shape;5894;p91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5" name="Google Shape;5895;p91"/>
              <p:cNvSpPr/>
              <p:nvPr/>
            </p:nvSpPr>
            <p:spPr>
              <a:xfrm>
                <a:off x="4210" y="694"/>
                <a:ext cx="596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896" name="Google Shape;5896;p91"/>
              <p:cNvGrpSpPr/>
              <p:nvPr/>
            </p:nvGrpSpPr>
            <p:grpSpPr>
              <a:xfrm>
                <a:off x="4752" y="671"/>
                <a:ext cx="581" cy="140"/>
                <a:chOff x="618" y="2571"/>
                <a:chExt cx="725" cy="134"/>
              </a:xfrm>
            </p:grpSpPr>
            <p:sp>
              <p:nvSpPr>
                <p:cNvPr id="5897" name="Google Shape;5897;p91"/>
                <p:cNvSpPr/>
                <p:nvPr/>
              </p:nvSpPr>
              <p:spPr>
                <a:xfrm>
                  <a:off x="618" y="2571"/>
                  <a:ext cx="725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98" name="Google Shape;5898;p91"/>
                <p:cNvSpPr/>
                <p:nvPr/>
              </p:nvSpPr>
              <p:spPr>
                <a:xfrm>
                  <a:off x="637" y="2585"/>
                  <a:ext cx="686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899" name="Google Shape;5899;p91"/>
              <p:cNvSpPr/>
              <p:nvPr/>
            </p:nvSpPr>
            <p:spPr>
              <a:xfrm>
                <a:off x="4225" y="1017"/>
                <a:ext cx="596" cy="51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00" name="Google Shape;5900;p91"/>
              <p:cNvGrpSpPr/>
              <p:nvPr/>
            </p:nvGrpSpPr>
            <p:grpSpPr>
              <a:xfrm>
                <a:off x="4744" y="995"/>
                <a:ext cx="581" cy="132"/>
                <a:chOff x="610" y="2569"/>
                <a:chExt cx="725" cy="137"/>
              </a:xfrm>
            </p:grpSpPr>
            <p:sp>
              <p:nvSpPr>
                <p:cNvPr id="5901" name="Google Shape;5901;p91"/>
                <p:cNvSpPr/>
                <p:nvPr/>
              </p:nvSpPr>
              <p:spPr>
                <a:xfrm>
                  <a:off x="610" y="2569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02" name="Google Shape;5902;p91"/>
                <p:cNvSpPr/>
                <p:nvPr/>
              </p:nvSpPr>
              <p:spPr>
                <a:xfrm>
                  <a:off x="630" y="2584"/>
                  <a:ext cx="68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03" name="Google Shape;5903;p91"/>
              <p:cNvSpPr/>
              <p:nvPr/>
            </p:nvSpPr>
            <p:spPr>
              <a:xfrm>
                <a:off x="4217" y="1355"/>
                <a:ext cx="596" cy="51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4" name="Google Shape;5904;p91"/>
              <p:cNvSpPr/>
              <p:nvPr/>
            </p:nvSpPr>
            <p:spPr>
              <a:xfrm>
                <a:off x="4225" y="1656"/>
                <a:ext cx="596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05" name="Google Shape;5905;p91"/>
              <p:cNvGrpSpPr/>
              <p:nvPr/>
            </p:nvGrpSpPr>
            <p:grpSpPr>
              <a:xfrm>
                <a:off x="4737" y="1627"/>
                <a:ext cx="581" cy="154"/>
                <a:chOff x="616" y="2568"/>
                <a:chExt cx="724" cy="142"/>
              </a:xfrm>
            </p:grpSpPr>
            <p:sp>
              <p:nvSpPr>
                <p:cNvPr id="5906" name="Google Shape;5906;p91"/>
                <p:cNvSpPr/>
                <p:nvPr/>
              </p:nvSpPr>
              <p:spPr>
                <a:xfrm>
                  <a:off x="616" y="2568"/>
                  <a:ext cx="724" cy="142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07" name="Google Shape;5907;p91"/>
                <p:cNvSpPr/>
                <p:nvPr/>
              </p:nvSpPr>
              <p:spPr>
                <a:xfrm>
                  <a:off x="635" y="2582"/>
                  <a:ext cx="685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08" name="Google Shape;5908;p91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09" name="Google Shape;5909;p91"/>
              <p:cNvGrpSpPr/>
              <p:nvPr/>
            </p:nvGrpSpPr>
            <p:grpSpPr>
              <a:xfrm>
                <a:off x="4737" y="1326"/>
                <a:ext cx="581" cy="140"/>
                <a:chOff x="611" y="2567"/>
                <a:chExt cx="724" cy="140"/>
              </a:xfrm>
            </p:grpSpPr>
            <p:sp>
              <p:nvSpPr>
                <p:cNvPr id="5910" name="Google Shape;5910;p91"/>
                <p:cNvSpPr/>
                <p:nvPr/>
              </p:nvSpPr>
              <p:spPr>
                <a:xfrm>
                  <a:off x="611" y="2567"/>
                  <a:ext cx="724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11" name="Google Shape;5911;p91"/>
                <p:cNvSpPr/>
                <p:nvPr/>
              </p:nvSpPr>
              <p:spPr>
                <a:xfrm>
                  <a:off x="630" y="2581"/>
                  <a:ext cx="685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12" name="Google Shape;5912;p91"/>
              <p:cNvSpPr/>
              <p:nvPr/>
            </p:nvSpPr>
            <p:spPr>
              <a:xfrm>
                <a:off x="5247" y="429"/>
                <a:ext cx="70" cy="2286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3" name="Google Shape;5913;p91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4" name="Google Shape;5914;p91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5" name="Google Shape;5915;p91"/>
              <p:cNvSpPr/>
              <p:nvPr/>
            </p:nvSpPr>
            <p:spPr>
              <a:xfrm>
                <a:off x="5519" y="2612"/>
                <a:ext cx="46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6" name="Google Shape;5916;p91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7" name="Google Shape;5917;p91"/>
              <p:cNvSpPr/>
              <p:nvPr/>
            </p:nvSpPr>
            <p:spPr>
              <a:xfrm>
                <a:off x="4140" y="2678"/>
                <a:ext cx="1200" cy="147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8" name="Google Shape;5918;p91"/>
              <p:cNvSpPr/>
              <p:nvPr/>
            </p:nvSpPr>
            <p:spPr>
              <a:xfrm>
                <a:off x="4210" y="2707"/>
                <a:ext cx="1069" cy="8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9" name="Google Shape;5919;p91"/>
              <p:cNvSpPr/>
              <p:nvPr/>
            </p:nvSpPr>
            <p:spPr>
              <a:xfrm>
                <a:off x="4310" y="2384"/>
                <a:ext cx="155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0" name="Google Shape;5920;p91"/>
              <p:cNvSpPr/>
              <p:nvPr/>
            </p:nvSpPr>
            <p:spPr>
              <a:xfrm>
                <a:off x="4489" y="2384"/>
                <a:ext cx="155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sz="20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1" name="Google Shape;5921;p91"/>
              <p:cNvSpPr/>
              <p:nvPr/>
            </p:nvSpPr>
            <p:spPr>
              <a:xfrm>
                <a:off x="4659" y="2384"/>
                <a:ext cx="163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2" name="Google Shape;5922;p91"/>
              <p:cNvSpPr/>
              <p:nvPr/>
            </p:nvSpPr>
            <p:spPr>
              <a:xfrm>
                <a:off x="5062" y="1833"/>
                <a:ext cx="85" cy="764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23" name="Google Shape;5923;p91"/>
            <p:cNvGrpSpPr/>
            <p:nvPr/>
          </p:nvGrpSpPr>
          <p:grpSpPr>
            <a:xfrm>
              <a:off x="4471988" y="2492375"/>
              <a:ext cx="620712" cy="512763"/>
              <a:chOff x="-44" y="1473"/>
              <a:chExt cx="981" cy="1105"/>
            </a:xfrm>
          </p:grpSpPr>
          <p:pic>
            <p:nvPicPr>
              <p:cNvPr descr="desktop_computer_stylized_medium" id="5924" name="Google Shape;5924;p9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25" name="Google Shape;5925;p9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26" name="Google Shape;5926;p91"/>
            <p:cNvGrpSpPr/>
            <p:nvPr/>
          </p:nvGrpSpPr>
          <p:grpSpPr>
            <a:xfrm>
              <a:off x="6300788" y="1284288"/>
              <a:ext cx="620712" cy="512762"/>
              <a:chOff x="-44" y="1473"/>
              <a:chExt cx="981" cy="1105"/>
            </a:xfrm>
          </p:grpSpPr>
          <p:pic>
            <p:nvPicPr>
              <p:cNvPr descr="desktop_computer_stylized_medium" id="5927" name="Google Shape;5927;p9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28" name="Google Shape;5928;p9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29" name="Google Shape;5929;p91"/>
            <p:cNvGrpSpPr/>
            <p:nvPr/>
          </p:nvGrpSpPr>
          <p:grpSpPr>
            <a:xfrm>
              <a:off x="6910388" y="1360488"/>
              <a:ext cx="620712" cy="512762"/>
              <a:chOff x="-44" y="1473"/>
              <a:chExt cx="981" cy="1105"/>
            </a:xfrm>
          </p:grpSpPr>
          <p:pic>
            <p:nvPicPr>
              <p:cNvPr descr="desktop_computer_stylized_medium" id="5930" name="Google Shape;5930;p9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31" name="Google Shape;5931;p9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32" name="Google Shape;5932;p91"/>
            <p:cNvGrpSpPr/>
            <p:nvPr/>
          </p:nvGrpSpPr>
          <p:grpSpPr>
            <a:xfrm flipH="1">
              <a:off x="8369300" y="2362200"/>
              <a:ext cx="620713" cy="512763"/>
              <a:chOff x="-44" y="1473"/>
              <a:chExt cx="981" cy="1105"/>
            </a:xfrm>
          </p:grpSpPr>
          <p:pic>
            <p:nvPicPr>
              <p:cNvPr descr="desktop_computer_stylized_medium" id="5933" name="Google Shape;5933;p9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34" name="Google Shape;5934;p9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5935" name="Google Shape;5935;p91"/>
          <p:cNvCxnSpPr/>
          <p:nvPr/>
        </p:nvCxnSpPr>
        <p:spPr>
          <a:xfrm flipH="1" rot="10800000">
            <a:off x="7346884" y="5742831"/>
            <a:ext cx="430213" cy="69215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36" name="Google Shape;5936;p91"/>
          <p:cNvSpPr txBox="1"/>
          <p:nvPr/>
        </p:nvSpPr>
        <p:spPr>
          <a:xfrm>
            <a:off x="4493784" y="6271469"/>
            <a:ext cx="2905732" cy="395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increases linearly in N</a:t>
            </a:r>
            <a:endParaRPr/>
          </a:p>
        </p:txBody>
      </p:sp>
      <p:sp>
        <p:nvSpPr>
          <p:cNvPr id="5937" name="Google Shape;5937;p91"/>
          <p:cNvSpPr txBox="1"/>
          <p:nvPr/>
        </p:nvSpPr>
        <p:spPr>
          <a:xfrm>
            <a:off x="2736226" y="5036394"/>
            <a:ext cx="3049233" cy="10365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to  distribute F </a:t>
            </a:r>
            <a:endParaRPr/>
          </a:p>
          <a:p>
            <a:pPr indent="-342900" lvl="0" marL="34290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N clients using </a:t>
            </a:r>
            <a:endParaRPr/>
          </a:p>
          <a:p>
            <a:pPr indent="-342900" lvl="0" marL="34290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client-server approach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8" name="Google Shape;5938;p91"/>
          <p:cNvSpPr/>
          <p:nvPr/>
        </p:nvSpPr>
        <p:spPr>
          <a:xfrm>
            <a:off x="2518348" y="4964956"/>
            <a:ext cx="7421599" cy="1235075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9" name="Google Shape;5939;p91"/>
          <p:cNvSpPr txBox="1"/>
          <p:nvPr/>
        </p:nvSpPr>
        <p:spPr>
          <a:xfrm>
            <a:off x="5696559" y="5279281"/>
            <a:ext cx="434369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</a:t>
            </a:r>
            <a:r>
              <a:rPr baseline="-25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c-s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max{NF/u</a:t>
            </a:r>
            <a:r>
              <a:rPr baseline="-25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s,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,F/d</a:t>
            </a:r>
            <a:r>
              <a:rPr baseline="-25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cxnSp>
        <p:nvCxnSpPr>
          <p:cNvPr id="5940" name="Google Shape;5940;p91"/>
          <p:cNvCxnSpPr/>
          <p:nvPr/>
        </p:nvCxnSpPr>
        <p:spPr>
          <a:xfrm>
            <a:off x="6593497" y="5707906"/>
            <a:ext cx="17462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5" name="Shape 5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6" name="Google Shape;5946;p9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File distribution time: P2P</a:t>
            </a:r>
            <a:endParaRPr sz="4400"/>
          </a:p>
        </p:txBody>
      </p:sp>
      <p:sp>
        <p:nvSpPr>
          <p:cNvPr id="5947" name="Google Shape;5947;p92"/>
          <p:cNvSpPr txBox="1"/>
          <p:nvPr/>
        </p:nvSpPr>
        <p:spPr>
          <a:xfrm>
            <a:off x="755629" y="1323701"/>
            <a:ext cx="6098355" cy="2014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server transmission: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must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upload at least one copy: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to send one copy: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F/u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8" name="Google Shape;5948;p92"/>
          <p:cNvSpPr/>
          <p:nvPr/>
        </p:nvSpPr>
        <p:spPr>
          <a:xfrm>
            <a:off x="877866" y="2707749"/>
            <a:ext cx="5773736" cy="1209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client must download file copy</a:t>
            </a:r>
            <a:endParaRPr/>
          </a:p>
          <a:p>
            <a:pPr indent="-342900" lvl="1" marL="80010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 client download time: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F/d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1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49" name="Google Shape;5949;p92"/>
          <p:cNvGrpSpPr/>
          <p:nvPr/>
        </p:nvGrpSpPr>
        <p:grpSpPr>
          <a:xfrm>
            <a:off x="7006772" y="1790995"/>
            <a:ext cx="4518025" cy="2036762"/>
            <a:chOff x="4471988" y="1284288"/>
            <a:chExt cx="4518025" cy="2036762"/>
          </a:xfrm>
        </p:grpSpPr>
        <p:sp>
          <p:nvSpPr>
            <p:cNvPr id="5950" name="Google Shape;5950;p92"/>
            <p:cNvSpPr/>
            <p:nvPr/>
          </p:nvSpPr>
          <p:spPr>
            <a:xfrm>
              <a:off x="5600700" y="2111375"/>
              <a:ext cx="2136775" cy="1209675"/>
            </a:xfrm>
            <a:custGeom>
              <a:rect b="b" l="l" r="r" t="t"/>
              <a:pathLst>
                <a:path extrusionOk="0" h="1255" w="1292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951" name="Google Shape;5951;p92"/>
            <p:cNvCxnSpPr/>
            <p:nvPr/>
          </p:nvCxnSpPr>
          <p:spPr>
            <a:xfrm>
              <a:off x="5338763" y="2085975"/>
              <a:ext cx="455612" cy="2143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952" name="Google Shape;5952;p92"/>
            <p:cNvSpPr txBox="1"/>
            <p:nvPr/>
          </p:nvSpPr>
          <p:spPr>
            <a:xfrm>
              <a:off x="5364163" y="1763713"/>
              <a:ext cx="3626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r>
                <a:rPr baseline="-25000"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/>
            </a:p>
          </p:txBody>
        </p:sp>
        <p:cxnSp>
          <p:nvCxnSpPr>
            <p:cNvPr id="5953" name="Google Shape;5953;p92"/>
            <p:cNvCxnSpPr/>
            <p:nvPr/>
          </p:nvCxnSpPr>
          <p:spPr>
            <a:xfrm>
              <a:off x="5089525" y="2713038"/>
              <a:ext cx="57467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954" name="Google Shape;5954;p92"/>
            <p:cNvCxnSpPr/>
            <p:nvPr/>
          </p:nvCxnSpPr>
          <p:spPr>
            <a:xfrm rot="10800000">
              <a:off x="5119688" y="2814638"/>
              <a:ext cx="56673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955" name="Google Shape;5955;p92"/>
            <p:cNvSpPr txBox="1"/>
            <p:nvPr/>
          </p:nvSpPr>
          <p:spPr>
            <a:xfrm>
              <a:off x="6103696" y="2460625"/>
              <a:ext cx="105458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6" name="Google Shape;5956;p92"/>
            <p:cNvSpPr/>
            <p:nvPr/>
          </p:nvSpPr>
          <p:spPr>
            <a:xfrm>
              <a:off x="4740275" y="1562100"/>
              <a:ext cx="334963" cy="401638"/>
            </a:xfrm>
            <a:prstGeom prst="can">
              <a:avLst>
                <a:gd fmla="val 24242" name="adj"/>
              </a:avLst>
            </a:pr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Arial"/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957" name="Google Shape;5957;p92"/>
            <p:cNvCxnSpPr/>
            <p:nvPr/>
          </p:nvCxnSpPr>
          <p:spPr>
            <a:xfrm flipH="1" rot="10800000">
              <a:off x="7000875" y="1819275"/>
              <a:ext cx="180975" cy="5302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958" name="Google Shape;5958;p92"/>
            <p:cNvCxnSpPr/>
            <p:nvPr/>
          </p:nvCxnSpPr>
          <p:spPr>
            <a:xfrm flipH="1">
              <a:off x="7078663" y="1825625"/>
              <a:ext cx="187325" cy="5349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959" name="Google Shape;5959;p92"/>
            <p:cNvCxnSpPr/>
            <p:nvPr/>
          </p:nvCxnSpPr>
          <p:spPr>
            <a:xfrm flipH="1" rot="10800000">
              <a:off x="6416675" y="1736725"/>
              <a:ext cx="179388" cy="5302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960" name="Google Shape;5960;p92"/>
            <p:cNvCxnSpPr/>
            <p:nvPr/>
          </p:nvCxnSpPr>
          <p:spPr>
            <a:xfrm flipH="1">
              <a:off x="6492875" y="1743075"/>
              <a:ext cx="185738" cy="5349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961" name="Google Shape;5961;p92"/>
            <p:cNvCxnSpPr/>
            <p:nvPr/>
          </p:nvCxnSpPr>
          <p:spPr>
            <a:xfrm>
              <a:off x="7723188" y="2579688"/>
              <a:ext cx="65881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962" name="Google Shape;5962;p92"/>
            <p:cNvCxnSpPr/>
            <p:nvPr/>
          </p:nvCxnSpPr>
          <p:spPr>
            <a:xfrm>
              <a:off x="7726363" y="2682875"/>
              <a:ext cx="660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5963" name="Google Shape;5963;p92"/>
            <p:cNvSpPr txBox="1"/>
            <p:nvPr/>
          </p:nvSpPr>
          <p:spPr>
            <a:xfrm>
              <a:off x="7813675" y="2146300"/>
              <a:ext cx="4508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aseline="-25000"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</a:t>
              </a:r>
              <a:endParaRPr/>
            </a:p>
          </p:txBody>
        </p:sp>
        <p:sp>
          <p:nvSpPr>
            <p:cNvPr id="5964" name="Google Shape;5964;p92"/>
            <p:cNvSpPr txBox="1"/>
            <p:nvPr/>
          </p:nvSpPr>
          <p:spPr>
            <a:xfrm>
              <a:off x="7829550" y="2663825"/>
              <a:ext cx="50641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r>
                <a:rPr baseline="-25000"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</a:t>
              </a:r>
              <a:endParaRPr/>
            </a:p>
          </p:txBody>
        </p:sp>
        <p:sp>
          <p:nvSpPr>
            <p:cNvPr id="5965" name="Google Shape;5965;p92"/>
            <p:cNvSpPr txBox="1"/>
            <p:nvPr/>
          </p:nvSpPr>
          <p:spPr>
            <a:xfrm>
              <a:off x="4498975" y="1616075"/>
              <a:ext cx="79057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aseline="-25000" i="1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66" name="Google Shape;5966;p92"/>
            <p:cNvGrpSpPr/>
            <p:nvPr/>
          </p:nvGrpSpPr>
          <p:grpSpPr>
            <a:xfrm>
              <a:off x="5114925" y="1690688"/>
              <a:ext cx="292100" cy="517525"/>
              <a:chOff x="4140" y="429"/>
              <a:chExt cx="1425" cy="2396"/>
            </a:xfrm>
          </p:grpSpPr>
          <p:sp>
            <p:nvSpPr>
              <p:cNvPr id="5967" name="Google Shape;5967;p92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8" name="Google Shape;5968;p92"/>
              <p:cNvSpPr/>
              <p:nvPr/>
            </p:nvSpPr>
            <p:spPr>
              <a:xfrm>
                <a:off x="4210" y="429"/>
                <a:ext cx="1046" cy="2286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9" name="Google Shape;5969;p92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0" name="Google Shape;5970;p92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1" name="Google Shape;5971;p92"/>
              <p:cNvSpPr/>
              <p:nvPr/>
            </p:nvSpPr>
            <p:spPr>
              <a:xfrm>
                <a:off x="4210" y="694"/>
                <a:ext cx="596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72" name="Google Shape;5972;p92"/>
              <p:cNvGrpSpPr/>
              <p:nvPr/>
            </p:nvGrpSpPr>
            <p:grpSpPr>
              <a:xfrm>
                <a:off x="4752" y="671"/>
                <a:ext cx="581" cy="140"/>
                <a:chOff x="618" y="2571"/>
                <a:chExt cx="725" cy="134"/>
              </a:xfrm>
            </p:grpSpPr>
            <p:sp>
              <p:nvSpPr>
                <p:cNvPr id="5973" name="Google Shape;5973;p92"/>
                <p:cNvSpPr/>
                <p:nvPr/>
              </p:nvSpPr>
              <p:spPr>
                <a:xfrm>
                  <a:off x="618" y="2571"/>
                  <a:ext cx="725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4" name="Google Shape;5974;p92"/>
                <p:cNvSpPr/>
                <p:nvPr/>
              </p:nvSpPr>
              <p:spPr>
                <a:xfrm>
                  <a:off x="637" y="2585"/>
                  <a:ext cx="686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75" name="Google Shape;5975;p92"/>
              <p:cNvSpPr/>
              <p:nvPr/>
            </p:nvSpPr>
            <p:spPr>
              <a:xfrm>
                <a:off x="4225" y="1017"/>
                <a:ext cx="596" cy="51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76" name="Google Shape;5976;p92"/>
              <p:cNvGrpSpPr/>
              <p:nvPr/>
            </p:nvGrpSpPr>
            <p:grpSpPr>
              <a:xfrm>
                <a:off x="4744" y="995"/>
                <a:ext cx="581" cy="132"/>
                <a:chOff x="610" y="2569"/>
                <a:chExt cx="725" cy="137"/>
              </a:xfrm>
            </p:grpSpPr>
            <p:sp>
              <p:nvSpPr>
                <p:cNvPr id="5977" name="Google Shape;5977;p92"/>
                <p:cNvSpPr/>
                <p:nvPr/>
              </p:nvSpPr>
              <p:spPr>
                <a:xfrm>
                  <a:off x="610" y="2569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8" name="Google Shape;5978;p92"/>
                <p:cNvSpPr/>
                <p:nvPr/>
              </p:nvSpPr>
              <p:spPr>
                <a:xfrm>
                  <a:off x="630" y="2584"/>
                  <a:ext cx="68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79" name="Google Shape;5979;p92"/>
              <p:cNvSpPr/>
              <p:nvPr/>
            </p:nvSpPr>
            <p:spPr>
              <a:xfrm>
                <a:off x="4217" y="1355"/>
                <a:ext cx="596" cy="51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0" name="Google Shape;5980;p92"/>
              <p:cNvSpPr/>
              <p:nvPr/>
            </p:nvSpPr>
            <p:spPr>
              <a:xfrm>
                <a:off x="4225" y="1656"/>
                <a:ext cx="596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81" name="Google Shape;5981;p92"/>
              <p:cNvGrpSpPr/>
              <p:nvPr/>
            </p:nvGrpSpPr>
            <p:grpSpPr>
              <a:xfrm>
                <a:off x="4737" y="1627"/>
                <a:ext cx="581" cy="154"/>
                <a:chOff x="616" y="2568"/>
                <a:chExt cx="724" cy="142"/>
              </a:xfrm>
            </p:grpSpPr>
            <p:sp>
              <p:nvSpPr>
                <p:cNvPr id="5982" name="Google Shape;5982;p92"/>
                <p:cNvSpPr/>
                <p:nvPr/>
              </p:nvSpPr>
              <p:spPr>
                <a:xfrm>
                  <a:off x="616" y="2568"/>
                  <a:ext cx="724" cy="142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3" name="Google Shape;5983;p92"/>
                <p:cNvSpPr/>
                <p:nvPr/>
              </p:nvSpPr>
              <p:spPr>
                <a:xfrm>
                  <a:off x="635" y="2582"/>
                  <a:ext cx="685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84" name="Google Shape;5984;p92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85" name="Google Shape;5985;p92"/>
              <p:cNvGrpSpPr/>
              <p:nvPr/>
            </p:nvGrpSpPr>
            <p:grpSpPr>
              <a:xfrm>
                <a:off x="4737" y="1326"/>
                <a:ext cx="581" cy="140"/>
                <a:chOff x="611" y="2567"/>
                <a:chExt cx="724" cy="140"/>
              </a:xfrm>
            </p:grpSpPr>
            <p:sp>
              <p:nvSpPr>
                <p:cNvPr id="5986" name="Google Shape;5986;p92"/>
                <p:cNvSpPr/>
                <p:nvPr/>
              </p:nvSpPr>
              <p:spPr>
                <a:xfrm>
                  <a:off x="611" y="2567"/>
                  <a:ext cx="724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7" name="Google Shape;5987;p92"/>
                <p:cNvSpPr/>
                <p:nvPr/>
              </p:nvSpPr>
              <p:spPr>
                <a:xfrm>
                  <a:off x="630" y="2581"/>
                  <a:ext cx="685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88" name="Google Shape;5988;p92"/>
              <p:cNvSpPr/>
              <p:nvPr/>
            </p:nvSpPr>
            <p:spPr>
              <a:xfrm>
                <a:off x="5247" y="429"/>
                <a:ext cx="70" cy="2286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9" name="Google Shape;5989;p92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0" name="Google Shape;5990;p92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1" name="Google Shape;5991;p92"/>
              <p:cNvSpPr/>
              <p:nvPr/>
            </p:nvSpPr>
            <p:spPr>
              <a:xfrm>
                <a:off x="5519" y="2612"/>
                <a:ext cx="46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2" name="Google Shape;5992;p92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3" name="Google Shape;5993;p92"/>
              <p:cNvSpPr/>
              <p:nvPr/>
            </p:nvSpPr>
            <p:spPr>
              <a:xfrm>
                <a:off x="4140" y="2678"/>
                <a:ext cx="1200" cy="147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4" name="Google Shape;5994;p92"/>
              <p:cNvSpPr/>
              <p:nvPr/>
            </p:nvSpPr>
            <p:spPr>
              <a:xfrm>
                <a:off x="4210" y="2707"/>
                <a:ext cx="1069" cy="8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5" name="Google Shape;5995;p92"/>
              <p:cNvSpPr/>
              <p:nvPr/>
            </p:nvSpPr>
            <p:spPr>
              <a:xfrm>
                <a:off x="4310" y="2384"/>
                <a:ext cx="155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6" name="Google Shape;5996;p92"/>
              <p:cNvSpPr/>
              <p:nvPr/>
            </p:nvSpPr>
            <p:spPr>
              <a:xfrm>
                <a:off x="4489" y="2384"/>
                <a:ext cx="155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sz="20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7" name="Google Shape;5997;p92"/>
              <p:cNvSpPr/>
              <p:nvPr/>
            </p:nvSpPr>
            <p:spPr>
              <a:xfrm>
                <a:off x="4659" y="2384"/>
                <a:ext cx="163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8" name="Google Shape;5998;p92"/>
              <p:cNvSpPr/>
              <p:nvPr/>
            </p:nvSpPr>
            <p:spPr>
              <a:xfrm>
                <a:off x="5062" y="1833"/>
                <a:ext cx="85" cy="764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99" name="Google Shape;5999;p92"/>
            <p:cNvGrpSpPr/>
            <p:nvPr/>
          </p:nvGrpSpPr>
          <p:grpSpPr>
            <a:xfrm>
              <a:off x="4471988" y="2492375"/>
              <a:ext cx="620712" cy="512763"/>
              <a:chOff x="-44" y="1473"/>
              <a:chExt cx="981" cy="1105"/>
            </a:xfrm>
          </p:grpSpPr>
          <p:pic>
            <p:nvPicPr>
              <p:cNvPr descr="desktop_computer_stylized_medium" id="6000" name="Google Shape;6000;p9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01" name="Google Shape;6001;p9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02" name="Google Shape;6002;p92"/>
            <p:cNvGrpSpPr/>
            <p:nvPr/>
          </p:nvGrpSpPr>
          <p:grpSpPr>
            <a:xfrm>
              <a:off x="6300788" y="1284288"/>
              <a:ext cx="620712" cy="512762"/>
              <a:chOff x="-44" y="1473"/>
              <a:chExt cx="981" cy="1105"/>
            </a:xfrm>
          </p:grpSpPr>
          <p:pic>
            <p:nvPicPr>
              <p:cNvPr descr="desktop_computer_stylized_medium" id="6003" name="Google Shape;6003;p9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04" name="Google Shape;6004;p9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05" name="Google Shape;6005;p92"/>
            <p:cNvGrpSpPr/>
            <p:nvPr/>
          </p:nvGrpSpPr>
          <p:grpSpPr>
            <a:xfrm>
              <a:off x="6910388" y="1360488"/>
              <a:ext cx="620712" cy="512762"/>
              <a:chOff x="-44" y="1473"/>
              <a:chExt cx="981" cy="1105"/>
            </a:xfrm>
          </p:grpSpPr>
          <p:pic>
            <p:nvPicPr>
              <p:cNvPr descr="desktop_computer_stylized_medium" id="6006" name="Google Shape;6006;p9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07" name="Google Shape;6007;p9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08" name="Google Shape;6008;p92"/>
            <p:cNvGrpSpPr/>
            <p:nvPr/>
          </p:nvGrpSpPr>
          <p:grpSpPr>
            <a:xfrm flipH="1">
              <a:off x="8369300" y="2362200"/>
              <a:ext cx="620713" cy="512763"/>
              <a:chOff x="-44" y="1473"/>
              <a:chExt cx="981" cy="1105"/>
            </a:xfrm>
          </p:grpSpPr>
          <p:pic>
            <p:nvPicPr>
              <p:cNvPr descr="desktop_computer_stylized_medium" id="6009" name="Google Shape;6009;p9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10" name="Google Shape;6010;p9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011" name="Google Shape;6011;p92"/>
          <p:cNvSpPr/>
          <p:nvPr/>
        </p:nvSpPr>
        <p:spPr>
          <a:xfrm>
            <a:off x="865984" y="3876829"/>
            <a:ext cx="8524160" cy="1252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aggregate must download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NF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bits</a:t>
            </a:r>
            <a:endParaRPr/>
          </a:p>
          <a:p>
            <a:pPr indent="-223837" lvl="1" marL="681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 upload rate (limiting max download rate) is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0" i="1" lang="en-US" sz="2800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/>
          </a:p>
        </p:txBody>
      </p:sp>
      <p:sp>
        <p:nvSpPr>
          <p:cNvPr id="6012" name="Google Shape;6012;p92"/>
          <p:cNvSpPr txBox="1"/>
          <p:nvPr/>
        </p:nvSpPr>
        <p:spPr>
          <a:xfrm>
            <a:off x="1496934" y="5088499"/>
            <a:ext cx="2267800" cy="887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to  distribute F </a:t>
            </a:r>
            <a:endParaRPr/>
          </a:p>
          <a:p>
            <a:pPr indent="-342900" lvl="0" marL="34290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N clients using </a:t>
            </a:r>
            <a:endParaRPr/>
          </a:p>
          <a:p>
            <a:pPr indent="-342900" lvl="0" marL="34290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P2P approach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3" name="Google Shape;6013;p92"/>
          <p:cNvSpPr/>
          <p:nvPr/>
        </p:nvSpPr>
        <p:spPr>
          <a:xfrm>
            <a:off x="1336619" y="4991768"/>
            <a:ext cx="9155099" cy="1006589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4" name="Google Shape;6014;p92"/>
          <p:cNvSpPr txBox="1"/>
          <p:nvPr/>
        </p:nvSpPr>
        <p:spPr>
          <a:xfrm>
            <a:off x="4214018" y="5202837"/>
            <a:ext cx="626209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</a:t>
            </a:r>
            <a:r>
              <a:rPr baseline="-25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P2P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max{F/u</a:t>
            </a:r>
            <a:r>
              <a:rPr baseline="-25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s,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,F/d</a:t>
            </a:r>
            <a:r>
              <a:rPr baseline="-25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min,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,NF/(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aseline="-25000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i="1" lang="en-US" sz="3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aseline="-25000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grpSp>
        <p:nvGrpSpPr>
          <p:cNvPr id="6015" name="Google Shape;6015;p92"/>
          <p:cNvGrpSpPr/>
          <p:nvPr/>
        </p:nvGrpSpPr>
        <p:grpSpPr>
          <a:xfrm>
            <a:off x="3027135" y="5637812"/>
            <a:ext cx="7034618" cy="1072227"/>
            <a:chOff x="3027135" y="5637812"/>
            <a:chExt cx="7034618" cy="1072227"/>
          </a:xfrm>
        </p:grpSpPr>
        <p:cxnSp>
          <p:nvCxnSpPr>
            <p:cNvPr id="6016" name="Google Shape;6016;p92"/>
            <p:cNvCxnSpPr/>
            <p:nvPr/>
          </p:nvCxnSpPr>
          <p:spPr>
            <a:xfrm>
              <a:off x="5247481" y="5669562"/>
              <a:ext cx="174625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7" name="Google Shape;6017;p92"/>
            <p:cNvCxnSpPr/>
            <p:nvPr/>
          </p:nvCxnSpPr>
          <p:spPr>
            <a:xfrm flipH="1" rot="10800000">
              <a:off x="9282594" y="5731183"/>
              <a:ext cx="376235" cy="579911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18" name="Google Shape;6018;p92"/>
            <p:cNvSpPr txBox="1"/>
            <p:nvPr/>
          </p:nvSpPr>
          <p:spPr>
            <a:xfrm>
              <a:off x="3027135" y="6314866"/>
              <a:ext cx="7034618" cy="395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 but so does this, as each peer brings service capacity</a:t>
              </a:r>
              <a:endParaRPr/>
            </a:p>
          </p:txBody>
        </p:sp>
        <p:cxnSp>
          <p:nvCxnSpPr>
            <p:cNvPr id="6019" name="Google Shape;6019;p92"/>
            <p:cNvCxnSpPr/>
            <p:nvPr/>
          </p:nvCxnSpPr>
          <p:spPr>
            <a:xfrm flipH="1" rot="10800000">
              <a:off x="7935121" y="5637812"/>
              <a:ext cx="376235" cy="462537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20" name="Google Shape;6020;p92"/>
            <p:cNvSpPr txBox="1"/>
            <p:nvPr/>
          </p:nvSpPr>
          <p:spPr>
            <a:xfrm>
              <a:off x="5084684" y="6045728"/>
              <a:ext cx="3187860" cy="395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increases linearly in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…</a:t>
              </a:r>
              <a:endParaRPr/>
            </a:p>
          </p:txBody>
        </p:sp>
      </p:grpSp>
      <p:sp>
        <p:nvSpPr>
          <p:cNvPr id="6021" name="Google Shape;6021;p9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6" name="Shape 6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7" name="Google Shape;6027;p9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Client-server vs. P2P: example</a:t>
            </a:r>
            <a:endParaRPr/>
          </a:p>
        </p:txBody>
      </p:sp>
      <p:sp>
        <p:nvSpPr>
          <p:cNvPr id="6028" name="Google Shape;6028;p93"/>
          <p:cNvSpPr txBox="1"/>
          <p:nvPr/>
        </p:nvSpPr>
        <p:spPr>
          <a:xfrm>
            <a:off x="2752045" y="1362602"/>
            <a:ext cx="7481468" cy="474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upload rate =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F/u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1 hour, 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10u,  d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≥ u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pic>
        <p:nvPicPr>
          <p:cNvPr id="6029" name="Google Shape;6029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6864" y="1835409"/>
            <a:ext cx="7031830" cy="4790242"/>
          </a:xfrm>
          <a:prstGeom prst="rect">
            <a:avLst/>
          </a:prstGeom>
          <a:noFill/>
          <a:ln>
            <a:noFill/>
          </a:ln>
        </p:spPr>
      </p:pic>
      <p:sp>
        <p:nvSpPr>
          <p:cNvPr id="6030" name="Google Shape;6030;p9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5" name="Shape 6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6" name="Google Shape;6036;p9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P2P file distribution: BitTorrent </a:t>
            </a:r>
            <a:endParaRPr/>
          </a:p>
        </p:txBody>
      </p:sp>
      <p:sp>
        <p:nvSpPr>
          <p:cNvPr id="6037" name="Google Shape;6037;p94"/>
          <p:cNvSpPr/>
          <p:nvPr/>
        </p:nvSpPr>
        <p:spPr>
          <a:xfrm>
            <a:off x="745784" y="1260022"/>
            <a:ext cx="71247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divided into 256KB chunks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peers in torrent send/receive file chunks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8" name="Google Shape;6038;p94"/>
          <p:cNvSpPr txBox="1"/>
          <p:nvPr/>
        </p:nvSpPr>
        <p:spPr>
          <a:xfrm>
            <a:off x="1812096" y="2371997"/>
            <a:ext cx="3018775" cy="775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Calibri"/>
              <a:buNone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tracker: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tracks peers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participating in torrent</a:t>
            </a:r>
            <a:endParaRPr/>
          </a:p>
        </p:txBody>
      </p:sp>
      <p:sp>
        <p:nvSpPr>
          <p:cNvPr id="6039" name="Google Shape;6039;p94"/>
          <p:cNvSpPr txBox="1"/>
          <p:nvPr/>
        </p:nvSpPr>
        <p:spPr>
          <a:xfrm>
            <a:off x="7124019" y="2385559"/>
            <a:ext cx="4044723" cy="775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torrent: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of peers exchanging  chunks of a file</a:t>
            </a:r>
            <a:endParaRPr/>
          </a:p>
        </p:txBody>
      </p:sp>
      <p:cxnSp>
        <p:nvCxnSpPr>
          <p:cNvPr id="6040" name="Google Shape;6040;p94"/>
          <p:cNvCxnSpPr/>
          <p:nvPr/>
        </p:nvCxnSpPr>
        <p:spPr>
          <a:xfrm>
            <a:off x="4149045" y="3765096"/>
            <a:ext cx="1587" cy="536575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41" name="Google Shape;6041;p94"/>
          <p:cNvCxnSpPr/>
          <p:nvPr/>
        </p:nvCxnSpPr>
        <p:spPr>
          <a:xfrm>
            <a:off x="5495245" y="3493634"/>
            <a:ext cx="2551112" cy="1409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042" name="Google Shape;6042;p94"/>
          <p:cNvCxnSpPr/>
          <p:nvPr/>
        </p:nvCxnSpPr>
        <p:spPr>
          <a:xfrm>
            <a:off x="5292045" y="3644446"/>
            <a:ext cx="247650" cy="1816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043" name="Google Shape;6043;p94"/>
          <p:cNvCxnSpPr/>
          <p:nvPr/>
        </p:nvCxnSpPr>
        <p:spPr>
          <a:xfrm rot="10800000">
            <a:off x="6931932" y="3404734"/>
            <a:ext cx="1168400" cy="3063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044" name="Google Shape;6044;p94"/>
          <p:cNvCxnSpPr/>
          <p:nvPr/>
        </p:nvCxnSpPr>
        <p:spPr>
          <a:xfrm flipH="1">
            <a:off x="6115957" y="3941309"/>
            <a:ext cx="2039938" cy="19875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045" name="Google Shape;6045;p94"/>
          <p:cNvCxnSpPr/>
          <p:nvPr/>
        </p:nvCxnSpPr>
        <p:spPr>
          <a:xfrm flipH="1">
            <a:off x="6203270" y="5906634"/>
            <a:ext cx="739775" cy="1635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046" name="Google Shape;6046;p94"/>
          <p:cNvCxnSpPr/>
          <p:nvPr/>
        </p:nvCxnSpPr>
        <p:spPr>
          <a:xfrm flipH="1">
            <a:off x="5722257" y="3603171"/>
            <a:ext cx="900113" cy="167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047" name="Google Shape;6047;p94"/>
          <p:cNvCxnSpPr/>
          <p:nvPr/>
        </p:nvCxnSpPr>
        <p:spPr>
          <a:xfrm flipH="1" rot="10800000">
            <a:off x="5887357" y="4989059"/>
            <a:ext cx="2120900" cy="4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048" name="Google Shape;6048;p94"/>
          <p:cNvCxnSpPr/>
          <p:nvPr/>
        </p:nvCxnSpPr>
        <p:spPr>
          <a:xfrm>
            <a:off x="6887482" y="3547609"/>
            <a:ext cx="1182688" cy="12763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049" name="Google Shape;6049;p94"/>
          <p:cNvCxnSpPr/>
          <p:nvPr/>
        </p:nvCxnSpPr>
        <p:spPr>
          <a:xfrm>
            <a:off x="7330395" y="5928859"/>
            <a:ext cx="376237" cy="2174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050" name="Google Shape;6050;p94"/>
          <p:cNvCxnSpPr/>
          <p:nvPr/>
        </p:nvCxnSpPr>
        <p:spPr>
          <a:xfrm>
            <a:off x="6215970" y="6224134"/>
            <a:ext cx="1490662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051" name="Google Shape;6051;p94"/>
          <p:cNvSpPr txBox="1"/>
          <p:nvPr/>
        </p:nvSpPr>
        <p:spPr>
          <a:xfrm>
            <a:off x="2380570" y="4766809"/>
            <a:ext cx="15850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arrives  …</a:t>
            </a:r>
            <a:endParaRPr/>
          </a:p>
        </p:txBody>
      </p:sp>
      <p:cxnSp>
        <p:nvCxnSpPr>
          <p:cNvPr id="6052" name="Google Shape;6052;p94"/>
          <p:cNvCxnSpPr/>
          <p:nvPr/>
        </p:nvCxnSpPr>
        <p:spPr>
          <a:xfrm flipH="1">
            <a:off x="7881257" y="5163684"/>
            <a:ext cx="263525" cy="939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Alice" id="6053" name="Google Shape;6053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6270" y="4284209"/>
            <a:ext cx="474662" cy="511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54" name="Google Shape;6054;p94"/>
          <p:cNvCxnSpPr/>
          <p:nvPr/>
        </p:nvCxnSpPr>
        <p:spPr>
          <a:xfrm>
            <a:off x="3364820" y="3122159"/>
            <a:ext cx="476250" cy="258762"/>
          </a:xfrm>
          <a:prstGeom prst="straightConnector1">
            <a:avLst/>
          </a:prstGeom>
          <a:noFill/>
          <a:ln cap="flat" cmpd="sng" w="9525">
            <a:solidFill>
              <a:srgbClr val="FF33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55" name="Google Shape;6055;p94"/>
          <p:cNvSpPr txBox="1"/>
          <p:nvPr/>
        </p:nvSpPr>
        <p:spPr>
          <a:xfrm>
            <a:off x="2394857" y="5027159"/>
            <a:ext cx="216052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obtains list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peers from tracker</a:t>
            </a:r>
            <a:endParaRPr/>
          </a:p>
        </p:txBody>
      </p:sp>
      <p:grpSp>
        <p:nvGrpSpPr>
          <p:cNvPr id="6056" name="Google Shape;6056;p94"/>
          <p:cNvGrpSpPr/>
          <p:nvPr/>
        </p:nvGrpSpPr>
        <p:grpSpPr>
          <a:xfrm>
            <a:off x="4528457" y="3571421"/>
            <a:ext cx="3492500" cy="2163763"/>
            <a:chOff x="1752" y="2166"/>
            <a:chExt cx="2200" cy="1363"/>
          </a:xfrm>
        </p:grpSpPr>
        <p:cxnSp>
          <p:nvCxnSpPr>
            <p:cNvPr id="6057" name="Google Shape;6057;p94"/>
            <p:cNvCxnSpPr/>
            <p:nvPr/>
          </p:nvCxnSpPr>
          <p:spPr>
            <a:xfrm flipH="1" rot="10800000">
              <a:off x="1752" y="2166"/>
              <a:ext cx="361" cy="53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058" name="Google Shape;6058;p94"/>
            <p:cNvCxnSpPr/>
            <p:nvPr/>
          </p:nvCxnSpPr>
          <p:spPr>
            <a:xfrm flipH="1" rot="10800000">
              <a:off x="1770" y="2352"/>
              <a:ext cx="2182" cy="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059" name="Google Shape;6059;p94"/>
            <p:cNvCxnSpPr/>
            <p:nvPr/>
          </p:nvCxnSpPr>
          <p:spPr>
            <a:xfrm>
              <a:off x="1786" y="2820"/>
              <a:ext cx="1550" cy="70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6060" name="Google Shape;6060;p94"/>
          <p:cNvSpPr txBox="1"/>
          <p:nvPr/>
        </p:nvSpPr>
        <p:spPr>
          <a:xfrm>
            <a:off x="2355170" y="5568496"/>
            <a:ext cx="317202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and begins exchanging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chunks with peers in torrent</a:t>
            </a:r>
            <a:endParaRPr/>
          </a:p>
        </p:txBody>
      </p:sp>
      <p:grpSp>
        <p:nvGrpSpPr>
          <p:cNvPr id="6061" name="Google Shape;6061;p94"/>
          <p:cNvGrpSpPr/>
          <p:nvPr/>
        </p:nvGrpSpPr>
        <p:grpSpPr>
          <a:xfrm>
            <a:off x="3931557" y="3080884"/>
            <a:ext cx="379413" cy="604837"/>
            <a:chOff x="4140" y="429"/>
            <a:chExt cx="1425" cy="2396"/>
          </a:xfrm>
        </p:grpSpPr>
        <p:sp>
          <p:nvSpPr>
            <p:cNvPr id="6062" name="Google Shape;6062;p9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3" name="Google Shape;6063;p94"/>
            <p:cNvSpPr/>
            <p:nvPr/>
          </p:nvSpPr>
          <p:spPr>
            <a:xfrm>
              <a:off x="4206" y="429"/>
              <a:ext cx="1049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4" name="Google Shape;6064;p9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5" name="Google Shape;6065;p9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6" name="Google Shape;6066;p94"/>
            <p:cNvSpPr/>
            <p:nvPr/>
          </p:nvSpPr>
          <p:spPr>
            <a:xfrm>
              <a:off x="4212" y="693"/>
              <a:ext cx="596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67" name="Google Shape;6067;p94"/>
            <p:cNvGrpSpPr/>
            <p:nvPr/>
          </p:nvGrpSpPr>
          <p:grpSpPr>
            <a:xfrm>
              <a:off x="4748" y="668"/>
              <a:ext cx="584" cy="145"/>
              <a:chOff x="613" y="2568"/>
              <a:chExt cx="729" cy="139"/>
            </a:xfrm>
          </p:grpSpPr>
          <p:sp>
            <p:nvSpPr>
              <p:cNvPr id="6068" name="Google Shape;6068;p94"/>
              <p:cNvSpPr/>
              <p:nvPr/>
            </p:nvSpPr>
            <p:spPr>
              <a:xfrm>
                <a:off x="613" y="2568"/>
                <a:ext cx="729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9" name="Google Shape;6069;p94"/>
              <p:cNvSpPr/>
              <p:nvPr/>
            </p:nvSpPr>
            <p:spPr>
              <a:xfrm>
                <a:off x="628" y="2586"/>
                <a:ext cx="699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70" name="Google Shape;6070;p94"/>
            <p:cNvSpPr/>
            <p:nvPr/>
          </p:nvSpPr>
          <p:spPr>
            <a:xfrm>
              <a:off x="4223" y="1020"/>
              <a:ext cx="596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71" name="Google Shape;6071;p94"/>
            <p:cNvGrpSpPr/>
            <p:nvPr/>
          </p:nvGrpSpPr>
          <p:grpSpPr>
            <a:xfrm>
              <a:off x="4748" y="995"/>
              <a:ext cx="579" cy="132"/>
              <a:chOff x="615" y="2569"/>
              <a:chExt cx="722" cy="137"/>
            </a:xfrm>
          </p:grpSpPr>
          <p:sp>
            <p:nvSpPr>
              <p:cNvPr id="6072" name="Google Shape;6072;p94"/>
              <p:cNvSpPr/>
              <p:nvPr/>
            </p:nvSpPr>
            <p:spPr>
              <a:xfrm>
                <a:off x="615" y="2569"/>
                <a:ext cx="722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3" name="Google Shape;6073;p94"/>
              <p:cNvSpPr/>
              <p:nvPr/>
            </p:nvSpPr>
            <p:spPr>
              <a:xfrm>
                <a:off x="630" y="2582"/>
                <a:ext cx="692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74" name="Google Shape;6074;p94"/>
            <p:cNvSpPr/>
            <p:nvPr/>
          </p:nvSpPr>
          <p:spPr>
            <a:xfrm>
              <a:off x="4218" y="1360"/>
              <a:ext cx="596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5" name="Google Shape;6075;p94"/>
            <p:cNvSpPr/>
            <p:nvPr/>
          </p:nvSpPr>
          <p:spPr>
            <a:xfrm>
              <a:off x="4229" y="1655"/>
              <a:ext cx="596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76" name="Google Shape;6076;p94"/>
            <p:cNvGrpSpPr/>
            <p:nvPr/>
          </p:nvGrpSpPr>
          <p:grpSpPr>
            <a:xfrm>
              <a:off x="4737" y="1642"/>
              <a:ext cx="578" cy="151"/>
              <a:chOff x="616" y="2582"/>
              <a:chExt cx="720" cy="139"/>
            </a:xfrm>
          </p:grpSpPr>
          <p:sp>
            <p:nvSpPr>
              <p:cNvPr id="6077" name="Google Shape;6077;p94"/>
              <p:cNvSpPr/>
              <p:nvPr/>
            </p:nvSpPr>
            <p:spPr>
              <a:xfrm>
                <a:off x="616" y="2582"/>
                <a:ext cx="720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8" name="Google Shape;6078;p94"/>
              <p:cNvSpPr/>
              <p:nvPr/>
            </p:nvSpPr>
            <p:spPr>
              <a:xfrm>
                <a:off x="630" y="2588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79" name="Google Shape;6079;p9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80" name="Google Shape;6080;p94"/>
            <p:cNvGrpSpPr/>
            <p:nvPr/>
          </p:nvGrpSpPr>
          <p:grpSpPr>
            <a:xfrm>
              <a:off x="4737" y="1328"/>
              <a:ext cx="584" cy="138"/>
              <a:chOff x="611" y="2569"/>
              <a:chExt cx="728" cy="138"/>
            </a:xfrm>
          </p:grpSpPr>
          <p:sp>
            <p:nvSpPr>
              <p:cNvPr id="6081" name="Google Shape;6081;p94"/>
              <p:cNvSpPr/>
              <p:nvPr/>
            </p:nvSpPr>
            <p:spPr>
              <a:xfrm>
                <a:off x="611" y="2569"/>
                <a:ext cx="728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2" name="Google Shape;6082;p94"/>
              <p:cNvSpPr/>
              <p:nvPr/>
            </p:nvSpPr>
            <p:spPr>
              <a:xfrm>
                <a:off x="618" y="2588"/>
                <a:ext cx="706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83" name="Google Shape;6083;p94"/>
            <p:cNvSpPr/>
            <p:nvPr/>
          </p:nvSpPr>
          <p:spPr>
            <a:xfrm>
              <a:off x="5249" y="429"/>
              <a:ext cx="72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4" name="Google Shape;6084;p9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5" name="Google Shape;6085;p9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6" name="Google Shape;6086;p94"/>
            <p:cNvSpPr/>
            <p:nvPr/>
          </p:nvSpPr>
          <p:spPr>
            <a:xfrm>
              <a:off x="5517" y="2611"/>
              <a:ext cx="48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7" name="Google Shape;6087;p9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8" name="Google Shape;6088;p94"/>
            <p:cNvSpPr/>
            <p:nvPr/>
          </p:nvSpPr>
          <p:spPr>
            <a:xfrm>
              <a:off x="4140" y="2680"/>
              <a:ext cx="1198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9" name="Google Shape;6089;p94"/>
            <p:cNvSpPr/>
            <p:nvPr/>
          </p:nvSpPr>
          <p:spPr>
            <a:xfrm>
              <a:off x="4206" y="2712"/>
              <a:ext cx="1073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0" name="Google Shape;6090;p94"/>
            <p:cNvSpPr/>
            <p:nvPr/>
          </p:nvSpPr>
          <p:spPr>
            <a:xfrm>
              <a:off x="4307" y="2385"/>
              <a:ext cx="161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1" name="Google Shape;6091;p94"/>
            <p:cNvSpPr/>
            <p:nvPr/>
          </p:nvSpPr>
          <p:spPr>
            <a:xfrm>
              <a:off x="4486" y="2385"/>
              <a:ext cx="161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2" name="Google Shape;6092;p94"/>
            <p:cNvSpPr/>
            <p:nvPr/>
          </p:nvSpPr>
          <p:spPr>
            <a:xfrm>
              <a:off x="4665" y="2379"/>
              <a:ext cx="155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3" name="Google Shape;6093;p94"/>
            <p:cNvSpPr/>
            <p:nvPr/>
          </p:nvSpPr>
          <p:spPr>
            <a:xfrm>
              <a:off x="5064" y="1838"/>
              <a:ext cx="83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94" name="Google Shape;6094;p94"/>
          <p:cNvGrpSpPr/>
          <p:nvPr/>
        </p:nvGrpSpPr>
        <p:grpSpPr>
          <a:xfrm>
            <a:off x="3825195" y="4320721"/>
            <a:ext cx="685800" cy="588963"/>
            <a:chOff x="-44" y="1473"/>
            <a:chExt cx="981" cy="1105"/>
          </a:xfrm>
        </p:grpSpPr>
        <p:pic>
          <p:nvPicPr>
            <p:cNvPr descr="desktop_computer_stylized_medium" id="6095" name="Google Shape;6095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6" name="Google Shape;6096;p9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97" name="Google Shape;6097;p94"/>
          <p:cNvGrpSpPr/>
          <p:nvPr/>
        </p:nvGrpSpPr>
        <p:grpSpPr>
          <a:xfrm>
            <a:off x="5195207" y="5333546"/>
            <a:ext cx="728663" cy="620713"/>
            <a:chOff x="-44" y="1473"/>
            <a:chExt cx="981" cy="1105"/>
          </a:xfrm>
        </p:grpSpPr>
        <p:pic>
          <p:nvPicPr>
            <p:cNvPr descr="desktop_computer_stylized_medium" id="6098" name="Google Shape;6098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9" name="Google Shape;6099;p9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00" name="Google Shape;6100;p94"/>
          <p:cNvGrpSpPr/>
          <p:nvPr/>
        </p:nvGrpSpPr>
        <p:grpSpPr>
          <a:xfrm>
            <a:off x="5477782" y="5911396"/>
            <a:ext cx="728663" cy="620713"/>
            <a:chOff x="-44" y="1473"/>
            <a:chExt cx="981" cy="1105"/>
          </a:xfrm>
        </p:grpSpPr>
        <p:pic>
          <p:nvPicPr>
            <p:cNvPr descr="desktop_computer_stylized_medium" id="6101" name="Google Shape;6101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02" name="Google Shape;6102;p9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03" name="Google Shape;6103;p94"/>
          <p:cNvGrpSpPr/>
          <p:nvPr/>
        </p:nvGrpSpPr>
        <p:grpSpPr>
          <a:xfrm flipH="1">
            <a:off x="8111445" y="4757284"/>
            <a:ext cx="728662" cy="620712"/>
            <a:chOff x="-44" y="1473"/>
            <a:chExt cx="981" cy="1105"/>
          </a:xfrm>
        </p:grpSpPr>
        <p:pic>
          <p:nvPicPr>
            <p:cNvPr descr="desktop_computer_stylized_medium" id="6104" name="Google Shape;6104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05" name="Google Shape;6105;p9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06" name="Google Shape;6106;p94"/>
          <p:cNvGrpSpPr/>
          <p:nvPr/>
        </p:nvGrpSpPr>
        <p:grpSpPr>
          <a:xfrm flipH="1">
            <a:off x="7763782" y="6095546"/>
            <a:ext cx="728663" cy="620713"/>
            <a:chOff x="-44" y="1473"/>
            <a:chExt cx="981" cy="1105"/>
          </a:xfrm>
        </p:grpSpPr>
        <p:pic>
          <p:nvPicPr>
            <p:cNvPr descr="desktop_computer_stylized_medium" id="6107" name="Google Shape;6107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08" name="Google Shape;6108;p9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09" name="Google Shape;6109;p94"/>
          <p:cNvGrpSpPr/>
          <p:nvPr/>
        </p:nvGrpSpPr>
        <p:grpSpPr>
          <a:xfrm flipH="1">
            <a:off x="8165420" y="3569834"/>
            <a:ext cx="728662" cy="620712"/>
            <a:chOff x="-44" y="1473"/>
            <a:chExt cx="981" cy="1105"/>
          </a:xfrm>
        </p:grpSpPr>
        <p:pic>
          <p:nvPicPr>
            <p:cNvPr descr="desktop_computer_stylized_medium" id="6110" name="Google Shape;6110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11" name="Google Shape;6111;p9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12" name="Google Shape;6112;p94"/>
          <p:cNvGrpSpPr/>
          <p:nvPr/>
        </p:nvGrpSpPr>
        <p:grpSpPr>
          <a:xfrm flipH="1">
            <a:off x="6368370" y="3036434"/>
            <a:ext cx="641350" cy="620712"/>
            <a:chOff x="-44" y="1473"/>
            <a:chExt cx="981" cy="1105"/>
          </a:xfrm>
        </p:grpSpPr>
        <p:pic>
          <p:nvPicPr>
            <p:cNvPr descr="desktop_computer_stylized_medium" id="6113" name="Google Shape;6113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14" name="Google Shape;6114;p9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15" name="Google Shape;6115;p94"/>
          <p:cNvGrpSpPr/>
          <p:nvPr/>
        </p:nvGrpSpPr>
        <p:grpSpPr>
          <a:xfrm>
            <a:off x="4758645" y="3026909"/>
            <a:ext cx="728662" cy="620712"/>
            <a:chOff x="-44" y="1473"/>
            <a:chExt cx="981" cy="1105"/>
          </a:xfrm>
        </p:grpSpPr>
        <p:pic>
          <p:nvPicPr>
            <p:cNvPr descr="desktop_computer_stylized_medium" id="6116" name="Google Shape;6116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17" name="Google Shape;6117;p9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18" name="Google Shape;6118;p94"/>
          <p:cNvGrpSpPr/>
          <p:nvPr/>
        </p:nvGrpSpPr>
        <p:grpSpPr>
          <a:xfrm>
            <a:off x="6858907" y="5639934"/>
            <a:ext cx="490538" cy="412750"/>
            <a:chOff x="-44" y="1473"/>
            <a:chExt cx="981" cy="1105"/>
          </a:xfrm>
        </p:grpSpPr>
        <p:pic>
          <p:nvPicPr>
            <p:cNvPr descr="desktop_computer_stylized_medium" id="6119" name="Google Shape;6119;p9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20" name="Google Shape;6120;p9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21" name="Google Shape;6121;p9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6" name="Shape 6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7" name="Google Shape;6127;p9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P2P file distribution: BitTorrent </a:t>
            </a:r>
            <a:endParaRPr/>
          </a:p>
        </p:txBody>
      </p:sp>
      <p:sp>
        <p:nvSpPr>
          <p:cNvPr id="6128" name="Google Shape;6128;p95"/>
          <p:cNvSpPr txBox="1"/>
          <p:nvPr/>
        </p:nvSpPr>
        <p:spPr>
          <a:xfrm>
            <a:off x="672727" y="1548887"/>
            <a:ext cx="5988276" cy="245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2873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peer joining torrent: </a:t>
            </a:r>
            <a:endParaRPr/>
          </a:p>
          <a:p>
            <a:pPr indent="-223837" lvl="1" marL="681038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no chunks, but will accumulate them over time from other peers</a:t>
            </a:r>
            <a:endParaRPr/>
          </a:p>
          <a:p>
            <a:pPr indent="-223837" lvl="1" marL="681038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registers with tracker to get list of peers, connects to subset of peers (“neighbors”)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9" name="Google Shape;6129;p95"/>
          <p:cNvSpPr/>
          <p:nvPr/>
        </p:nvSpPr>
        <p:spPr>
          <a:xfrm>
            <a:off x="689056" y="3728719"/>
            <a:ext cx="10987087" cy="2338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2873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while downloading, peer uploads chunks to other peers</a:t>
            </a:r>
            <a:endParaRPr/>
          </a:p>
          <a:p>
            <a:pPr indent="-287338" lvl="0" marL="287338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peer may change peers with whom it exchanges chunks</a:t>
            </a:r>
            <a:endParaRPr/>
          </a:p>
          <a:p>
            <a:pPr indent="-287338" lvl="0" marL="287338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churn: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peers may come and go</a:t>
            </a:r>
            <a:endParaRPr/>
          </a:p>
          <a:p>
            <a:pPr indent="-287338" lvl="0" marL="287338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once peer has entire file, it may (selfishly) leave or (altruistically) remain in torrent</a:t>
            </a:r>
            <a:endParaRPr/>
          </a:p>
        </p:txBody>
      </p:sp>
      <p:grpSp>
        <p:nvGrpSpPr>
          <p:cNvPr id="6130" name="Google Shape;6130;p95"/>
          <p:cNvGrpSpPr/>
          <p:nvPr/>
        </p:nvGrpSpPr>
        <p:grpSpPr>
          <a:xfrm>
            <a:off x="7622267" y="1307114"/>
            <a:ext cx="3567113" cy="2233613"/>
            <a:chOff x="4911725" y="1368425"/>
            <a:chExt cx="3567113" cy="2233613"/>
          </a:xfrm>
        </p:grpSpPr>
        <p:cxnSp>
          <p:nvCxnSpPr>
            <p:cNvPr id="6131" name="Google Shape;6131;p95"/>
            <p:cNvCxnSpPr/>
            <p:nvPr/>
          </p:nvCxnSpPr>
          <p:spPr>
            <a:xfrm>
              <a:off x="6245225" y="1646238"/>
              <a:ext cx="1736725" cy="8794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32" name="Google Shape;6132;p95"/>
            <p:cNvCxnSpPr/>
            <p:nvPr/>
          </p:nvCxnSpPr>
          <p:spPr>
            <a:xfrm>
              <a:off x="6107113" y="1739900"/>
              <a:ext cx="168275" cy="11334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33" name="Google Shape;6133;p95"/>
            <p:cNvCxnSpPr/>
            <p:nvPr/>
          </p:nvCxnSpPr>
          <p:spPr>
            <a:xfrm rot="10800000">
              <a:off x="7223125" y="1590675"/>
              <a:ext cx="795338" cy="190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34" name="Google Shape;6134;p95"/>
            <p:cNvCxnSpPr/>
            <p:nvPr/>
          </p:nvCxnSpPr>
          <p:spPr>
            <a:xfrm flipH="1">
              <a:off x="6667500" y="1925638"/>
              <a:ext cx="1389063" cy="123983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35" name="Google Shape;6135;p95"/>
            <p:cNvCxnSpPr/>
            <p:nvPr/>
          </p:nvCxnSpPr>
          <p:spPr>
            <a:xfrm flipH="1">
              <a:off x="6726238" y="3152775"/>
              <a:ext cx="504825" cy="101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36" name="Google Shape;6136;p95"/>
            <p:cNvCxnSpPr/>
            <p:nvPr/>
          </p:nvCxnSpPr>
          <p:spPr>
            <a:xfrm flipH="1">
              <a:off x="6399213" y="1714500"/>
              <a:ext cx="612775" cy="10461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37" name="Google Shape;6137;p95"/>
            <p:cNvCxnSpPr/>
            <p:nvPr/>
          </p:nvCxnSpPr>
          <p:spPr>
            <a:xfrm flipH="1" rot="10800000">
              <a:off x="6511925" y="2579688"/>
              <a:ext cx="1443038" cy="3016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38" name="Google Shape;6138;p95"/>
            <p:cNvCxnSpPr/>
            <p:nvPr/>
          </p:nvCxnSpPr>
          <p:spPr>
            <a:xfrm>
              <a:off x="7192963" y="1679575"/>
              <a:ext cx="804862" cy="7969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39" name="Google Shape;6139;p95"/>
            <p:cNvCxnSpPr/>
            <p:nvPr/>
          </p:nvCxnSpPr>
          <p:spPr>
            <a:xfrm>
              <a:off x="7494588" y="3165475"/>
              <a:ext cx="255587" cy="1365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40" name="Google Shape;6140;p95"/>
            <p:cNvCxnSpPr/>
            <p:nvPr/>
          </p:nvCxnSpPr>
          <p:spPr>
            <a:xfrm>
              <a:off x="6735763" y="3351213"/>
              <a:ext cx="101441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41" name="Google Shape;6141;p95"/>
            <p:cNvCxnSpPr/>
            <p:nvPr/>
          </p:nvCxnSpPr>
          <p:spPr>
            <a:xfrm flipH="1">
              <a:off x="7869238" y="2689225"/>
              <a:ext cx="179387" cy="58578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pic>
          <p:nvPicPr>
            <p:cNvPr descr="Alice" id="6142" name="Google Shape;6142;p9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11725" y="2139950"/>
              <a:ext cx="323850" cy="31908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143" name="Google Shape;6143;p95"/>
            <p:cNvGrpSpPr/>
            <p:nvPr/>
          </p:nvGrpSpPr>
          <p:grpSpPr>
            <a:xfrm>
              <a:off x="5586413" y="1693863"/>
              <a:ext cx="2378075" cy="1350962"/>
              <a:chOff x="1752" y="2166"/>
              <a:chExt cx="2200" cy="1363"/>
            </a:xfrm>
          </p:grpSpPr>
          <p:cxnSp>
            <p:nvCxnSpPr>
              <p:cNvPr id="6144" name="Google Shape;6144;p95"/>
              <p:cNvCxnSpPr/>
              <p:nvPr/>
            </p:nvCxnSpPr>
            <p:spPr>
              <a:xfrm flipH="1" rot="10800000">
                <a:off x="1752" y="2166"/>
                <a:ext cx="361" cy="5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6145" name="Google Shape;6145;p95"/>
              <p:cNvCxnSpPr/>
              <p:nvPr/>
            </p:nvCxnSpPr>
            <p:spPr>
              <a:xfrm flipH="1" rot="10800000">
                <a:off x="1770" y="2352"/>
                <a:ext cx="2182" cy="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6146" name="Google Shape;6146;p95"/>
              <p:cNvCxnSpPr/>
              <p:nvPr/>
            </p:nvCxnSpPr>
            <p:spPr>
              <a:xfrm>
                <a:off x="1786" y="2820"/>
                <a:ext cx="1550" cy="70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  <p:grpSp>
          <p:nvGrpSpPr>
            <p:cNvPr id="6147" name="Google Shape;6147;p95"/>
            <p:cNvGrpSpPr/>
            <p:nvPr/>
          </p:nvGrpSpPr>
          <p:grpSpPr>
            <a:xfrm>
              <a:off x="5245100" y="1374775"/>
              <a:ext cx="292100" cy="517525"/>
              <a:chOff x="4140" y="429"/>
              <a:chExt cx="1425" cy="2396"/>
            </a:xfrm>
          </p:grpSpPr>
          <p:sp>
            <p:nvSpPr>
              <p:cNvPr id="6148" name="Google Shape;6148;p95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9" name="Google Shape;6149;p95"/>
              <p:cNvSpPr/>
              <p:nvPr/>
            </p:nvSpPr>
            <p:spPr>
              <a:xfrm>
                <a:off x="4210" y="429"/>
                <a:ext cx="1046" cy="2286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0" name="Google Shape;6150;p95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1" name="Google Shape;6151;p95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2" name="Google Shape;6152;p95"/>
              <p:cNvSpPr/>
              <p:nvPr/>
            </p:nvSpPr>
            <p:spPr>
              <a:xfrm>
                <a:off x="4210" y="694"/>
                <a:ext cx="596" cy="44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153" name="Google Shape;6153;p95"/>
              <p:cNvGrpSpPr/>
              <p:nvPr/>
            </p:nvGrpSpPr>
            <p:grpSpPr>
              <a:xfrm>
                <a:off x="4752" y="671"/>
                <a:ext cx="581" cy="140"/>
                <a:chOff x="618" y="2571"/>
                <a:chExt cx="725" cy="134"/>
              </a:xfrm>
            </p:grpSpPr>
            <p:sp>
              <p:nvSpPr>
                <p:cNvPr id="6154" name="Google Shape;6154;p95"/>
                <p:cNvSpPr/>
                <p:nvPr/>
              </p:nvSpPr>
              <p:spPr>
                <a:xfrm>
                  <a:off x="618" y="2571"/>
                  <a:ext cx="725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55" name="Google Shape;6155;p95"/>
                <p:cNvSpPr/>
                <p:nvPr/>
              </p:nvSpPr>
              <p:spPr>
                <a:xfrm>
                  <a:off x="637" y="2585"/>
                  <a:ext cx="686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156" name="Google Shape;6156;p95"/>
              <p:cNvSpPr/>
              <p:nvPr/>
            </p:nvSpPr>
            <p:spPr>
              <a:xfrm>
                <a:off x="4225" y="1017"/>
                <a:ext cx="596" cy="51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157" name="Google Shape;6157;p95"/>
              <p:cNvGrpSpPr/>
              <p:nvPr/>
            </p:nvGrpSpPr>
            <p:grpSpPr>
              <a:xfrm>
                <a:off x="4744" y="995"/>
                <a:ext cx="581" cy="132"/>
                <a:chOff x="610" y="2569"/>
                <a:chExt cx="725" cy="137"/>
              </a:xfrm>
            </p:grpSpPr>
            <p:sp>
              <p:nvSpPr>
                <p:cNvPr id="6158" name="Google Shape;6158;p95"/>
                <p:cNvSpPr/>
                <p:nvPr/>
              </p:nvSpPr>
              <p:spPr>
                <a:xfrm>
                  <a:off x="610" y="2569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59" name="Google Shape;6159;p95"/>
                <p:cNvSpPr/>
                <p:nvPr/>
              </p:nvSpPr>
              <p:spPr>
                <a:xfrm>
                  <a:off x="630" y="2584"/>
                  <a:ext cx="68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160" name="Google Shape;6160;p95"/>
              <p:cNvSpPr/>
              <p:nvPr/>
            </p:nvSpPr>
            <p:spPr>
              <a:xfrm>
                <a:off x="4217" y="1355"/>
                <a:ext cx="596" cy="51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1" name="Google Shape;6161;p95"/>
              <p:cNvSpPr/>
              <p:nvPr/>
            </p:nvSpPr>
            <p:spPr>
              <a:xfrm>
                <a:off x="4225" y="1656"/>
                <a:ext cx="596" cy="44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162" name="Google Shape;6162;p95"/>
              <p:cNvGrpSpPr/>
              <p:nvPr/>
            </p:nvGrpSpPr>
            <p:grpSpPr>
              <a:xfrm>
                <a:off x="4737" y="1627"/>
                <a:ext cx="581" cy="154"/>
                <a:chOff x="616" y="2568"/>
                <a:chExt cx="724" cy="142"/>
              </a:xfrm>
            </p:grpSpPr>
            <p:sp>
              <p:nvSpPr>
                <p:cNvPr id="6163" name="Google Shape;6163;p95"/>
                <p:cNvSpPr/>
                <p:nvPr/>
              </p:nvSpPr>
              <p:spPr>
                <a:xfrm>
                  <a:off x="616" y="2568"/>
                  <a:ext cx="724" cy="14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64" name="Google Shape;6164;p95"/>
                <p:cNvSpPr/>
                <p:nvPr/>
              </p:nvSpPr>
              <p:spPr>
                <a:xfrm>
                  <a:off x="635" y="2582"/>
                  <a:ext cx="685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165" name="Google Shape;6165;p95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166" name="Google Shape;6166;p95"/>
              <p:cNvGrpSpPr/>
              <p:nvPr/>
            </p:nvGrpSpPr>
            <p:grpSpPr>
              <a:xfrm>
                <a:off x="4737" y="1326"/>
                <a:ext cx="581" cy="140"/>
                <a:chOff x="611" y="2567"/>
                <a:chExt cx="724" cy="140"/>
              </a:xfrm>
            </p:grpSpPr>
            <p:sp>
              <p:nvSpPr>
                <p:cNvPr id="6167" name="Google Shape;6167;p95"/>
                <p:cNvSpPr/>
                <p:nvPr/>
              </p:nvSpPr>
              <p:spPr>
                <a:xfrm>
                  <a:off x="611" y="2567"/>
                  <a:ext cx="724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68" name="Google Shape;6168;p95"/>
                <p:cNvSpPr/>
                <p:nvPr/>
              </p:nvSpPr>
              <p:spPr>
                <a:xfrm>
                  <a:off x="630" y="2581"/>
                  <a:ext cx="685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169" name="Google Shape;6169;p95"/>
              <p:cNvSpPr/>
              <p:nvPr/>
            </p:nvSpPr>
            <p:spPr>
              <a:xfrm>
                <a:off x="5247" y="429"/>
                <a:ext cx="70" cy="2286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0" name="Google Shape;6170;p95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1" name="Google Shape;6171;p95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2" name="Google Shape;6172;p95"/>
              <p:cNvSpPr/>
              <p:nvPr/>
            </p:nvSpPr>
            <p:spPr>
              <a:xfrm>
                <a:off x="5519" y="2612"/>
                <a:ext cx="46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3" name="Google Shape;6173;p95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4" name="Google Shape;6174;p95"/>
              <p:cNvSpPr/>
              <p:nvPr/>
            </p:nvSpPr>
            <p:spPr>
              <a:xfrm>
                <a:off x="4140" y="2678"/>
                <a:ext cx="1200" cy="147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5" name="Google Shape;6175;p95"/>
              <p:cNvSpPr/>
              <p:nvPr/>
            </p:nvSpPr>
            <p:spPr>
              <a:xfrm>
                <a:off x="4210" y="2707"/>
                <a:ext cx="1069" cy="8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6" name="Google Shape;6176;p95"/>
              <p:cNvSpPr/>
              <p:nvPr/>
            </p:nvSpPr>
            <p:spPr>
              <a:xfrm>
                <a:off x="4310" y="2384"/>
                <a:ext cx="155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7" name="Google Shape;6177;p95"/>
              <p:cNvSpPr/>
              <p:nvPr/>
            </p:nvSpPr>
            <p:spPr>
              <a:xfrm>
                <a:off x="4489" y="2384"/>
                <a:ext cx="155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8" name="Google Shape;6178;p95"/>
              <p:cNvSpPr/>
              <p:nvPr/>
            </p:nvSpPr>
            <p:spPr>
              <a:xfrm>
                <a:off x="4659" y="2384"/>
                <a:ext cx="163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9" name="Google Shape;6179;p95"/>
              <p:cNvSpPr/>
              <p:nvPr/>
            </p:nvSpPr>
            <p:spPr>
              <a:xfrm>
                <a:off x="5062" y="1833"/>
                <a:ext cx="85" cy="764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80" name="Google Shape;6180;p95"/>
            <p:cNvGrpSpPr/>
            <p:nvPr/>
          </p:nvGrpSpPr>
          <p:grpSpPr>
            <a:xfrm>
              <a:off x="6311900" y="3176588"/>
              <a:ext cx="434975" cy="349250"/>
              <a:chOff x="-44" y="1473"/>
              <a:chExt cx="981" cy="1105"/>
            </a:xfrm>
          </p:grpSpPr>
          <p:pic>
            <p:nvPicPr>
              <p:cNvPr descr="desktop_computer_stylized_medium" id="6181" name="Google Shape;6181;p9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82" name="Google Shape;6182;p9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83" name="Google Shape;6183;p95"/>
            <p:cNvGrpSpPr/>
            <p:nvPr/>
          </p:nvGrpSpPr>
          <p:grpSpPr>
            <a:xfrm flipH="1">
              <a:off x="7716838" y="3252788"/>
              <a:ext cx="434975" cy="349250"/>
              <a:chOff x="-44" y="1473"/>
              <a:chExt cx="981" cy="1105"/>
            </a:xfrm>
          </p:grpSpPr>
          <p:pic>
            <p:nvPicPr>
              <p:cNvPr descr="desktop_computer_stylized_medium" id="6184" name="Google Shape;6184;p9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85" name="Google Shape;6185;p9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86" name="Google Shape;6186;p95"/>
            <p:cNvGrpSpPr/>
            <p:nvPr/>
          </p:nvGrpSpPr>
          <p:grpSpPr>
            <a:xfrm flipH="1">
              <a:off x="7988300" y="2457450"/>
              <a:ext cx="434975" cy="349250"/>
              <a:chOff x="-44" y="1473"/>
              <a:chExt cx="981" cy="1105"/>
            </a:xfrm>
          </p:grpSpPr>
          <p:pic>
            <p:nvPicPr>
              <p:cNvPr descr="desktop_computer_stylized_medium" id="6187" name="Google Shape;6187;p9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88" name="Google Shape;6188;p9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89" name="Google Shape;6189;p95"/>
            <p:cNvGrpSpPr/>
            <p:nvPr/>
          </p:nvGrpSpPr>
          <p:grpSpPr>
            <a:xfrm flipH="1">
              <a:off x="8043863" y="1706563"/>
              <a:ext cx="434975" cy="349250"/>
              <a:chOff x="-44" y="1473"/>
              <a:chExt cx="981" cy="1105"/>
            </a:xfrm>
          </p:grpSpPr>
          <p:pic>
            <p:nvPicPr>
              <p:cNvPr descr="desktop_computer_stylized_medium" id="6190" name="Google Shape;6190;p9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91" name="Google Shape;6191;p9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92" name="Google Shape;6192;p95"/>
            <p:cNvGrpSpPr/>
            <p:nvPr/>
          </p:nvGrpSpPr>
          <p:grpSpPr>
            <a:xfrm flipH="1">
              <a:off x="6911975" y="1368425"/>
              <a:ext cx="434975" cy="349250"/>
              <a:chOff x="-44" y="1473"/>
              <a:chExt cx="981" cy="1105"/>
            </a:xfrm>
          </p:grpSpPr>
          <p:pic>
            <p:nvPicPr>
              <p:cNvPr descr="desktop_computer_stylized_medium" id="6193" name="Google Shape;6193;p9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94" name="Google Shape;6194;p9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95" name="Google Shape;6195;p95"/>
            <p:cNvGrpSpPr/>
            <p:nvPr/>
          </p:nvGrpSpPr>
          <p:grpSpPr>
            <a:xfrm>
              <a:off x="5824538" y="1411288"/>
              <a:ext cx="434975" cy="349250"/>
              <a:chOff x="-44" y="1473"/>
              <a:chExt cx="981" cy="1105"/>
            </a:xfrm>
          </p:grpSpPr>
          <p:pic>
            <p:nvPicPr>
              <p:cNvPr descr="desktop_computer_stylized_medium" id="6196" name="Google Shape;6196;p9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97" name="Google Shape;6197;p9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98" name="Google Shape;6198;p95"/>
            <p:cNvGrpSpPr/>
            <p:nvPr/>
          </p:nvGrpSpPr>
          <p:grpSpPr>
            <a:xfrm>
              <a:off x="5159375" y="2162175"/>
              <a:ext cx="434975" cy="349250"/>
              <a:chOff x="-44" y="1473"/>
              <a:chExt cx="981" cy="1105"/>
            </a:xfrm>
          </p:grpSpPr>
          <p:pic>
            <p:nvPicPr>
              <p:cNvPr descr="desktop_computer_stylized_medium" id="6199" name="Google Shape;6199;p9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200" name="Google Shape;6200;p9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201" name="Google Shape;6201;p95"/>
            <p:cNvGrpSpPr/>
            <p:nvPr/>
          </p:nvGrpSpPr>
          <p:grpSpPr>
            <a:xfrm>
              <a:off x="6129338" y="2749550"/>
              <a:ext cx="434975" cy="349250"/>
              <a:chOff x="-44" y="1473"/>
              <a:chExt cx="981" cy="1105"/>
            </a:xfrm>
          </p:grpSpPr>
          <p:pic>
            <p:nvPicPr>
              <p:cNvPr descr="desktop_computer_stylized_medium" id="6202" name="Google Shape;6202;p9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203" name="Google Shape;6203;p9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204" name="Google Shape;6204;p95"/>
            <p:cNvGrpSpPr/>
            <p:nvPr/>
          </p:nvGrpSpPr>
          <p:grpSpPr>
            <a:xfrm>
              <a:off x="7185025" y="2989263"/>
              <a:ext cx="325438" cy="261937"/>
              <a:chOff x="-44" y="1473"/>
              <a:chExt cx="981" cy="1105"/>
            </a:xfrm>
          </p:grpSpPr>
          <p:pic>
            <p:nvPicPr>
              <p:cNvPr descr="desktop_computer_stylized_medium" id="6205" name="Google Shape;6205;p9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206" name="Google Shape;6206;p9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207" name="Google Shape;6207;p9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2" name="Shape 6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3" name="Google Shape;6213;p9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BitTorrent: requesting, sending file chunks</a:t>
            </a:r>
            <a:endParaRPr/>
          </a:p>
        </p:txBody>
      </p:sp>
      <p:sp>
        <p:nvSpPr>
          <p:cNvPr id="6214" name="Google Shape;6214;p96"/>
          <p:cNvSpPr txBox="1"/>
          <p:nvPr/>
        </p:nvSpPr>
        <p:spPr>
          <a:xfrm>
            <a:off x="798691" y="1510619"/>
            <a:ext cx="4521200" cy="411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Requesting chunks:</a:t>
            </a:r>
            <a:endParaRPr/>
          </a:p>
          <a:p>
            <a:pPr indent="-276225" lvl="0" marL="406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any given time, different peers have different subsets of file chunks</a:t>
            </a:r>
            <a:endParaRPr/>
          </a:p>
          <a:p>
            <a:pPr indent="-276225" lvl="0" marL="406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periodically, Alice asks each peer for list of chunks that they have</a:t>
            </a:r>
            <a:endParaRPr/>
          </a:p>
          <a:p>
            <a:pPr indent="-276225" lvl="0" marL="406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requests missing chunks from peers, rarest first</a:t>
            </a:r>
            <a:endParaRPr/>
          </a:p>
        </p:txBody>
      </p:sp>
      <p:sp>
        <p:nvSpPr>
          <p:cNvPr id="6215" name="Google Shape;6215;p96"/>
          <p:cNvSpPr/>
          <p:nvPr/>
        </p:nvSpPr>
        <p:spPr>
          <a:xfrm>
            <a:off x="5927271" y="1412473"/>
            <a:ext cx="5714999" cy="5039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Sending chunks: tit-for-tat</a:t>
            </a:r>
            <a:endParaRPr/>
          </a:p>
          <a:p>
            <a:pPr indent="-341313" lvl="0" marL="406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sends chunks to those four peers currently sending her chunks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highest rate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 peers are choked by Alice (do not receive chunks from her)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re-evaluate top 4 every10 secs</a:t>
            </a:r>
            <a:endParaRPr/>
          </a:p>
          <a:p>
            <a:pPr indent="-341313" lvl="0" marL="47148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30 secs: randomly select another peer, starts sending chunks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“optimistically unchoke” this peer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newly chosen peer may join top 4</a:t>
            </a:r>
            <a:endParaRPr/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16" name="Google Shape;6216;p9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1" name="Shape 6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2" name="Google Shape;6222;p9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BitTorrent: tit-for-tat</a:t>
            </a:r>
            <a:endParaRPr/>
          </a:p>
        </p:txBody>
      </p:sp>
      <p:pic>
        <p:nvPicPr>
          <p:cNvPr descr="Alice" id="6223" name="Google Shape;6223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9027" y="5178425"/>
            <a:ext cx="561975" cy="6937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24" name="Google Shape;6224;p97"/>
          <p:cNvCxnSpPr/>
          <p:nvPr/>
        </p:nvCxnSpPr>
        <p:spPr>
          <a:xfrm rot="10800000">
            <a:off x="2452914" y="4184650"/>
            <a:ext cx="1473200" cy="5969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25" name="Google Shape;6225;p97"/>
          <p:cNvCxnSpPr/>
          <p:nvPr/>
        </p:nvCxnSpPr>
        <p:spPr>
          <a:xfrm flipH="1">
            <a:off x="2933927" y="5010150"/>
            <a:ext cx="965200" cy="381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26" name="Google Shape;6226;p97"/>
          <p:cNvCxnSpPr/>
          <p:nvPr/>
        </p:nvCxnSpPr>
        <p:spPr>
          <a:xfrm flipH="1">
            <a:off x="3608614" y="5124450"/>
            <a:ext cx="596900" cy="1041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27" name="Google Shape;6227;p97"/>
          <p:cNvCxnSpPr/>
          <p:nvPr/>
        </p:nvCxnSpPr>
        <p:spPr>
          <a:xfrm flipH="1" rot="10800000">
            <a:off x="6491514" y="3308350"/>
            <a:ext cx="419100" cy="6477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28" name="Google Shape;6228;p97"/>
          <p:cNvCxnSpPr/>
          <p:nvPr/>
        </p:nvCxnSpPr>
        <p:spPr>
          <a:xfrm flipH="1" rot="10800000">
            <a:off x="6593114" y="3892550"/>
            <a:ext cx="787400" cy="304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29" name="Google Shape;6229;p97"/>
          <p:cNvCxnSpPr/>
          <p:nvPr/>
        </p:nvCxnSpPr>
        <p:spPr>
          <a:xfrm>
            <a:off x="6593114" y="4362450"/>
            <a:ext cx="596900" cy="3175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Bob" id="6230" name="Google Shape;6230;p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9702" y="4606925"/>
            <a:ext cx="676275" cy="6905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31" name="Google Shape;6231;p97"/>
          <p:cNvCxnSpPr/>
          <p:nvPr/>
        </p:nvCxnSpPr>
        <p:spPr>
          <a:xfrm flipH="1" rot="10800000">
            <a:off x="4510314" y="4159250"/>
            <a:ext cx="1435100" cy="48260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6232" name="Google Shape;6232;p97"/>
          <p:cNvCxnSpPr/>
          <p:nvPr/>
        </p:nvCxnSpPr>
        <p:spPr>
          <a:xfrm flipH="1">
            <a:off x="4523014" y="4248150"/>
            <a:ext cx="1397000" cy="46990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33" name="Google Shape;6233;p97"/>
          <p:cNvCxnSpPr/>
          <p:nvPr/>
        </p:nvCxnSpPr>
        <p:spPr>
          <a:xfrm flipH="1" rot="10800000">
            <a:off x="4561114" y="4349750"/>
            <a:ext cx="1371600" cy="48260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34" name="Google Shape;6234;p97"/>
          <p:cNvSpPr txBox="1"/>
          <p:nvPr/>
        </p:nvSpPr>
        <p:spPr>
          <a:xfrm>
            <a:off x="825046" y="1288142"/>
            <a:ext cx="47891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(1) Alice “optimistically unchokes” Bob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5" name="Google Shape;6235;p97"/>
          <p:cNvSpPr txBox="1"/>
          <p:nvPr/>
        </p:nvSpPr>
        <p:spPr>
          <a:xfrm>
            <a:off x="822327" y="1711330"/>
            <a:ext cx="84967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(2) Alice becomes one of Bob’s top-four providers; Bob reciprocates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6" name="Google Shape;6236;p97"/>
          <p:cNvSpPr txBox="1"/>
          <p:nvPr/>
        </p:nvSpPr>
        <p:spPr>
          <a:xfrm>
            <a:off x="814389" y="2124086"/>
            <a:ext cx="62574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(3) Bob becomes one of Alice’s top-four providers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7" name="Google Shape;6237;p97"/>
          <p:cNvSpPr txBox="1"/>
          <p:nvPr/>
        </p:nvSpPr>
        <p:spPr>
          <a:xfrm>
            <a:off x="6416902" y="5338537"/>
            <a:ext cx="4897389" cy="830997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higher upload rate: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find better trading partners, get file faster !</a:t>
            </a:r>
            <a:endParaRPr/>
          </a:p>
        </p:txBody>
      </p:sp>
      <p:grpSp>
        <p:nvGrpSpPr>
          <p:cNvPr id="6238" name="Google Shape;6238;p97"/>
          <p:cNvGrpSpPr/>
          <p:nvPr/>
        </p:nvGrpSpPr>
        <p:grpSpPr>
          <a:xfrm>
            <a:off x="2194152" y="5014913"/>
            <a:ext cx="762000" cy="752475"/>
            <a:chOff x="-44" y="1473"/>
            <a:chExt cx="981" cy="1105"/>
          </a:xfrm>
        </p:grpSpPr>
        <p:pic>
          <p:nvPicPr>
            <p:cNvPr descr="desktop_computer_stylized_medium" id="6239" name="Google Shape;6239;p9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40" name="Google Shape;6240;p9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41" name="Google Shape;6241;p97"/>
          <p:cNvGrpSpPr/>
          <p:nvPr/>
        </p:nvGrpSpPr>
        <p:grpSpPr>
          <a:xfrm>
            <a:off x="2889477" y="5776913"/>
            <a:ext cx="762000" cy="752475"/>
            <a:chOff x="-44" y="1473"/>
            <a:chExt cx="981" cy="1105"/>
          </a:xfrm>
        </p:grpSpPr>
        <p:pic>
          <p:nvPicPr>
            <p:cNvPr descr="desktop_computer_stylized_medium" id="6242" name="Google Shape;6242;p9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43" name="Google Shape;6243;p9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44" name="Google Shape;6244;p97"/>
          <p:cNvGrpSpPr/>
          <p:nvPr/>
        </p:nvGrpSpPr>
        <p:grpSpPr>
          <a:xfrm>
            <a:off x="1708377" y="3894138"/>
            <a:ext cx="762000" cy="752475"/>
            <a:chOff x="-44" y="1473"/>
            <a:chExt cx="981" cy="1105"/>
          </a:xfrm>
        </p:grpSpPr>
        <p:pic>
          <p:nvPicPr>
            <p:cNvPr descr="desktop_computer_stylized_medium" id="6245" name="Google Shape;6245;p9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46" name="Google Shape;6246;p9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47" name="Google Shape;6247;p97"/>
          <p:cNvGrpSpPr/>
          <p:nvPr/>
        </p:nvGrpSpPr>
        <p:grpSpPr>
          <a:xfrm>
            <a:off x="3672114" y="4427538"/>
            <a:ext cx="762000" cy="752475"/>
            <a:chOff x="-44" y="1473"/>
            <a:chExt cx="981" cy="1105"/>
          </a:xfrm>
        </p:grpSpPr>
        <p:pic>
          <p:nvPicPr>
            <p:cNvPr descr="desktop_computer_stylized_medium" id="6248" name="Google Shape;6248;p9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49" name="Google Shape;6249;p9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50" name="Google Shape;6250;p97"/>
          <p:cNvGrpSpPr/>
          <p:nvPr/>
        </p:nvGrpSpPr>
        <p:grpSpPr>
          <a:xfrm flipH="1">
            <a:off x="7199539" y="4351338"/>
            <a:ext cx="762000" cy="752475"/>
            <a:chOff x="-44" y="1473"/>
            <a:chExt cx="981" cy="1105"/>
          </a:xfrm>
        </p:grpSpPr>
        <p:pic>
          <p:nvPicPr>
            <p:cNvPr descr="desktop_computer_stylized_medium" id="6251" name="Google Shape;6251;p9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52" name="Google Shape;6252;p9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53" name="Google Shape;6253;p97"/>
          <p:cNvGrpSpPr/>
          <p:nvPr/>
        </p:nvGrpSpPr>
        <p:grpSpPr>
          <a:xfrm flipH="1">
            <a:off x="7350352" y="3513138"/>
            <a:ext cx="762000" cy="752475"/>
            <a:chOff x="-44" y="1473"/>
            <a:chExt cx="981" cy="1105"/>
          </a:xfrm>
        </p:grpSpPr>
        <p:pic>
          <p:nvPicPr>
            <p:cNvPr descr="desktop_computer_stylized_medium" id="6254" name="Google Shape;6254;p9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55" name="Google Shape;6255;p9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56" name="Google Shape;6256;p97"/>
          <p:cNvGrpSpPr/>
          <p:nvPr/>
        </p:nvGrpSpPr>
        <p:grpSpPr>
          <a:xfrm flipH="1">
            <a:off x="6958239" y="2892425"/>
            <a:ext cx="762000" cy="752475"/>
            <a:chOff x="-44" y="1473"/>
            <a:chExt cx="981" cy="1105"/>
          </a:xfrm>
        </p:grpSpPr>
        <p:pic>
          <p:nvPicPr>
            <p:cNvPr descr="desktop_computer_stylized_medium" id="6257" name="Google Shape;6257;p9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58" name="Google Shape;6258;p9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59" name="Google Shape;6259;p97"/>
          <p:cNvGrpSpPr/>
          <p:nvPr/>
        </p:nvGrpSpPr>
        <p:grpSpPr>
          <a:xfrm flipH="1">
            <a:off x="6035902" y="3883025"/>
            <a:ext cx="762000" cy="752475"/>
            <a:chOff x="-44" y="1473"/>
            <a:chExt cx="981" cy="1105"/>
          </a:xfrm>
        </p:grpSpPr>
        <p:pic>
          <p:nvPicPr>
            <p:cNvPr descr="desktop_computer_stylized_medium" id="6260" name="Google Shape;6260;p9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61" name="Google Shape;6261;p9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62" name="Google Shape;6262;p97"/>
          <p:cNvGrpSpPr/>
          <p:nvPr/>
        </p:nvGrpSpPr>
        <p:grpSpPr>
          <a:xfrm>
            <a:off x="5815239" y="2717800"/>
            <a:ext cx="762000" cy="1177925"/>
            <a:chOff x="4746" y="1528"/>
            <a:chExt cx="480" cy="742"/>
          </a:xfrm>
        </p:grpSpPr>
        <p:cxnSp>
          <p:nvCxnSpPr>
            <p:cNvPr id="6263" name="Google Shape;6263;p97"/>
            <p:cNvCxnSpPr/>
            <p:nvPr/>
          </p:nvCxnSpPr>
          <p:spPr>
            <a:xfrm>
              <a:off x="4964" y="1962"/>
              <a:ext cx="2" cy="30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6264" name="Google Shape;6264;p97"/>
            <p:cNvGrpSpPr/>
            <p:nvPr/>
          </p:nvGrpSpPr>
          <p:grpSpPr>
            <a:xfrm flipH="1">
              <a:off x="4746" y="1528"/>
              <a:ext cx="480" cy="474"/>
              <a:chOff x="-44" y="1473"/>
              <a:chExt cx="981" cy="1105"/>
            </a:xfrm>
          </p:grpSpPr>
          <p:pic>
            <p:nvPicPr>
              <p:cNvPr descr="desktop_computer_stylized_medium" id="6265" name="Google Shape;6265;p9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266" name="Google Shape;6266;p9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267" name="Google Shape;6267;p97"/>
          <p:cNvGrpSpPr/>
          <p:nvPr/>
        </p:nvGrpSpPr>
        <p:grpSpPr>
          <a:xfrm>
            <a:off x="2905352" y="3206750"/>
            <a:ext cx="1112837" cy="1219200"/>
            <a:chOff x="4779" y="2386"/>
            <a:chExt cx="701" cy="768"/>
          </a:xfrm>
        </p:grpSpPr>
        <p:cxnSp>
          <p:nvCxnSpPr>
            <p:cNvPr id="6268" name="Google Shape;6268;p97"/>
            <p:cNvCxnSpPr/>
            <p:nvPr/>
          </p:nvCxnSpPr>
          <p:spPr>
            <a:xfrm>
              <a:off x="5239" y="2812"/>
              <a:ext cx="241" cy="34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6269" name="Google Shape;6269;p97"/>
            <p:cNvGrpSpPr/>
            <p:nvPr/>
          </p:nvGrpSpPr>
          <p:grpSpPr>
            <a:xfrm>
              <a:off x="4779" y="2386"/>
              <a:ext cx="480" cy="474"/>
              <a:chOff x="-44" y="1473"/>
              <a:chExt cx="981" cy="1105"/>
            </a:xfrm>
          </p:grpSpPr>
          <p:pic>
            <p:nvPicPr>
              <p:cNvPr descr="desktop_computer_stylized_medium" id="6270" name="Google Shape;6270;p9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271" name="Google Shape;6271;p9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272" name="Google Shape;6272;p9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2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2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7" name="Shape 6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8" name="Google Shape;6278;p9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Application layer: overview</a:t>
            </a:r>
            <a:endParaRPr/>
          </a:p>
        </p:txBody>
      </p:sp>
      <p:sp>
        <p:nvSpPr>
          <p:cNvPr id="6279" name="Google Shape;6279;p98"/>
          <p:cNvSpPr txBox="1"/>
          <p:nvPr/>
        </p:nvSpPr>
        <p:spPr>
          <a:xfrm>
            <a:off x="809242" y="1870563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1638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Web and HTTP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The Domain Name System DNS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0" name="Google Shape;6280;p98"/>
          <p:cNvSpPr txBox="1"/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349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streaming and content distribution networks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1" name="Google Shape;6281;p9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Kurose&amp;Ross 8th edition photo" id="6282" name="Google Shape;6282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7391" y="4125913"/>
            <a:ext cx="3087757" cy="2315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7" name="Shape 6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8" name="Google Shape;6288;p9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Video Streaming and CDNs: context</a:t>
            </a:r>
            <a:endParaRPr/>
          </a:p>
        </p:txBody>
      </p:sp>
      <p:sp>
        <p:nvSpPr>
          <p:cNvPr id="6289" name="Google Shape;6289;p99"/>
          <p:cNvSpPr/>
          <p:nvPr/>
        </p:nvSpPr>
        <p:spPr>
          <a:xfrm>
            <a:off x="703683" y="1457742"/>
            <a:ext cx="8448901" cy="8946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0" name="Google Shape;6290;p99"/>
          <p:cNvSpPr/>
          <p:nvPr/>
        </p:nvSpPr>
        <p:spPr>
          <a:xfrm>
            <a:off x="799123" y="1492538"/>
            <a:ext cx="6164385" cy="4821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3" lvl="0" marL="3571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stream video traffic: major consumer of Internet bandwidth</a:t>
            </a:r>
            <a:endParaRPr/>
          </a:p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Netflix, YouTube, Amazon Prime: 80% of residential ISP traffic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(2020)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challenge: 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scale - how to reach ~1B users?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91" name="Google Shape;6291;p99"/>
          <p:cNvGrpSpPr/>
          <p:nvPr/>
        </p:nvGrpSpPr>
        <p:grpSpPr>
          <a:xfrm>
            <a:off x="8502619" y="3784268"/>
            <a:ext cx="3689381" cy="2624305"/>
            <a:chOff x="8502619" y="4539639"/>
            <a:chExt cx="3689381" cy="2624305"/>
          </a:xfrm>
        </p:grpSpPr>
        <p:pic>
          <p:nvPicPr>
            <p:cNvPr id="6292" name="Google Shape;6292;p9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930975" y="6101881"/>
              <a:ext cx="1710592" cy="1062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93" name="Google Shape;6293;p9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520238" y="4539639"/>
              <a:ext cx="2671762" cy="1495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94" name="Google Shape;6294;p9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502619" y="4874389"/>
              <a:ext cx="1227138" cy="5699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95" name="Google Shape;6295;p9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972122" y="5629397"/>
              <a:ext cx="1501775" cy="708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96" name="Google Shape;6296;p99"/>
          <p:cNvSpPr/>
          <p:nvPr/>
        </p:nvSpPr>
        <p:spPr>
          <a:xfrm>
            <a:off x="857738" y="4177497"/>
            <a:ext cx="9341339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challenge: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heterogeneity</a:t>
            </a:r>
            <a:endParaRPr/>
          </a:p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different users have different capabilities (e.g., wired versus mobile; bandwidth rich versus bandwidth poor)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solution: </a:t>
            </a:r>
            <a:r>
              <a:rPr b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distributed, application-level infrastructure</a:t>
            </a:r>
            <a:endParaRPr/>
          </a:p>
        </p:txBody>
      </p:sp>
      <p:sp>
        <p:nvSpPr>
          <p:cNvPr id="6297" name="Google Shape;6297;p9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2" name="Shape 6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3" name="Google Shape;6303;p10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Multimedia: video</a:t>
            </a:r>
            <a:endParaRPr/>
          </a:p>
        </p:txBody>
      </p:sp>
      <p:sp>
        <p:nvSpPr>
          <p:cNvPr id="6304" name="Google Shape;6304;p100"/>
          <p:cNvSpPr txBox="1"/>
          <p:nvPr/>
        </p:nvSpPr>
        <p:spPr>
          <a:xfrm>
            <a:off x="864007" y="1452894"/>
            <a:ext cx="5710237" cy="490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video: sequence of images displayed at constant rate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24 images/sec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digital image: array of pixels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pixel represented by bits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coding: use redundancy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within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between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images to decrease # bits used to encode image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spatial (within image)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temporal (from one image to next)</a:t>
            </a:r>
            <a:endParaRPr/>
          </a:p>
        </p:txBody>
      </p:sp>
      <p:pic>
        <p:nvPicPr>
          <p:cNvPr id="6305" name="Google Shape;6305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1760" y="2016918"/>
            <a:ext cx="1642671" cy="18605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06" name="Google Shape;6306;p100"/>
          <p:cNvGrpSpPr/>
          <p:nvPr/>
        </p:nvGrpSpPr>
        <p:grpSpPr>
          <a:xfrm>
            <a:off x="7728905" y="562768"/>
            <a:ext cx="3274430" cy="1730347"/>
            <a:chOff x="5345311" y="524250"/>
            <a:chExt cx="3274238" cy="1730214"/>
          </a:xfrm>
        </p:grpSpPr>
        <p:sp>
          <p:nvSpPr>
            <p:cNvPr id="6307" name="Google Shape;6307;p100"/>
            <p:cNvSpPr txBox="1"/>
            <p:nvPr/>
          </p:nvSpPr>
          <p:spPr>
            <a:xfrm>
              <a:off x="5345311" y="1789936"/>
              <a:ext cx="1856071" cy="369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Arial Narrow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……………………..</a:t>
              </a:r>
              <a:endParaRPr/>
            </a:p>
          </p:txBody>
        </p:sp>
        <p:sp>
          <p:nvSpPr>
            <p:cNvPr id="6308" name="Google Shape;6308;p100"/>
            <p:cNvSpPr txBox="1"/>
            <p:nvPr/>
          </p:nvSpPr>
          <p:spPr>
            <a:xfrm>
              <a:off x="5808125" y="524250"/>
              <a:ext cx="2811424" cy="1169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spatial coding example: 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instead of sending</a:t>
              </a: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N 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values of same color (all purple), send only two values: color  value (</a:t>
              </a: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purple)  and number of repeated values (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N)</a:t>
              </a:r>
              <a:endParaRPr/>
            </a:p>
          </p:txBody>
        </p:sp>
        <p:sp>
          <p:nvSpPr>
            <p:cNvPr id="6309" name="Google Shape;6309;p100"/>
            <p:cNvSpPr txBox="1"/>
            <p:nvPr/>
          </p:nvSpPr>
          <p:spPr>
            <a:xfrm>
              <a:off x="5354771" y="1885160"/>
              <a:ext cx="1803448" cy="369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Arial Narrow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……………….…….</a:t>
              </a:r>
              <a:endParaRPr/>
            </a:p>
          </p:txBody>
        </p:sp>
        <p:cxnSp>
          <p:nvCxnSpPr>
            <p:cNvPr id="6310" name="Google Shape;6310;p100"/>
            <p:cNvCxnSpPr/>
            <p:nvPr/>
          </p:nvCxnSpPr>
          <p:spPr>
            <a:xfrm flipH="1">
              <a:off x="5565603" y="756253"/>
              <a:ext cx="313958" cy="115578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311" name="Google Shape;6311;p100"/>
          <p:cNvSpPr txBox="1"/>
          <p:nvPr/>
        </p:nvSpPr>
        <p:spPr>
          <a:xfrm>
            <a:off x="7707517" y="3922158"/>
            <a:ext cx="933284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frame</a:t>
            </a:r>
            <a:r>
              <a:rPr b="0" i="1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</a:t>
            </a:r>
            <a:endParaRPr/>
          </a:p>
        </p:txBody>
      </p:sp>
      <p:sp>
        <p:nvSpPr>
          <p:cNvPr id="6312" name="Google Shape;6312;p100"/>
          <p:cNvSpPr txBox="1"/>
          <p:nvPr/>
        </p:nvSpPr>
        <p:spPr>
          <a:xfrm>
            <a:off x="9435347" y="5878584"/>
            <a:ext cx="119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frame</a:t>
            </a:r>
            <a:r>
              <a:rPr b="0" i="1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i+1</a:t>
            </a:r>
            <a:endParaRPr/>
          </a:p>
        </p:txBody>
      </p:sp>
      <p:grpSp>
        <p:nvGrpSpPr>
          <p:cNvPr id="6313" name="Google Shape;6313;p100"/>
          <p:cNvGrpSpPr/>
          <p:nvPr/>
        </p:nvGrpSpPr>
        <p:grpSpPr>
          <a:xfrm>
            <a:off x="6722609" y="4288938"/>
            <a:ext cx="2646470" cy="2006293"/>
            <a:chOff x="6722609" y="4288938"/>
            <a:chExt cx="2646470" cy="2006293"/>
          </a:xfrm>
        </p:grpSpPr>
        <p:sp>
          <p:nvSpPr>
            <p:cNvPr id="6314" name="Google Shape;6314;p100"/>
            <p:cNvSpPr txBox="1"/>
            <p:nvPr/>
          </p:nvSpPr>
          <p:spPr>
            <a:xfrm>
              <a:off x="6722609" y="5125243"/>
              <a:ext cx="2277657" cy="1169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temporal coding example: 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instead of sending complete frame at i+1, send only differences from frame i</a:t>
              </a:r>
              <a:endParaRPr/>
            </a:p>
          </p:txBody>
        </p:sp>
        <p:cxnSp>
          <p:nvCxnSpPr>
            <p:cNvPr id="6315" name="Google Shape;6315;p100"/>
            <p:cNvCxnSpPr/>
            <p:nvPr/>
          </p:nvCxnSpPr>
          <p:spPr>
            <a:xfrm>
              <a:off x="8356199" y="4288938"/>
              <a:ext cx="1012880" cy="1783949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6316" name="Google Shape;6316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6363" y="4074213"/>
            <a:ext cx="1642671" cy="1860574"/>
          </a:xfrm>
          <a:prstGeom prst="rect">
            <a:avLst/>
          </a:prstGeom>
          <a:noFill/>
          <a:ln>
            <a:noFill/>
          </a:ln>
        </p:spPr>
      </p:pic>
      <p:sp>
        <p:nvSpPr>
          <p:cNvPr id="6317" name="Google Shape;6317;p10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2" name="Shape 6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3" name="Google Shape;6323;p10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Multimedia: video</a:t>
            </a:r>
            <a:endParaRPr/>
          </a:p>
        </p:txBody>
      </p:sp>
      <p:grpSp>
        <p:nvGrpSpPr>
          <p:cNvPr id="6324" name="Google Shape;6324;p101"/>
          <p:cNvGrpSpPr/>
          <p:nvPr/>
        </p:nvGrpSpPr>
        <p:grpSpPr>
          <a:xfrm>
            <a:off x="6722609" y="562768"/>
            <a:ext cx="4416425" cy="5732463"/>
            <a:chOff x="4338638" y="295275"/>
            <a:chExt cx="4417210" cy="5732463"/>
          </a:xfrm>
        </p:grpSpPr>
        <p:pic>
          <p:nvPicPr>
            <p:cNvPr id="6325" name="Google Shape;6325;p10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87975" y="1749425"/>
              <a:ext cx="1642963" cy="186057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326" name="Google Shape;6326;p101"/>
            <p:cNvGrpSpPr/>
            <p:nvPr/>
          </p:nvGrpSpPr>
          <p:grpSpPr>
            <a:xfrm>
              <a:off x="5345113" y="295275"/>
              <a:ext cx="3275012" cy="1730347"/>
              <a:chOff x="5345311" y="524250"/>
              <a:chExt cx="3274238" cy="1730214"/>
            </a:xfrm>
          </p:grpSpPr>
          <p:sp>
            <p:nvSpPr>
              <p:cNvPr id="6327" name="Google Shape;6327;p101"/>
              <p:cNvSpPr txBox="1"/>
              <p:nvPr/>
            </p:nvSpPr>
            <p:spPr>
              <a:xfrm>
                <a:off x="5345311" y="1789936"/>
                <a:ext cx="1856071" cy="369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800"/>
                  <a:buFont typeface="Arial Narrow"/>
                  <a:buNone/>
                </a:pPr>
                <a:r>
                  <a:rPr b="0" i="0" lang="en-US" sz="1800" u="none" cap="none" strike="noStrike">
                    <a:solidFill>
                      <a:srgbClr val="CC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……………………..</a:t>
                </a:r>
                <a:endParaRPr/>
              </a:p>
            </p:txBody>
          </p:sp>
          <p:sp>
            <p:nvSpPr>
              <p:cNvPr id="6328" name="Google Shape;6328;p101"/>
              <p:cNvSpPr txBox="1"/>
              <p:nvPr/>
            </p:nvSpPr>
            <p:spPr>
              <a:xfrm>
                <a:off x="5808125" y="524250"/>
                <a:ext cx="2811424" cy="11695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400"/>
                  <a:buFont typeface="Arial"/>
                  <a:buNone/>
                </a:pPr>
                <a:r>
                  <a:rPr b="0" i="1" lang="en-US" sz="1400" u="none" cap="none" strike="noStrike">
                    <a:solidFill>
                      <a:srgbClr val="CC0000"/>
                    </a:solidFill>
                    <a:latin typeface="Arial"/>
                    <a:ea typeface="Arial"/>
                    <a:cs typeface="Arial"/>
                    <a:sym typeface="Arial"/>
                  </a:rPr>
                  <a:t>spatial coding example: </a:t>
                </a: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instead of sending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N </a:t>
                </a: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values of same color (all purple), send only two values: color  value (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purple)  and number of repeated values (</a:t>
                </a: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N)</a:t>
                </a:r>
                <a:endParaRPr/>
              </a:p>
            </p:txBody>
          </p:sp>
          <p:sp>
            <p:nvSpPr>
              <p:cNvPr id="6329" name="Google Shape;6329;p101"/>
              <p:cNvSpPr txBox="1"/>
              <p:nvPr/>
            </p:nvSpPr>
            <p:spPr>
              <a:xfrm>
                <a:off x="5354771" y="1885160"/>
                <a:ext cx="1803448" cy="369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800"/>
                  <a:buFont typeface="Arial Narrow"/>
                  <a:buNone/>
                </a:pPr>
                <a:r>
                  <a:rPr b="0" i="0" lang="en-US" sz="1800" u="none" cap="none" strike="noStrike">
                    <a:solidFill>
                      <a:srgbClr val="CC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……………….…….</a:t>
                </a:r>
                <a:endParaRPr/>
              </a:p>
            </p:txBody>
          </p:sp>
          <p:cxnSp>
            <p:nvCxnSpPr>
              <p:cNvPr id="6330" name="Google Shape;6330;p101"/>
              <p:cNvCxnSpPr/>
              <p:nvPr/>
            </p:nvCxnSpPr>
            <p:spPr>
              <a:xfrm flipH="1">
                <a:off x="5565603" y="756253"/>
                <a:ext cx="313958" cy="1155782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6331" name="Google Shape;6331;p101"/>
            <p:cNvSpPr txBox="1"/>
            <p:nvPr/>
          </p:nvSpPr>
          <p:spPr>
            <a:xfrm>
              <a:off x="5323721" y="3654665"/>
              <a:ext cx="933450" cy="3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frame</a:t>
              </a:r>
              <a:r>
                <a:rPr b="0" i="1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 i</a:t>
              </a:r>
              <a:endParaRPr/>
            </a:p>
          </p:txBody>
        </p:sp>
        <p:sp>
          <p:nvSpPr>
            <p:cNvPr id="6332" name="Google Shape;6332;p101"/>
            <p:cNvSpPr txBox="1"/>
            <p:nvPr/>
          </p:nvSpPr>
          <p:spPr>
            <a:xfrm>
              <a:off x="7051858" y="5611091"/>
              <a:ext cx="1196975" cy="369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frame</a:t>
              </a:r>
              <a:r>
                <a:rPr b="0" i="1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 i+1</a:t>
              </a:r>
              <a:endParaRPr/>
            </a:p>
          </p:txBody>
        </p:sp>
        <p:sp>
          <p:nvSpPr>
            <p:cNvPr id="6333" name="Google Shape;6333;p101"/>
            <p:cNvSpPr txBox="1"/>
            <p:nvPr/>
          </p:nvSpPr>
          <p:spPr>
            <a:xfrm>
              <a:off x="4338638" y="4857750"/>
              <a:ext cx="2278062" cy="1169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temporal coding example: 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instead of sending complete frame at i+1, send only differences from frame i</a:t>
              </a:r>
              <a:endParaRPr/>
            </a:p>
          </p:txBody>
        </p:sp>
        <p:cxnSp>
          <p:nvCxnSpPr>
            <p:cNvPr id="6334" name="Google Shape;6334;p101"/>
            <p:cNvCxnSpPr/>
            <p:nvPr/>
          </p:nvCxnSpPr>
          <p:spPr>
            <a:xfrm>
              <a:off x="5972518" y="4021445"/>
              <a:ext cx="1013060" cy="1783949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id="6335" name="Google Shape;6335;p10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12885" y="3806720"/>
              <a:ext cx="1642963" cy="18605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36" name="Google Shape;6336;p101"/>
          <p:cNvSpPr txBox="1"/>
          <p:nvPr/>
        </p:nvSpPr>
        <p:spPr>
          <a:xfrm>
            <a:off x="1033466" y="1458684"/>
            <a:ext cx="5254061" cy="490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CBR: (constant bit rate):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 encoding rate fixed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VBR:  (variable bit rate):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 encoding rate changes as amount of spatial, temporal coding changes 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MPEG 1 (CD-ROM) 1.5 Mbps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MPEG2 (DVD) 3-6 Mbps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MPEG4 (often used in Internet,  64Kbps – 12 Mbps)</a:t>
            </a:r>
            <a:endParaRPr/>
          </a:p>
        </p:txBody>
      </p:sp>
      <p:sp>
        <p:nvSpPr>
          <p:cNvPr id="6337" name="Google Shape;6337;p10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2" name="Shape 6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3" name="Google Shape;6343;p102"/>
          <p:cNvSpPr txBox="1"/>
          <p:nvPr>
            <p:ph idx="1" type="body"/>
          </p:nvPr>
        </p:nvSpPr>
        <p:spPr>
          <a:xfrm>
            <a:off x="847142" y="4099627"/>
            <a:ext cx="10923837" cy="25438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58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/>
              <a:t>Main challenges: </a:t>
            </a:r>
            <a:endParaRPr/>
          </a:p>
          <a:p>
            <a:pPr indent="-293688" lvl="0" marL="4714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server-to-client bandwidth will </a:t>
            </a:r>
            <a:r>
              <a:rPr i="1" lang="en-US">
                <a:solidFill>
                  <a:srgbClr val="C00000"/>
                </a:solidFill>
              </a:rPr>
              <a:t>vary</a:t>
            </a:r>
            <a:r>
              <a:rPr lang="en-US"/>
              <a:t> over time, with changing network congestion levels (in house, access network, network core, video server)</a:t>
            </a:r>
            <a:endParaRPr/>
          </a:p>
          <a:p>
            <a:pPr indent="-293688" lvl="0" marL="4714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packet loss, delay due to congestion will delay playout, or result in poor video quality</a:t>
            </a:r>
            <a:endParaRPr/>
          </a:p>
        </p:txBody>
      </p:sp>
      <p:sp>
        <p:nvSpPr>
          <p:cNvPr id="6344" name="Google Shape;6344;p10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Streaming stored </a:t>
            </a:r>
            <a:r>
              <a:rPr lang="en-US"/>
              <a:t>v</a:t>
            </a:r>
            <a:r>
              <a:rPr lang="en-US" sz="4400"/>
              <a:t>ideo</a:t>
            </a:r>
            <a:endParaRPr/>
          </a:p>
        </p:txBody>
      </p:sp>
      <p:sp>
        <p:nvSpPr>
          <p:cNvPr id="6345" name="Google Shape;6345;p102"/>
          <p:cNvSpPr txBox="1"/>
          <p:nvPr/>
        </p:nvSpPr>
        <p:spPr>
          <a:xfrm>
            <a:off x="885242" y="1331912"/>
            <a:ext cx="2749550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scenario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6346" name="Google Shape;6346;p102"/>
          <p:cNvSpPr txBox="1"/>
          <p:nvPr/>
        </p:nvSpPr>
        <p:spPr>
          <a:xfrm>
            <a:off x="923341" y="3132138"/>
            <a:ext cx="1652588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video server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(stored video)</a:t>
            </a:r>
            <a:endParaRPr b="0" i="1" sz="1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47" name="Google Shape;6347;p102"/>
          <p:cNvGrpSpPr/>
          <p:nvPr/>
        </p:nvGrpSpPr>
        <p:grpSpPr>
          <a:xfrm>
            <a:off x="4485341" y="1757362"/>
            <a:ext cx="1815446" cy="1481575"/>
            <a:chOff x="1842724" y="2867233"/>
            <a:chExt cx="5649912" cy="3416300"/>
          </a:xfrm>
        </p:grpSpPr>
        <p:sp>
          <p:nvSpPr>
            <p:cNvPr id="6348" name="Google Shape;6348;p102"/>
            <p:cNvSpPr/>
            <p:nvPr/>
          </p:nvSpPr>
          <p:spPr>
            <a:xfrm>
              <a:off x="1842724" y="2867233"/>
              <a:ext cx="5649912" cy="768350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9" name="Google Shape;6349;p102"/>
            <p:cNvSpPr/>
            <p:nvPr/>
          </p:nvSpPr>
          <p:spPr>
            <a:xfrm>
              <a:off x="2277699" y="3621296"/>
              <a:ext cx="4781550" cy="266223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50" name="Google Shape;6350;p102"/>
          <p:cNvGrpSpPr/>
          <p:nvPr/>
        </p:nvGrpSpPr>
        <p:grpSpPr>
          <a:xfrm>
            <a:off x="1538452" y="2381945"/>
            <a:ext cx="367460" cy="735587"/>
            <a:chOff x="4140" y="429"/>
            <a:chExt cx="1425" cy="2396"/>
          </a:xfrm>
        </p:grpSpPr>
        <p:sp>
          <p:nvSpPr>
            <p:cNvPr id="6351" name="Google Shape;6351;p10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2" name="Google Shape;6352;p102"/>
            <p:cNvSpPr/>
            <p:nvPr/>
          </p:nvSpPr>
          <p:spPr>
            <a:xfrm>
              <a:off x="4204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3" name="Google Shape;6353;p10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4" name="Google Shape;6354;p10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5" name="Google Shape;6355;p102"/>
            <p:cNvSpPr/>
            <p:nvPr/>
          </p:nvSpPr>
          <p:spPr>
            <a:xfrm>
              <a:off x="4214" y="695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56" name="Google Shape;6356;p102"/>
            <p:cNvGrpSpPr/>
            <p:nvPr/>
          </p:nvGrpSpPr>
          <p:grpSpPr>
            <a:xfrm>
              <a:off x="4749" y="666"/>
              <a:ext cx="583" cy="145"/>
              <a:chOff x="614" y="2566"/>
              <a:chExt cx="727" cy="139"/>
            </a:xfrm>
          </p:grpSpPr>
          <p:sp>
            <p:nvSpPr>
              <p:cNvPr id="6357" name="Google Shape;6357;p102"/>
              <p:cNvSpPr/>
              <p:nvPr/>
            </p:nvSpPr>
            <p:spPr>
              <a:xfrm>
                <a:off x="614" y="2566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8" name="Google Shape;6358;p102"/>
              <p:cNvSpPr/>
              <p:nvPr/>
            </p:nvSpPr>
            <p:spPr>
              <a:xfrm>
                <a:off x="627" y="2580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359" name="Google Shape;6359;p102"/>
            <p:cNvSpPr/>
            <p:nvPr/>
          </p:nvSpPr>
          <p:spPr>
            <a:xfrm>
              <a:off x="4225" y="1020"/>
              <a:ext cx="593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60" name="Google Shape;6360;p102"/>
            <p:cNvGrpSpPr/>
            <p:nvPr/>
          </p:nvGrpSpPr>
          <p:grpSpPr>
            <a:xfrm>
              <a:off x="4749" y="995"/>
              <a:ext cx="578" cy="131"/>
              <a:chOff x="617" y="2569"/>
              <a:chExt cx="721" cy="136"/>
            </a:xfrm>
          </p:grpSpPr>
          <p:sp>
            <p:nvSpPr>
              <p:cNvPr id="6361" name="Google Shape;6361;p102"/>
              <p:cNvSpPr/>
              <p:nvPr/>
            </p:nvSpPr>
            <p:spPr>
              <a:xfrm>
                <a:off x="617" y="2569"/>
                <a:ext cx="72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2" name="Google Shape;6362;p102"/>
              <p:cNvSpPr/>
              <p:nvPr/>
            </p:nvSpPr>
            <p:spPr>
              <a:xfrm>
                <a:off x="630" y="2584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363" name="Google Shape;6363;p102"/>
            <p:cNvSpPr/>
            <p:nvPr/>
          </p:nvSpPr>
          <p:spPr>
            <a:xfrm>
              <a:off x="4219" y="1358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4" name="Google Shape;6364;p102"/>
            <p:cNvSpPr/>
            <p:nvPr/>
          </p:nvSpPr>
          <p:spPr>
            <a:xfrm>
              <a:off x="4225" y="1654"/>
              <a:ext cx="599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65" name="Google Shape;6365;p102"/>
            <p:cNvGrpSpPr/>
            <p:nvPr/>
          </p:nvGrpSpPr>
          <p:grpSpPr>
            <a:xfrm>
              <a:off x="4733" y="1629"/>
              <a:ext cx="577" cy="150"/>
              <a:chOff x="612" y="2570"/>
              <a:chExt cx="719" cy="138"/>
            </a:xfrm>
          </p:grpSpPr>
          <p:sp>
            <p:nvSpPr>
              <p:cNvPr id="6366" name="Google Shape;6366;p102"/>
              <p:cNvSpPr/>
              <p:nvPr/>
            </p:nvSpPr>
            <p:spPr>
              <a:xfrm>
                <a:off x="612" y="2570"/>
                <a:ext cx="71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7" name="Google Shape;6367;p102"/>
              <p:cNvSpPr/>
              <p:nvPr/>
            </p:nvSpPr>
            <p:spPr>
              <a:xfrm>
                <a:off x="625" y="2588"/>
                <a:ext cx="693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368" name="Google Shape;6368;p10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69" name="Google Shape;6369;p102"/>
            <p:cNvGrpSpPr/>
            <p:nvPr/>
          </p:nvGrpSpPr>
          <p:grpSpPr>
            <a:xfrm>
              <a:off x="4739" y="1329"/>
              <a:ext cx="583" cy="136"/>
              <a:chOff x="614" y="2570"/>
              <a:chExt cx="726" cy="136"/>
            </a:xfrm>
          </p:grpSpPr>
          <p:sp>
            <p:nvSpPr>
              <p:cNvPr id="6370" name="Google Shape;6370;p102"/>
              <p:cNvSpPr/>
              <p:nvPr/>
            </p:nvSpPr>
            <p:spPr>
              <a:xfrm>
                <a:off x="614" y="2570"/>
                <a:ext cx="726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1" name="Google Shape;6371;p102"/>
              <p:cNvSpPr/>
              <p:nvPr/>
            </p:nvSpPr>
            <p:spPr>
              <a:xfrm>
                <a:off x="627" y="2585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372" name="Google Shape;6372;p102"/>
            <p:cNvSpPr/>
            <p:nvPr/>
          </p:nvSpPr>
          <p:spPr>
            <a:xfrm>
              <a:off x="5252" y="429"/>
              <a:ext cx="64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3" name="Google Shape;6373;p10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4" name="Google Shape;6374;p10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5" name="Google Shape;6375;p102"/>
            <p:cNvSpPr/>
            <p:nvPr/>
          </p:nvSpPr>
          <p:spPr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6" name="Google Shape;6376;p10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7" name="Google Shape;6377;p102"/>
            <p:cNvSpPr/>
            <p:nvPr/>
          </p:nvSpPr>
          <p:spPr>
            <a:xfrm>
              <a:off x="4140" y="2680"/>
              <a:ext cx="1203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8" name="Google Shape;6378;p102"/>
            <p:cNvSpPr/>
            <p:nvPr/>
          </p:nvSpPr>
          <p:spPr>
            <a:xfrm>
              <a:off x="4204" y="2709"/>
              <a:ext cx="1075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9" name="Google Shape;6379;p102"/>
            <p:cNvSpPr/>
            <p:nvPr/>
          </p:nvSpPr>
          <p:spPr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0" name="Google Shape;6380;p102"/>
            <p:cNvSpPr/>
            <p:nvPr/>
          </p:nvSpPr>
          <p:spPr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1" name="Google Shape;6381;p102"/>
            <p:cNvSpPr/>
            <p:nvPr/>
          </p:nvSpPr>
          <p:spPr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2" name="Google Shape;6382;p102"/>
            <p:cNvSpPr/>
            <p:nvPr/>
          </p:nvSpPr>
          <p:spPr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83" name="Google Shape;6383;p102"/>
          <p:cNvGrpSpPr/>
          <p:nvPr/>
        </p:nvGrpSpPr>
        <p:grpSpPr>
          <a:xfrm>
            <a:off x="1170991" y="2037185"/>
            <a:ext cx="1102382" cy="340302"/>
            <a:chOff x="3621" y="3265"/>
            <a:chExt cx="1776" cy="744"/>
          </a:xfrm>
        </p:grpSpPr>
        <p:pic>
          <p:nvPicPr>
            <p:cNvPr descr="reellogo" id="6384" name="Google Shape;6384;p10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21" y="3265"/>
              <a:ext cx="1776" cy="7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85" name="Google Shape;6385;p102"/>
            <p:cNvSpPr/>
            <p:nvPr/>
          </p:nvSpPr>
          <p:spPr>
            <a:xfrm>
              <a:off x="3971" y="3288"/>
              <a:ext cx="1402" cy="439"/>
            </a:xfrm>
            <a:custGeom>
              <a:rect b="b" l="l" r="r" t="t"/>
              <a:pathLst>
                <a:path extrusionOk="0" h="438" w="1401">
                  <a:moveTo>
                    <a:pt x="0" y="6"/>
                  </a:moveTo>
                  <a:lnTo>
                    <a:pt x="27" y="384"/>
                  </a:lnTo>
                  <a:lnTo>
                    <a:pt x="114" y="381"/>
                  </a:lnTo>
                  <a:lnTo>
                    <a:pt x="132" y="357"/>
                  </a:lnTo>
                  <a:lnTo>
                    <a:pt x="210" y="402"/>
                  </a:lnTo>
                  <a:lnTo>
                    <a:pt x="450" y="384"/>
                  </a:lnTo>
                  <a:lnTo>
                    <a:pt x="486" y="393"/>
                  </a:lnTo>
                  <a:lnTo>
                    <a:pt x="690" y="417"/>
                  </a:lnTo>
                  <a:lnTo>
                    <a:pt x="1074" y="438"/>
                  </a:lnTo>
                  <a:lnTo>
                    <a:pt x="1401" y="420"/>
                  </a:lnTo>
                  <a:lnTo>
                    <a:pt x="1392" y="165"/>
                  </a:lnTo>
                  <a:lnTo>
                    <a:pt x="291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6" name="Google Shape;6386;p102"/>
            <p:cNvSpPr/>
            <p:nvPr/>
          </p:nvSpPr>
          <p:spPr>
            <a:xfrm>
              <a:off x="4242" y="3860"/>
              <a:ext cx="999" cy="120"/>
            </a:xfrm>
            <a:custGeom>
              <a:rect b="b" l="l" r="r" t="t"/>
              <a:pathLst>
                <a:path extrusionOk="0" h="123" w="999">
                  <a:moveTo>
                    <a:pt x="0" y="6"/>
                  </a:moveTo>
                  <a:lnTo>
                    <a:pt x="717" y="12"/>
                  </a:lnTo>
                  <a:lnTo>
                    <a:pt x="744" y="36"/>
                  </a:lnTo>
                  <a:lnTo>
                    <a:pt x="801" y="42"/>
                  </a:lnTo>
                  <a:lnTo>
                    <a:pt x="876" y="6"/>
                  </a:lnTo>
                  <a:lnTo>
                    <a:pt x="933" y="0"/>
                  </a:lnTo>
                  <a:lnTo>
                    <a:pt x="981" y="15"/>
                  </a:lnTo>
                  <a:lnTo>
                    <a:pt x="999" y="51"/>
                  </a:lnTo>
                  <a:lnTo>
                    <a:pt x="987" y="123"/>
                  </a:lnTo>
                  <a:lnTo>
                    <a:pt x="18" y="12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video1" id="6387" name="Google Shape;6387;p10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83" y="3400"/>
              <a:ext cx="889" cy="4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88" name="Google Shape;6388;p102"/>
          <p:cNvGrpSpPr/>
          <p:nvPr/>
        </p:nvGrpSpPr>
        <p:grpSpPr>
          <a:xfrm>
            <a:off x="5138301" y="2487004"/>
            <a:ext cx="583292" cy="621162"/>
            <a:chOff x="4437" y="1472"/>
            <a:chExt cx="427" cy="418"/>
          </a:xfrm>
        </p:grpSpPr>
        <p:sp>
          <p:nvSpPr>
            <p:cNvPr id="6389" name="Google Shape;6389;p102"/>
            <p:cNvSpPr/>
            <p:nvPr/>
          </p:nvSpPr>
          <p:spPr>
            <a:xfrm>
              <a:off x="4443" y="1475"/>
              <a:ext cx="421" cy="361"/>
            </a:xfrm>
            <a:prstGeom prst="rect">
              <a:avLst/>
            </a:prstGeom>
            <a:gradFill>
              <a:gsLst>
                <a:gs pos="0">
                  <a:srgbClr val="6B8FB3"/>
                </a:gs>
                <a:gs pos="50000">
                  <a:srgbClr val="99CCFF"/>
                </a:gs>
                <a:gs pos="100000">
                  <a:srgbClr val="6B8FB3"/>
                </a:gs>
              </a:gsLst>
              <a:lin ang="5400000" scaled="0"/>
            </a:gradFill>
            <a:ln cap="flat" cmpd="sng" w="19050">
              <a:solidFill>
                <a:srgbClr val="5F5F5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0" name="Google Shape;6390;p102"/>
            <p:cNvSpPr/>
            <p:nvPr/>
          </p:nvSpPr>
          <p:spPr>
            <a:xfrm>
              <a:off x="4567" y="1837"/>
              <a:ext cx="179" cy="23"/>
            </a:xfrm>
            <a:prstGeom prst="rect">
              <a:avLst/>
            </a:prstGeom>
            <a:solidFill>
              <a:srgbClr val="5F5F5F"/>
            </a:solidFill>
            <a:ln cap="flat" cmpd="sng" w="19050">
              <a:solidFill>
                <a:srgbClr val="5F5F5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1" name="Google Shape;6391;p102"/>
            <p:cNvSpPr/>
            <p:nvPr/>
          </p:nvSpPr>
          <p:spPr>
            <a:xfrm>
              <a:off x="4442" y="1866"/>
              <a:ext cx="414" cy="24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2" name="Google Shape;6392;p102"/>
            <p:cNvSpPr/>
            <p:nvPr/>
          </p:nvSpPr>
          <p:spPr>
            <a:xfrm>
              <a:off x="4437" y="1472"/>
              <a:ext cx="423" cy="356"/>
            </a:xfrm>
            <a:prstGeom prst="rect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93" name="Google Shape;6393;p102"/>
          <p:cNvSpPr/>
          <p:nvPr/>
        </p:nvSpPr>
        <p:spPr>
          <a:xfrm>
            <a:off x="2405877" y="2063933"/>
            <a:ext cx="1997127" cy="1150190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94" name="Google Shape;6394;p102"/>
          <p:cNvCxnSpPr/>
          <p:nvPr/>
        </p:nvCxnSpPr>
        <p:spPr>
          <a:xfrm>
            <a:off x="2097155" y="2592961"/>
            <a:ext cx="1068231" cy="0"/>
          </a:xfrm>
          <a:prstGeom prst="straightConnector1">
            <a:avLst/>
          </a:prstGeom>
          <a:noFill/>
          <a:ln cap="flat" cmpd="sng" w="317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95" name="Google Shape;6395;p102"/>
          <p:cNvCxnSpPr/>
          <p:nvPr/>
        </p:nvCxnSpPr>
        <p:spPr>
          <a:xfrm>
            <a:off x="3827908" y="2621196"/>
            <a:ext cx="1044130" cy="0"/>
          </a:xfrm>
          <a:prstGeom prst="straightConnector1">
            <a:avLst/>
          </a:prstGeom>
          <a:noFill/>
          <a:ln cap="flat" cmpd="sng" w="317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96" name="Google Shape;6396;p102"/>
          <p:cNvSpPr txBox="1"/>
          <p:nvPr/>
        </p:nvSpPr>
        <p:spPr>
          <a:xfrm>
            <a:off x="5065901" y="3249340"/>
            <a:ext cx="659790" cy="344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b="0" i="1" sz="1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7" name="Google Shape;6397;p102"/>
          <p:cNvSpPr txBox="1"/>
          <p:nvPr/>
        </p:nvSpPr>
        <p:spPr>
          <a:xfrm>
            <a:off x="2968679" y="2839643"/>
            <a:ext cx="790928" cy="316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 b="0" i="1" sz="1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8" name="Google Shape;6398;p10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3" name="Shape 6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4" name="Google Shape;6404;p10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Streaming stored </a:t>
            </a:r>
            <a:r>
              <a:rPr lang="en-US"/>
              <a:t>v</a:t>
            </a:r>
            <a:r>
              <a:rPr lang="en-US" sz="4400"/>
              <a:t>ideo</a:t>
            </a:r>
            <a:endParaRPr/>
          </a:p>
        </p:txBody>
      </p:sp>
      <p:grpSp>
        <p:nvGrpSpPr>
          <p:cNvPr id="6405" name="Google Shape;6405;p103"/>
          <p:cNvGrpSpPr/>
          <p:nvPr/>
        </p:nvGrpSpPr>
        <p:grpSpPr>
          <a:xfrm>
            <a:off x="3788806" y="4809551"/>
            <a:ext cx="427037" cy="785812"/>
            <a:chOff x="4140" y="429"/>
            <a:chExt cx="1425" cy="2396"/>
          </a:xfrm>
        </p:grpSpPr>
        <p:sp>
          <p:nvSpPr>
            <p:cNvPr id="6406" name="Google Shape;6406;p10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7" name="Google Shape;6407;p103"/>
            <p:cNvSpPr/>
            <p:nvPr/>
          </p:nvSpPr>
          <p:spPr>
            <a:xfrm>
              <a:off x="4204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8" name="Google Shape;6408;p10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9" name="Google Shape;6409;p10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0" name="Google Shape;6410;p103"/>
            <p:cNvSpPr/>
            <p:nvPr/>
          </p:nvSpPr>
          <p:spPr>
            <a:xfrm>
              <a:off x="4214" y="695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11" name="Google Shape;6411;p103"/>
            <p:cNvGrpSpPr/>
            <p:nvPr/>
          </p:nvGrpSpPr>
          <p:grpSpPr>
            <a:xfrm>
              <a:off x="4749" y="666"/>
              <a:ext cx="583" cy="145"/>
              <a:chOff x="614" y="2566"/>
              <a:chExt cx="727" cy="139"/>
            </a:xfrm>
          </p:grpSpPr>
          <p:sp>
            <p:nvSpPr>
              <p:cNvPr id="6412" name="Google Shape;6412;p103"/>
              <p:cNvSpPr/>
              <p:nvPr/>
            </p:nvSpPr>
            <p:spPr>
              <a:xfrm>
                <a:off x="614" y="2566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3" name="Google Shape;6413;p103"/>
              <p:cNvSpPr/>
              <p:nvPr/>
            </p:nvSpPr>
            <p:spPr>
              <a:xfrm>
                <a:off x="627" y="2580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414" name="Google Shape;6414;p103"/>
            <p:cNvSpPr/>
            <p:nvPr/>
          </p:nvSpPr>
          <p:spPr>
            <a:xfrm>
              <a:off x="4225" y="1020"/>
              <a:ext cx="593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15" name="Google Shape;6415;p103"/>
            <p:cNvGrpSpPr/>
            <p:nvPr/>
          </p:nvGrpSpPr>
          <p:grpSpPr>
            <a:xfrm>
              <a:off x="4749" y="995"/>
              <a:ext cx="578" cy="131"/>
              <a:chOff x="617" y="2569"/>
              <a:chExt cx="721" cy="136"/>
            </a:xfrm>
          </p:grpSpPr>
          <p:sp>
            <p:nvSpPr>
              <p:cNvPr id="6416" name="Google Shape;6416;p103"/>
              <p:cNvSpPr/>
              <p:nvPr/>
            </p:nvSpPr>
            <p:spPr>
              <a:xfrm>
                <a:off x="617" y="2569"/>
                <a:ext cx="72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7" name="Google Shape;6417;p103"/>
              <p:cNvSpPr/>
              <p:nvPr/>
            </p:nvSpPr>
            <p:spPr>
              <a:xfrm>
                <a:off x="630" y="2584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418" name="Google Shape;6418;p103"/>
            <p:cNvSpPr/>
            <p:nvPr/>
          </p:nvSpPr>
          <p:spPr>
            <a:xfrm>
              <a:off x="4219" y="1358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9" name="Google Shape;6419;p103"/>
            <p:cNvSpPr/>
            <p:nvPr/>
          </p:nvSpPr>
          <p:spPr>
            <a:xfrm>
              <a:off x="4225" y="1654"/>
              <a:ext cx="599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20" name="Google Shape;6420;p103"/>
            <p:cNvGrpSpPr/>
            <p:nvPr/>
          </p:nvGrpSpPr>
          <p:grpSpPr>
            <a:xfrm>
              <a:off x="4733" y="1629"/>
              <a:ext cx="577" cy="150"/>
              <a:chOff x="612" y="2570"/>
              <a:chExt cx="719" cy="138"/>
            </a:xfrm>
          </p:grpSpPr>
          <p:sp>
            <p:nvSpPr>
              <p:cNvPr id="6421" name="Google Shape;6421;p103"/>
              <p:cNvSpPr/>
              <p:nvPr/>
            </p:nvSpPr>
            <p:spPr>
              <a:xfrm>
                <a:off x="612" y="2570"/>
                <a:ext cx="71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2" name="Google Shape;6422;p103"/>
              <p:cNvSpPr/>
              <p:nvPr/>
            </p:nvSpPr>
            <p:spPr>
              <a:xfrm>
                <a:off x="625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423" name="Google Shape;6423;p10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24" name="Google Shape;6424;p103"/>
            <p:cNvGrpSpPr/>
            <p:nvPr/>
          </p:nvGrpSpPr>
          <p:grpSpPr>
            <a:xfrm>
              <a:off x="4739" y="1329"/>
              <a:ext cx="583" cy="136"/>
              <a:chOff x="614" y="2570"/>
              <a:chExt cx="726" cy="136"/>
            </a:xfrm>
          </p:grpSpPr>
          <p:sp>
            <p:nvSpPr>
              <p:cNvPr id="6425" name="Google Shape;6425;p103"/>
              <p:cNvSpPr/>
              <p:nvPr/>
            </p:nvSpPr>
            <p:spPr>
              <a:xfrm>
                <a:off x="614" y="2570"/>
                <a:ext cx="726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6" name="Google Shape;6426;p103"/>
              <p:cNvSpPr/>
              <p:nvPr/>
            </p:nvSpPr>
            <p:spPr>
              <a:xfrm>
                <a:off x="627" y="2585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427" name="Google Shape;6427;p103"/>
            <p:cNvSpPr/>
            <p:nvPr/>
          </p:nvSpPr>
          <p:spPr>
            <a:xfrm>
              <a:off x="5252" y="429"/>
              <a:ext cx="64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8" name="Google Shape;6428;p10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9" name="Google Shape;6429;p10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0" name="Google Shape;6430;p103"/>
            <p:cNvSpPr/>
            <p:nvPr/>
          </p:nvSpPr>
          <p:spPr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1" name="Google Shape;6431;p10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2" name="Google Shape;6432;p103"/>
            <p:cNvSpPr/>
            <p:nvPr/>
          </p:nvSpPr>
          <p:spPr>
            <a:xfrm>
              <a:off x="4140" y="2680"/>
              <a:ext cx="1203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3" name="Google Shape;6433;p103"/>
            <p:cNvSpPr/>
            <p:nvPr/>
          </p:nvSpPr>
          <p:spPr>
            <a:xfrm>
              <a:off x="4204" y="2709"/>
              <a:ext cx="1075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4" name="Google Shape;6434;p103"/>
            <p:cNvSpPr/>
            <p:nvPr/>
          </p:nvSpPr>
          <p:spPr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5" name="Google Shape;6435;p103"/>
            <p:cNvSpPr/>
            <p:nvPr/>
          </p:nvSpPr>
          <p:spPr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6" name="Google Shape;6436;p103"/>
            <p:cNvSpPr/>
            <p:nvPr/>
          </p:nvSpPr>
          <p:spPr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7" name="Google Shape;6437;p103"/>
            <p:cNvSpPr/>
            <p:nvPr/>
          </p:nvSpPr>
          <p:spPr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38" name="Google Shape;6438;p103"/>
          <p:cNvGrpSpPr/>
          <p:nvPr/>
        </p:nvGrpSpPr>
        <p:grpSpPr>
          <a:xfrm>
            <a:off x="3361768" y="4441251"/>
            <a:ext cx="1281113" cy="363537"/>
            <a:chOff x="3621" y="3265"/>
            <a:chExt cx="1776" cy="744"/>
          </a:xfrm>
        </p:grpSpPr>
        <p:pic>
          <p:nvPicPr>
            <p:cNvPr descr="reellogo" id="6439" name="Google Shape;6439;p10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21" y="3265"/>
              <a:ext cx="1776" cy="7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40" name="Google Shape;6440;p103"/>
            <p:cNvSpPr/>
            <p:nvPr/>
          </p:nvSpPr>
          <p:spPr>
            <a:xfrm>
              <a:off x="3971" y="3288"/>
              <a:ext cx="1402" cy="439"/>
            </a:xfrm>
            <a:custGeom>
              <a:rect b="b" l="l" r="r" t="t"/>
              <a:pathLst>
                <a:path extrusionOk="0" h="438" w="1401">
                  <a:moveTo>
                    <a:pt x="0" y="6"/>
                  </a:moveTo>
                  <a:lnTo>
                    <a:pt x="27" y="384"/>
                  </a:lnTo>
                  <a:lnTo>
                    <a:pt x="114" y="381"/>
                  </a:lnTo>
                  <a:lnTo>
                    <a:pt x="132" y="357"/>
                  </a:lnTo>
                  <a:lnTo>
                    <a:pt x="210" y="402"/>
                  </a:lnTo>
                  <a:lnTo>
                    <a:pt x="450" y="384"/>
                  </a:lnTo>
                  <a:lnTo>
                    <a:pt x="486" y="393"/>
                  </a:lnTo>
                  <a:lnTo>
                    <a:pt x="690" y="417"/>
                  </a:lnTo>
                  <a:lnTo>
                    <a:pt x="1074" y="438"/>
                  </a:lnTo>
                  <a:lnTo>
                    <a:pt x="1401" y="420"/>
                  </a:lnTo>
                  <a:lnTo>
                    <a:pt x="1392" y="165"/>
                  </a:lnTo>
                  <a:lnTo>
                    <a:pt x="291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1" name="Google Shape;6441;p103"/>
            <p:cNvSpPr/>
            <p:nvPr/>
          </p:nvSpPr>
          <p:spPr>
            <a:xfrm>
              <a:off x="4242" y="3860"/>
              <a:ext cx="999" cy="120"/>
            </a:xfrm>
            <a:custGeom>
              <a:rect b="b" l="l" r="r" t="t"/>
              <a:pathLst>
                <a:path extrusionOk="0" h="123" w="999">
                  <a:moveTo>
                    <a:pt x="0" y="6"/>
                  </a:moveTo>
                  <a:lnTo>
                    <a:pt x="717" y="12"/>
                  </a:lnTo>
                  <a:lnTo>
                    <a:pt x="744" y="36"/>
                  </a:lnTo>
                  <a:lnTo>
                    <a:pt x="801" y="42"/>
                  </a:lnTo>
                  <a:lnTo>
                    <a:pt x="876" y="6"/>
                  </a:lnTo>
                  <a:lnTo>
                    <a:pt x="933" y="0"/>
                  </a:lnTo>
                  <a:lnTo>
                    <a:pt x="981" y="15"/>
                  </a:lnTo>
                  <a:lnTo>
                    <a:pt x="999" y="51"/>
                  </a:lnTo>
                  <a:lnTo>
                    <a:pt x="987" y="123"/>
                  </a:lnTo>
                  <a:lnTo>
                    <a:pt x="18" y="12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video1" id="6442" name="Google Shape;6442;p10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83" y="3400"/>
              <a:ext cx="889" cy="46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6443" name="Google Shape;6443;p103"/>
          <p:cNvCxnSpPr/>
          <p:nvPr/>
        </p:nvCxnSpPr>
        <p:spPr>
          <a:xfrm>
            <a:off x="1396443" y="1371026"/>
            <a:ext cx="0" cy="285273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444" name="Google Shape;6444;p103"/>
          <p:cNvGrpSpPr/>
          <p:nvPr/>
        </p:nvGrpSpPr>
        <p:grpSpPr>
          <a:xfrm>
            <a:off x="2056843" y="3347465"/>
            <a:ext cx="1662113" cy="1489076"/>
            <a:chOff x="944" y="2184"/>
            <a:chExt cx="1047" cy="938"/>
          </a:xfrm>
        </p:grpSpPr>
        <p:sp>
          <p:nvSpPr>
            <p:cNvPr id="6445" name="Google Shape;6445;p103"/>
            <p:cNvSpPr/>
            <p:nvPr/>
          </p:nvSpPr>
          <p:spPr>
            <a:xfrm>
              <a:off x="1278" y="2184"/>
              <a:ext cx="660" cy="666"/>
            </a:xfrm>
            <a:custGeom>
              <a:rect b="b" l="l" r="r" t="t"/>
              <a:pathLst>
                <a:path extrusionOk="0" h="666" w="660">
                  <a:moveTo>
                    <a:pt x="0" y="0"/>
                  </a:moveTo>
                  <a:cubicBezTo>
                    <a:pt x="0" y="0"/>
                    <a:pt x="486" y="168"/>
                    <a:pt x="660" y="666"/>
                  </a:cubicBezTo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6" name="Google Shape;6446;p103"/>
            <p:cNvSpPr txBox="1"/>
            <p:nvPr/>
          </p:nvSpPr>
          <p:spPr>
            <a:xfrm>
              <a:off x="944" y="2366"/>
              <a:ext cx="1047" cy="7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AutoNum type="arabicPeriod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recorded (e.g., 30 frames/sec)</a:t>
              </a:r>
              <a:endParaRPr/>
            </a:p>
          </p:txBody>
        </p:sp>
      </p:grpSp>
      <p:grpSp>
        <p:nvGrpSpPr>
          <p:cNvPr id="6447" name="Google Shape;6447;p103"/>
          <p:cNvGrpSpPr/>
          <p:nvPr/>
        </p:nvGrpSpPr>
        <p:grpSpPr>
          <a:xfrm>
            <a:off x="1586943" y="1691701"/>
            <a:ext cx="2552700" cy="2525712"/>
            <a:chOff x="648" y="1147"/>
            <a:chExt cx="1608" cy="1591"/>
          </a:xfrm>
        </p:grpSpPr>
        <p:grpSp>
          <p:nvGrpSpPr>
            <p:cNvPr id="6448" name="Google Shape;6448;p103"/>
            <p:cNvGrpSpPr/>
            <p:nvPr/>
          </p:nvGrpSpPr>
          <p:grpSpPr>
            <a:xfrm>
              <a:off x="648" y="1725"/>
              <a:ext cx="1024" cy="1013"/>
              <a:chOff x="672" y="1071"/>
              <a:chExt cx="1024" cy="1013"/>
            </a:xfrm>
          </p:grpSpPr>
          <p:grpSp>
            <p:nvGrpSpPr>
              <p:cNvPr id="6449" name="Google Shape;6449;p103"/>
              <p:cNvGrpSpPr/>
              <p:nvPr/>
            </p:nvGrpSpPr>
            <p:grpSpPr>
              <a:xfrm>
                <a:off x="672" y="1506"/>
                <a:ext cx="583" cy="578"/>
                <a:chOff x="672" y="1486"/>
                <a:chExt cx="583" cy="578"/>
              </a:xfrm>
            </p:grpSpPr>
            <p:grpSp>
              <p:nvGrpSpPr>
                <p:cNvPr id="6450" name="Google Shape;6450;p103"/>
                <p:cNvGrpSpPr/>
                <p:nvPr/>
              </p:nvGrpSpPr>
              <p:grpSpPr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451" name="Google Shape;6451;p103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452" name="Google Shape;6452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453" name="Google Shape;6453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454" name="Google Shape;6454;p103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455" name="Google Shape;6455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456" name="Google Shape;6456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  <p:grpSp>
              <p:nvGrpSpPr>
                <p:cNvPr id="6457" name="Google Shape;6457;p103"/>
                <p:cNvGrpSpPr/>
                <p:nvPr/>
              </p:nvGrpSpPr>
              <p:grpSpPr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458" name="Google Shape;6458;p103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459" name="Google Shape;6459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460" name="Google Shape;6460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461" name="Google Shape;6461;p103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462" name="Google Shape;6462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463" name="Google Shape;6463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</p:grpSp>
          <p:grpSp>
            <p:nvGrpSpPr>
              <p:cNvPr id="6464" name="Google Shape;6464;p103"/>
              <p:cNvGrpSpPr/>
              <p:nvPr/>
            </p:nvGrpSpPr>
            <p:grpSpPr>
              <a:xfrm>
                <a:off x="1259" y="1217"/>
                <a:ext cx="291" cy="288"/>
                <a:chOff x="672" y="1776"/>
                <a:chExt cx="291" cy="288"/>
              </a:xfrm>
            </p:grpSpPr>
            <p:grpSp>
              <p:nvGrpSpPr>
                <p:cNvPr id="6465" name="Google Shape;6465;p103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466" name="Google Shape;6466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67" name="Google Shape;6467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468" name="Google Shape;6468;p103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469" name="Google Shape;6469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70" name="Google Shape;6470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471" name="Google Shape;6471;p103"/>
              <p:cNvGrpSpPr/>
              <p:nvPr/>
            </p:nvGrpSpPr>
            <p:grpSpPr>
              <a:xfrm>
                <a:off x="1551" y="1071"/>
                <a:ext cx="145" cy="144"/>
                <a:chOff x="672" y="1920"/>
                <a:chExt cx="145" cy="144"/>
              </a:xfrm>
            </p:grpSpPr>
            <p:cxnSp>
              <p:nvCxnSpPr>
                <p:cNvPr id="6472" name="Google Shape;6472;p103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73" name="Google Shape;6473;p103"/>
                <p:cNvCxnSpPr/>
                <p:nvPr/>
              </p:nvCxnSpPr>
              <p:spPr>
                <a:xfrm>
                  <a:off x="745" y="1848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6474" name="Google Shape;6474;p103"/>
            <p:cNvGrpSpPr/>
            <p:nvPr/>
          </p:nvGrpSpPr>
          <p:grpSpPr>
            <a:xfrm>
              <a:off x="1673" y="1147"/>
              <a:ext cx="583" cy="578"/>
              <a:chOff x="672" y="1486"/>
              <a:chExt cx="583" cy="578"/>
            </a:xfrm>
          </p:grpSpPr>
          <p:grpSp>
            <p:nvGrpSpPr>
              <p:cNvPr id="6475" name="Google Shape;6475;p103"/>
              <p:cNvGrpSpPr/>
              <p:nvPr/>
            </p:nvGrpSpPr>
            <p:grpSpPr>
              <a:xfrm>
                <a:off x="672" y="1776"/>
                <a:ext cx="291" cy="288"/>
                <a:chOff x="672" y="1776"/>
                <a:chExt cx="291" cy="288"/>
              </a:xfrm>
            </p:grpSpPr>
            <p:grpSp>
              <p:nvGrpSpPr>
                <p:cNvPr id="6476" name="Google Shape;6476;p103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477" name="Google Shape;6477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78" name="Google Shape;6478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479" name="Google Shape;6479;p103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480" name="Google Shape;6480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81" name="Google Shape;6481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482" name="Google Shape;6482;p103"/>
              <p:cNvGrpSpPr/>
              <p:nvPr/>
            </p:nvGrpSpPr>
            <p:grpSpPr>
              <a:xfrm>
                <a:off x="964" y="1486"/>
                <a:ext cx="291" cy="288"/>
                <a:chOff x="672" y="1776"/>
                <a:chExt cx="291" cy="288"/>
              </a:xfrm>
            </p:grpSpPr>
            <p:grpSp>
              <p:nvGrpSpPr>
                <p:cNvPr id="6483" name="Google Shape;6483;p103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484" name="Google Shape;6484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85" name="Google Shape;6485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486" name="Google Shape;6486;p103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487" name="Google Shape;6487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88" name="Google Shape;6488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</p:grpSp>
      </p:grpSp>
      <p:grpSp>
        <p:nvGrpSpPr>
          <p:cNvPr id="6489" name="Google Shape;6489;p103"/>
          <p:cNvGrpSpPr/>
          <p:nvPr/>
        </p:nvGrpSpPr>
        <p:grpSpPr>
          <a:xfrm>
            <a:off x="3723718" y="3122038"/>
            <a:ext cx="1373188" cy="1296988"/>
            <a:chOff x="1994" y="2042"/>
            <a:chExt cx="865" cy="817"/>
          </a:xfrm>
        </p:grpSpPr>
        <p:sp>
          <p:nvSpPr>
            <p:cNvPr id="6490" name="Google Shape;6490;p103"/>
            <p:cNvSpPr/>
            <p:nvPr/>
          </p:nvSpPr>
          <p:spPr>
            <a:xfrm rot="-5400000">
              <a:off x="2196" y="2196"/>
              <a:ext cx="660" cy="666"/>
            </a:xfrm>
            <a:custGeom>
              <a:rect b="b" l="l" r="r" t="t"/>
              <a:pathLst>
                <a:path extrusionOk="0" h="666" w="660">
                  <a:moveTo>
                    <a:pt x="0" y="0"/>
                  </a:moveTo>
                  <a:cubicBezTo>
                    <a:pt x="0" y="0"/>
                    <a:pt x="486" y="168"/>
                    <a:pt x="660" y="666"/>
                  </a:cubicBezTo>
                </a:path>
              </a:pathLst>
            </a:cu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1" name="Google Shape;6491;p103"/>
            <p:cNvSpPr txBox="1"/>
            <p:nvPr/>
          </p:nvSpPr>
          <p:spPr>
            <a:xfrm>
              <a:off x="1994" y="2042"/>
              <a:ext cx="638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1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2. </a:t>
              </a: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video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sent</a:t>
              </a:r>
              <a:endParaRPr/>
            </a:p>
          </p:txBody>
        </p:sp>
      </p:grpSp>
      <p:sp>
        <p:nvSpPr>
          <p:cNvPr id="6492" name="Google Shape;6492;p103"/>
          <p:cNvSpPr txBox="1"/>
          <p:nvPr/>
        </p:nvSpPr>
        <p:spPr>
          <a:xfrm rot="-5433387">
            <a:off x="145493" y="2518789"/>
            <a:ext cx="19573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Cumulative data</a:t>
            </a:r>
            <a:endParaRPr/>
          </a:p>
        </p:txBody>
      </p:sp>
      <p:grpSp>
        <p:nvGrpSpPr>
          <p:cNvPr id="6493" name="Google Shape;6493;p103"/>
          <p:cNvGrpSpPr/>
          <p:nvPr/>
        </p:nvGrpSpPr>
        <p:grpSpPr>
          <a:xfrm>
            <a:off x="5009593" y="1507551"/>
            <a:ext cx="5768976" cy="4732339"/>
            <a:chOff x="2804" y="903"/>
            <a:chExt cx="3634" cy="2981"/>
          </a:xfrm>
        </p:grpSpPr>
        <p:cxnSp>
          <p:nvCxnSpPr>
            <p:cNvPr id="6494" name="Google Shape;6494;p103"/>
            <p:cNvCxnSpPr/>
            <p:nvPr/>
          </p:nvCxnSpPr>
          <p:spPr>
            <a:xfrm>
              <a:off x="3852" y="903"/>
              <a:ext cx="0" cy="229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6495" name="Google Shape;6495;p103"/>
            <p:cNvSpPr txBox="1"/>
            <p:nvPr/>
          </p:nvSpPr>
          <p:spPr>
            <a:xfrm>
              <a:off x="2804" y="3198"/>
              <a:ext cx="3634" cy="686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streaming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: at this time, client  playing out early part of video, while server still sending later part of video</a:t>
              </a:r>
              <a:endParaRPr/>
            </a:p>
          </p:txBody>
        </p:sp>
      </p:grpSp>
      <p:sp>
        <p:nvSpPr>
          <p:cNvPr id="6496" name="Google Shape;6496;p103"/>
          <p:cNvSpPr txBox="1"/>
          <p:nvPr/>
        </p:nvSpPr>
        <p:spPr>
          <a:xfrm>
            <a:off x="8657668" y="4236463"/>
            <a:ext cx="620713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/>
          </a:p>
        </p:txBody>
      </p:sp>
      <p:grpSp>
        <p:nvGrpSpPr>
          <p:cNvPr id="6497" name="Google Shape;6497;p103"/>
          <p:cNvGrpSpPr/>
          <p:nvPr/>
        </p:nvGrpSpPr>
        <p:grpSpPr>
          <a:xfrm>
            <a:off x="4478338" y="1693820"/>
            <a:ext cx="2552700" cy="2525713"/>
            <a:chOff x="648" y="1147"/>
            <a:chExt cx="1608" cy="1591"/>
          </a:xfrm>
        </p:grpSpPr>
        <p:grpSp>
          <p:nvGrpSpPr>
            <p:cNvPr id="6498" name="Google Shape;6498;p103"/>
            <p:cNvGrpSpPr/>
            <p:nvPr/>
          </p:nvGrpSpPr>
          <p:grpSpPr>
            <a:xfrm>
              <a:off x="648" y="1725"/>
              <a:ext cx="1024" cy="1013"/>
              <a:chOff x="672" y="1071"/>
              <a:chExt cx="1024" cy="1013"/>
            </a:xfrm>
          </p:grpSpPr>
          <p:grpSp>
            <p:nvGrpSpPr>
              <p:cNvPr id="6499" name="Google Shape;6499;p103"/>
              <p:cNvGrpSpPr/>
              <p:nvPr/>
            </p:nvGrpSpPr>
            <p:grpSpPr>
              <a:xfrm>
                <a:off x="672" y="1506"/>
                <a:ext cx="583" cy="578"/>
                <a:chOff x="672" y="1486"/>
                <a:chExt cx="583" cy="578"/>
              </a:xfrm>
            </p:grpSpPr>
            <p:grpSp>
              <p:nvGrpSpPr>
                <p:cNvPr id="6500" name="Google Shape;6500;p103"/>
                <p:cNvGrpSpPr/>
                <p:nvPr/>
              </p:nvGrpSpPr>
              <p:grpSpPr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501" name="Google Shape;6501;p103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502" name="Google Shape;6502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503" name="Google Shape;6503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504" name="Google Shape;6504;p103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505" name="Google Shape;6505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506" name="Google Shape;6506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  <p:grpSp>
              <p:nvGrpSpPr>
                <p:cNvPr id="6507" name="Google Shape;6507;p103"/>
                <p:cNvGrpSpPr/>
                <p:nvPr/>
              </p:nvGrpSpPr>
              <p:grpSpPr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508" name="Google Shape;6508;p103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509" name="Google Shape;6509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510" name="Google Shape;6510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511" name="Google Shape;6511;p103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512" name="Google Shape;6512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513" name="Google Shape;6513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</p:grpSp>
          <p:grpSp>
            <p:nvGrpSpPr>
              <p:cNvPr id="6514" name="Google Shape;6514;p103"/>
              <p:cNvGrpSpPr/>
              <p:nvPr/>
            </p:nvGrpSpPr>
            <p:grpSpPr>
              <a:xfrm>
                <a:off x="1259" y="1217"/>
                <a:ext cx="291" cy="288"/>
                <a:chOff x="672" y="1776"/>
                <a:chExt cx="291" cy="288"/>
              </a:xfrm>
            </p:grpSpPr>
            <p:grpSp>
              <p:nvGrpSpPr>
                <p:cNvPr id="6515" name="Google Shape;6515;p103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516" name="Google Shape;6516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517" name="Google Shape;6517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518" name="Google Shape;6518;p103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519" name="Google Shape;6519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520" name="Google Shape;6520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521" name="Google Shape;6521;p103"/>
              <p:cNvGrpSpPr/>
              <p:nvPr/>
            </p:nvGrpSpPr>
            <p:grpSpPr>
              <a:xfrm>
                <a:off x="1551" y="1071"/>
                <a:ext cx="145" cy="144"/>
                <a:chOff x="672" y="1920"/>
                <a:chExt cx="145" cy="144"/>
              </a:xfrm>
            </p:grpSpPr>
            <p:cxnSp>
              <p:nvCxnSpPr>
                <p:cNvPr id="6522" name="Google Shape;6522;p103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523" name="Google Shape;6523;p103"/>
                <p:cNvCxnSpPr/>
                <p:nvPr/>
              </p:nvCxnSpPr>
              <p:spPr>
                <a:xfrm>
                  <a:off x="745" y="1848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6524" name="Google Shape;6524;p103"/>
            <p:cNvGrpSpPr/>
            <p:nvPr/>
          </p:nvGrpSpPr>
          <p:grpSpPr>
            <a:xfrm>
              <a:off x="1673" y="1147"/>
              <a:ext cx="583" cy="578"/>
              <a:chOff x="672" y="1486"/>
              <a:chExt cx="583" cy="578"/>
            </a:xfrm>
          </p:grpSpPr>
          <p:grpSp>
            <p:nvGrpSpPr>
              <p:cNvPr id="6525" name="Google Shape;6525;p103"/>
              <p:cNvGrpSpPr/>
              <p:nvPr/>
            </p:nvGrpSpPr>
            <p:grpSpPr>
              <a:xfrm>
                <a:off x="672" y="1776"/>
                <a:ext cx="291" cy="288"/>
                <a:chOff x="672" y="1776"/>
                <a:chExt cx="291" cy="288"/>
              </a:xfrm>
            </p:grpSpPr>
            <p:grpSp>
              <p:nvGrpSpPr>
                <p:cNvPr id="6526" name="Google Shape;6526;p103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527" name="Google Shape;6527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528" name="Google Shape;6528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529" name="Google Shape;6529;p103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530" name="Google Shape;6530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531" name="Google Shape;6531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532" name="Google Shape;6532;p103"/>
              <p:cNvGrpSpPr/>
              <p:nvPr/>
            </p:nvGrpSpPr>
            <p:grpSpPr>
              <a:xfrm>
                <a:off x="964" y="1486"/>
                <a:ext cx="291" cy="288"/>
                <a:chOff x="672" y="1776"/>
                <a:chExt cx="291" cy="288"/>
              </a:xfrm>
            </p:grpSpPr>
            <p:grpSp>
              <p:nvGrpSpPr>
                <p:cNvPr id="6533" name="Google Shape;6533;p103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534" name="Google Shape;6534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535" name="Google Shape;6535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536" name="Google Shape;6536;p103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537" name="Google Shape;6537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538" name="Google Shape;6538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</p:grpSp>
      </p:grpSp>
      <p:grpSp>
        <p:nvGrpSpPr>
          <p:cNvPr id="6539" name="Google Shape;6539;p103"/>
          <p:cNvGrpSpPr/>
          <p:nvPr/>
        </p:nvGrpSpPr>
        <p:grpSpPr>
          <a:xfrm>
            <a:off x="6369579" y="1703345"/>
            <a:ext cx="4535488" cy="2581276"/>
            <a:chOff x="7656512" y="-921322"/>
            <a:chExt cx="4535488" cy="2581276"/>
          </a:xfrm>
        </p:grpSpPr>
        <p:grpSp>
          <p:nvGrpSpPr>
            <p:cNvPr id="6540" name="Google Shape;6540;p103"/>
            <p:cNvGrpSpPr/>
            <p:nvPr/>
          </p:nvGrpSpPr>
          <p:grpSpPr>
            <a:xfrm>
              <a:off x="7656512" y="-921322"/>
              <a:ext cx="2552700" cy="2525713"/>
              <a:chOff x="648" y="1147"/>
              <a:chExt cx="1608" cy="1591"/>
            </a:xfrm>
          </p:grpSpPr>
          <p:grpSp>
            <p:nvGrpSpPr>
              <p:cNvPr id="6541" name="Google Shape;6541;p103"/>
              <p:cNvGrpSpPr/>
              <p:nvPr/>
            </p:nvGrpSpPr>
            <p:grpSpPr>
              <a:xfrm>
                <a:off x="648" y="1725"/>
                <a:ext cx="1024" cy="1013"/>
                <a:chOff x="672" y="1071"/>
                <a:chExt cx="1024" cy="1013"/>
              </a:xfrm>
            </p:grpSpPr>
            <p:grpSp>
              <p:nvGrpSpPr>
                <p:cNvPr id="6542" name="Google Shape;6542;p103"/>
                <p:cNvGrpSpPr/>
                <p:nvPr/>
              </p:nvGrpSpPr>
              <p:grpSpPr>
                <a:xfrm>
                  <a:off x="672" y="1506"/>
                  <a:ext cx="583" cy="578"/>
                  <a:chOff x="672" y="1486"/>
                  <a:chExt cx="583" cy="578"/>
                </a:xfrm>
              </p:grpSpPr>
              <p:grpSp>
                <p:nvGrpSpPr>
                  <p:cNvPr id="6543" name="Google Shape;6543;p103"/>
                  <p:cNvGrpSpPr/>
                  <p:nvPr/>
                </p:nvGrpSpPr>
                <p:grpSpPr>
                  <a:xfrm>
                    <a:off x="672" y="177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6544" name="Google Shape;6544;p103"/>
                    <p:cNvGrpSpPr/>
                    <p:nvPr/>
                  </p:nvGrpSpPr>
                  <p:grpSpPr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6545" name="Google Shape;6545;p103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6546" name="Google Shape;6546;p103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  <p:grpSp>
                  <p:nvGrpSpPr>
                    <p:cNvPr id="6547" name="Google Shape;6547;p103"/>
                    <p:cNvGrpSpPr/>
                    <p:nvPr/>
                  </p:nvGrpSpPr>
                  <p:grpSpPr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6548" name="Google Shape;6548;p103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6549" name="Google Shape;6549;p103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</p:grpSp>
              <p:grpSp>
                <p:nvGrpSpPr>
                  <p:cNvPr id="6550" name="Google Shape;6550;p103"/>
                  <p:cNvGrpSpPr/>
                  <p:nvPr/>
                </p:nvGrpSpPr>
                <p:grpSpPr>
                  <a:xfrm>
                    <a:off x="964" y="148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6551" name="Google Shape;6551;p103"/>
                    <p:cNvGrpSpPr/>
                    <p:nvPr/>
                  </p:nvGrpSpPr>
                  <p:grpSpPr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6552" name="Google Shape;6552;p103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6553" name="Google Shape;6553;p103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  <p:grpSp>
                  <p:nvGrpSpPr>
                    <p:cNvPr id="6554" name="Google Shape;6554;p103"/>
                    <p:cNvGrpSpPr/>
                    <p:nvPr/>
                  </p:nvGrpSpPr>
                  <p:grpSpPr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6555" name="Google Shape;6555;p103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6556" name="Google Shape;6556;p103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</p:grpSp>
            </p:grpSp>
            <p:grpSp>
              <p:nvGrpSpPr>
                <p:cNvPr id="6557" name="Google Shape;6557;p103"/>
                <p:cNvGrpSpPr/>
                <p:nvPr/>
              </p:nvGrpSpPr>
              <p:grpSpPr>
                <a:xfrm>
                  <a:off x="1259" y="1217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558" name="Google Shape;6558;p103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559" name="Google Shape;6559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560" name="Google Shape;6560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561" name="Google Shape;6561;p103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562" name="Google Shape;6562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563" name="Google Shape;6563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  <p:grpSp>
              <p:nvGrpSpPr>
                <p:cNvPr id="6564" name="Google Shape;6564;p103"/>
                <p:cNvGrpSpPr/>
                <p:nvPr/>
              </p:nvGrpSpPr>
              <p:grpSpPr>
                <a:xfrm>
                  <a:off x="1551" y="1071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565" name="Google Shape;6565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A3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566" name="Google Shape;6566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A3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567" name="Google Shape;6567;p103"/>
              <p:cNvGrpSpPr/>
              <p:nvPr/>
            </p:nvGrpSpPr>
            <p:grpSpPr>
              <a:xfrm>
                <a:off x="1673" y="1147"/>
                <a:ext cx="583" cy="578"/>
                <a:chOff x="672" y="1486"/>
                <a:chExt cx="583" cy="578"/>
              </a:xfrm>
            </p:grpSpPr>
            <p:grpSp>
              <p:nvGrpSpPr>
                <p:cNvPr id="6568" name="Google Shape;6568;p103"/>
                <p:cNvGrpSpPr/>
                <p:nvPr/>
              </p:nvGrpSpPr>
              <p:grpSpPr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569" name="Google Shape;6569;p103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570" name="Google Shape;6570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571" name="Google Shape;6571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572" name="Google Shape;6572;p103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573" name="Google Shape;6573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574" name="Google Shape;6574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  <p:grpSp>
              <p:nvGrpSpPr>
                <p:cNvPr id="6575" name="Google Shape;6575;p103"/>
                <p:cNvGrpSpPr/>
                <p:nvPr/>
              </p:nvGrpSpPr>
              <p:grpSpPr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576" name="Google Shape;6576;p103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577" name="Google Shape;6577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578" name="Google Shape;6578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579" name="Google Shape;6579;p103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580" name="Google Shape;6580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581" name="Google Shape;6581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</p:grpSp>
        </p:grpSp>
        <p:sp>
          <p:nvSpPr>
            <p:cNvPr id="6582" name="Google Shape;6582;p103"/>
            <p:cNvSpPr txBox="1"/>
            <p:nvPr/>
          </p:nvSpPr>
          <p:spPr>
            <a:xfrm>
              <a:off x="8126412" y="951929"/>
              <a:ext cx="4065588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1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3. </a:t>
              </a: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video received, played out at client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(30 frames/sec)</a:t>
              </a:r>
              <a:endParaRPr b="0" i="0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583" name="Google Shape;6583;p103"/>
            <p:cNvGrpSpPr/>
            <p:nvPr/>
          </p:nvGrpSpPr>
          <p:grpSpPr>
            <a:xfrm>
              <a:off x="9312275" y="210566"/>
              <a:ext cx="677863" cy="663575"/>
              <a:chOff x="4437" y="1472"/>
              <a:chExt cx="427" cy="418"/>
            </a:xfrm>
          </p:grpSpPr>
          <p:sp>
            <p:nvSpPr>
              <p:cNvPr id="6584" name="Google Shape;6584;p103"/>
              <p:cNvSpPr/>
              <p:nvPr/>
            </p:nvSpPr>
            <p:spPr>
              <a:xfrm>
                <a:off x="4443" y="1475"/>
                <a:ext cx="421" cy="361"/>
              </a:xfrm>
              <a:prstGeom prst="rect">
                <a:avLst/>
              </a:prstGeom>
              <a:gradFill>
                <a:gsLst>
                  <a:gs pos="0">
                    <a:srgbClr val="6B8FB3"/>
                  </a:gs>
                  <a:gs pos="50000">
                    <a:srgbClr val="99CCFF"/>
                  </a:gs>
                  <a:gs pos="100000">
                    <a:srgbClr val="6B8FB3"/>
                  </a:gs>
                </a:gsLst>
                <a:lin ang="5400000" scaled="0"/>
              </a:gradFill>
              <a:ln cap="flat" cmpd="sng" w="19050">
                <a:solidFill>
                  <a:srgbClr val="5F5F5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5" name="Google Shape;6585;p103"/>
              <p:cNvSpPr/>
              <p:nvPr/>
            </p:nvSpPr>
            <p:spPr>
              <a:xfrm>
                <a:off x="4567" y="1837"/>
                <a:ext cx="179" cy="23"/>
              </a:xfrm>
              <a:prstGeom prst="rect">
                <a:avLst/>
              </a:prstGeom>
              <a:solidFill>
                <a:srgbClr val="5F5F5F"/>
              </a:solidFill>
              <a:ln cap="flat" cmpd="sng" w="19050">
                <a:solidFill>
                  <a:srgbClr val="5F5F5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6" name="Google Shape;6586;p103"/>
              <p:cNvSpPr/>
              <p:nvPr/>
            </p:nvSpPr>
            <p:spPr>
              <a:xfrm>
                <a:off x="4442" y="1866"/>
                <a:ext cx="414" cy="24"/>
              </a:xfrm>
              <a:prstGeom prst="rect">
                <a:avLst/>
              </a:prstGeom>
              <a:solidFill>
                <a:schemeClr val="dk2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7" name="Google Shape;6587;p103"/>
              <p:cNvSpPr/>
              <p:nvPr/>
            </p:nvSpPr>
            <p:spPr>
              <a:xfrm>
                <a:off x="4437" y="1472"/>
                <a:ext cx="423" cy="356"/>
              </a:xfrm>
              <a:prstGeom prst="rect">
                <a:avLst/>
              </a:prstGeom>
              <a:noFill/>
              <a:ln cap="flat" cmpd="sng" w="1905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6588" name="Google Shape;6588;p103"/>
          <p:cNvCxnSpPr/>
          <p:nvPr/>
        </p:nvCxnSpPr>
        <p:spPr>
          <a:xfrm flipH="1">
            <a:off x="1386918" y="4214238"/>
            <a:ext cx="7815263" cy="142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grpSp>
        <p:nvGrpSpPr>
          <p:cNvPr id="6589" name="Google Shape;6589;p103"/>
          <p:cNvGrpSpPr/>
          <p:nvPr/>
        </p:nvGrpSpPr>
        <p:grpSpPr>
          <a:xfrm>
            <a:off x="3775832" y="4020339"/>
            <a:ext cx="253708" cy="320529"/>
            <a:chOff x="9051559" y="591777"/>
            <a:chExt cx="253708" cy="320529"/>
          </a:xfrm>
        </p:grpSpPr>
        <p:sp>
          <p:nvSpPr>
            <p:cNvPr id="6590" name="Google Shape;6590;p103"/>
            <p:cNvSpPr/>
            <p:nvPr/>
          </p:nvSpPr>
          <p:spPr>
            <a:xfrm rot="1596992">
              <a:off x="9109854" y="606165"/>
              <a:ext cx="133240" cy="29175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591" name="Google Shape;6591;p103"/>
            <p:cNvCxnSpPr/>
            <p:nvPr/>
          </p:nvCxnSpPr>
          <p:spPr>
            <a:xfrm flipH="1">
              <a:off x="9055510" y="634181"/>
              <a:ext cx="128405" cy="250722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592" name="Google Shape;6592;p103"/>
            <p:cNvCxnSpPr/>
            <p:nvPr/>
          </p:nvCxnSpPr>
          <p:spPr>
            <a:xfrm flipH="1">
              <a:off x="9176862" y="638677"/>
              <a:ext cx="128405" cy="250722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593" name="Google Shape;6593;p103"/>
          <p:cNvGrpSpPr/>
          <p:nvPr/>
        </p:nvGrpSpPr>
        <p:grpSpPr>
          <a:xfrm>
            <a:off x="4470401" y="4318000"/>
            <a:ext cx="1930400" cy="869908"/>
            <a:chOff x="6858000" y="237067"/>
            <a:chExt cx="1930400" cy="869908"/>
          </a:xfrm>
        </p:grpSpPr>
        <p:sp>
          <p:nvSpPr>
            <p:cNvPr id="6594" name="Google Shape;6594;p103"/>
            <p:cNvSpPr txBox="1"/>
            <p:nvPr/>
          </p:nvSpPr>
          <p:spPr>
            <a:xfrm>
              <a:off x="6999260" y="267187"/>
              <a:ext cx="1616075" cy="83978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 delay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(fixed in this example)</a:t>
              </a:r>
              <a:endParaRPr/>
            </a:p>
          </p:txBody>
        </p:sp>
        <p:cxnSp>
          <p:nvCxnSpPr>
            <p:cNvPr id="6595" name="Google Shape;6595;p103"/>
            <p:cNvCxnSpPr/>
            <p:nvPr/>
          </p:nvCxnSpPr>
          <p:spPr>
            <a:xfrm>
              <a:off x="6858000" y="237067"/>
              <a:ext cx="193040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</p:grpSp>
      <p:sp>
        <p:nvSpPr>
          <p:cNvPr id="6596" name="Google Shape;6596;p10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1" name="Shape 6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2" name="Google Shape;6602;p10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Streaming stored </a:t>
            </a:r>
            <a:r>
              <a:rPr lang="en-US"/>
              <a:t>v</a:t>
            </a:r>
            <a:r>
              <a:rPr lang="en-US" sz="4400"/>
              <a:t>ideo: challenges</a:t>
            </a:r>
            <a:endParaRPr/>
          </a:p>
        </p:txBody>
      </p:sp>
      <p:sp>
        <p:nvSpPr>
          <p:cNvPr id="6603" name="Google Shape;6603;p104"/>
          <p:cNvSpPr/>
          <p:nvPr/>
        </p:nvSpPr>
        <p:spPr>
          <a:xfrm>
            <a:off x="1047801" y="1389828"/>
            <a:ext cx="8553400" cy="4488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2825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continuous playout constraint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during client video playout, playout timing must match original timing 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 but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 delays are variable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(jitter), so will need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client-side buffer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match continuous playout constraint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netflix rebuffering" id="6604" name="Google Shape;6604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5393" y="3044149"/>
            <a:ext cx="2124226" cy="1180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05" name="Google Shape;6605;p104"/>
          <p:cNvSpPr/>
          <p:nvPr/>
        </p:nvSpPr>
        <p:spPr>
          <a:xfrm>
            <a:off x="1047801" y="4167220"/>
            <a:ext cx="8171815" cy="1166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2825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other challenges:</a:t>
            </a:r>
            <a:endParaRPr/>
          </a:p>
          <a:p>
            <a:pPr indent="-225425" lvl="1" marL="682625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interactivity: pause, fast-forward, rewind, jump through video</a:t>
            </a:r>
            <a:endParaRPr/>
          </a:p>
          <a:p>
            <a:pPr indent="-225425" lvl="1" marL="682625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 packets may be lost, retransmitted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6" name="Google Shape;6606;p10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1" name="Shape 6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2" name="Google Shape;6612;p10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Streaming stored </a:t>
            </a:r>
            <a:r>
              <a:rPr lang="en-US"/>
              <a:t>v</a:t>
            </a:r>
            <a:r>
              <a:rPr lang="en-US" sz="4400"/>
              <a:t>ideo: playout buffering</a:t>
            </a:r>
            <a:endParaRPr/>
          </a:p>
        </p:txBody>
      </p:sp>
      <p:cxnSp>
        <p:nvCxnSpPr>
          <p:cNvPr id="6613" name="Google Shape;6613;p105"/>
          <p:cNvCxnSpPr/>
          <p:nvPr/>
        </p:nvCxnSpPr>
        <p:spPr>
          <a:xfrm>
            <a:off x="2445774" y="1667644"/>
            <a:ext cx="0" cy="285273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4" name="Google Shape;6614;p105"/>
          <p:cNvCxnSpPr/>
          <p:nvPr/>
        </p:nvCxnSpPr>
        <p:spPr>
          <a:xfrm flipH="1">
            <a:off x="2436249" y="4510856"/>
            <a:ext cx="7815263" cy="142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615" name="Google Shape;6615;p105"/>
          <p:cNvSpPr txBox="1"/>
          <p:nvPr/>
        </p:nvSpPr>
        <p:spPr>
          <a:xfrm>
            <a:off x="3077599" y="1770831"/>
            <a:ext cx="188455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  constant bit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 rate video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transmission</a:t>
            </a:r>
            <a:endParaRPr/>
          </a:p>
        </p:txBody>
      </p:sp>
      <p:grpSp>
        <p:nvGrpSpPr>
          <p:cNvPr id="6616" name="Google Shape;6616;p105"/>
          <p:cNvGrpSpPr/>
          <p:nvPr/>
        </p:nvGrpSpPr>
        <p:grpSpPr>
          <a:xfrm>
            <a:off x="2826774" y="1997844"/>
            <a:ext cx="2552700" cy="2525712"/>
            <a:chOff x="648" y="1147"/>
            <a:chExt cx="1608" cy="1591"/>
          </a:xfrm>
        </p:grpSpPr>
        <p:grpSp>
          <p:nvGrpSpPr>
            <p:cNvPr id="6617" name="Google Shape;6617;p105"/>
            <p:cNvGrpSpPr/>
            <p:nvPr/>
          </p:nvGrpSpPr>
          <p:grpSpPr>
            <a:xfrm>
              <a:off x="648" y="1725"/>
              <a:ext cx="1024" cy="1013"/>
              <a:chOff x="672" y="1071"/>
              <a:chExt cx="1024" cy="1013"/>
            </a:xfrm>
          </p:grpSpPr>
          <p:grpSp>
            <p:nvGrpSpPr>
              <p:cNvPr id="6618" name="Google Shape;6618;p105"/>
              <p:cNvGrpSpPr/>
              <p:nvPr/>
            </p:nvGrpSpPr>
            <p:grpSpPr>
              <a:xfrm>
                <a:off x="672" y="1506"/>
                <a:ext cx="583" cy="578"/>
                <a:chOff x="672" y="1486"/>
                <a:chExt cx="583" cy="578"/>
              </a:xfrm>
            </p:grpSpPr>
            <p:grpSp>
              <p:nvGrpSpPr>
                <p:cNvPr id="6619" name="Google Shape;6619;p105"/>
                <p:cNvGrpSpPr/>
                <p:nvPr/>
              </p:nvGrpSpPr>
              <p:grpSpPr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620" name="Google Shape;6620;p105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621" name="Google Shape;6621;p105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622" name="Google Shape;6622;p105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623" name="Google Shape;6623;p105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624" name="Google Shape;6624;p105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625" name="Google Shape;6625;p105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  <p:grpSp>
              <p:nvGrpSpPr>
                <p:cNvPr id="6626" name="Google Shape;6626;p105"/>
                <p:cNvGrpSpPr/>
                <p:nvPr/>
              </p:nvGrpSpPr>
              <p:grpSpPr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627" name="Google Shape;6627;p105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628" name="Google Shape;6628;p105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629" name="Google Shape;6629;p105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630" name="Google Shape;6630;p105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631" name="Google Shape;6631;p105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632" name="Google Shape;6632;p105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</p:grpSp>
          <p:grpSp>
            <p:nvGrpSpPr>
              <p:cNvPr id="6633" name="Google Shape;6633;p105"/>
              <p:cNvGrpSpPr/>
              <p:nvPr/>
            </p:nvGrpSpPr>
            <p:grpSpPr>
              <a:xfrm>
                <a:off x="1259" y="1217"/>
                <a:ext cx="291" cy="288"/>
                <a:chOff x="672" y="1776"/>
                <a:chExt cx="291" cy="288"/>
              </a:xfrm>
            </p:grpSpPr>
            <p:grpSp>
              <p:nvGrpSpPr>
                <p:cNvPr id="6634" name="Google Shape;6634;p105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635" name="Google Shape;6635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36" name="Google Shape;6636;p105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637" name="Google Shape;6637;p105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638" name="Google Shape;6638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39" name="Google Shape;6639;p105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640" name="Google Shape;6640;p105"/>
              <p:cNvGrpSpPr/>
              <p:nvPr/>
            </p:nvGrpSpPr>
            <p:grpSpPr>
              <a:xfrm>
                <a:off x="1551" y="1071"/>
                <a:ext cx="145" cy="144"/>
                <a:chOff x="672" y="1920"/>
                <a:chExt cx="145" cy="144"/>
              </a:xfrm>
            </p:grpSpPr>
            <p:cxnSp>
              <p:nvCxnSpPr>
                <p:cNvPr id="6641" name="Google Shape;6641;p105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642" name="Google Shape;6642;p105"/>
                <p:cNvCxnSpPr/>
                <p:nvPr/>
              </p:nvCxnSpPr>
              <p:spPr>
                <a:xfrm>
                  <a:off x="745" y="1848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6643" name="Google Shape;6643;p105"/>
            <p:cNvGrpSpPr/>
            <p:nvPr/>
          </p:nvGrpSpPr>
          <p:grpSpPr>
            <a:xfrm>
              <a:off x="1673" y="1147"/>
              <a:ext cx="583" cy="578"/>
              <a:chOff x="672" y="1486"/>
              <a:chExt cx="583" cy="578"/>
            </a:xfrm>
          </p:grpSpPr>
          <p:grpSp>
            <p:nvGrpSpPr>
              <p:cNvPr id="6644" name="Google Shape;6644;p105"/>
              <p:cNvGrpSpPr/>
              <p:nvPr/>
            </p:nvGrpSpPr>
            <p:grpSpPr>
              <a:xfrm>
                <a:off x="672" y="1776"/>
                <a:ext cx="291" cy="288"/>
                <a:chOff x="672" y="1776"/>
                <a:chExt cx="291" cy="288"/>
              </a:xfrm>
            </p:grpSpPr>
            <p:grpSp>
              <p:nvGrpSpPr>
                <p:cNvPr id="6645" name="Google Shape;6645;p105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646" name="Google Shape;6646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47" name="Google Shape;6647;p105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648" name="Google Shape;6648;p105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649" name="Google Shape;6649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50" name="Google Shape;6650;p105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651" name="Google Shape;6651;p105"/>
              <p:cNvGrpSpPr/>
              <p:nvPr/>
            </p:nvGrpSpPr>
            <p:grpSpPr>
              <a:xfrm>
                <a:off x="964" y="1486"/>
                <a:ext cx="291" cy="288"/>
                <a:chOff x="672" y="1776"/>
                <a:chExt cx="291" cy="288"/>
              </a:xfrm>
            </p:grpSpPr>
            <p:grpSp>
              <p:nvGrpSpPr>
                <p:cNvPr id="6652" name="Google Shape;6652;p105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653" name="Google Shape;6653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54" name="Google Shape;6654;p105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655" name="Google Shape;6655;p105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656" name="Google Shape;6656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57" name="Google Shape;6657;p105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</p:grpSp>
      </p:grpSp>
      <p:sp>
        <p:nvSpPr>
          <p:cNvPr id="6658" name="Google Shape;6658;p105"/>
          <p:cNvSpPr txBox="1"/>
          <p:nvPr/>
        </p:nvSpPr>
        <p:spPr>
          <a:xfrm rot="-5433387">
            <a:off x="1194824" y="2814097"/>
            <a:ext cx="19573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Cumulative data</a:t>
            </a:r>
            <a:endParaRPr/>
          </a:p>
        </p:txBody>
      </p:sp>
      <p:sp>
        <p:nvSpPr>
          <p:cNvPr id="6659" name="Google Shape;6659;p105"/>
          <p:cNvSpPr txBox="1"/>
          <p:nvPr/>
        </p:nvSpPr>
        <p:spPr>
          <a:xfrm>
            <a:off x="9706999" y="4533081"/>
            <a:ext cx="6639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grpSp>
        <p:nvGrpSpPr>
          <p:cNvPr id="6660" name="Google Shape;6660;p105"/>
          <p:cNvGrpSpPr/>
          <p:nvPr/>
        </p:nvGrpSpPr>
        <p:grpSpPr>
          <a:xfrm>
            <a:off x="4103124" y="2012131"/>
            <a:ext cx="3500438" cy="2520950"/>
            <a:chOff x="1572" y="1156"/>
            <a:chExt cx="2205" cy="1588"/>
          </a:xfrm>
        </p:grpSpPr>
        <p:grpSp>
          <p:nvGrpSpPr>
            <p:cNvPr id="6661" name="Google Shape;6661;p105"/>
            <p:cNvGrpSpPr/>
            <p:nvPr/>
          </p:nvGrpSpPr>
          <p:grpSpPr>
            <a:xfrm>
              <a:off x="1938" y="1156"/>
              <a:ext cx="1839" cy="1588"/>
              <a:chOff x="1938" y="1156"/>
              <a:chExt cx="1839" cy="1588"/>
            </a:xfrm>
          </p:grpSpPr>
          <p:grpSp>
            <p:nvGrpSpPr>
              <p:cNvPr id="6662" name="Google Shape;6662;p105"/>
              <p:cNvGrpSpPr/>
              <p:nvPr/>
            </p:nvGrpSpPr>
            <p:grpSpPr>
              <a:xfrm>
                <a:off x="1938" y="2600"/>
                <a:ext cx="319" cy="144"/>
                <a:chOff x="672" y="1920"/>
                <a:chExt cx="145" cy="144"/>
              </a:xfrm>
            </p:grpSpPr>
            <p:cxnSp>
              <p:nvCxnSpPr>
                <p:cNvPr id="6663" name="Google Shape;6663;p105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664" name="Google Shape;6664;p105"/>
                <p:cNvCxnSpPr/>
                <p:nvPr/>
              </p:nvCxnSpPr>
              <p:spPr>
                <a:xfrm>
                  <a:off x="745" y="1848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665" name="Google Shape;6665;p105"/>
              <p:cNvGrpSpPr/>
              <p:nvPr/>
            </p:nvGrpSpPr>
            <p:grpSpPr>
              <a:xfrm>
                <a:off x="2252" y="2455"/>
                <a:ext cx="72" cy="145"/>
                <a:chOff x="672" y="1919"/>
                <a:chExt cx="143" cy="145"/>
              </a:xfrm>
            </p:grpSpPr>
            <p:cxnSp>
              <p:nvCxnSpPr>
                <p:cNvPr id="6666" name="Google Shape;6666;p105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667" name="Google Shape;6667;p105"/>
                <p:cNvCxnSpPr/>
                <p:nvPr/>
              </p:nvCxnSpPr>
              <p:spPr>
                <a:xfrm>
                  <a:off x="745" y="1849"/>
                  <a:ext cx="0" cy="14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668" name="Google Shape;6668;p105"/>
              <p:cNvGrpSpPr/>
              <p:nvPr/>
            </p:nvGrpSpPr>
            <p:grpSpPr>
              <a:xfrm>
                <a:off x="2317" y="2169"/>
                <a:ext cx="126" cy="288"/>
                <a:chOff x="672" y="1776"/>
                <a:chExt cx="291" cy="288"/>
              </a:xfrm>
            </p:grpSpPr>
            <p:grpSp>
              <p:nvGrpSpPr>
                <p:cNvPr id="6669" name="Google Shape;6669;p105"/>
                <p:cNvGrpSpPr/>
                <p:nvPr/>
              </p:nvGrpSpPr>
              <p:grpSpPr>
                <a:xfrm>
                  <a:off x="672" y="1920"/>
                  <a:ext cx="146" cy="145"/>
                  <a:chOff x="672" y="1920"/>
                  <a:chExt cx="146" cy="145"/>
                </a:xfrm>
              </p:grpSpPr>
              <p:cxnSp>
                <p:nvCxnSpPr>
                  <p:cNvPr id="6670" name="Google Shape;6670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71" name="Google Shape;6671;p105"/>
                  <p:cNvCxnSpPr/>
                  <p:nvPr/>
                </p:nvCxnSpPr>
                <p:spPr>
                  <a:xfrm>
                    <a:off x="745" y="1847"/>
                    <a:ext cx="0" cy="14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672" name="Google Shape;6672;p105"/>
                <p:cNvGrpSpPr/>
                <p:nvPr/>
              </p:nvGrpSpPr>
              <p:grpSpPr>
                <a:xfrm>
                  <a:off x="817" y="1776"/>
                  <a:ext cx="146" cy="144"/>
                  <a:chOff x="671" y="1920"/>
                  <a:chExt cx="146" cy="144"/>
                </a:xfrm>
              </p:grpSpPr>
              <p:cxnSp>
                <p:nvCxnSpPr>
                  <p:cNvPr id="6673" name="Google Shape;6673;p105"/>
                  <p:cNvCxnSpPr/>
                  <p:nvPr/>
                </p:nvCxnSpPr>
                <p:spPr>
                  <a:xfrm>
                    <a:off x="671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74" name="Google Shape;6674;p105"/>
                  <p:cNvCxnSpPr/>
                  <p:nvPr/>
                </p:nvCxnSpPr>
                <p:spPr>
                  <a:xfrm>
                    <a:off x="744" y="1847"/>
                    <a:ext cx="0" cy="14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675" name="Google Shape;6675;p105"/>
              <p:cNvGrpSpPr/>
              <p:nvPr/>
            </p:nvGrpSpPr>
            <p:grpSpPr>
              <a:xfrm>
                <a:off x="2441" y="1877"/>
                <a:ext cx="609" cy="288"/>
                <a:chOff x="672" y="1776"/>
                <a:chExt cx="291" cy="288"/>
              </a:xfrm>
            </p:grpSpPr>
            <p:grpSp>
              <p:nvGrpSpPr>
                <p:cNvPr id="6676" name="Google Shape;6676;p105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677" name="Google Shape;6677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78" name="Google Shape;6678;p105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679" name="Google Shape;6679;p105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680" name="Google Shape;6680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81" name="Google Shape;6681;p105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682" name="Google Shape;6682;p105"/>
              <p:cNvGrpSpPr/>
              <p:nvPr/>
            </p:nvGrpSpPr>
            <p:grpSpPr>
              <a:xfrm>
                <a:off x="3045" y="1740"/>
                <a:ext cx="52" cy="144"/>
                <a:chOff x="672" y="1920"/>
                <a:chExt cx="146" cy="144"/>
              </a:xfrm>
            </p:grpSpPr>
            <p:cxnSp>
              <p:nvCxnSpPr>
                <p:cNvPr id="6683" name="Google Shape;6683;p105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684" name="Google Shape;6684;p105"/>
                <p:cNvCxnSpPr/>
                <p:nvPr/>
              </p:nvCxnSpPr>
              <p:spPr>
                <a:xfrm>
                  <a:off x="745" y="1849"/>
                  <a:ext cx="0" cy="14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685" name="Google Shape;6685;p105"/>
              <p:cNvGrpSpPr/>
              <p:nvPr/>
            </p:nvGrpSpPr>
            <p:grpSpPr>
              <a:xfrm>
                <a:off x="3092" y="1590"/>
                <a:ext cx="469" cy="144"/>
                <a:chOff x="672" y="1920"/>
                <a:chExt cx="145" cy="144"/>
              </a:xfrm>
            </p:grpSpPr>
            <p:cxnSp>
              <p:nvCxnSpPr>
                <p:cNvPr id="6686" name="Google Shape;6686;p105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687" name="Google Shape;6687;p105"/>
                <p:cNvCxnSpPr/>
                <p:nvPr/>
              </p:nvCxnSpPr>
              <p:spPr>
                <a:xfrm>
                  <a:off x="745" y="1848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688" name="Google Shape;6688;p105"/>
              <p:cNvGrpSpPr/>
              <p:nvPr/>
            </p:nvGrpSpPr>
            <p:grpSpPr>
              <a:xfrm>
                <a:off x="3550" y="1446"/>
                <a:ext cx="145" cy="144"/>
                <a:chOff x="672" y="1920"/>
                <a:chExt cx="145" cy="144"/>
              </a:xfrm>
            </p:grpSpPr>
            <p:cxnSp>
              <p:nvCxnSpPr>
                <p:cNvPr id="6689" name="Google Shape;6689;p105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690" name="Google Shape;6690;p105"/>
                <p:cNvCxnSpPr/>
                <p:nvPr/>
              </p:nvCxnSpPr>
              <p:spPr>
                <a:xfrm>
                  <a:off x="745" y="1848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691" name="Google Shape;6691;p105"/>
              <p:cNvGrpSpPr/>
              <p:nvPr/>
            </p:nvGrpSpPr>
            <p:grpSpPr>
              <a:xfrm>
                <a:off x="3690" y="1156"/>
                <a:ext cx="87" cy="288"/>
                <a:chOff x="672" y="1776"/>
                <a:chExt cx="291" cy="288"/>
              </a:xfrm>
            </p:grpSpPr>
            <p:grpSp>
              <p:nvGrpSpPr>
                <p:cNvPr id="6692" name="Google Shape;6692;p105"/>
                <p:cNvGrpSpPr/>
                <p:nvPr/>
              </p:nvGrpSpPr>
              <p:grpSpPr>
                <a:xfrm>
                  <a:off x="672" y="1920"/>
                  <a:ext cx="144" cy="144"/>
                  <a:chOff x="672" y="1920"/>
                  <a:chExt cx="144" cy="144"/>
                </a:xfrm>
              </p:grpSpPr>
              <p:cxnSp>
                <p:nvCxnSpPr>
                  <p:cNvPr id="6693" name="Google Shape;6693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94" name="Google Shape;6694;p105"/>
                  <p:cNvCxnSpPr/>
                  <p:nvPr/>
                </p:nvCxnSpPr>
                <p:spPr>
                  <a:xfrm>
                    <a:off x="744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695" name="Google Shape;6695;p105"/>
                <p:cNvGrpSpPr/>
                <p:nvPr/>
              </p:nvGrpSpPr>
              <p:grpSpPr>
                <a:xfrm>
                  <a:off x="819" y="1776"/>
                  <a:ext cx="144" cy="144"/>
                  <a:chOff x="673" y="1920"/>
                  <a:chExt cx="144" cy="144"/>
                </a:xfrm>
              </p:grpSpPr>
              <p:cxnSp>
                <p:nvCxnSpPr>
                  <p:cNvPr id="6696" name="Google Shape;6696;p105"/>
                  <p:cNvCxnSpPr/>
                  <p:nvPr/>
                </p:nvCxnSpPr>
                <p:spPr>
                  <a:xfrm>
                    <a:off x="673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97" name="Google Shape;6697;p105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</p:grpSp>
        <p:sp>
          <p:nvSpPr>
            <p:cNvPr id="6698" name="Google Shape;6698;p105"/>
            <p:cNvSpPr txBox="1"/>
            <p:nvPr/>
          </p:nvSpPr>
          <p:spPr>
            <a:xfrm>
              <a:off x="1737" y="1724"/>
              <a:ext cx="664" cy="5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variable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delay</a:t>
              </a:r>
              <a:endParaRPr/>
            </a:p>
          </p:txBody>
        </p:sp>
        <p:cxnSp>
          <p:nvCxnSpPr>
            <p:cNvPr id="6699" name="Google Shape;6699;p105"/>
            <p:cNvCxnSpPr/>
            <p:nvPr/>
          </p:nvCxnSpPr>
          <p:spPr>
            <a:xfrm>
              <a:off x="1572" y="1938"/>
              <a:ext cx="109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6700" name="Google Shape;6700;p105"/>
            <p:cNvSpPr txBox="1"/>
            <p:nvPr/>
          </p:nvSpPr>
          <p:spPr>
            <a:xfrm>
              <a:off x="2651" y="1196"/>
              <a:ext cx="875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client video</a:t>
              </a:r>
              <a:endParaRPr/>
            </a:p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reception</a:t>
              </a:r>
              <a:endParaRPr/>
            </a:p>
          </p:txBody>
        </p:sp>
      </p:grpSp>
      <p:grpSp>
        <p:nvGrpSpPr>
          <p:cNvPr id="6701" name="Google Shape;6701;p105"/>
          <p:cNvGrpSpPr/>
          <p:nvPr/>
        </p:nvGrpSpPr>
        <p:grpSpPr>
          <a:xfrm>
            <a:off x="4582549" y="1983556"/>
            <a:ext cx="5226054" cy="3214688"/>
            <a:chOff x="1874" y="1138"/>
            <a:chExt cx="3292" cy="2025"/>
          </a:xfrm>
        </p:grpSpPr>
        <p:grpSp>
          <p:nvGrpSpPr>
            <p:cNvPr id="6702" name="Google Shape;6702;p105"/>
            <p:cNvGrpSpPr/>
            <p:nvPr/>
          </p:nvGrpSpPr>
          <p:grpSpPr>
            <a:xfrm>
              <a:off x="2784" y="1138"/>
              <a:ext cx="1608" cy="1591"/>
              <a:chOff x="648" y="1147"/>
              <a:chExt cx="1608" cy="1591"/>
            </a:xfrm>
          </p:grpSpPr>
          <p:grpSp>
            <p:nvGrpSpPr>
              <p:cNvPr id="6703" name="Google Shape;6703;p105"/>
              <p:cNvGrpSpPr/>
              <p:nvPr/>
            </p:nvGrpSpPr>
            <p:grpSpPr>
              <a:xfrm>
                <a:off x="648" y="1725"/>
                <a:ext cx="1024" cy="1013"/>
                <a:chOff x="672" y="1071"/>
                <a:chExt cx="1024" cy="1013"/>
              </a:xfrm>
            </p:grpSpPr>
            <p:grpSp>
              <p:nvGrpSpPr>
                <p:cNvPr id="6704" name="Google Shape;6704;p105"/>
                <p:cNvGrpSpPr/>
                <p:nvPr/>
              </p:nvGrpSpPr>
              <p:grpSpPr>
                <a:xfrm>
                  <a:off x="672" y="1506"/>
                  <a:ext cx="583" cy="578"/>
                  <a:chOff x="672" y="1486"/>
                  <a:chExt cx="583" cy="578"/>
                </a:xfrm>
              </p:grpSpPr>
              <p:grpSp>
                <p:nvGrpSpPr>
                  <p:cNvPr id="6705" name="Google Shape;6705;p105"/>
                  <p:cNvGrpSpPr/>
                  <p:nvPr/>
                </p:nvGrpSpPr>
                <p:grpSpPr>
                  <a:xfrm>
                    <a:off x="672" y="177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6706" name="Google Shape;6706;p105"/>
                    <p:cNvGrpSpPr/>
                    <p:nvPr/>
                  </p:nvGrpSpPr>
                  <p:grpSpPr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6707" name="Google Shape;6707;p105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6708" name="Google Shape;6708;p105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  <p:grpSp>
                  <p:nvGrpSpPr>
                    <p:cNvPr id="6709" name="Google Shape;6709;p105"/>
                    <p:cNvGrpSpPr/>
                    <p:nvPr/>
                  </p:nvGrpSpPr>
                  <p:grpSpPr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6710" name="Google Shape;6710;p105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6711" name="Google Shape;6711;p105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</p:grpSp>
              <p:grpSp>
                <p:nvGrpSpPr>
                  <p:cNvPr id="6712" name="Google Shape;6712;p105"/>
                  <p:cNvGrpSpPr/>
                  <p:nvPr/>
                </p:nvGrpSpPr>
                <p:grpSpPr>
                  <a:xfrm>
                    <a:off x="964" y="148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6713" name="Google Shape;6713;p105"/>
                    <p:cNvGrpSpPr/>
                    <p:nvPr/>
                  </p:nvGrpSpPr>
                  <p:grpSpPr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6714" name="Google Shape;6714;p105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6715" name="Google Shape;6715;p105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  <p:grpSp>
                  <p:nvGrpSpPr>
                    <p:cNvPr id="6716" name="Google Shape;6716;p105"/>
                    <p:cNvGrpSpPr/>
                    <p:nvPr/>
                  </p:nvGrpSpPr>
                  <p:grpSpPr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6717" name="Google Shape;6717;p105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6718" name="Google Shape;6718;p105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</p:grpSp>
            </p:grpSp>
            <p:grpSp>
              <p:nvGrpSpPr>
                <p:cNvPr id="6719" name="Google Shape;6719;p105"/>
                <p:cNvGrpSpPr/>
                <p:nvPr/>
              </p:nvGrpSpPr>
              <p:grpSpPr>
                <a:xfrm>
                  <a:off x="1259" y="1217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720" name="Google Shape;6720;p105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721" name="Google Shape;6721;p105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722" name="Google Shape;6722;p105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723" name="Google Shape;6723;p105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724" name="Google Shape;6724;p105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725" name="Google Shape;6725;p105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  <p:grpSp>
              <p:nvGrpSpPr>
                <p:cNvPr id="6726" name="Google Shape;6726;p105"/>
                <p:cNvGrpSpPr/>
                <p:nvPr/>
              </p:nvGrpSpPr>
              <p:grpSpPr>
                <a:xfrm>
                  <a:off x="1551" y="1071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727" name="Google Shape;6727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A3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728" name="Google Shape;6728;p105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A3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729" name="Google Shape;6729;p105"/>
              <p:cNvGrpSpPr/>
              <p:nvPr/>
            </p:nvGrpSpPr>
            <p:grpSpPr>
              <a:xfrm>
                <a:off x="1673" y="1147"/>
                <a:ext cx="583" cy="578"/>
                <a:chOff x="672" y="1486"/>
                <a:chExt cx="583" cy="578"/>
              </a:xfrm>
            </p:grpSpPr>
            <p:grpSp>
              <p:nvGrpSpPr>
                <p:cNvPr id="6730" name="Google Shape;6730;p105"/>
                <p:cNvGrpSpPr/>
                <p:nvPr/>
              </p:nvGrpSpPr>
              <p:grpSpPr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731" name="Google Shape;6731;p105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732" name="Google Shape;6732;p105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733" name="Google Shape;6733;p105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734" name="Google Shape;6734;p105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735" name="Google Shape;6735;p105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736" name="Google Shape;6736;p105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  <p:grpSp>
              <p:nvGrpSpPr>
                <p:cNvPr id="6737" name="Google Shape;6737;p105"/>
                <p:cNvGrpSpPr/>
                <p:nvPr/>
              </p:nvGrpSpPr>
              <p:grpSpPr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738" name="Google Shape;6738;p105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739" name="Google Shape;6739;p105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740" name="Google Shape;6740;p105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741" name="Google Shape;6741;p105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742" name="Google Shape;6742;p105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743" name="Google Shape;6743;p105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</p:grpSp>
        </p:grpSp>
        <p:sp>
          <p:nvSpPr>
            <p:cNvPr id="6744" name="Google Shape;6744;p105"/>
            <p:cNvSpPr txBox="1"/>
            <p:nvPr/>
          </p:nvSpPr>
          <p:spPr>
            <a:xfrm>
              <a:off x="3956" y="1225"/>
              <a:ext cx="1210" cy="5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       constant bit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     rate video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 playout at client</a:t>
              </a:r>
              <a:endParaRPr/>
            </a:p>
          </p:txBody>
        </p:sp>
        <p:grpSp>
          <p:nvGrpSpPr>
            <p:cNvPr id="6745" name="Google Shape;6745;p105"/>
            <p:cNvGrpSpPr/>
            <p:nvPr/>
          </p:nvGrpSpPr>
          <p:grpSpPr>
            <a:xfrm>
              <a:off x="1874" y="2756"/>
              <a:ext cx="1059" cy="407"/>
              <a:chOff x="1874" y="2756"/>
              <a:chExt cx="1059" cy="407"/>
            </a:xfrm>
          </p:grpSpPr>
          <p:sp>
            <p:nvSpPr>
              <p:cNvPr id="6746" name="Google Shape;6746;p105"/>
              <p:cNvSpPr txBox="1"/>
              <p:nvPr/>
            </p:nvSpPr>
            <p:spPr>
              <a:xfrm>
                <a:off x="1874" y="2756"/>
                <a:ext cx="1059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9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client playout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9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delay</a:t>
                </a:r>
                <a:endParaRPr/>
              </a:p>
            </p:txBody>
          </p:sp>
          <p:cxnSp>
            <p:nvCxnSpPr>
              <p:cNvPr id="6747" name="Google Shape;6747;p105"/>
              <p:cNvCxnSpPr/>
              <p:nvPr/>
            </p:nvCxnSpPr>
            <p:spPr>
              <a:xfrm>
                <a:off x="1938" y="2952"/>
                <a:ext cx="905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1008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</p:grpSp>
      <p:grpSp>
        <p:nvGrpSpPr>
          <p:cNvPr id="6748" name="Google Shape;6748;p105"/>
          <p:cNvGrpSpPr/>
          <p:nvPr/>
        </p:nvGrpSpPr>
        <p:grpSpPr>
          <a:xfrm>
            <a:off x="6060511" y="3126165"/>
            <a:ext cx="534988" cy="923926"/>
            <a:chOff x="2822" y="1854"/>
            <a:chExt cx="337" cy="582"/>
          </a:xfrm>
        </p:grpSpPr>
        <p:cxnSp>
          <p:nvCxnSpPr>
            <p:cNvPr id="6749" name="Google Shape;6749;p105"/>
            <p:cNvCxnSpPr/>
            <p:nvPr/>
          </p:nvCxnSpPr>
          <p:spPr>
            <a:xfrm rot="10800000">
              <a:off x="2988" y="1872"/>
              <a:ext cx="0" cy="564"/>
            </a:xfrm>
            <a:prstGeom prst="straightConnector1">
              <a:avLst/>
            </a:prstGeom>
            <a:noFill/>
            <a:ln cap="flat" cmpd="sng" w="19050">
              <a:solidFill>
                <a:srgbClr val="0000A3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6750" name="Google Shape;6750;p105"/>
            <p:cNvSpPr txBox="1"/>
            <p:nvPr/>
          </p:nvSpPr>
          <p:spPr>
            <a:xfrm rot="-5400000">
              <a:off x="2707" y="1969"/>
              <a:ext cx="567" cy="3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A3"/>
                  </a:solidFill>
                  <a:latin typeface="Calibri"/>
                  <a:ea typeface="Calibri"/>
                  <a:cs typeface="Calibri"/>
                  <a:sym typeface="Calibri"/>
                </a:rPr>
                <a:t>buffered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A3"/>
                  </a:solidFill>
                  <a:latin typeface="Calibri"/>
                  <a:ea typeface="Calibri"/>
                  <a:cs typeface="Calibri"/>
                  <a:sym typeface="Calibri"/>
                </a:rPr>
                <a:t>video</a:t>
              </a:r>
              <a:endParaRPr b="0" i="0" sz="2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51" name="Google Shape;6751;p105"/>
          <p:cNvSpPr txBox="1"/>
          <p:nvPr/>
        </p:nvSpPr>
        <p:spPr>
          <a:xfrm>
            <a:off x="1252768" y="5367320"/>
            <a:ext cx="10515599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client-side buffering and playout delay: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compensate for network-added delay, delay jitter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2" name="Google Shape;6752;p10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7" name="Shape 6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" name="Google Shape;6758;p10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Streaming multimedia: DASH</a:t>
            </a:r>
            <a:endParaRPr/>
          </a:p>
        </p:txBody>
      </p:sp>
      <p:sp>
        <p:nvSpPr>
          <p:cNvPr id="6759" name="Google Shape;6759;p106"/>
          <p:cNvSpPr txBox="1"/>
          <p:nvPr/>
        </p:nvSpPr>
        <p:spPr>
          <a:xfrm>
            <a:off x="822435" y="1484670"/>
            <a:ext cx="10369274" cy="5053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server: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divides video file into multiple chunks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chunk encoded at multiple different rates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different rate encodings stored in different files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files replicated in various CDN nodes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manifest file: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provides URLs for different chunks</a:t>
            </a:r>
            <a:endParaRPr/>
          </a:p>
        </p:txBody>
      </p:sp>
      <p:grpSp>
        <p:nvGrpSpPr>
          <p:cNvPr id="6760" name="Google Shape;6760;p106"/>
          <p:cNvGrpSpPr/>
          <p:nvPr/>
        </p:nvGrpSpPr>
        <p:grpSpPr>
          <a:xfrm>
            <a:off x="10418918" y="2387938"/>
            <a:ext cx="1331627" cy="1083147"/>
            <a:chOff x="1842724" y="2867233"/>
            <a:chExt cx="5649912" cy="3416300"/>
          </a:xfrm>
        </p:grpSpPr>
        <p:sp>
          <p:nvSpPr>
            <p:cNvPr id="6761" name="Google Shape;6761;p106"/>
            <p:cNvSpPr/>
            <p:nvPr/>
          </p:nvSpPr>
          <p:spPr>
            <a:xfrm>
              <a:off x="1842724" y="2867233"/>
              <a:ext cx="5649912" cy="768350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2" name="Google Shape;6762;p106"/>
            <p:cNvSpPr/>
            <p:nvPr/>
          </p:nvSpPr>
          <p:spPr>
            <a:xfrm>
              <a:off x="2277699" y="3621296"/>
              <a:ext cx="4781550" cy="266223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63" name="Google Shape;6763;p106"/>
          <p:cNvGrpSpPr/>
          <p:nvPr/>
        </p:nvGrpSpPr>
        <p:grpSpPr>
          <a:xfrm>
            <a:off x="10897863" y="2829271"/>
            <a:ext cx="427844" cy="454118"/>
            <a:chOff x="4437" y="1472"/>
            <a:chExt cx="427" cy="418"/>
          </a:xfrm>
        </p:grpSpPr>
        <p:sp>
          <p:nvSpPr>
            <p:cNvPr id="6764" name="Google Shape;6764;p106"/>
            <p:cNvSpPr/>
            <p:nvPr/>
          </p:nvSpPr>
          <p:spPr>
            <a:xfrm>
              <a:off x="4443" y="1475"/>
              <a:ext cx="421" cy="361"/>
            </a:xfrm>
            <a:prstGeom prst="rect">
              <a:avLst/>
            </a:prstGeom>
            <a:gradFill>
              <a:gsLst>
                <a:gs pos="0">
                  <a:srgbClr val="6B8FB3"/>
                </a:gs>
                <a:gs pos="50000">
                  <a:srgbClr val="99CCFF"/>
                </a:gs>
                <a:gs pos="100000">
                  <a:srgbClr val="6B8FB3"/>
                </a:gs>
              </a:gsLst>
              <a:lin ang="5400000" scaled="0"/>
            </a:gradFill>
            <a:ln cap="flat" cmpd="sng" w="19050">
              <a:solidFill>
                <a:srgbClr val="5F5F5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5" name="Google Shape;6765;p106"/>
            <p:cNvSpPr/>
            <p:nvPr/>
          </p:nvSpPr>
          <p:spPr>
            <a:xfrm>
              <a:off x="4567" y="1837"/>
              <a:ext cx="179" cy="23"/>
            </a:xfrm>
            <a:prstGeom prst="rect">
              <a:avLst/>
            </a:prstGeom>
            <a:solidFill>
              <a:srgbClr val="5F5F5F"/>
            </a:solidFill>
            <a:ln cap="flat" cmpd="sng" w="19050">
              <a:solidFill>
                <a:srgbClr val="5F5F5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6" name="Google Shape;6766;p106"/>
            <p:cNvSpPr/>
            <p:nvPr/>
          </p:nvSpPr>
          <p:spPr>
            <a:xfrm>
              <a:off x="4442" y="1866"/>
              <a:ext cx="414" cy="24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7" name="Google Shape;6767;p106"/>
            <p:cNvSpPr/>
            <p:nvPr/>
          </p:nvSpPr>
          <p:spPr>
            <a:xfrm>
              <a:off x="4437" y="1472"/>
              <a:ext cx="423" cy="356"/>
            </a:xfrm>
            <a:prstGeom prst="rect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68" name="Google Shape;6768;p106"/>
          <p:cNvSpPr/>
          <p:nvPr/>
        </p:nvSpPr>
        <p:spPr>
          <a:xfrm>
            <a:off x="8707673" y="2598154"/>
            <a:ext cx="1464890" cy="840879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69" name="Google Shape;6769;p106"/>
          <p:cNvCxnSpPr/>
          <p:nvPr/>
        </p:nvCxnSpPr>
        <p:spPr>
          <a:xfrm>
            <a:off x="8593059" y="3030964"/>
            <a:ext cx="2202124" cy="0"/>
          </a:xfrm>
          <a:prstGeom prst="straightConnector1">
            <a:avLst/>
          </a:prstGeom>
          <a:noFill/>
          <a:ln cap="flat" cmpd="sng" w="317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70" name="Google Shape;6770;p106"/>
          <p:cNvSpPr txBox="1"/>
          <p:nvPr/>
        </p:nvSpPr>
        <p:spPr>
          <a:xfrm>
            <a:off x="10844758" y="3478691"/>
            <a:ext cx="483955" cy="252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b="0" i="1" sz="1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1" name="Google Shape;6771;p106"/>
          <p:cNvSpPr/>
          <p:nvPr/>
        </p:nvSpPr>
        <p:spPr>
          <a:xfrm>
            <a:off x="9433447" y="2723465"/>
            <a:ext cx="1348576" cy="190774"/>
          </a:xfrm>
          <a:custGeom>
            <a:rect b="b" l="l" r="r" t="t"/>
            <a:pathLst>
              <a:path extrusionOk="0" h="190774" w="1348576">
                <a:moveTo>
                  <a:pt x="0" y="0"/>
                </a:moveTo>
                <a:lnTo>
                  <a:pt x="374970" y="190774"/>
                </a:lnTo>
                <a:lnTo>
                  <a:pt x="1348576" y="190774"/>
                </a:lnTo>
              </a:path>
            </a:pathLst>
          </a:custGeom>
          <a:noFill/>
          <a:ln cap="flat" cmpd="sng" w="31750">
            <a:solidFill>
              <a:srgbClr val="CD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2" name="Google Shape;6772;p106"/>
          <p:cNvSpPr/>
          <p:nvPr/>
        </p:nvSpPr>
        <p:spPr>
          <a:xfrm flipH="1" rot="10800000">
            <a:off x="9441126" y="3152158"/>
            <a:ext cx="1348576" cy="190774"/>
          </a:xfrm>
          <a:custGeom>
            <a:rect b="b" l="l" r="r" t="t"/>
            <a:pathLst>
              <a:path extrusionOk="0" h="190774" w="1348576">
                <a:moveTo>
                  <a:pt x="0" y="0"/>
                </a:moveTo>
                <a:lnTo>
                  <a:pt x="374970" y="190774"/>
                </a:lnTo>
                <a:lnTo>
                  <a:pt x="1348576" y="190774"/>
                </a:lnTo>
              </a:path>
            </a:pathLst>
          </a:custGeom>
          <a:noFill/>
          <a:ln cap="flat" cmpd="sng" w="31750">
            <a:solidFill>
              <a:srgbClr val="CD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73" name="Google Shape;6773;p106"/>
          <p:cNvGrpSpPr/>
          <p:nvPr/>
        </p:nvGrpSpPr>
        <p:grpSpPr>
          <a:xfrm>
            <a:off x="10236017" y="2762935"/>
            <a:ext cx="351378" cy="523220"/>
            <a:chOff x="10485997" y="1295948"/>
            <a:chExt cx="351378" cy="523220"/>
          </a:xfrm>
        </p:grpSpPr>
        <p:sp>
          <p:nvSpPr>
            <p:cNvPr id="6774" name="Google Shape;6774;p106"/>
            <p:cNvSpPr/>
            <p:nvPr/>
          </p:nvSpPr>
          <p:spPr>
            <a:xfrm>
              <a:off x="10492576" y="1381467"/>
              <a:ext cx="342078" cy="34207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CD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5" name="Google Shape;6775;p106"/>
            <p:cNvSpPr txBox="1"/>
            <p:nvPr/>
          </p:nvSpPr>
          <p:spPr>
            <a:xfrm>
              <a:off x="10485997" y="1295948"/>
              <a:ext cx="35137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D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</p:grpSp>
      <p:sp>
        <p:nvSpPr>
          <p:cNvPr id="6776" name="Google Shape;6776;p106"/>
          <p:cNvSpPr txBox="1"/>
          <p:nvPr/>
        </p:nvSpPr>
        <p:spPr>
          <a:xfrm>
            <a:off x="857469" y="4086563"/>
            <a:ext cx="10369274" cy="2566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client: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periodically estimates server-to-client bandwidth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consulting manifest, requests one chunk at a time 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chooses maximum coding rate sustainable given current bandwidth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choose different coding rates at different points in time (depending on available bandwidth at time), and from different servers</a:t>
            </a:r>
            <a:endParaRPr/>
          </a:p>
        </p:txBody>
      </p:sp>
      <p:grpSp>
        <p:nvGrpSpPr>
          <p:cNvPr id="6777" name="Google Shape;6777;p106"/>
          <p:cNvGrpSpPr/>
          <p:nvPr/>
        </p:nvGrpSpPr>
        <p:grpSpPr>
          <a:xfrm>
            <a:off x="7793102" y="2318615"/>
            <a:ext cx="943482" cy="1132486"/>
            <a:chOff x="7698509" y="2176725"/>
            <a:chExt cx="943482" cy="1132486"/>
          </a:xfrm>
        </p:grpSpPr>
        <p:grpSp>
          <p:nvGrpSpPr>
            <p:cNvPr id="6778" name="Google Shape;6778;p106"/>
            <p:cNvGrpSpPr/>
            <p:nvPr/>
          </p:nvGrpSpPr>
          <p:grpSpPr>
            <a:xfrm>
              <a:off x="8058261" y="2771439"/>
              <a:ext cx="269531" cy="537772"/>
              <a:chOff x="4140" y="429"/>
              <a:chExt cx="1425" cy="2396"/>
            </a:xfrm>
          </p:grpSpPr>
          <p:sp>
            <p:nvSpPr>
              <p:cNvPr id="6779" name="Google Shape;6779;p106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0" name="Google Shape;6780;p106"/>
              <p:cNvSpPr/>
              <p:nvPr/>
            </p:nvSpPr>
            <p:spPr>
              <a:xfrm>
                <a:off x="4204" y="429"/>
                <a:ext cx="1049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1" name="Google Shape;6781;p106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2" name="Google Shape;6782;p106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3" name="Google Shape;6783;p106"/>
              <p:cNvSpPr/>
              <p:nvPr/>
            </p:nvSpPr>
            <p:spPr>
              <a:xfrm>
                <a:off x="4214" y="695"/>
                <a:ext cx="593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784" name="Google Shape;6784;p106"/>
              <p:cNvGrpSpPr/>
              <p:nvPr/>
            </p:nvGrpSpPr>
            <p:grpSpPr>
              <a:xfrm>
                <a:off x="4749" y="666"/>
                <a:ext cx="583" cy="145"/>
                <a:chOff x="614" y="2566"/>
                <a:chExt cx="727" cy="139"/>
              </a:xfrm>
            </p:grpSpPr>
            <p:sp>
              <p:nvSpPr>
                <p:cNvPr id="6785" name="Google Shape;6785;p106"/>
                <p:cNvSpPr/>
                <p:nvPr/>
              </p:nvSpPr>
              <p:spPr>
                <a:xfrm>
                  <a:off x="614" y="2566"/>
                  <a:ext cx="727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86" name="Google Shape;6786;p106"/>
                <p:cNvSpPr/>
                <p:nvPr/>
              </p:nvSpPr>
              <p:spPr>
                <a:xfrm>
                  <a:off x="627" y="2580"/>
                  <a:ext cx="694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787" name="Google Shape;6787;p106"/>
              <p:cNvSpPr/>
              <p:nvPr/>
            </p:nvSpPr>
            <p:spPr>
              <a:xfrm>
                <a:off x="4225" y="1020"/>
                <a:ext cx="593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788" name="Google Shape;6788;p106"/>
              <p:cNvGrpSpPr/>
              <p:nvPr/>
            </p:nvGrpSpPr>
            <p:grpSpPr>
              <a:xfrm>
                <a:off x="4749" y="995"/>
                <a:ext cx="578" cy="131"/>
                <a:chOff x="617" y="2569"/>
                <a:chExt cx="721" cy="136"/>
              </a:xfrm>
            </p:grpSpPr>
            <p:sp>
              <p:nvSpPr>
                <p:cNvPr id="6789" name="Google Shape;6789;p106"/>
                <p:cNvSpPr/>
                <p:nvPr/>
              </p:nvSpPr>
              <p:spPr>
                <a:xfrm>
                  <a:off x="617" y="2569"/>
                  <a:ext cx="721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90" name="Google Shape;6790;p106"/>
                <p:cNvSpPr/>
                <p:nvPr/>
              </p:nvSpPr>
              <p:spPr>
                <a:xfrm>
                  <a:off x="630" y="2584"/>
                  <a:ext cx="687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791" name="Google Shape;6791;p106"/>
              <p:cNvSpPr/>
              <p:nvPr/>
            </p:nvSpPr>
            <p:spPr>
              <a:xfrm>
                <a:off x="4219" y="1358"/>
                <a:ext cx="593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2" name="Google Shape;6792;p106"/>
              <p:cNvSpPr/>
              <p:nvPr/>
            </p:nvSpPr>
            <p:spPr>
              <a:xfrm>
                <a:off x="4225" y="1654"/>
                <a:ext cx="599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793" name="Google Shape;6793;p106"/>
              <p:cNvGrpSpPr/>
              <p:nvPr/>
            </p:nvGrpSpPr>
            <p:grpSpPr>
              <a:xfrm>
                <a:off x="4733" y="1629"/>
                <a:ext cx="577" cy="150"/>
                <a:chOff x="612" y="2570"/>
                <a:chExt cx="719" cy="138"/>
              </a:xfrm>
            </p:grpSpPr>
            <p:sp>
              <p:nvSpPr>
                <p:cNvPr id="6794" name="Google Shape;6794;p106"/>
                <p:cNvSpPr/>
                <p:nvPr/>
              </p:nvSpPr>
              <p:spPr>
                <a:xfrm>
                  <a:off x="612" y="2570"/>
                  <a:ext cx="719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95" name="Google Shape;6795;p106"/>
                <p:cNvSpPr/>
                <p:nvPr/>
              </p:nvSpPr>
              <p:spPr>
                <a:xfrm>
                  <a:off x="625" y="2588"/>
                  <a:ext cx="693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796" name="Google Shape;6796;p106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797" name="Google Shape;6797;p106"/>
              <p:cNvGrpSpPr/>
              <p:nvPr/>
            </p:nvGrpSpPr>
            <p:grpSpPr>
              <a:xfrm>
                <a:off x="4739" y="1329"/>
                <a:ext cx="583" cy="136"/>
                <a:chOff x="614" y="2570"/>
                <a:chExt cx="726" cy="136"/>
              </a:xfrm>
            </p:grpSpPr>
            <p:sp>
              <p:nvSpPr>
                <p:cNvPr id="6798" name="Google Shape;6798;p106"/>
                <p:cNvSpPr/>
                <p:nvPr/>
              </p:nvSpPr>
              <p:spPr>
                <a:xfrm>
                  <a:off x="614" y="2570"/>
                  <a:ext cx="726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99" name="Google Shape;6799;p106"/>
                <p:cNvSpPr/>
                <p:nvPr/>
              </p:nvSpPr>
              <p:spPr>
                <a:xfrm>
                  <a:off x="627" y="2585"/>
                  <a:ext cx="693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800" name="Google Shape;6800;p106"/>
              <p:cNvSpPr/>
              <p:nvPr/>
            </p:nvSpPr>
            <p:spPr>
              <a:xfrm>
                <a:off x="5252" y="429"/>
                <a:ext cx="64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1" name="Google Shape;6801;p106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2" name="Google Shape;6802;p106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3" name="Google Shape;6803;p106"/>
              <p:cNvSpPr/>
              <p:nvPr/>
            </p:nvSpPr>
            <p:spPr>
              <a:xfrm>
                <a:off x="5517" y="2612"/>
                <a:ext cx="48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4" name="Google Shape;6804;p106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5" name="Google Shape;6805;p106"/>
              <p:cNvSpPr/>
              <p:nvPr/>
            </p:nvSpPr>
            <p:spPr>
              <a:xfrm>
                <a:off x="4140" y="2680"/>
                <a:ext cx="1203" cy="145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6" name="Google Shape;6806;p106"/>
              <p:cNvSpPr/>
              <p:nvPr/>
            </p:nvSpPr>
            <p:spPr>
              <a:xfrm>
                <a:off x="4204" y="2709"/>
                <a:ext cx="1075" cy="8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7" name="Google Shape;6807;p106"/>
              <p:cNvSpPr/>
              <p:nvPr/>
            </p:nvSpPr>
            <p:spPr>
              <a:xfrm>
                <a:off x="4310" y="2380"/>
                <a:ext cx="159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8" name="Google Shape;6808;p106"/>
              <p:cNvSpPr/>
              <p:nvPr/>
            </p:nvSpPr>
            <p:spPr>
              <a:xfrm>
                <a:off x="4484" y="2385"/>
                <a:ext cx="164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9" name="Google Shape;6809;p106"/>
              <p:cNvSpPr/>
              <p:nvPr/>
            </p:nvSpPr>
            <p:spPr>
              <a:xfrm>
                <a:off x="4664" y="2380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0" name="Google Shape;6810;p106"/>
              <p:cNvSpPr/>
              <p:nvPr/>
            </p:nvSpPr>
            <p:spPr>
              <a:xfrm>
                <a:off x="5062" y="1838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11" name="Google Shape;6811;p106"/>
            <p:cNvGrpSpPr/>
            <p:nvPr/>
          </p:nvGrpSpPr>
          <p:grpSpPr>
            <a:xfrm>
              <a:off x="7698509" y="2176725"/>
              <a:ext cx="943482" cy="604263"/>
              <a:chOff x="7698509" y="2176725"/>
              <a:chExt cx="943482" cy="604263"/>
            </a:xfrm>
          </p:grpSpPr>
          <p:pic>
            <p:nvPicPr>
              <p:cNvPr descr="A picture containing monitor, television, screen, photo&#10;&#10;Description automatically generated" id="6812" name="Google Shape;6812;p10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744691" y="2449197"/>
                <a:ext cx="772609" cy="26251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 picture containing monitor, television, screen, photo&#10;&#10;Description automatically generated" id="6813" name="Google Shape;6813;p10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698509" y="2518469"/>
                <a:ext cx="772609" cy="26251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 picture containing monitor, television, screen, photo&#10;&#10;Description automatically generated" id="6814" name="Google Shape;6814;p10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69382" y="2176725"/>
                <a:ext cx="772609" cy="26251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815" name="Google Shape;6815;p106"/>
              <p:cNvSpPr txBox="1"/>
              <p:nvPr/>
            </p:nvSpPr>
            <p:spPr>
              <a:xfrm>
                <a:off x="8026400" y="2202874"/>
                <a:ext cx="35779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...</a:t>
                </a:r>
                <a:endParaRPr/>
              </a:p>
            </p:txBody>
          </p:sp>
        </p:grpSp>
      </p:grpSp>
      <p:grpSp>
        <p:nvGrpSpPr>
          <p:cNvPr id="6816" name="Google Shape;6816;p106"/>
          <p:cNvGrpSpPr/>
          <p:nvPr/>
        </p:nvGrpSpPr>
        <p:grpSpPr>
          <a:xfrm>
            <a:off x="9125221" y="2229519"/>
            <a:ext cx="269531" cy="537772"/>
            <a:chOff x="4140" y="429"/>
            <a:chExt cx="1425" cy="2396"/>
          </a:xfrm>
        </p:grpSpPr>
        <p:sp>
          <p:nvSpPr>
            <p:cNvPr id="6817" name="Google Shape;6817;p10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8" name="Google Shape;6818;p106"/>
            <p:cNvSpPr/>
            <p:nvPr/>
          </p:nvSpPr>
          <p:spPr>
            <a:xfrm>
              <a:off x="4204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9" name="Google Shape;6819;p10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0" name="Google Shape;6820;p10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1" name="Google Shape;6821;p106"/>
            <p:cNvSpPr/>
            <p:nvPr/>
          </p:nvSpPr>
          <p:spPr>
            <a:xfrm>
              <a:off x="4214" y="695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22" name="Google Shape;6822;p106"/>
            <p:cNvGrpSpPr/>
            <p:nvPr/>
          </p:nvGrpSpPr>
          <p:grpSpPr>
            <a:xfrm>
              <a:off x="4749" y="666"/>
              <a:ext cx="583" cy="145"/>
              <a:chOff x="614" y="2566"/>
              <a:chExt cx="727" cy="139"/>
            </a:xfrm>
          </p:grpSpPr>
          <p:sp>
            <p:nvSpPr>
              <p:cNvPr id="6823" name="Google Shape;6823;p106"/>
              <p:cNvSpPr/>
              <p:nvPr/>
            </p:nvSpPr>
            <p:spPr>
              <a:xfrm>
                <a:off x="614" y="2566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4" name="Google Shape;6824;p106"/>
              <p:cNvSpPr/>
              <p:nvPr/>
            </p:nvSpPr>
            <p:spPr>
              <a:xfrm>
                <a:off x="627" y="2580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25" name="Google Shape;6825;p106"/>
            <p:cNvSpPr/>
            <p:nvPr/>
          </p:nvSpPr>
          <p:spPr>
            <a:xfrm>
              <a:off x="4225" y="1020"/>
              <a:ext cx="593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26" name="Google Shape;6826;p106"/>
            <p:cNvGrpSpPr/>
            <p:nvPr/>
          </p:nvGrpSpPr>
          <p:grpSpPr>
            <a:xfrm>
              <a:off x="4749" y="995"/>
              <a:ext cx="578" cy="131"/>
              <a:chOff x="617" y="2569"/>
              <a:chExt cx="721" cy="136"/>
            </a:xfrm>
          </p:grpSpPr>
          <p:sp>
            <p:nvSpPr>
              <p:cNvPr id="6827" name="Google Shape;6827;p106"/>
              <p:cNvSpPr/>
              <p:nvPr/>
            </p:nvSpPr>
            <p:spPr>
              <a:xfrm>
                <a:off x="617" y="2569"/>
                <a:ext cx="72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8" name="Google Shape;6828;p106"/>
              <p:cNvSpPr/>
              <p:nvPr/>
            </p:nvSpPr>
            <p:spPr>
              <a:xfrm>
                <a:off x="630" y="2584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29" name="Google Shape;6829;p106"/>
            <p:cNvSpPr/>
            <p:nvPr/>
          </p:nvSpPr>
          <p:spPr>
            <a:xfrm>
              <a:off x="4219" y="1358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0" name="Google Shape;6830;p106"/>
            <p:cNvSpPr/>
            <p:nvPr/>
          </p:nvSpPr>
          <p:spPr>
            <a:xfrm>
              <a:off x="4225" y="1654"/>
              <a:ext cx="599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31" name="Google Shape;6831;p106"/>
            <p:cNvGrpSpPr/>
            <p:nvPr/>
          </p:nvGrpSpPr>
          <p:grpSpPr>
            <a:xfrm>
              <a:off x="4733" y="1629"/>
              <a:ext cx="577" cy="150"/>
              <a:chOff x="612" y="2570"/>
              <a:chExt cx="719" cy="138"/>
            </a:xfrm>
          </p:grpSpPr>
          <p:sp>
            <p:nvSpPr>
              <p:cNvPr id="6832" name="Google Shape;6832;p106"/>
              <p:cNvSpPr/>
              <p:nvPr/>
            </p:nvSpPr>
            <p:spPr>
              <a:xfrm>
                <a:off x="612" y="2570"/>
                <a:ext cx="71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3" name="Google Shape;6833;p106"/>
              <p:cNvSpPr/>
              <p:nvPr/>
            </p:nvSpPr>
            <p:spPr>
              <a:xfrm>
                <a:off x="625" y="2588"/>
                <a:ext cx="693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34" name="Google Shape;6834;p10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35" name="Google Shape;6835;p106"/>
            <p:cNvGrpSpPr/>
            <p:nvPr/>
          </p:nvGrpSpPr>
          <p:grpSpPr>
            <a:xfrm>
              <a:off x="4739" y="1329"/>
              <a:ext cx="583" cy="136"/>
              <a:chOff x="614" y="2570"/>
              <a:chExt cx="726" cy="136"/>
            </a:xfrm>
          </p:grpSpPr>
          <p:sp>
            <p:nvSpPr>
              <p:cNvPr id="6836" name="Google Shape;6836;p106"/>
              <p:cNvSpPr/>
              <p:nvPr/>
            </p:nvSpPr>
            <p:spPr>
              <a:xfrm>
                <a:off x="614" y="2570"/>
                <a:ext cx="726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7" name="Google Shape;6837;p106"/>
              <p:cNvSpPr/>
              <p:nvPr/>
            </p:nvSpPr>
            <p:spPr>
              <a:xfrm>
                <a:off x="627" y="2585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38" name="Google Shape;6838;p106"/>
            <p:cNvSpPr/>
            <p:nvPr/>
          </p:nvSpPr>
          <p:spPr>
            <a:xfrm>
              <a:off x="5252" y="429"/>
              <a:ext cx="64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9" name="Google Shape;6839;p10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0" name="Google Shape;6840;p10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1" name="Google Shape;6841;p106"/>
            <p:cNvSpPr/>
            <p:nvPr/>
          </p:nvSpPr>
          <p:spPr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2" name="Google Shape;6842;p10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3" name="Google Shape;6843;p106"/>
            <p:cNvSpPr/>
            <p:nvPr/>
          </p:nvSpPr>
          <p:spPr>
            <a:xfrm>
              <a:off x="4140" y="2680"/>
              <a:ext cx="1203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4" name="Google Shape;6844;p106"/>
            <p:cNvSpPr/>
            <p:nvPr/>
          </p:nvSpPr>
          <p:spPr>
            <a:xfrm>
              <a:off x="4204" y="2709"/>
              <a:ext cx="1075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5" name="Google Shape;6845;p106"/>
            <p:cNvSpPr/>
            <p:nvPr/>
          </p:nvSpPr>
          <p:spPr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6" name="Google Shape;6846;p106"/>
            <p:cNvSpPr/>
            <p:nvPr/>
          </p:nvSpPr>
          <p:spPr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7" name="Google Shape;6847;p106"/>
            <p:cNvSpPr/>
            <p:nvPr/>
          </p:nvSpPr>
          <p:spPr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8" name="Google Shape;6848;p106"/>
            <p:cNvSpPr/>
            <p:nvPr/>
          </p:nvSpPr>
          <p:spPr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49" name="Google Shape;6849;p106"/>
          <p:cNvGrpSpPr/>
          <p:nvPr/>
        </p:nvGrpSpPr>
        <p:grpSpPr>
          <a:xfrm>
            <a:off x="9411855" y="1981647"/>
            <a:ext cx="943482" cy="604263"/>
            <a:chOff x="7698509" y="2176725"/>
            <a:chExt cx="943482" cy="604263"/>
          </a:xfrm>
        </p:grpSpPr>
        <p:pic>
          <p:nvPicPr>
            <p:cNvPr descr="A picture containing monitor, television, screen, photo&#10;&#10;Description automatically generated" id="6850" name="Google Shape;6850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4691" y="2449197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6851" name="Google Shape;6851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98509" y="2518469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6852" name="Google Shape;6852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869382" y="2176725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53" name="Google Shape;6853;p106"/>
            <p:cNvSpPr txBox="1"/>
            <p:nvPr/>
          </p:nvSpPr>
          <p:spPr>
            <a:xfrm>
              <a:off x="8026400" y="2202874"/>
              <a:ext cx="3577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...</a:t>
              </a:r>
              <a:endParaRPr/>
            </a:p>
          </p:txBody>
        </p:sp>
      </p:grpSp>
      <p:grpSp>
        <p:nvGrpSpPr>
          <p:cNvPr id="6854" name="Google Shape;6854;p106"/>
          <p:cNvGrpSpPr/>
          <p:nvPr/>
        </p:nvGrpSpPr>
        <p:grpSpPr>
          <a:xfrm>
            <a:off x="9119966" y="3154428"/>
            <a:ext cx="269531" cy="537772"/>
            <a:chOff x="4140" y="429"/>
            <a:chExt cx="1425" cy="2396"/>
          </a:xfrm>
        </p:grpSpPr>
        <p:sp>
          <p:nvSpPr>
            <p:cNvPr id="6855" name="Google Shape;6855;p10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6" name="Google Shape;6856;p106"/>
            <p:cNvSpPr/>
            <p:nvPr/>
          </p:nvSpPr>
          <p:spPr>
            <a:xfrm>
              <a:off x="4204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7" name="Google Shape;6857;p10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8" name="Google Shape;6858;p10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9" name="Google Shape;6859;p106"/>
            <p:cNvSpPr/>
            <p:nvPr/>
          </p:nvSpPr>
          <p:spPr>
            <a:xfrm>
              <a:off x="4214" y="695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60" name="Google Shape;6860;p106"/>
            <p:cNvGrpSpPr/>
            <p:nvPr/>
          </p:nvGrpSpPr>
          <p:grpSpPr>
            <a:xfrm>
              <a:off x="4749" y="666"/>
              <a:ext cx="583" cy="145"/>
              <a:chOff x="614" y="2566"/>
              <a:chExt cx="727" cy="139"/>
            </a:xfrm>
          </p:grpSpPr>
          <p:sp>
            <p:nvSpPr>
              <p:cNvPr id="6861" name="Google Shape;6861;p106"/>
              <p:cNvSpPr/>
              <p:nvPr/>
            </p:nvSpPr>
            <p:spPr>
              <a:xfrm>
                <a:off x="614" y="2566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2" name="Google Shape;6862;p106"/>
              <p:cNvSpPr/>
              <p:nvPr/>
            </p:nvSpPr>
            <p:spPr>
              <a:xfrm>
                <a:off x="627" y="2580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63" name="Google Shape;6863;p106"/>
            <p:cNvSpPr/>
            <p:nvPr/>
          </p:nvSpPr>
          <p:spPr>
            <a:xfrm>
              <a:off x="4225" y="1020"/>
              <a:ext cx="593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64" name="Google Shape;6864;p106"/>
            <p:cNvGrpSpPr/>
            <p:nvPr/>
          </p:nvGrpSpPr>
          <p:grpSpPr>
            <a:xfrm>
              <a:off x="4749" y="995"/>
              <a:ext cx="578" cy="131"/>
              <a:chOff x="617" y="2569"/>
              <a:chExt cx="721" cy="136"/>
            </a:xfrm>
          </p:grpSpPr>
          <p:sp>
            <p:nvSpPr>
              <p:cNvPr id="6865" name="Google Shape;6865;p106"/>
              <p:cNvSpPr/>
              <p:nvPr/>
            </p:nvSpPr>
            <p:spPr>
              <a:xfrm>
                <a:off x="617" y="2569"/>
                <a:ext cx="72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6" name="Google Shape;6866;p106"/>
              <p:cNvSpPr/>
              <p:nvPr/>
            </p:nvSpPr>
            <p:spPr>
              <a:xfrm>
                <a:off x="630" y="2584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67" name="Google Shape;6867;p106"/>
            <p:cNvSpPr/>
            <p:nvPr/>
          </p:nvSpPr>
          <p:spPr>
            <a:xfrm>
              <a:off x="4219" y="1358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8" name="Google Shape;6868;p106"/>
            <p:cNvSpPr/>
            <p:nvPr/>
          </p:nvSpPr>
          <p:spPr>
            <a:xfrm>
              <a:off x="4225" y="1654"/>
              <a:ext cx="599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69" name="Google Shape;6869;p106"/>
            <p:cNvGrpSpPr/>
            <p:nvPr/>
          </p:nvGrpSpPr>
          <p:grpSpPr>
            <a:xfrm>
              <a:off x="4733" y="1629"/>
              <a:ext cx="577" cy="150"/>
              <a:chOff x="612" y="2570"/>
              <a:chExt cx="719" cy="138"/>
            </a:xfrm>
          </p:grpSpPr>
          <p:sp>
            <p:nvSpPr>
              <p:cNvPr id="6870" name="Google Shape;6870;p106"/>
              <p:cNvSpPr/>
              <p:nvPr/>
            </p:nvSpPr>
            <p:spPr>
              <a:xfrm>
                <a:off x="612" y="2570"/>
                <a:ext cx="71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1" name="Google Shape;6871;p106"/>
              <p:cNvSpPr/>
              <p:nvPr/>
            </p:nvSpPr>
            <p:spPr>
              <a:xfrm>
                <a:off x="625" y="2588"/>
                <a:ext cx="693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72" name="Google Shape;6872;p10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73" name="Google Shape;6873;p106"/>
            <p:cNvGrpSpPr/>
            <p:nvPr/>
          </p:nvGrpSpPr>
          <p:grpSpPr>
            <a:xfrm>
              <a:off x="4739" y="1329"/>
              <a:ext cx="583" cy="136"/>
              <a:chOff x="614" y="2570"/>
              <a:chExt cx="726" cy="136"/>
            </a:xfrm>
          </p:grpSpPr>
          <p:sp>
            <p:nvSpPr>
              <p:cNvPr id="6874" name="Google Shape;6874;p106"/>
              <p:cNvSpPr/>
              <p:nvPr/>
            </p:nvSpPr>
            <p:spPr>
              <a:xfrm>
                <a:off x="614" y="2570"/>
                <a:ext cx="726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5" name="Google Shape;6875;p106"/>
              <p:cNvSpPr/>
              <p:nvPr/>
            </p:nvSpPr>
            <p:spPr>
              <a:xfrm>
                <a:off x="627" y="2585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76" name="Google Shape;6876;p106"/>
            <p:cNvSpPr/>
            <p:nvPr/>
          </p:nvSpPr>
          <p:spPr>
            <a:xfrm>
              <a:off x="5252" y="429"/>
              <a:ext cx="64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7" name="Google Shape;6877;p10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8" name="Google Shape;6878;p10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9" name="Google Shape;6879;p106"/>
            <p:cNvSpPr/>
            <p:nvPr/>
          </p:nvSpPr>
          <p:spPr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0" name="Google Shape;6880;p10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1" name="Google Shape;6881;p106"/>
            <p:cNvSpPr/>
            <p:nvPr/>
          </p:nvSpPr>
          <p:spPr>
            <a:xfrm>
              <a:off x="4140" y="2680"/>
              <a:ext cx="1203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2" name="Google Shape;6882;p106"/>
            <p:cNvSpPr/>
            <p:nvPr/>
          </p:nvSpPr>
          <p:spPr>
            <a:xfrm>
              <a:off x="4204" y="2709"/>
              <a:ext cx="1075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3" name="Google Shape;6883;p106"/>
            <p:cNvSpPr/>
            <p:nvPr/>
          </p:nvSpPr>
          <p:spPr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4" name="Google Shape;6884;p106"/>
            <p:cNvSpPr/>
            <p:nvPr/>
          </p:nvSpPr>
          <p:spPr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5" name="Google Shape;6885;p106"/>
            <p:cNvSpPr/>
            <p:nvPr/>
          </p:nvSpPr>
          <p:spPr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6" name="Google Shape;6886;p106"/>
            <p:cNvSpPr/>
            <p:nvPr/>
          </p:nvSpPr>
          <p:spPr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87" name="Google Shape;6887;p106"/>
          <p:cNvGrpSpPr/>
          <p:nvPr/>
        </p:nvGrpSpPr>
        <p:grpSpPr>
          <a:xfrm>
            <a:off x="9343538" y="3332225"/>
            <a:ext cx="943482" cy="604263"/>
            <a:chOff x="7698509" y="2176725"/>
            <a:chExt cx="943482" cy="604263"/>
          </a:xfrm>
        </p:grpSpPr>
        <p:pic>
          <p:nvPicPr>
            <p:cNvPr descr="A picture containing monitor, television, screen, photo&#10;&#10;Description automatically generated" id="6888" name="Google Shape;6888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4691" y="2449197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6889" name="Google Shape;6889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98509" y="2518469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6890" name="Google Shape;6890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869382" y="2176725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91" name="Google Shape;6891;p106"/>
            <p:cNvSpPr txBox="1"/>
            <p:nvPr/>
          </p:nvSpPr>
          <p:spPr>
            <a:xfrm>
              <a:off x="8026400" y="2202874"/>
              <a:ext cx="3577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...</a:t>
              </a:r>
              <a:endParaRPr/>
            </a:p>
          </p:txBody>
        </p:sp>
      </p:grpSp>
      <p:sp>
        <p:nvSpPr>
          <p:cNvPr id="6892" name="Google Shape;6892;p106"/>
          <p:cNvSpPr txBox="1"/>
          <p:nvPr/>
        </p:nvSpPr>
        <p:spPr>
          <a:xfrm>
            <a:off x="8056179" y="362607"/>
            <a:ext cx="334229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ynamic, 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daptive 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treaming over 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TTP</a:t>
            </a:r>
            <a:endParaRPr/>
          </a:p>
        </p:txBody>
      </p:sp>
      <p:sp>
        <p:nvSpPr>
          <p:cNvPr id="6893" name="Google Shape;6893;p10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8" name="Shape 6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9" name="Google Shape;6899;p107"/>
          <p:cNvSpPr/>
          <p:nvPr/>
        </p:nvSpPr>
        <p:spPr>
          <a:xfrm>
            <a:off x="8707673" y="2598154"/>
            <a:ext cx="1464890" cy="840879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00" name="Google Shape;6900;p107"/>
          <p:cNvGrpSpPr/>
          <p:nvPr/>
        </p:nvGrpSpPr>
        <p:grpSpPr>
          <a:xfrm>
            <a:off x="7793102" y="2318615"/>
            <a:ext cx="943482" cy="1132486"/>
            <a:chOff x="7698509" y="2176725"/>
            <a:chExt cx="943482" cy="1132486"/>
          </a:xfrm>
        </p:grpSpPr>
        <p:grpSp>
          <p:nvGrpSpPr>
            <p:cNvPr id="6901" name="Google Shape;6901;p107"/>
            <p:cNvGrpSpPr/>
            <p:nvPr/>
          </p:nvGrpSpPr>
          <p:grpSpPr>
            <a:xfrm>
              <a:off x="8058261" y="2771439"/>
              <a:ext cx="269531" cy="537772"/>
              <a:chOff x="4140" y="429"/>
              <a:chExt cx="1425" cy="2396"/>
            </a:xfrm>
          </p:grpSpPr>
          <p:sp>
            <p:nvSpPr>
              <p:cNvPr id="6902" name="Google Shape;6902;p107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3" name="Google Shape;6903;p107"/>
              <p:cNvSpPr/>
              <p:nvPr/>
            </p:nvSpPr>
            <p:spPr>
              <a:xfrm>
                <a:off x="4204" y="429"/>
                <a:ext cx="1049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4" name="Google Shape;6904;p107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5" name="Google Shape;6905;p107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6" name="Google Shape;6906;p107"/>
              <p:cNvSpPr/>
              <p:nvPr/>
            </p:nvSpPr>
            <p:spPr>
              <a:xfrm>
                <a:off x="4214" y="695"/>
                <a:ext cx="593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907" name="Google Shape;6907;p107"/>
              <p:cNvGrpSpPr/>
              <p:nvPr/>
            </p:nvGrpSpPr>
            <p:grpSpPr>
              <a:xfrm>
                <a:off x="4749" y="666"/>
                <a:ext cx="583" cy="145"/>
                <a:chOff x="614" y="2566"/>
                <a:chExt cx="727" cy="139"/>
              </a:xfrm>
            </p:grpSpPr>
            <p:sp>
              <p:nvSpPr>
                <p:cNvPr id="6908" name="Google Shape;6908;p107"/>
                <p:cNvSpPr/>
                <p:nvPr/>
              </p:nvSpPr>
              <p:spPr>
                <a:xfrm>
                  <a:off x="614" y="2566"/>
                  <a:ext cx="727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09" name="Google Shape;6909;p107"/>
                <p:cNvSpPr/>
                <p:nvPr/>
              </p:nvSpPr>
              <p:spPr>
                <a:xfrm>
                  <a:off x="627" y="2580"/>
                  <a:ext cx="694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910" name="Google Shape;6910;p107"/>
              <p:cNvSpPr/>
              <p:nvPr/>
            </p:nvSpPr>
            <p:spPr>
              <a:xfrm>
                <a:off x="4225" y="1020"/>
                <a:ext cx="593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911" name="Google Shape;6911;p107"/>
              <p:cNvGrpSpPr/>
              <p:nvPr/>
            </p:nvGrpSpPr>
            <p:grpSpPr>
              <a:xfrm>
                <a:off x="4749" y="995"/>
                <a:ext cx="578" cy="131"/>
                <a:chOff x="617" y="2569"/>
                <a:chExt cx="721" cy="136"/>
              </a:xfrm>
            </p:grpSpPr>
            <p:sp>
              <p:nvSpPr>
                <p:cNvPr id="6912" name="Google Shape;6912;p107"/>
                <p:cNvSpPr/>
                <p:nvPr/>
              </p:nvSpPr>
              <p:spPr>
                <a:xfrm>
                  <a:off x="617" y="2569"/>
                  <a:ext cx="721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13" name="Google Shape;6913;p107"/>
                <p:cNvSpPr/>
                <p:nvPr/>
              </p:nvSpPr>
              <p:spPr>
                <a:xfrm>
                  <a:off x="630" y="2584"/>
                  <a:ext cx="687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914" name="Google Shape;6914;p107"/>
              <p:cNvSpPr/>
              <p:nvPr/>
            </p:nvSpPr>
            <p:spPr>
              <a:xfrm>
                <a:off x="4219" y="1358"/>
                <a:ext cx="593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15" name="Google Shape;6915;p107"/>
              <p:cNvSpPr/>
              <p:nvPr/>
            </p:nvSpPr>
            <p:spPr>
              <a:xfrm>
                <a:off x="4225" y="1654"/>
                <a:ext cx="599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916" name="Google Shape;6916;p107"/>
              <p:cNvGrpSpPr/>
              <p:nvPr/>
            </p:nvGrpSpPr>
            <p:grpSpPr>
              <a:xfrm>
                <a:off x="4733" y="1629"/>
                <a:ext cx="577" cy="150"/>
                <a:chOff x="612" y="2570"/>
                <a:chExt cx="719" cy="138"/>
              </a:xfrm>
            </p:grpSpPr>
            <p:sp>
              <p:nvSpPr>
                <p:cNvPr id="6917" name="Google Shape;6917;p107"/>
                <p:cNvSpPr/>
                <p:nvPr/>
              </p:nvSpPr>
              <p:spPr>
                <a:xfrm>
                  <a:off x="612" y="2570"/>
                  <a:ext cx="719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18" name="Google Shape;6918;p107"/>
                <p:cNvSpPr/>
                <p:nvPr/>
              </p:nvSpPr>
              <p:spPr>
                <a:xfrm>
                  <a:off x="625" y="2588"/>
                  <a:ext cx="693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919" name="Google Shape;6919;p107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20" name="Google Shape;6920;p107"/>
              <p:cNvGrpSpPr/>
              <p:nvPr/>
            </p:nvGrpSpPr>
            <p:grpSpPr>
              <a:xfrm>
                <a:off x="4739" y="1329"/>
                <a:ext cx="583" cy="136"/>
                <a:chOff x="614" y="2570"/>
                <a:chExt cx="726" cy="136"/>
              </a:xfrm>
            </p:grpSpPr>
            <p:sp>
              <p:nvSpPr>
                <p:cNvPr id="6921" name="Google Shape;6921;p107"/>
                <p:cNvSpPr/>
                <p:nvPr/>
              </p:nvSpPr>
              <p:spPr>
                <a:xfrm>
                  <a:off x="614" y="2570"/>
                  <a:ext cx="726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22" name="Google Shape;6922;p107"/>
                <p:cNvSpPr/>
                <p:nvPr/>
              </p:nvSpPr>
              <p:spPr>
                <a:xfrm>
                  <a:off x="627" y="2585"/>
                  <a:ext cx="693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923" name="Google Shape;6923;p107"/>
              <p:cNvSpPr/>
              <p:nvPr/>
            </p:nvSpPr>
            <p:spPr>
              <a:xfrm>
                <a:off x="5252" y="429"/>
                <a:ext cx="64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4" name="Google Shape;6924;p107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5" name="Google Shape;6925;p107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6" name="Google Shape;6926;p107"/>
              <p:cNvSpPr/>
              <p:nvPr/>
            </p:nvSpPr>
            <p:spPr>
              <a:xfrm>
                <a:off x="5517" y="2612"/>
                <a:ext cx="48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7" name="Google Shape;6927;p107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8" name="Google Shape;6928;p107"/>
              <p:cNvSpPr/>
              <p:nvPr/>
            </p:nvSpPr>
            <p:spPr>
              <a:xfrm>
                <a:off x="4140" y="2680"/>
                <a:ext cx="1203" cy="145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9" name="Google Shape;6929;p107"/>
              <p:cNvSpPr/>
              <p:nvPr/>
            </p:nvSpPr>
            <p:spPr>
              <a:xfrm>
                <a:off x="4204" y="2709"/>
                <a:ext cx="1075" cy="8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0" name="Google Shape;6930;p107"/>
              <p:cNvSpPr/>
              <p:nvPr/>
            </p:nvSpPr>
            <p:spPr>
              <a:xfrm>
                <a:off x="4310" y="2380"/>
                <a:ext cx="159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1" name="Google Shape;6931;p107"/>
              <p:cNvSpPr/>
              <p:nvPr/>
            </p:nvSpPr>
            <p:spPr>
              <a:xfrm>
                <a:off x="4484" y="2385"/>
                <a:ext cx="164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2" name="Google Shape;6932;p107"/>
              <p:cNvSpPr/>
              <p:nvPr/>
            </p:nvSpPr>
            <p:spPr>
              <a:xfrm>
                <a:off x="4664" y="2380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3" name="Google Shape;6933;p107"/>
              <p:cNvSpPr/>
              <p:nvPr/>
            </p:nvSpPr>
            <p:spPr>
              <a:xfrm>
                <a:off x="5062" y="1838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34" name="Google Shape;6934;p107"/>
            <p:cNvGrpSpPr/>
            <p:nvPr/>
          </p:nvGrpSpPr>
          <p:grpSpPr>
            <a:xfrm>
              <a:off x="7698509" y="2176725"/>
              <a:ext cx="943482" cy="604263"/>
              <a:chOff x="7698509" y="2176725"/>
              <a:chExt cx="943482" cy="604263"/>
            </a:xfrm>
          </p:grpSpPr>
          <p:pic>
            <p:nvPicPr>
              <p:cNvPr descr="A picture containing monitor, television, screen, photo&#10;&#10;Description automatically generated" id="6935" name="Google Shape;6935;p10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744691" y="2449197"/>
                <a:ext cx="772609" cy="26251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 picture containing monitor, television, screen, photo&#10;&#10;Description automatically generated" id="6936" name="Google Shape;6936;p10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698509" y="2518469"/>
                <a:ext cx="772609" cy="26251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 picture containing monitor, television, screen, photo&#10;&#10;Description automatically generated" id="6937" name="Google Shape;6937;p10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69382" y="2176725"/>
                <a:ext cx="772609" cy="26251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938" name="Google Shape;6938;p107"/>
              <p:cNvSpPr txBox="1"/>
              <p:nvPr/>
            </p:nvSpPr>
            <p:spPr>
              <a:xfrm>
                <a:off x="8026400" y="2202874"/>
                <a:ext cx="35779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...</a:t>
                </a:r>
                <a:endParaRPr/>
              </a:p>
            </p:txBody>
          </p:sp>
        </p:grpSp>
      </p:grpSp>
      <p:grpSp>
        <p:nvGrpSpPr>
          <p:cNvPr id="6939" name="Google Shape;6939;p107"/>
          <p:cNvGrpSpPr/>
          <p:nvPr/>
        </p:nvGrpSpPr>
        <p:grpSpPr>
          <a:xfrm>
            <a:off x="9125221" y="2229519"/>
            <a:ext cx="269531" cy="537772"/>
            <a:chOff x="4140" y="429"/>
            <a:chExt cx="1425" cy="2396"/>
          </a:xfrm>
        </p:grpSpPr>
        <p:sp>
          <p:nvSpPr>
            <p:cNvPr id="6940" name="Google Shape;6940;p10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1" name="Google Shape;6941;p107"/>
            <p:cNvSpPr/>
            <p:nvPr/>
          </p:nvSpPr>
          <p:spPr>
            <a:xfrm>
              <a:off x="4204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2" name="Google Shape;6942;p10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3" name="Google Shape;6943;p10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4" name="Google Shape;6944;p107"/>
            <p:cNvSpPr/>
            <p:nvPr/>
          </p:nvSpPr>
          <p:spPr>
            <a:xfrm>
              <a:off x="4214" y="695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45" name="Google Shape;6945;p107"/>
            <p:cNvGrpSpPr/>
            <p:nvPr/>
          </p:nvGrpSpPr>
          <p:grpSpPr>
            <a:xfrm>
              <a:off x="4749" y="666"/>
              <a:ext cx="583" cy="145"/>
              <a:chOff x="614" y="2566"/>
              <a:chExt cx="727" cy="139"/>
            </a:xfrm>
          </p:grpSpPr>
          <p:sp>
            <p:nvSpPr>
              <p:cNvPr id="6946" name="Google Shape;6946;p107"/>
              <p:cNvSpPr/>
              <p:nvPr/>
            </p:nvSpPr>
            <p:spPr>
              <a:xfrm>
                <a:off x="614" y="2566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7" name="Google Shape;6947;p107"/>
              <p:cNvSpPr/>
              <p:nvPr/>
            </p:nvSpPr>
            <p:spPr>
              <a:xfrm>
                <a:off x="627" y="2580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48" name="Google Shape;6948;p107"/>
            <p:cNvSpPr/>
            <p:nvPr/>
          </p:nvSpPr>
          <p:spPr>
            <a:xfrm>
              <a:off x="4225" y="1020"/>
              <a:ext cx="593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49" name="Google Shape;6949;p107"/>
            <p:cNvGrpSpPr/>
            <p:nvPr/>
          </p:nvGrpSpPr>
          <p:grpSpPr>
            <a:xfrm>
              <a:off x="4749" y="995"/>
              <a:ext cx="578" cy="131"/>
              <a:chOff x="617" y="2569"/>
              <a:chExt cx="721" cy="136"/>
            </a:xfrm>
          </p:grpSpPr>
          <p:sp>
            <p:nvSpPr>
              <p:cNvPr id="6950" name="Google Shape;6950;p107"/>
              <p:cNvSpPr/>
              <p:nvPr/>
            </p:nvSpPr>
            <p:spPr>
              <a:xfrm>
                <a:off x="617" y="2569"/>
                <a:ext cx="72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1" name="Google Shape;6951;p107"/>
              <p:cNvSpPr/>
              <p:nvPr/>
            </p:nvSpPr>
            <p:spPr>
              <a:xfrm>
                <a:off x="630" y="2584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52" name="Google Shape;6952;p107"/>
            <p:cNvSpPr/>
            <p:nvPr/>
          </p:nvSpPr>
          <p:spPr>
            <a:xfrm>
              <a:off x="4219" y="1358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3" name="Google Shape;6953;p107"/>
            <p:cNvSpPr/>
            <p:nvPr/>
          </p:nvSpPr>
          <p:spPr>
            <a:xfrm>
              <a:off x="4225" y="1654"/>
              <a:ext cx="599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54" name="Google Shape;6954;p107"/>
            <p:cNvGrpSpPr/>
            <p:nvPr/>
          </p:nvGrpSpPr>
          <p:grpSpPr>
            <a:xfrm>
              <a:off x="4733" y="1629"/>
              <a:ext cx="577" cy="150"/>
              <a:chOff x="612" y="2570"/>
              <a:chExt cx="719" cy="138"/>
            </a:xfrm>
          </p:grpSpPr>
          <p:sp>
            <p:nvSpPr>
              <p:cNvPr id="6955" name="Google Shape;6955;p107"/>
              <p:cNvSpPr/>
              <p:nvPr/>
            </p:nvSpPr>
            <p:spPr>
              <a:xfrm>
                <a:off x="612" y="2570"/>
                <a:ext cx="71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6" name="Google Shape;6956;p107"/>
              <p:cNvSpPr/>
              <p:nvPr/>
            </p:nvSpPr>
            <p:spPr>
              <a:xfrm>
                <a:off x="625" y="2588"/>
                <a:ext cx="693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57" name="Google Shape;6957;p10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58" name="Google Shape;6958;p107"/>
            <p:cNvGrpSpPr/>
            <p:nvPr/>
          </p:nvGrpSpPr>
          <p:grpSpPr>
            <a:xfrm>
              <a:off x="4739" y="1329"/>
              <a:ext cx="583" cy="136"/>
              <a:chOff x="614" y="2570"/>
              <a:chExt cx="726" cy="136"/>
            </a:xfrm>
          </p:grpSpPr>
          <p:sp>
            <p:nvSpPr>
              <p:cNvPr id="6959" name="Google Shape;6959;p107"/>
              <p:cNvSpPr/>
              <p:nvPr/>
            </p:nvSpPr>
            <p:spPr>
              <a:xfrm>
                <a:off x="614" y="2570"/>
                <a:ext cx="726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0" name="Google Shape;6960;p107"/>
              <p:cNvSpPr/>
              <p:nvPr/>
            </p:nvSpPr>
            <p:spPr>
              <a:xfrm>
                <a:off x="627" y="2585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61" name="Google Shape;6961;p107"/>
            <p:cNvSpPr/>
            <p:nvPr/>
          </p:nvSpPr>
          <p:spPr>
            <a:xfrm>
              <a:off x="5252" y="429"/>
              <a:ext cx="64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2" name="Google Shape;6962;p10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3" name="Google Shape;6963;p10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4" name="Google Shape;6964;p107"/>
            <p:cNvSpPr/>
            <p:nvPr/>
          </p:nvSpPr>
          <p:spPr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5" name="Google Shape;6965;p10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6" name="Google Shape;6966;p107"/>
            <p:cNvSpPr/>
            <p:nvPr/>
          </p:nvSpPr>
          <p:spPr>
            <a:xfrm>
              <a:off x="4140" y="2680"/>
              <a:ext cx="1203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7" name="Google Shape;6967;p107"/>
            <p:cNvSpPr/>
            <p:nvPr/>
          </p:nvSpPr>
          <p:spPr>
            <a:xfrm>
              <a:off x="4204" y="2709"/>
              <a:ext cx="1075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8" name="Google Shape;6968;p107"/>
            <p:cNvSpPr/>
            <p:nvPr/>
          </p:nvSpPr>
          <p:spPr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9" name="Google Shape;6969;p107"/>
            <p:cNvSpPr/>
            <p:nvPr/>
          </p:nvSpPr>
          <p:spPr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0" name="Google Shape;6970;p107"/>
            <p:cNvSpPr/>
            <p:nvPr/>
          </p:nvSpPr>
          <p:spPr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1" name="Google Shape;6971;p107"/>
            <p:cNvSpPr/>
            <p:nvPr/>
          </p:nvSpPr>
          <p:spPr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72" name="Google Shape;6972;p107"/>
          <p:cNvGrpSpPr/>
          <p:nvPr/>
        </p:nvGrpSpPr>
        <p:grpSpPr>
          <a:xfrm>
            <a:off x="9411855" y="1981647"/>
            <a:ext cx="943482" cy="604263"/>
            <a:chOff x="7698509" y="2176725"/>
            <a:chExt cx="943482" cy="604263"/>
          </a:xfrm>
        </p:grpSpPr>
        <p:pic>
          <p:nvPicPr>
            <p:cNvPr descr="A picture containing monitor, television, screen, photo&#10;&#10;Description automatically generated" id="6973" name="Google Shape;6973;p10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4691" y="2449197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6974" name="Google Shape;6974;p10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98509" y="2518469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6975" name="Google Shape;6975;p10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869382" y="2176725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76" name="Google Shape;6976;p107"/>
            <p:cNvSpPr txBox="1"/>
            <p:nvPr/>
          </p:nvSpPr>
          <p:spPr>
            <a:xfrm>
              <a:off x="8026400" y="2202874"/>
              <a:ext cx="3577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...</a:t>
              </a:r>
              <a:endParaRPr/>
            </a:p>
          </p:txBody>
        </p:sp>
      </p:grpSp>
      <p:grpSp>
        <p:nvGrpSpPr>
          <p:cNvPr id="6977" name="Google Shape;6977;p107"/>
          <p:cNvGrpSpPr/>
          <p:nvPr/>
        </p:nvGrpSpPr>
        <p:grpSpPr>
          <a:xfrm>
            <a:off x="9119966" y="3154428"/>
            <a:ext cx="269531" cy="537772"/>
            <a:chOff x="4140" y="429"/>
            <a:chExt cx="1425" cy="2396"/>
          </a:xfrm>
        </p:grpSpPr>
        <p:sp>
          <p:nvSpPr>
            <p:cNvPr id="6978" name="Google Shape;6978;p10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9" name="Google Shape;6979;p107"/>
            <p:cNvSpPr/>
            <p:nvPr/>
          </p:nvSpPr>
          <p:spPr>
            <a:xfrm>
              <a:off x="4204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0" name="Google Shape;6980;p10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1" name="Google Shape;6981;p10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2" name="Google Shape;6982;p107"/>
            <p:cNvSpPr/>
            <p:nvPr/>
          </p:nvSpPr>
          <p:spPr>
            <a:xfrm>
              <a:off x="4214" y="695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83" name="Google Shape;6983;p107"/>
            <p:cNvGrpSpPr/>
            <p:nvPr/>
          </p:nvGrpSpPr>
          <p:grpSpPr>
            <a:xfrm>
              <a:off x="4749" y="666"/>
              <a:ext cx="583" cy="145"/>
              <a:chOff x="614" y="2566"/>
              <a:chExt cx="727" cy="139"/>
            </a:xfrm>
          </p:grpSpPr>
          <p:sp>
            <p:nvSpPr>
              <p:cNvPr id="6984" name="Google Shape;6984;p107"/>
              <p:cNvSpPr/>
              <p:nvPr/>
            </p:nvSpPr>
            <p:spPr>
              <a:xfrm>
                <a:off x="614" y="2566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5" name="Google Shape;6985;p107"/>
              <p:cNvSpPr/>
              <p:nvPr/>
            </p:nvSpPr>
            <p:spPr>
              <a:xfrm>
                <a:off x="627" y="2580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86" name="Google Shape;6986;p107"/>
            <p:cNvSpPr/>
            <p:nvPr/>
          </p:nvSpPr>
          <p:spPr>
            <a:xfrm>
              <a:off x="4225" y="1020"/>
              <a:ext cx="593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87" name="Google Shape;6987;p107"/>
            <p:cNvGrpSpPr/>
            <p:nvPr/>
          </p:nvGrpSpPr>
          <p:grpSpPr>
            <a:xfrm>
              <a:off x="4749" y="995"/>
              <a:ext cx="578" cy="131"/>
              <a:chOff x="617" y="2569"/>
              <a:chExt cx="721" cy="136"/>
            </a:xfrm>
          </p:grpSpPr>
          <p:sp>
            <p:nvSpPr>
              <p:cNvPr id="6988" name="Google Shape;6988;p107"/>
              <p:cNvSpPr/>
              <p:nvPr/>
            </p:nvSpPr>
            <p:spPr>
              <a:xfrm>
                <a:off x="617" y="2569"/>
                <a:ext cx="72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9" name="Google Shape;6989;p107"/>
              <p:cNvSpPr/>
              <p:nvPr/>
            </p:nvSpPr>
            <p:spPr>
              <a:xfrm>
                <a:off x="630" y="2584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90" name="Google Shape;6990;p107"/>
            <p:cNvSpPr/>
            <p:nvPr/>
          </p:nvSpPr>
          <p:spPr>
            <a:xfrm>
              <a:off x="4219" y="1358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1" name="Google Shape;6991;p107"/>
            <p:cNvSpPr/>
            <p:nvPr/>
          </p:nvSpPr>
          <p:spPr>
            <a:xfrm>
              <a:off x="4225" y="1654"/>
              <a:ext cx="599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92" name="Google Shape;6992;p107"/>
            <p:cNvGrpSpPr/>
            <p:nvPr/>
          </p:nvGrpSpPr>
          <p:grpSpPr>
            <a:xfrm>
              <a:off x="4733" y="1629"/>
              <a:ext cx="577" cy="150"/>
              <a:chOff x="612" y="2570"/>
              <a:chExt cx="719" cy="138"/>
            </a:xfrm>
          </p:grpSpPr>
          <p:sp>
            <p:nvSpPr>
              <p:cNvPr id="6993" name="Google Shape;6993;p107"/>
              <p:cNvSpPr/>
              <p:nvPr/>
            </p:nvSpPr>
            <p:spPr>
              <a:xfrm>
                <a:off x="612" y="2570"/>
                <a:ext cx="71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4" name="Google Shape;6994;p107"/>
              <p:cNvSpPr/>
              <p:nvPr/>
            </p:nvSpPr>
            <p:spPr>
              <a:xfrm>
                <a:off x="625" y="2588"/>
                <a:ext cx="693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95" name="Google Shape;6995;p10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96" name="Google Shape;6996;p107"/>
            <p:cNvGrpSpPr/>
            <p:nvPr/>
          </p:nvGrpSpPr>
          <p:grpSpPr>
            <a:xfrm>
              <a:off x="4739" y="1329"/>
              <a:ext cx="583" cy="136"/>
              <a:chOff x="614" y="2570"/>
              <a:chExt cx="726" cy="136"/>
            </a:xfrm>
          </p:grpSpPr>
          <p:sp>
            <p:nvSpPr>
              <p:cNvPr id="6997" name="Google Shape;6997;p107"/>
              <p:cNvSpPr/>
              <p:nvPr/>
            </p:nvSpPr>
            <p:spPr>
              <a:xfrm>
                <a:off x="614" y="2570"/>
                <a:ext cx="726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8" name="Google Shape;6998;p107"/>
              <p:cNvSpPr/>
              <p:nvPr/>
            </p:nvSpPr>
            <p:spPr>
              <a:xfrm>
                <a:off x="627" y="2585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99" name="Google Shape;6999;p107"/>
            <p:cNvSpPr/>
            <p:nvPr/>
          </p:nvSpPr>
          <p:spPr>
            <a:xfrm>
              <a:off x="5252" y="429"/>
              <a:ext cx="64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0" name="Google Shape;7000;p10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1" name="Google Shape;7001;p10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2" name="Google Shape;7002;p107"/>
            <p:cNvSpPr/>
            <p:nvPr/>
          </p:nvSpPr>
          <p:spPr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3" name="Google Shape;7003;p10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4" name="Google Shape;7004;p107"/>
            <p:cNvSpPr/>
            <p:nvPr/>
          </p:nvSpPr>
          <p:spPr>
            <a:xfrm>
              <a:off x="4140" y="2680"/>
              <a:ext cx="1203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5" name="Google Shape;7005;p107"/>
            <p:cNvSpPr/>
            <p:nvPr/>
          </p:nvSpPr>
          <p:spPr>
            <a:xfrm>
              <a:off x="4204" y="2709"/>
              <a:ext cx="1075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6" name="Google Shape;7006;p107"/>
            <p:cNvSpPr/>
            <p:nvPr/>
          </p:nvSpPr>
          <p:spPr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7" name="Google Shape;7007;p107"/>
            <p:cNvSpPr/>
            <p:nvPr/>
          </p:nvSpPr>
          <p:spPr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8" name="Google Shape;7008;p107"/>
            <p:cNvSpPr/>
            <p:nvPr/>
          </p:nvSpPr>
          <p:spPr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9" name="Google Shape;7009;p107"/>
            <p:cNvSpPr/>
            <p:nvPr/>
          </p:nvSpPr>
          <p:spPr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10" name="Google Shape;7010;p107"/>
          <p:cNvGrpSpPr/>
          <p:nvPr/>
        </p:nvGrpSpPr>
        <p:grpSpPr>
          <a:xfrm>
            <a:off x="9343538" y="3332225"/>
            <a:ext cx="943482" cy="604263"/>
            <a:chOff x="7698509" y="2176725"/>
            <a:chExt cx="943482" cy="604263"/>
          </a:xfrm>
        </p:grpSpPr>
        <p:pic>
          <p:nvPicPr>
            <p:cNvPr descr="A picture containing monitor, television, screen, photo&#10;&#10;Description automatically generated" id="7011" name="Google Shape;7011;p10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4691" y="2449197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7012" name="Google Shape;7012;p10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98509" y="2518469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7013" name="Google Shape;7013;p10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869382" y="2176725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14" name="Google Shape;7014;p107"/>
            <p:cNvSpPr txBox="1"/>
            <p:nvPr/>
          </p:nvSpPr>
          <p:spPr>
            <a:xfrm>
              <a:off x="8026400" y="2202874"/>
              <a:ext cx="3577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...</a:t>
              </a:r>
              <a:endParaRPr/>
            </a:p>
          </p:txBody>
        </p:sp>
      </p:grpSp>
      <p:sp>
        <p:nvSpPr>
          <p:cNvPr id="7015" name="Google Shape;7015;p10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Streaming multimedia: DASH</a:t>
            </a:r>
            <a:endParaRPr/>
          </a:p>
        </p:txBody>
      </p:sp>
      <p:sp>
        <p:nvSpPr>
          <p:cNvPr id="7016" name="Google Shape;7016;p107"/>
          <p:cNvSpPr txBox="1"/>
          <p:nvPr/>
        </p:nvSpPr>
        <p:spPr>
          <a:xfrm>
            <a:off x="750123" y="1425422"/>
            <a:ext cx="6582550" cy="5053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“</a:t>
            </a:r>
            <a:r>
              <a:rPr b="0" i="1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intelligence” </a:t>
            </a:r>
            <a:r>
              <a:rPr b="0" i="0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at client: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determines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when</a:t>
            </a:r>
            <a:r>
              <a:rPr b="0" i="1" lang="en-US" sz="28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request chunk (so that buffer starvation, or overflow does not occur)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what encoding rate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request (higher quality when more bandwidth available)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7" name="Google Shape;7017;p107"/>
          <p:cNvSpPr txBox="1"/>
          <p:nvPr/>
        </p:nvSpPr>
        <p:spPr>
          <a:xfrm>
            <a:off x="764871" y="4418084"/>
            <a:ext cx="6296330" cy="1601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b="0" i="1" lang="en-US" sz="28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request chunk (can request from URL server that is “close” to client or has high available bandwidth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) </a:t>
            </a:r>
            <a:endParaRPr/>
          </a:p>
        </p:txBody>
      </p:sp>
      <p:sp>
        <p:nvSpPr>
          <p:cNvPr id="7018" name="Google Shape;7018;p107"/>
          <p:cNvSpPr txBox="1"/>
          <p:nvPr/>
        </p:nvSpPr>
        <p:spPr>
          <a:xfrm>
            <a:off x="1455456" y="6024759"/>
            <a:ext cx="938930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Streaming video =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encoding +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DASH + playout buffering</a:t>
            </a:r>
            <a:endParaRPr/>
          </a:p>
        </p:txBody>
      </p:sp>
      <p:grpSp>
        <p:nvGrpSpPr>
          <p:cNvPr id="7019" name="Google Shape;7019;p107"/>
          <p:cNvGrpSpPr/>
          <p:nvPr/>
        </p:nvGrpSpPr>
        <p:grpSpPr>
          <a:xfrm>
            <a:off x="10418918" y="2387938"/>
            <a:ext cx="1331627" cy="1083147"/>
            <a:chOff x="1842724" y="2867233"/>
            <a:chExt cx="5649912" cy="3416300"/>
          </a:xfrm>
        </p:grpSpPr>
        <p:sp>
          <p:nvSpPr>
            <p:cNvPr id="7020" name="Google Shape;7020;p107"/>
            <p:cNvSpPr/>
            <p:nvPr/>
          </p:nvSpPr>
          <p:spPr>
            <a:xfrm>
              <a:off x="1842724" y="2867233"/>
              <a:ext cx="5649912" cy="768350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1" name="Google Shape;7021;p107"/>
            <p:cNvSpPr/>
            <p:nvPr/>
          </p:nvSpPr>
          <p:spPr>
            <a:xfrm>
              <a:off x="2277699" y="3621296"/>
              <a:ext cx="4781550" cy="266223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22" name="Google Shape;7022;p107"/>
          <p:cNvGrpSpPr/>
          <p:nvPr/>
        </p:nvGrpSpPr>
        <p:grpSpPr>
          <a:xfrm>
            <a:off x="10897863" y="2829271"/>
            <a:ext cx="427844" cy="454118"/>
            <a:chOff x="4437" y="1472"/>
            <a:chExt cx="427" cy="418"/>
          </a:xfrm>
        </p:grpSpPr>
        <p:sp>
          <p:nvSpPr>
            <p:cNvPr id="7023" name="Google Shape;7023;p107"/>
            <p:cNvSpPr/>
            <p:nvPr/>
          </p:nvSpPr>
          <p:spPr>
            <a:xfrm>
              <a:off x="4443" y="1475"/>
              <a:ext cx="421" cy="361"/>
            </a:xfrm>
            <a:prstGeom prst="rect">
              <a:avLst/>
            </a:prstGeom>
            <a:gradFill>
              <a:gsLst>
                <a:gs pos="0">
                  <a:srgbClr val="6B8FB3"/>
                </a:gs>
                <a:gs pos="50000">
                  <a:srgbClr val="99CCFF"/>
                </a:gs>
                <a:gs pos="100000">
                  <a:srgbClr val="6B8FB3"/>
                </a:gs>
              </a:gsLst>
              <a:lin ang="5400000" scaled="0"/>
            </a:gradFill>
            <a:ln cap="flat" cmpd="sng" w="19050">
              <a:solidFill>
                <a:srgbClr val="5F5F5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4" name="Google Shape;7024;p107"/>
            <p:cNvSpPr/>
            <p:nvPr/>
          </p:nvSpPr>
          <p:spPr>
            <a:xfrm>
              <a:off x="4567" y="1837"/>
              <a:ext cx="179" cy="23"/>
            </a:xfrm>
            <a:prstGeom prst="rect">
              <a:avLst/>
            </a:prstGeom>
            <a:solidFill>
              <a:srgbClr val="5F5F5F"/>
            </a:solidFill>
            <a:ln cap="flat" cmpd="sng" w="19050">
              <a:solidFill>
                <a:srgbClr val="5F5F5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5" name="Google Shape;7025;p107"/>
            <p:cNvSpPr/>
            <p:nvPr/>
          </p:nvSpPr>
          <p:spPr>
            <a:xfrm>
              <a:off x="4442" y="1866"/>
              <a:ext cx="414" cy="24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6" name="Google Shape;7026;p107"/>
            <p:cNvSpPr/>
            <p:nvPr/>
          </p:nvSpPr>
          <p:spPr>
            <a:xfrm>
              <a:off x="4437" y="1472"/>
              <a:ext cx="423" cy="356"/>
            </a:xfrm>
            <a:prstGeom prst="rect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027" name="Google Shape;7027;p107"/>
          <p:cNvCxnSpPr/>
          <p:nvPr/>
        </p:nvCxnSpPr>
        <p:spPr>
          <a:xfrm>
            <a:off x="8593059" y="3030964"/>
            <a:ext cx="2202124" cy="0"/>
          </a:xfrm>
          <a:prstGeom prst="straightConnector1">
            <a:avLst/>
          </a:prstGeom>
          <a:noFill/>
          <a:ln cap="flat" cmpd="sng" w="317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28" name="Google Shape;7028;p107"/>
          <p:cNvSpPr txBox="1"/>
          <p:nvPr/>
        </p:nvSpPr>
        <p:spPr>
          <a:xfrm>
            <a:off x="10844758" y="3478691"/>
            <a:ext cx="483955" cy="252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b="0" i="1" sz="1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9" name="Google Shape;7029;p107"/>
          <p:cNvSpPr/>
          <p:nvPr/>
        </p:nvSpPr>
        <p:spPr>
          <a:xfrm>
            <a:off x="9433447" y="2723465"/>
            <a:ext cx="1348576" cy="190774"/>
          </a:xfrm>
          <a:custGeom>
            <a:rect b="b" l="l" r="r" t="t"/>
            <a:pathLst>
              <a:path extrusionOk="0" h="190774" w="1348576">
                <a:moveTo>
                  <a:pt x="0" y="0"/>
                </a:moveTo>
                <a:lnTo>
                  <a:pt x="374970" y="190774"/>
                </a:lnTo>
                <a:lnTo>
                  <a:pt x="1348576" y="190774"/>
                </a:lnTo>
              </a:path>
            </a:pathLst>
          </a:custGeom>
          <a:noFill/>
          <a:ln cap="flat" cmpd="sng" w="31750">
            <a:solidFill>
              <a:srgbClr val="CD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0" name="Google Shape;7030;p107"/>
          <p:cNvSpPr/>
          <p:nvPr/>
        </p:nvSpPr>
        <p:spPr>
          <a:xfrm flipH="1" rot="10800000">
            <a:off x="9441126" y="3152158"/>
            <a:ext cx="1348576" cy="190774"/>
          </a:xfrm>
          <a:custGeom>
            <a:rect b="b" l="l" r="r" t="t"/>
            <a:pathLst>
              <a:path extrusionOk="0" h="190774" w="1348576">
                <a:moveTo>
                  <a:pt x="0" y="0"/>
                </a:moveTo>
                <a:lnTo>
                  <a:pt x="374970" y="190774"/>
                </a:lnTo>
                <a:lnTo>
                  <a:pt x="1348576" y="190774"/>
                </a:lnTo>
              </a:path>
            </a:pathLst>
          </a:custGeom>
          <a:noFill/>
          <a:ln cap="flat" cmpd="sng" w="31750">
            <a:solidFill>
              <a:srgbClr val="CD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31" name="Google Shape;7031;p107"/>
          <p:cNvGrpSpPr/>
          <p:nvPr/>
        </p:nvGrpSpPr>
        <p:grpSpPr>
          <a:xfrm>
            <a:off x="10236017" y="2762935"/>
            <a:ext cx="351378" cy="523220"/>
            <a:chOff x="10485997" y="1295948"/>
            <a:chExt cx="351378" cy="523220"/>
          </a:xfrm>
        </p:grpSpPr>
        <p:sp>
          <p:nvSpPr>
            <p:cNvPr id="7032" name="Google Shape;7032;p107"/>
            <p:cNvSpPr/>
            <p:nvPr/>
          </p:nvSpPr>
          <p:spPr>
            <a:xfrm>
              <a:off x="10492576" y="1381467"/>
              <a:ext cx="342078" cy="34207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CD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3" name="Google Shape;7033;p107"/>
            <p:cNvSpPr txBox="1"/>
            <p:nvPr/>
          </p:nvSpPr>
          <p:spPr>
            <a:xfrm>
              <a:off x="10485997" y="1295948"/>
              <a:ext cx="35137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D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</p:grpSp>
      <p:pic>
        <p:nvPicPr>
          <p:cNvPr descr="A close up of a logo&#10;&#10;Description automatically generated" id="7034" name="Google Shape;7034;p1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2982" y="1738745"/>
            <a:ext cx="2003136" cy="1602509"/>
          </a:xfrm>
          <a:prstGeom prst="rect">
            <a:avLst/>
          </a:prstGeom>
          <a:noFill/>
          <a:ln>
            <a:noFill/>
          </a:ln>
        </p:spPr>
      </p:pic>
      <p:sp>
        <p:nvSpPr>
          <p:cNvPr id="7035" name="Google Shape;7035;p10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0" name="Shape 7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1" name="Google Shape;7041;p10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Content distribution </a:t>
            </a:r>
            <a:r>
              <a:rPr lang="en-US"/>
              <a:t>n</a:t>
            </a:r>
            <a:r>
              <a:rPr lang="en-US" sz="4400"/>
              <a:t>etworks (CDNs)</a:t>
            </a:r>
            <a:endParaRPr/>
          </a:p>
        </p:txBody>
      </p:sp>
      <p:sp>
        <p:nvSpPr>
          <p:cNvPr id="7042" name="Google Shape;7042;p108"/>
          <p:cNvSpPr txBox="1"/>
          <p:nvPr/>
        </p:nvSpPr>
        <p:spPr>
          <a:xfrm>
            <a:off x="1013029" y="1454599"/>
            <a:ext cx="10515599" cy="5053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challenge: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to stream content (selected from millions of videos) to hundreds of thousands of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simultaneous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users?</a:t>
            </a:r>
            <a:endParaRPr/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3" name="Google Shape;7043;p108"/>
          <p:cNvSpPr txBox="1"/>
          <p:nvPr/>
        </p:nvSpPr>
        <p:spPr>
          <a:xfrm>
            <a:off x="1010693" y="2685802"/>
            <a:ext cx="5831541" cy="2508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option 1: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single, large “mega-server”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 point of failure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point of network congestion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long (and possibly congested) path to distant clients</a:t>
            </a:r>
            <a:endParaRPr/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4" name="Google Shape;7044;p108"/>
          <p:cNvSpPr txBox="1"/>
          <p:nvPr/>
        </p:nvSpPr>
        <p:spPr>
          <a:xfrm>
            <a:off x="894495" y="5517758"/>
            <a:ext cx="10515599" cy="8322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….quite simply: this solution 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doesn’t scale</a:t>
            </a:r>
            <a:endParaRPr/>
          </a:p>
          <a:p>
            <a:pPr indent="-71437" lvl="1" marL="6810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5" name="Google Shape;7045;p10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0" name="Shape 7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1" name="Google Shape;7051;p10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Content distribution </a:t>
            </a:r>
            <a:r>
              <a:rPr lang="en-US"/>
              <a:t>n</a:t>
            </a:r>
            <a:r>
              <a:rPr lang="en-US" sz="4400"/>
              <a:t>etworks (CDNs)</a:t>
            </a:r>
            <a:endParaRPr/>
          </a:p>
        </p:txBody>
      </p:sp>
      <p:sp>
        <p:nvSpPr>
          <p:cNvPr id="7052" name="Google Shape;7052;p109"/>
          <p:cNvSpPr txBox="1"/>
          <p:nvPr/>
        </p:nvSpPr>
        <p:spPr>
          <a:xfrm>
            <a:off x="1013029" y="1454599"/>
            <a:ext cx="10515599" cy="5353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challenge: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to stream content (selected from millions of videos) to hundreds of thousands of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simultaneous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users?</a:t>
            </a:r>
            <a:endParaRPr/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melight Networks" id="7053" name="Google Shape;7053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0180" y="5450903"/>
            <a:ext cx="3162300" cy="698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54" name="Google Shape;7054;p109"/>
          <p:cNvSpPr txBox="1"/>
          <p:nvPr/>
        </p:nvSpPr>
        <p:spPr>
          <a:xfrm>
            <a:off x="804333" y="3569967"/>
            <a:ext cx="10027722" cy="18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enter deep: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push CDN servers deep into many access networks 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close to users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Akamai: 240,000 servers deployed </a:t>
            </a:r>
            <a:endParaRPr/>
          </a:p>
          <a:p>
            <a:pPr indent="0" lvl="2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in &gt; 120 countries (2015)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akamai logo" id="7055" name="Google Shape;7055;p1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0180" y="4361465"/>
            <a:ext cx="1886155" cy="76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056" name="Google Shape;7056;p109"/>
          <p:cNvSpPr txBox="1"/>
          <p:nvPr/>
        </p:nvSpPr>
        <p:spPr>
          <a:xfrm>
            <a:off x="976811" y="2027274"/>
            <a:ext cx="10515599" cy="1568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41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option 2: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store/serve multiple copies of videos at multiple geographically distributed sites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(CDN)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7" name="Google Shape;7057;p109"/>
          <p:cNvSpPr txBox="1"/>
          <p:nvPr/>
        </p:nvSpPr>
        <p:spPr>
          <a:xfrm>
            <a:off x="812910" y="4953442"/>
            <a:ext cx="7025245" cy="1337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bring home: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smaller number (10’s) of larger clusters in POPs near access nets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used by Limelight</a:t>
            </a:r>
            <a:endParaRPr b="0" i="1" sz="24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037" lvl="1" marL="6810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8" name="Google Shape;7058;p10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3" name="Shape 7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64" name="Google Shape;7064;p110"/>
          <p:cNvGrpSpPr/>
          <p:nvPr/>
        </p:nvGrpSpPr>
        <p:grpSpPr>
          <a:xfrm>
            <a:off x="3201988" y="3854450"/>
            <a:ext cx="347662" cy="681038"/>
            <a:chOff x="7923189" y="2486664"/>
            <a:chExt cx="360377" cy="884585"/>
          </a:xfrm>
        </p:grpSpPr>
        <p:pic>
          <p:nvPicPr>
            <p:cNvPr id="7065" name="Google Shape;7065;p1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066" name="Google Shape;7066;p110"/>
            <p:cNvGrpSpPr/>
            <p:nvPr/>
          </p:nvGrpSpPr>
          <p:grpSpPr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7067" name="Google Shape;7067;p1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8" name="Google Shape;7068;p110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9" name="Google Shape;7069;p1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0" name="Google Shape;7070;p1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1" name="Google Shape;7071;p110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072" name="Google Shape;7072;p110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7073" name="Google Shape;7073;p110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74" name="Google Shape;7074;p110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075" name="Google Shape;7075;p110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076" name="Google Shape;7076;p110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7077" name="Google Shape;7077;p110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78" name="Google Shape;7078;p110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079" name="Google Shape;7079;p110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80" name="Google Shape;7080;p110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081" name="Google Shape;7081;p110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7082" name="Google Shape;7082;p110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83" name="Google Shape;7083;p110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084" name="Google Shape;7084;p1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085" name="Google Shape;7085;p110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7086" name="Google Shape;7086;p110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87" name="Google Shape;7087;p110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088" name="Google Shape;7088;p110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89" name="Google Shape;7089;p1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0" name="Google Shape;7090;p1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1" name="Google Shape;7091;p110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2" name="Google Shape;7092;p1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3" name="Google Shape;7093;p110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4" name="Google Shape;7094;p110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5" name="Google Shape;7095;p110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6" name="Google Shape;7096;p110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7" name="Google Shape;7097;p110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8" name="Google Shape;7098;p110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099" name="Google Shape;7099;p110"/>
          <p:cNvGrpSpPr/>
          <p:nvPr/>
        </p:nvGrpSpPr>
        <p:grpSpPr>
          <a:xfrm>
            <a:off x="2595259" y="3758984"/>
            <a:ext cx="7093255" cy="2812587"/>
            <a:chOff x="340191" y="1406493"/>
            <a:chExt cx="8496780" cy="5350000"/>
          </a:xfrm>
        </p:grpSpPr>
        <p:sp>
          <p:nvSpPr>
            <p:cNvPr id="7100" name="Google Shape;7100;p110"/>
            <p:cNvSpPr/>
            <p:nvPr/>
          </p:nvSpPr>
          <p:spPr>
            <a:xfrm>
              <a:off x="1825539" y="2241382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1" name="Google Shape;7101;p110"/>
            <p:cNvSpPr/>
            <p:nvPr/>
          </p:nvSpPr>
          <p:spPr>
            <a:xfrm>
              <a:off x="669683" y="3041420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2" name="Google Shape;7102;p110"/>
            <p:cNvSpPr/>
            <p:nvPr/>
          </p:nvSpPr>
          <p:spPr>
            <a:xfrm>
              <a:off x="6334646" y="2495362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3" name="Google Shape;7103;p110"/>
            <p:cNvSpPr/>
            <p:nvPr/>
          </p:nvSpPr>
          <p:spPr>
            <a:xfrm>
              <a:off x="1241260" y="5352642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4" name="Google Shape;7104;p110"/>
            <p:cNvSpPr/>
            <p:nvPr/>
          </p:nvSpPr>
          <p:spPr>
            <a:xfrm>
              <a:off x="822104" y="4730390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5" name="Google Shape;7105;p110"/>
            <p:cNvSpPr/>
            <p:nvPr/>
          </p:nvSpPr>
          <p:spPr>
            <a:xfrm>
              <a:off x="593473" y="4070041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6" name="Google Shape;7106;p110"/>
            <p:cNvSpPr/>
            <p:nvPr/>
          </p:nvSpPr>
          <p:spPr>
            <a:xfrm>
              <a:off x="7084047" y="2927129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7" name="Google Shape;7107;p110"/>
            <p:cNvSpPr/>
            <p:nvPr/>
          </p:nvSpPr>
          <p:spPr>
            <a:xfrm>
              <a:off x="3425955" y="2000100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8" name="Google Shape;7108;p110"/>
            <p:cNvSpPr/>
            <p:nvPr/>
          </p:nvSpPr>
          <p:spPr>
            <a:xfrm>
              <a:off x="1050735" y="2647751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9" name="Google Shape;7109;p110"/>
            <p:cNvSpPr/>
            <p:nvPr/>
          </p:nvSpPr>
          <p:spPr>
            <a:xfrm>
              <a:off x="4340478" y="1974702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0" name="Google Shape;7110;p110"/>
            <p:cNvSpPr/>
            <p:nvPr/>
          </p:nvSpPr>
          <p:spPr>
            <a:xfrm>
              <a:off x="7401590" y="5606623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1" name="Google Shape;7111;p110"/>
            <p:cNvSpPr/>
            <p:nvPr/>
          </p:nvSpPr>
          <p:spPr>
            <a:xfrm>
              <a:off x="8239903" y="4958973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2" name="Google Shape;7112;p110"/>
            <p:cNvSpPr/>
            <p:nvPr/>
          </p:nvSpPr>
          <p:spPr>
            <a:xfrm>
              <a:off x="8011272" y="4044643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3" name="Google Shape;7113;p110"/>
            <p:cNvSpPr/>
            <p:nvPr/>
          </p:nvSpPr>
          <p:spPr>
            <a:xfrm>
              <a:off x="5166089" y="5847904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4" name="Google Shape;7114;p110"/>
            <p:cNvSpPr/>
            <p:nvPr/>
          </p:nvSpPr>
          <p:spPr>
            <a:xfrm>
              <a:off x="4251566" y="5987593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5" name="Google Shape;7115;p110"/>
            <p:cNvSpPr/>
            <p:nvPr/>
          </p:nvSpPr>
          <p:spPr>
            <a:xfrm>
              <a:off x="3032202" y="5835205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6" name="Google Shape;7116;p110"/>
            <p:cNvSpPr txBox="1"/>
            <p:nvPr/>
          </p:nvSpPr>
          <p:spPr>
            <a:xfrm rot="307360">
              <a:off x="5241475" y="1433583"/>
              <a:ext cx="651327" cy="995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17" name="Google Shape;7117;p110"/>
            <p:cNvSpPr txBox="1"/>
            <p:nvPr/>
          </p:nvSpPr>
          <p:spPr>
            <a:xfrm rot="2829263">
              <a:off x="7390643" y="3033433"/>
              <a:ext cx="1034280" cy="626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18" name="Google Shape;7118;p110"/>
            <p:cNvSpPr txBox="1"/>
            <p:nvPr/>
          </p:nvSpPr>
          <p:spPr>
            <a:xfrm rot="9845918">
              <a:off x="6341242" y="5649524"/>
              <a:ext cx="651327" cy="995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19" name="Google Shape;7119;p110"/>
            <p:cNvSpPr txBox="1"/>
            <p:nvPr/>
          </p:nvSpPr>
          <p:spPr>
            <a:xfrm rot="-9948738">
              <a:off x="2063761" y="5696601"/>
              <a:ext cx="651327" cy="995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20" name="Google Shape;7120;p110"/>
            <p:cNvSpPr txBox="1"/>
            <p:nvPr/>
          </p:nvSpPr>
          <p:spPr>
            <a:xfrm rot="-4992697">
              <a:off x="195355" y="3660810"/>
              <a:ext cx="1034280" cy="626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21" name="Google Shape;7121;p110"/>
            <p:cNvSpPr txBox="1"/>
            <p:nvPr/>
          </p:nvSpPr>
          <p:spPr>
            <a:xfrm rot="-520651">
              <a:off x="2482309" y="1498435"/>
              <a:ext cx="651327" cy="995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grpSp>
          <p:nvGrpSpPr>
            <p:cNvPr id="7122" name="Google Shape;7122;p110"/>
            <p:cNvGrpSpPr/>
            <p:nvPr/>
          </p:nvGrpSpPr>
          <p:grpSpPr>
            <a:xfrm>
              <a:off x="4546600" y="3746500"/>
              <a:ext cx="3225800" cy="1117600"/>
              <a:chOff x="7848600" y="2044700"/>
              <a:chExt cx="3200399" cy="1371600"/>
            </a:xfrm>
          </p:grpSpPr>
          <p:sp>
            <p:nvSpPr>
              <p:cNvPr id="7123" name="Google Shape;7123;p110"/>
              <p:cNvSpPr/>
              <p:nvPr/>
            </p:nvSpPr>
            <p:spPr>
              <a:xfrm>
                <a:off x="7848600" y="2044700"/>
                <a:ext cx="3200399" cy="1371600"/>
              </a:xfrm>
              <a:prstGeom prst="ellipse">
                <a:avLst/>
              </a:prstGeom>
              <a:solidFill>
                <a:srgbClr val="3C6CD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124" name="Google Shape;7124;p110"/>
              <p:cNvGrpSpPr/>
              <p:nvPr/>
            </p:nvGrpSpPr>
            <p:grpSpPr>
              <a:xfrm>
                <a:off x="8526482" y="2160804"/>
                <a:ext cx="532759" cy="184809"/>
                <a:chOff x="2356" y="1300"/>
                <a:chExt cx="555" cy="194"/>
              </a:xfrm>
            </p:grpSpPr>
            <p:sp>
              <p:nvSpPr>
                <p:cNvPr id="7125" name="Google Shape;7125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26" name="Google Shape;7126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27" name="Google Shape;7127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128" name="Google Shape;7128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129" name="Google Shape;7129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30" name="Google Shape;7130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131" name="Google Shape;7131;p110"/>
                <p:cNvCxnSpPr/>
                <p:nvPr/>
              </p:nvCxnSpPr>
              <p:spPr>
                <a:xfrm>
                  <a:off x="2357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32" name="Google Shape;7132;p110"/>
                <p:cNvCxnSpPr/>
                <p:nvPr/>
              </p:nvCxnSpPr>
              <p:spPr>
                <a:xfrm>
                  <a:off x="2908" y="1364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7133" name="Google Shape;7133;p110"/>
              <p:cNvCxnSpPr>
                <a:stCxn id="7132" idx="0"/>
              </p:cNvCxnSpPr>
              <p:nvPr/>
            </p:nvCxnSpPr>
            <p:spPr>
              <a:xfrm>
                <a:off x="9055401" y="2220819"/>
                <a:ext cx="975300" cy="13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4" name="Google Shape;7134;p110"/>
              <p:cNvCxnSpPr/>
              <p:nvPr/>
            </p:nvCxnSpPr>
            <p:spPr>
              <a:xfrm>
                <a:off x="9522191" y="2583188"/>
                <a:ext cx="120745" cy="8339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5" name="Google Shape;7135;p110"/>
              <p:cNvCxnSpPr/>
              <p:nvPr/>
            </p:nvCxnSpPr>
            <p:spPr>
              <a:xfrm flipH="1" rot="10800000">
                <a:off x="9323081" y="2786992"/>
                <a:ext cx="243358" cy="4562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6" name="Google Shape;7136;p110"/>
              <p:cNvCxnSpPr/>
              <p:nvPr/>
            </p:nvCxnSpPr>
            <p:spPr>
              <a:xfrm flipH="1" rot="10800000">
                <a:off x="9028147" y="2611644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7" name="Google Shape;7137;p110"/>
              <p:cNvCxnSpPr/>
              <p:nvPr/>
            </p:nvCxnSpPr>
            <p:spPr>
              <a:xfrm flipH="1" rot="10800000">
                <a:off x="8729859" y="2909476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8" name="Google Shape;7138;p110"/>
              <p:cNvCxnSpPr/>
              <p:nvPr/>
            </p:nvCxnSpPr>
            <p:spPr>
              <a:xfrm flipH="1" rot="10800000">
                <a:off x="9537887" y="2836224"/>
                <a:ext cx="252969" cy="2529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9" name="Google Shape;7139;p110"/>
              <p:cNvCxnSpPr/>
              <p:nvPr/>
            </p:nvCxnSpPr>
            <p:spPr>
              <a:xfrm rot="10800000">
                <a:off x="10029359" y="2822067"/>
                <a:ext cx="354959" cy="1243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40" name="Google Shape;7140;p110"/>
              <p:cNvCxnSpPr/>
              <p:nvPr/>
            </p:nvCxnSpPr>
            <p:spPr>
              <a:xfrm flipH="1" rot="10800000">
                <a:off x="10015190" y="2475242"/>
                <a:ext cx="283363" cy="1956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41" name="Google Shape;7141;p110"/>
              <p:cNvCxnSpPr>
                <a:endCxn id="7125" idx="4"/>
              </p:cNvCxnSpPr>
              <p:nvPr/>
            </p:nvCxnSpPr>
            <p:spPr>
              <a:xfrm rot="10800000">
                <a:off x="8791902" y="2345613"/>
                <a:ext cx="411000" cy="8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7142" name="Google Shape;7142;p110"/>
              <p:cNvGrpSpPr/>
              <p:nvPr/>
            </p:nvGrpSpPr>
            <p:grpSpPr>
              <a:xfrm>
                <a:off x="9555206" y="2650627"/>
                <a:ext cx="532759" cy="184809"/>
                <a:chOff x="2356" y="1300"/>
                <a:chExt cx="555" cy="194"/>
              </a:xfrm>
            </p:grpSpPr>
            <p:sp>
              <p:nvSpPr>
                <p:cNvPr id="7143" name="Google Shape;7143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44" name="Google Shape;7144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45" name="Google Shape;7145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146" name="Google Shape;7146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147" name="Google Shape;7147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48" name="Google Shape;7148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149" name="Google Shape;7149;p110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50" name="Google Shape;7150;p110"/>
                <p:cNvCxnSpPr/>
                <p:nvPr/>
              </p:nvCxnSpPr>
              <p:spPr>
                <a:xfrm>
                  <a:off x="2908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151" name="Google Shape;7151;p110"/>
              <p:cNvGrpSpPr/>
              <p:nvPr/>
            </p:nvGrpSpPr>
            <p:grpSpPr>
              <a:xfrm>
                <a:off x="8772607" y="2725609"/>
                <a:ext cx="532759" cy="184809"/>
                <a:chOff x="2356" y="1300"/>
                <a:chExt cx="555" cy="194"/>
              </a:xfrm>
            </p:grpSpPr>
            <p:sp>
              <p:nvSpPr>
                <p:cNvPr id="7152" name="Google Shape;7152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53" name="Google Shape;7153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54" name="Google Shape;7154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155" name="Google Shape;7155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156" name="Google Shape;7156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57" name="Google Shape;7157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158" name="Google Shape;7158;p110"/>
                <p:cNvCxnSpPr/>
                <p:nvPr/>
              </p:nvCxnSpPr>
              <p:spPr>
                <a:xfrm>
                  <a:off x="2358" y="1356"/>
                  <a:ext cx="0" cy="8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59" name="Google Shape;7159;p110"/>
                <p:cNvCxnSpPr/>
                <p:nvPr/>
              </p:nvCxnSpPr>
              <p:spPr>
                <a:xfrm>
                  <a:off x="2908" y="1358"/>
                  <a:ext cx="0" cy="8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160" name="Google Shape;7160;p110"/>
              <p:cNvGrpSpPr/>
              <p:nvPr/>
            </p:nvGrpSpPr>
            <p:grpSpPr>
              <a:xfrm>
                <a:off x="9060908" y="2428111"/>
                <a:ext cx="532759" cy="184809"/>
                <a:chOff x="2356" y="1300"/>
                <a:chExt cx="555" cy="194"/>
              </a:xfrm>
            </p:grpSpPr>
            <p:sp>
              <p:nvSpPr>
                <p:cNvPr id="7161" name="Google Shape;7161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62" name="Google Shape;7162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63" name="Google Shape;7163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164" name="Google Shape;7164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165" name="Google Shape;7165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66" name="Google Shape;7166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167" name="Google Shape;7167;p110"/>
                <p:cNvCxnSpPr/>
                <p:nvPr/>
              </p:nvCxnSpPr>
              <p:spPr>
                <a:xfrm>
                  <a:off x="2358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68" name="Google Shape;7168;p110"/>
                <p:cNvCxnSpPr/>
                <p:nvPr/>
              </p:nvCxnSpPr>
              <p:spPr>
                <a:xfrm>
                  <a:off x="2908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169" name="Google Shape;7169;p110"/>
              <p:cNvGrpSpPr/>
              <p:nvPr/>
            </p:nvGrpSpPr>
            <p:grpSpPr>
              <a:xfrm>
                <a:off x="10005281" y="2289952"/>
                <a:ext cx="532759" cy="184809"/>
                <a:chOff x="2356" y="1300"/>
                <a:chExt cx="555" cy="194"/>
              </a:xfrm>
            </p:grpSpPr>
            <p:sp>
              <p:nvSpPr>
                <p:cNvPr id="7170" name="Google Shape;7170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71" name="Google Shape;7171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72" name="Google Shape;7172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173" name="Google Shape;7173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174" name="Google Shape;7174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75" name="Google Shape;7175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176" name="Google Shape;7176;p110"/>
                <p:cNvCxnSpPr/>
                <p:nvPr/>
              </p:nvCxnSpPr>
              <p:spPr>
                <a:xfrm>
                  <a:off x="2357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77" name="Google Shape;7177;p110"/>
                <p:cNvCxnSpPr/>
                <p:nvPr/>
              </p:nvCxnSpPr>
              <p:spPr>
                <a:xfrm>
                  <a:off x="2908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178" name="Google Shape;7178;p110"/>
              <p:cNvGrpSpPr/>
              <p:nvPr/>
            </p:nvGrpSpPr>
            <p:grpSpPr>
              <a:xfrm>
                <a:off x="10232661" y="2882876"/>
                <a:ext cx="532759" cy="184809"/>
                <a:chOff x="2356" y="1300"/>
                <a:chExt cx="555" cy="194"/>
              </a:xfrm>
            </p:grpSpPr>
            <p:sp>
              <p:nvSpPr>
                <p:cNvPr id="7179" name="Google Shape;7179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80" name="Google Shape;7180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81" name="Google Shape;7181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182" name="Google Shape;7182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183" name="Google Shape;7183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84" name="Google Shape;7184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185" name="Google Shape;7185;p110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86" name="Google Shape;7186;p110"/>
                <p:cNvCxnSpPr/>
                <p:nvPr/>
              </p:nvCxnSpPr>
              <p:spPr>
                <a:xfrm>
                  <a:off x="2908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187" name="Google Shape;7187;p110"/>
              <p:cNvGrpSpPr/>
              <p:nvPr/>
            </p:nvGrpSpPr>
            <p:grpSpPr>
              <a:xfrm>
                <a:off x="9330660" y="3072767"/>
                <a:ext cx="532759" cy="184809"/>
                <a:chOff x="2356" y="1300"/>
                <a:chExt cx="555" cy="194"/>
              </a:xfrm>
            </p:grpSpPr>
            <p:sp>
              <p:nvSpPr>
                <p:cNvPr id="7188" name="Google Shape;7188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89" name="Google Shape;7189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90" name="Google Shape;7190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191" name="Google Shape;7191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192" name="Google Shape;7192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93" name="Google Shape;7193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194" name="Google Shape;7194;p110"/>
                <p:cNvCxnSpPr/>
                <p:nvPr/>
              </p:nvCxnSpPr>
              <p:spPr>
                <a:xfrm>
                  <a:off x="2358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95" name="Google Shape;7195;p110"/>
                <p:cNvCxnSpPr/>
                <p:nvPr/>
              </p:nvCxnSpPr>
              <p:spPr>
                <a:xfrm>
                  <a:off x="2907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196" name="Google Shape;7196;p110"/>
              <p:cNvGrpSpPr/>
              <p:nvPr/>
            </p:nvGrpSpPr>
            <p:grpSpPr>
              <a:xfrm>
                <a:off x="8438032" y="3018963"/>
                <a:ext cx="532759" cy="184809"/>
                <a:chOff x="2356" y="1300"/>
                <a:chExt cx="555" cy="194"/>
              </a:xfrm>
            </p:grpSpPr>
            <p:sp>
              <p:nvSpPr>
                <p:cNvPr id="7197" name="Google Shape;7197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98" name="Google Shape;7198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99" name="Google Shape;7199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200" name="Google Shape;7200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201" name="Google Shape;7201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02" name="Google Shape;7202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203" name="Google Shape;7203;p110"/>
                <p:cNvCxnSpPr/>
                <p:nvPr/>
              </p:nvCxnSpPr>
              <p:spPr>
                <a:xfrm>
                  <a:off x="2357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04" name="Google Shape;7204;p110"/>
                <p:cNvCxnSpPr/>
                <p:nvPr/>
              </p:nvCxnSpPr>
              <p:spPr>
                <a:xfrm>
                  <a:off x="2910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7205" name="Google Shape;7205;p110"/>
            <p:cNvGrpSpPr/>
            <p:nvPr/>
          </p:nvGrpSpPr>
          <p:grpSpPr>
            <a:xfrm>
              <a:off x="1803400" y="2755900"/>
              <a:ext cx="3467100" cy="1193800"/>
              <a:chOff x="7848600" y="2044700"/>
              <a:chExt cx="3200399" cy="1371600"/>
            </a:xfrm>
          </p:grpSpPr>
          <p:sp>
            <p:nvSpPr>
              <p:cNvPr id="7206" name="Google Shape;7206;p110"/>
              <p:cNvSpPr/>
              <p:nvPr/>
            </p:nvSpPr>
            <p:spPr>
              <a:xfrm>
                <a:off x="7848600" y="2044700"/>
                <a:ext cx="3200399" cy="1371600"/>
              </a:xfrm>
              <a:prstGeom prst="ellipse">
                <a:avLst/>
              </a:prstGeom>
              <a:solidFill>
                <a:srgbClr val="3C6CD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207" name="Google Shape;7207;p110"/>
              <p:cNvGrpSpPr/>
              <p:nvPr/>
            </p:nvGrpSpPr>
            <p:grpSpPr>
              <a:xfrm>
                <a:off x="8526482" y="2160804"/>
                <a:ext cx="532759" cy="184809"/>
                <a:chOff x="2356" y="1300"/>
                <a:chExt cx="555" cy="194"/>
              </a:xfrm>
            </p:grpSpPr>
            <p:sp>
              <p:nvSpPr>
                <p:cNvPr id="7208" name="Google Shape;7208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09" name="Google Shape;7209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10" name="Google Shape;7210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211" name="Google Shape;7211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212" name="Google Shape;7212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13" name="Google Shape;7213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214" name="Google Shape;7214;p110"/>
                <p:cNvCxnSpPr/>
                <p:nvPr/>
              </p:nvCxnSpPr>
              <p:spPr>
                <a:xfrm>
                  <a:off x="2358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15" name="Google Shape;7215;p110"/>
                <p:cNvCxnSpPr/>
                <p:nvPr/>
              </p:nvCxnSpPr>
              <p:spPr>
                <a:xfrm>
                  <a:off x="2906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7216" name="Google Shape;7216;p110"/>
              <p:cNvCxnSpPr>
                <a:stCxn id="7215" idx="0"/>
              </p:cNvCxnSpPr>
              <p:nvPr/>
            </p:nvCxnSpPr>
            <p:spPr>
              <a:xfrm>
                <a:off x="9055401" y="2220819"/>
                <a:ext cx="975300" cy="13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17" name="Google Shape;7217;p110"/>
              <p:cNvCxnSpPr/>
              <p:nvPr/>
            </p:nvCxnSpPr>
            <p:spPr>
              <a:xfrm>
                <a:off x="9522191" y="2583188"/>
                <a:ext cx="120745" cy="8339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18" name="Google Shape;7218;p110"/>
              <p:cNvCxnSpPr/>
              <p:nvPr/>
            </p:nvCxnSpPr>
            <p:spPr>
              <a:xfrm flipH="1" rot="10800000">
                <a:off x="9323081" y="2786992"/>
                <a:ext cx="243358" cy="4562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19" name="Google Shape;7219;p110"/>
              <p:cNvCxnSpPr/>
              <p:nvPr/>
            </p:nvCxnSpPr>
            <p:spPr>
              <a:xfrm flipH="1" rot="10800000">
                <a:off x="9028147" y="2611644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20" name="Google Shape;7220;p110"/>
              <p:cNvCxnSpPr/>
              <p:nvPr/>
            </p:nvCxnSpPr>
            <p:spPr>
              <a:xfrm flipH="1" rot="10800000">
                <a:off x="8729859" y="2909476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21" name="Google Shape;7221;p110"/>
              <p:cNvCxnSpPr/>
              <p:nvPr/>
            </p:nvCxnSpPr>
            <p:spPr>
              <a:xfrm flipH="1" rot="10800000">
                <a:off x="9537887" y="2836224"/>
                <a:ext cx="252969" cy="2529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22" name="Google Shape;7222;p110"/>
              <p:cNvCxnSpPr/>
              <p:nvPr/>
            </p:nvCxnSpPr>
            <p:spPr>
              <a:xfrm rot="10800000">
                <a:off x="10029359" y="2822067"/>
                <a:ext cx="354959" cy="1243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23" name="Google Shape;7223;p110"/>
              <p:cNvCxnSpPr/>
              <p:nvPr/>
            </p:nvCxnSpPr>
            <p:spPr>
              <a:xfrm flipH="1" rot="10800000">
                <a:off x="10015190" y="2475242"/>
                <a:ext cx="283363" cy="1956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24" name="Google Shape;7224;p110"/>
              <p:cNvCxnSpPr>
                <a:endCxn id="7208" idx="4"/>
              </p:cNvCxnSpPr>
              <p:nvPr/>
            </p:nvCxnSpPr>
            <p:spPr>
              <a:xfrm rot="10800000">
                <a:off x="8791902" y="2345613"/>
                <a:ext cx="411000" cy="8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7225" name="Google Shape;7225;p110"/>
              <p:cNvGrpSpPr/>
              <p:nvPr/>
            </p:nvGrpSpPr>
            <p:grpSpPr>
              <a:xfrm>
                <a:off x="9555206" y="2650627"/>
                <a:ext cx="532759" cy="184809"/>
                <a:chOff x="2356" y="1300"/>
                <a:chExt cx="555" cy="194"/>
              </a:xfrm>
            </p:grpSpPr>
            <p:sp>
              <p:nvSpPr>
                <p:cNvPr id="7226" name="Google Shape;7226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27" name="Google Shape;7227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28" name="Google Shape;7228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229" name="Google Shape;7229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230" name="Google Shape;7230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31" name="Google Shape;7231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232" name="Google Shape;7232;p110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33" name="Google Shape;7233;p110"/>
                <p:cNvCxnSpPr/>
                <p:nvPr/>
              </p:nvCxnSpPr>
              <p:spPr>
                <a:xfrm>
                  <a:off x="2906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234" name="Google Shape;7234;p110"/>
              <p:cNvGrpSpPr/>
              <p:nvPr/>
            </p:nvGrpSpPr>
            <p:grpSpPr>
              <a:xfrm>
                <a:off x="8772607" y="2725609"/>
                <a:ext cx="532759" cy="184809"/>
                <a:chOff x="2356" y="1300"/>
                <a:chExt cx="555" cy="194"/>
              </a:xfrm>
            </p:grpSpPr>
            <p:sp>
              <p:nvSpPr>
                <p:cNvPr id="7235" name="Google Shape;7235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36" name="Google Shape;7236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37" name="Google Shape;7237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238" name="Google Shape;7238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239" name="Google Shape;7239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40" name="Google Shape;7240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241" name="Google Shape;7241;p110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42" name="Google Shape;7242;p110"/>
                <p:cNvCxnSpPr/>
                <p:nvPr/>
              </p:nvCxnSpPr>
              <p:spPr>
                <a:xfrm>
                  <a:off x="2906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243" name="Google Shape;7243;p110"/>
              <p:cNvGrpSpPr/>
              <p:nvPr/>
            </p:nvGrpSpPr>
            <p:grpSpPr>
              <a:xfrm>
                <a:off x="9060908" y="2428111"/>
                <a:ext cx="532759" cy="184809"/>
                <a:chOff x="2356" y="1300"/>
                <a:chExt cx="555" cy="194"/>
              </a:xfrm>
            </p:grpSpPr>
            <p:sp>
              <p:nvSpPr>
                <p:cNvPr id="7244" name="Google Shape;7244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45" name="Google Shape;7245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46" name="Google Shape;7246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247" name="Google Shape;7247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248" name="Google Shape;7248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49" name="Google Shape;7249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250" name="Google Shape;7250;p110"/>
                <p:cNvCxnSpPr/>
                <p:nvPr/>
              </p:nvCxnSpPr>
              <p:spPr>
                <a:xfrm>
                  <a:off x="2357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51" name="Google Shape;7251;p110"/>
                <p:cNvCxnSpPr/>
                <p:nvPr/>
              </p:nvCxnSpPr>
              <p:spPr>
                <a:xfrm>
                  <a:off x="2907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252" name="Google Shape;7252;p110"/>
              <p:cNvGrpSpPr/>
              <p:nvPr/>
            </p:nvGrpSpPr>
            <p:grpSpPr>
              <a:xfrm>
                <a:off x="10005281" y="2289952"/>
                <a:ext cx="532759" cy="184809"/>
                <a:chOff x="2356" y="1300"/>
                <a:chExt cx="555" cy="194"/>
              </a:xfrm>
            </p:grpSpPr>
            <p:sp>
              <p:nvSpPr>
                <p:cNvPr id="7253" name="Google Shape;7253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54" name="Google Shape;7254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55" name="Google Shape;7255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256" name="Google Shape;7256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257" name="Google Shape;7257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58" name="Google Shape;7258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259" name="Google Shape;7259;p110"/>
                <p:cNvCxnSpPr/>
                <p:nvPr/>
              </p:nvCxnSpPr>
              <p:spPr>
                <a:xfrm>
                  <a:off x="2358" y="1360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60" name="Google Shape;7260;p110"/>
                <p:cNvCxnSpPr/>
                <p:nvPr/>
              </p:nvCxnSpPr>
              <p:spPr>
                <a:xfrm>
                  <a:off x="2906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261" name="Google Shape;7261;p110"/>
              <p:cNvGrpSpPr/>
              <p:nvPr/>
            </p:nvGrpSpPr>
            <p:grpSpPr>
              <a:xfrm>
                <a:off x="10232661" y="2882876"/>
                <a:ext cx="532759" cy="184809"/>
                <a:chOff x="2356" y="1300"/>
                <a:chExt cx="555" cy="194"/>
              </a:xfrm>
            </p:grpSpPr>
            <p:sp>
              <p:nvSpPr>
                <p:cNvPr id="7262" name="Google Shape;7262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63" name="Google Shape;7263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64" name="Google Shape;7264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265" name="Google Shape;7265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266" name="Google Shape;7266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67" name="Google Shape;7267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268" name="Google Shape;7268;p110"/>
                <p:cNvCxnSpPr/>
                <p:nvPr/>
              </p:nvCxnSpPr>
              <p:spPr>
                <a:xfrm>
                  <a:off x="2358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69" name="Google Shape;7269;p110"/>
                <p:cNvCxnSpPr/>
                <p:nvPr/>
              </p:nvCxnSpPr>
              <p:spPr>
                <a:xfrm>
                  <a:off x="2906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270" name="Google Shape;7270;p110"/>
              <p:cNvGrpSpPr/>
              <p:nvPr/>
            </p:nvGrpSpPr>
            <p:grpSpPr>
              <a:xfrm>
                <a:off x="9330660" y="3072767"/>
                <a:ext cx="532759" cy="184809"/>
                <a:chOff x="2356" y="1300"/>
                <a:chExt cx="555" cy="194"/>
              </a:xfrm>
            </p:grpSpPr>
            <p:sp>
              <p:nvSpPr>
                <p:cNvPr id="7271" name="Google Shape;7271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72" name="Google Shape;7272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73" name="Google Shape;7273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274" name="Google Shape;7274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275" name="Google Shape;7275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76" name="Google Shape;7276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277" name="Google Shape;7277;p110"/>
                <p:cNvCxnSpPr/>
                <p:nvPr/>
              </p:nvCxnSpPr>
              <p:spPr>
                <a:xfrm>
                  <a:off x="2357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78" name="Google Shape;7278;p110"/>
                <p:cNvCxnSpPr/>
                <p:nvPr/>
              </p:nvCxnSpPr>
              <p:spPr>
                <a:xfrm>
                  <a:off x="2907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279" name="Google Shape;7279;p110"/>
              <p:cNvGrpSpPr/>
              <p:nvPr/>
            </p:nvGrpSpPr>
            <p:grpSpPr>
              <a:xfrm>
                <a:off x="8438032" y="3018963"/>
                <a:ext cx="532759" cy="184809"/>
                <a:chOff x="2356" y="1300"/>
                <a:chExt cx="555" cy="194"/>
              </a:xfrm>
            </p:grpSpPr>
            <p:sp>
              <p:nvSpPr>
                <p:cNvPr id="7280" name="Google Shape;7280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81" name="Google Shape;7281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82" name="Google Shape;7282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283" name="Google Shape;7283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284" name="Google Shape;7284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85" name="Google Shape;7285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286" name="Google Shape;7286;p110"/>
                <p:cNvCxnSpPr/>
                <p:nvPr/>
              </p:nvCxnSpPr>
              <p:spPr>
                <a:xfrm>
                  <a:off x="2357" y="1361"/>
                  <a:ext cx="0" cy="7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87" name="Google Shape;7287;p110"/>
                <p:cNvCxnSpPr/>
                <p:nvPr/>
              </p:nvCxnSpPr>
              <p:spPr>
                <a:xfrm>
                  <a:off x="2907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7288" name="Google Shape;7288;p110"/>
            <p:cNvSpPr/>
            <p:nvPr/>
          </p:nvSpPr>
          <p:spPr>
            <a:xfrm>
              <a:off x="1498600" y="4165600"/>
              <a:ext cx="3086100" cy="1168400"/>
            </a:xfrm>
            <a:prstGeom prst="ellipse">
              <a:avLst/>
            </a:prstGeom>
            <a:solidFill>
              <a:srgbClr val="3C6CD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289" name="Google Shape;7289;p110"/>
            <p:cNvGrpSpPr/>
            <p:nvPr/>
          </p:nvGrpSpPr>
          <p:grpSpPr>
            <a:xfrm>
              <a:off x="2152272" y="4264503"/>
              <a:ext cx="513732" cy="157430"/>
              <a:chOff x="2356" y="1300"/>
              <a:chExt cx="555" cy="194"/>
            </a:xfrm>
          </p:grpSpPr>
          <p:sp>
            <p:nvSpPr>
              <p:cNvPr id="7290" name="Google Shape;7290;p110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291" name="Google Shape;7291;p110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292" name="Google Shape;7292;p110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293" name="Google Shape;7293;p110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294" name="Google Shape;7294;p110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95" name="Google Shape;7295;p110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7296" name="Google Shape;7296;p110"/>
              <p:cNvCxnSpPr/>
              <p:nvPr/>
            </p:nvCxnSpPr>
            <p:spPr>
              <a:xfrm>
                <a:off x="2358" y="1360"/>
                <a:ext cx="0" cy="8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97" name="Google Shape;7297;p110"/>
              <p:cNvCxnSpPr/>
              <p:nvPr/>
            </p:nvCxnSpPr>
            <p:spPr>
              <a:xfrm>
                <a:off x="2907" y="1362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7298" name="Google Shape;7298;p110"/>
            <p:cNvCxnSpPr>
              <a:stCxn id="7297" idx="0"/>
            </p:cNvCxnSpPr>
            <p:nvPr/>
          </p:nvCxnSpPr>
          <p:spPr>
            <a:xfrm>
              <a:off x="2662301" y="4315627"/>
              <a:ext cx="940500" cy="116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99" name="Google Shape;7299;p110"/>
            <p:cNvCxnSpPr/>
            <p:nvPr/>
          </p:nvCxnSpPr>
          <p:spPr>
            <a:xfrm>
              <a:off x="3112420" y="4624312"/>
              <a:ext cx="116433" cy="710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00" name="Google Shape;7300;p110"/>
            <p:cNvCxnSpPr/>
            <p:nvPr/>
          </p:nvCxnSpPr>
          <p:spPr>
            <a:xfrm flipH="1" rot="10800000">
              <a:off x="2920421" y="4797923"/>
              <a:ext cx="234667" cy="3886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01" name="Google Shape;7301;p110"/>
            <p:cNvCxnSpPr/>
            <p:nvPr/>
          </p:nvCxnSpPr>
          <p:spPr>
            <a:xfrm flipH="1" rot="10800000">
              <a:off x="2636021" y="4648552"/>
              <a:ext cx="185893" cy="933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02" name="Google Shape;7302;p110"/>
            <p:cNvCxnSpPr/>
            <p:nvPr/>
          </p:nvCxnSpPr>
          <p:spPr>
            <a:xfrm flipH="1" rot="10800000">
              <a:off x="2348386" y="4902261"/>
              <a:ext cx="185893" cy="933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03" name="Google Shape;7303;p110"/>
            <p:cNvCxnSpPr/>
            <p:nvPr/>
          </p:nvCxnSpPr>
          <p:spPr>
            <a:xfrm flipH="1" rot="10800000">
              <a:off x="3127556" y="4839861"/>
              <a:ext cx="243934" cy="21546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04" name="Google Shape;7304;p110"/>
            <p:cNvCxnSpPr/>
            <p:nvPr/>
          </p:nvCxnSpPr>
          <p:spPr>
            <a:xfrm rot="10800000">
              <a:off x="3601475" y="4827802"/>
              <a:ext cx="342282" cy="1059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05" name="Google Shape;7305;p110"/>
            <p:cNvCxnSpPr/>
            <p:nvPr/>
          </p:nvCxnSpPr>
          <p:spPr>
            <a:xfrm flipH="1" rot="10800000">
              <a:off x="3587812" y="4532358"/>
              <a:ext cx="273243" cy="16667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06" name="Google Shape;7306;p110"/>
            <p:cNvCxnSpPr>
              <a:endCxn id="7290" idx="4"/>
            </p:cNvCxnSpPr>
            <p:nvPr/>
          </p:nvCxnSpPr>
          <p:spPr>
            <a:xfrm rot="10800000">
              <a:off x="2408212" y="4421933"/>
              <a:ext cx="396300" cy="74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307" name="Google Shape;7307;p110"/>
            <p:cNvGrpSpPr/>
            <p:nvPr/>
          </p:nvGrpSpPr>
          <p:grpSpPr>
            <a:xfrm>
              <a:off x="3144256" y="4681760"/>
              <a:ext cx="513732" cy="157430"/>
              <a:chOff x="2356" y="1300"/>
              <a:chExt cx="555" cy="194"/>
            </a:xfrm>
          </p:grpSpPr>
          <p:sp>
            <p:nvSpPr>
              <p:cNvPr id="7308" name="Google Shape;7308;p110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09" name="Google Shape;7309;p110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10" name="Google Shape;7310;p110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311" name="Google Shape;7311;p110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312" name="Google Shape;7312;p110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13" name="Google Shape;7313;p110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7314" name="Google Shape;7314;p110"/>
              <p:cNvCxnSpPr/>
              <p:nvPr/>
            </p:nvCxnSpPr>
            <p:spPr>
              <a:xfrm>
                <a:off x="2358" y="1360"/>
                <a:ext cx="0" cy="8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15" name="Google Shape;7315;p110"/>
              <p:cNvCxnSpPr/>
              <p:nvPr/>
            </p:nvCxnSpPr>
            <p:spPr>
              <a:xfrm>
                <a:off x="2907" y="1362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316" name="Google Shape;7316;p110"/>
            <p:cNvGrpSpPr/>
            <p:nvPr/>
          </p:nvGrpSpPr>
          <p:grpSpPr>
            <a:xfrm>
              <a:off x="2389607" y="4745634"/>
              <a:ext cx="513732" cy="157430"/>
              <a:chOff x="2356" y="1300"/>
              <a:chExt cx="555" cy="194"/>
            </a:xfrm>
          </p:grpSpPr>
          <p:sp>
            <p:nvSpPr>
              <p:cNvPr id="7317" name="Google Shape;7317;p110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18" name="Google Shape;7318;p110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19" name="Google Shape;7319;p110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320" name="Google Shape;7320;p110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321" name="Google Shape;7321;p110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22" name="Google Shape;7322;p110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7323" name="Google Shape;7323;p110"/>
              <p:cNvCxnSpPr/>
              <p:nvPr/>
            </p:nvCxnSpPr>
            <p:spPr>
              <a:xfrm>
                <a:off x="2357" y="1360"/>
                <a:ext cx="0" cy="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24" name="Google Shape;7324;p110"/>
              <p:cNvCxnSpPr/>
              <p:nvPr/>
            </p:nvCxnSpPr>
            <p:spPr>
              <a:xfrm>
                <a:off x="2908" y="1362"/>
                <a:ext cx="0" cy="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325" name="Google Shape;7325;p110"/>
            <p:cNvGrpSpPr/>
            <p:nvPr/>
          </p:nvGrpSpPr>
          <p:grpSpPr>
            <a:xfrm>
              <a:off x="2667612" y="4492209"/>
              <a:ext cx="513732" cy="157430"/>
              <a:chOff x="2356" y="1300"/>
              <a:chExt cx="555" cy="194"/>
            </a:xfrm>
          </p:grpSpPr>
          <p:sp>
            <p:nvSpPr>
              <p:cNvPr id="7326" name="Google Shape;7326;p110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27" name="Google Shape;7327;p110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28" name="Google Shape;7328;p110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329" name="Google Shape;7329;p110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330" name="Google Shape;7330;p110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31" name="Google Shape;7331;p110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7332" name="Google Shape;7332;p110"/>
              <p:cNvCxnSpPr/>
              <p:nvPr/>
            </p:nvCxnSpPr>
            <p:spPr>
              <a:xfrm>
                <a:off x="2357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33" name="Google Shape;7333;p110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334" name="Google Shape;7334;p110"/>
            <p:cNvGrpSpPr/>
            <p:nvPr/>
          </p:nvGrpSpPr>
          <p:grpSpPr>
            <a:xfrm>
              <a:off x="3578257" y="4374518"/>
              <a:ext cx="513732" cy="157430"/>
              <a:chOff x="2356" y="1300"/>
              <a:chExt cx="555" cy="194"/>
            </a:xfrm>
          </p:grpSpPr>
          <p:sp>
            <p:nvSpPr>
              <p:cNvPr id="7335" name="Google Shape;7335;p110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36" name="Google Shape;7336;p110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37" name="Google Shape;7337;p110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338" name="Google Shape;7338;p110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339" name="Google Shape;7339;p110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40" name="Google Shape;7340;p110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7341" name="Google Shape;7341;p110"/>
              <p:cNvCxnSpPr/>
              <p:nvPr/>
            </p:nvCxnSpPr>
            <p:spPr>
              <a:xfrm>
                <a:off x="2358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42" name="Google Shape;7342;p110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343" name="Google Shape;7343;p110"/>
            <p:cNvGrpSpPr/>
            <p:nvPr/>
          </p:nvGrpSpPr>
          <p:grpSpPr>
            <a:xfrm>
              <a:off x="3797517" y="4879602"/>
              <a:ext cx="513732" cy="157430"/>
              <a:chOff x="2356" y="1300"/>
              <a:chExt cx="555" cy="194"/>
            </a:xfrm>
          </p:grpSpPr>
          <p:sp>
            <p:nvSpPr>
              <p:cNvPr id="7344" name="Google Shape;7344;p110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45" name="Google Shape;7345;p110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46" name="Google Shape;7346;p110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347" name="Google Shape;7347;p110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348" name="Google Shape;7348;p110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49" name="Google Shape;7349;p110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7350" name="Google Shape;7350;p110"/>
              <p:cNvCxnSpPr/>
              <p:nvPr/>
            </p:nvCxnSpPr>
            <p:spPr>
              <a:xfrm>
                <a:off x="2357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51" name="Google Shape;7351;p110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352" name="Google Shape;7352;p110"/>
            <p:cNvGrpSpPr/>
            <p:nvPr/>
          </p:nvGrpSpPr>
          <p:grpSpPr>
            <a:xfrm>
              <a:off x="2927730" y="5041361"/>
              <a:ext cx="513732" cy="157430"/>
              <a:chOff x="2356" y="1300"/>
              <a:chExt cx="555" cy="194"/>
            </a:xfrm>
          </p:grpSpPr>
          <p:sp>
            <p:nvSpPr>
              <p:cNvPr id="7353" name="Google Shape;7353;p110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54" name="Google Shape;7354;p110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55" name="Google Shape;7355;p110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356" name="Google Shape;7356;p110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357" name="Google Shape;7357;p110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58" name="Google Shape;7358;p110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7359" name="Google Shape;7359;p110"/>
              <p:cNvCxnSpPr/>
              <p:nvPr/>
            </p:nvCxnSpPr>
            <p:spPr>
              <a:xfrm>
                <a:off x="2357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60" name="Google Shape;7360;p110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361" name="Google Shape;7361;p110"/>
            <p:cNvGrpSpPr/>
            <p:nvPr/>
          </p:nvGrpSpPr>
          <p:grpSpPr>
            <a:xfrm>
              <a:off x="2066981" y="4995528"/>
              <a:ext cx="513732" cy="157430"/>
              <a:chOff x="2356" y="1300"/>
              <a:chExt cx="555" cy="194"/>
            </a:xfrm>
          </p:grpSpPr>
          <p:sp>
            <p:nvSpPr>
              <p:cNvPr id="7362" name="Google Shape;7362;p110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63" name="Google Shape;7363;p110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64" name="Google Shape;7364;p110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365" name="Google Shape;7365;p110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366" name="Google Shape;7366;p110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67" name="Google Shape;7367;p110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7368" name="Google Shape;7368;p110"/>
              <p:cNvCxnSpPr/>
              <p:nvPr/>
            </p:nvCxnSpPr>
            <p:spPr>
              <a:xfrm>
                <a:off x="2358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69" name="Google Shape;7369;p110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7370" name="Google Shape;7370;p110"/>
            <p:cNvCxnSpPr>
              <a:endCxn id="7210" idx="1"/>
            </p:cNvCxnSpPr>
            <p:nvPr/>
          </p:nvCxnSpPr>
          <p:spPr>
            <a:xfrm>
              <a:off x="2383486" y="2610474"/>
              <a:ext cx="238200" cy="261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71" name="Google Shape;7371;p110"/>
            <p:cNvCxnSpPr>
              <a:stCxn id="7108" idx="8"/>
              <a:endCxn id="7372" idx="2"/>
            </p:cNvCxnSpPr>
            <p:nvPr/>
          </p:nvCxnSpPr>
          <p:spPr>
            <a:xfrm>
              <a:off x="1455738" y="2990814"/>
              <a:ext cx="38100" cy="309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73" name="Google Shape;7373;p110"/>
            <p:cNvCxnSpPr>
              <a:endCxn id="7372" idx="3"/>
            </p:cNvCxnSpPr>
            <p:nvPr/>
          </p:nvCxnSpPr>
          <p:spPr>
            <a:xfrm>
              <a:off x="1235234" y="3271143"/>
              <a:ext cx="123900" cy="212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74" name="Google Shape;7374;p110"/>
            <p:cNvCxnSpPr>
              <a:endCxn id="7255" idx="1"/>
            </p:cNvCxnSpPr>
            <p:nvPr/>
          </p:nvCxnSpPr>
          <p:spPr>
            <a:xfrm>
              <a:off x="3915618" y="2411781"/>
              <a:ext cx="308100" cy="57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75" name="Google Shape;7375;p110"/>
            <p:cNvCxnSpPr>
              <a:endCxn id="7255" idx="0"/>
            </p:cNvCxnSpPr>
            <p:nvPr/>
          </p:nvCxnSpPr>
          <p:spPr>
            <a:xfrm flipH="1">
              <a:off x="4426303" y="2390060"/>
              <a:ext cx="384300" cy="579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76" name="Google Shape;7376;p110"/>
            <p:cNvCxnSpPr>
              <a:endCxn id="7172" idx="0"/>
            </p:cNvCxnSpPr>
            <p:nvPr/>
          </p:nvCxnSpPr>
          <p:spPr>
            <a:xfrm>
              <a:off x="6770957" y="2900235"/>
              <a:ext cx="216000" cy="1046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77" name="Google Shape;7377;p110"/>
            <p:cNvCxnSpPr/>
            <p:nvPr/>
          </p:nvCxnSpPr>
          <p:spPr>
            <a:xfrm flipH="1">
              <a:off x="7137400" y="3251200"/>
              <a:ext cx="241300" cy="6921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78" name="Google Shape;7378;p110"/>
            <p:cNvCxnSpPr>
              <a:stCxn id="7112" idx="4"/>
              <a:endCxn id="7186" idx="0"/>
            </p:cNvCxnSpPr>
            <p:nvPr/>
          </p:nvCxnSpPr>
          <p:spPr>
            <a:xfrm flipH="1">
              <a:off x="7483613" y="4229100"/>
              <a:ext cx="541200" cy="249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79" name="Google Shape;7379;p110"/>
            <p:cNvCxnSpPr/>
            <p:nvPr/>
          </p:nvCxnSpPr>
          <p:spPr>
            <a:xfrm rot="10800000">
              <a:off x="7454900" y="4573588"/>
              <a:ext cx="796925" cy="6143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80" name="Google Shape;7380;p110"/>
            <p:cNvCxnSpPr>
              <a:endCxn id="7188" idx="5"/>
            </p:cNvCxnSpPr>
            <p:nvPr/>
          </p:nvCxnSpPr>
          <p:spPr>
            <a:xfrm rot="10800000">
              <a:off x="6496434" y="4722379"/>
              <a:ext cx="1047900" cy="966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81" name="Google Shape;7381;p110"/>
            <p:cNvCxnSpPr>
              <a:stCxn id="7113" idx="0"/>
              <a:endCxn id="7382" idx="5"/>
            </p:cNvCxnSpPr>
            <p:nvPr/>
          </p:nvCxnSpPr>
          <p:spPr>
            <a:xfrm rot="10800000">
              <a:off x="5085361" y="5684604"/>
              <a:ext cx="520800" cy="169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83" name="Google Shape;7383;p110"/>
            <p:cNvCxnSpPr/>
            <p:nvPr/>
          </p:nvCxnSpPr>
          <p:spPr>
            <a:xfrm rot="10800000">
              <a:off x="4068763" y="5045075"/>
              <a:ext cx="371475" cy="9731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84" name="Google Shape;7384;p110"/>
            <p:cNvCxnSpPr/>
            <p:nvPr/>
          </p:nvCxnSpPr>
          <p:spPr>
            <a:xfrm flipH="1" rot="10800000">
              <a:off x="3389313" y="5689600"/>
              <a:ext cx="306387" cy="165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85" name="Google Shape;7385;p110"/>
            <p:cNvCxnSpPr/>
            <p:nvPr/>
          </p:nvCxnSpPr>
          <p:spPr>
            <a:xfrm flipH="1" rot="10800000">
              <a:off x="1790700" y="5160963"/>
              <a:ext cx="401638" cy="2095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86" name="Google Shape;7386;p110"/>
            <p:cNvCxnSpPr/>
            <p:nvPr/>
          </p:nvCxnSpPr>
          <p:spPr>
            <a:xfrm flipH="1" rot="10800000">
              <a:off x="1179513" y="4467225"/>
              <a:ext cx="227012" cy="2825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87" name="Google Shape;7387;p110"/>
            <p:cNvCxnSpPr>
              <a:endCxn id="7372" idx="5"/>
            </p:cNvCxnSpPr>
            <p:nvPr/>
          </p:nvCxnSpPr>
          <p:spPr>
            <a:xfrm flipH="1" rot="10800000">
              <a:off x="1156034" y="4369521"/>
              <a:ext cx="203100" cy="7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388" name="Google Shape;7388;p110"/>
            <p:cNvSpPr/>
            <p:nvPr/>
          </p:nvSpPr>
          <p:spPr>
            <a:xfrm>
              <a:off x="5677595" y="2896842"/>
              <a:ext cx="528046" cy="30477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389" name="Google Shape;7389;p110"/>
            <p:cNvCxnSpPr/>
            <p:nvPr/>
          </p:nvCxnSpPr>
          <p:spPr>
            <a:xfrm>
              <a:off x="4713288" y="3051291"/>
              <a:ext cx="964307" cy="26892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90" name="Google Shape;7390;p110"/>
            <p:cNvCxnSpPr/>
            <p:nvPr/>
          </p:nvCxnSpPr>
          <p:spPr>
            <a:xfrm>
              <a:off x="6139457" y="3169615"/>
              <a:ext cx="691556" cy="784846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91" name="Google Shape;7391;p110"/>
            <p:cNvCxnSpPr>
              <a:stCxn id="7337" idx="0"/>
            </p:cNvCxnSpPr>
            <p:nvPr/>
          </p:nvCxnSpPr>
          <p:spPr>
            <a:xfrm flipH="1" rot="10800000">
              <a:off x="3833272" y="4233218"/>
              <a:ext cx="190500" cy="1413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392" name="Google Shape;7392;p110"/>
            <p:cNvSpPr/>
            <p:nvPr/>
          </p:nvSpPr>
          <p:spPr>
            <a:xfrm>
              <a:off x="3932543" y="3959560"/>
              <a:ext cx="528230" cy="30505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endParaRPr/>
            </a:p>
          </p:txBody>
        </p:sp>
        <p:cxnSp>
          <p:nvCxnSpPr>
            <p:cNvPr id="7393" name="Google Shape;7393;p110"/>
            <p:cNvCxnSpPr>
              <a:stCxn id="7392" idx="6"/>
              <a:endCxn id="7131" idx="1"/>
            </p:cNvCxnSpPr>
            <p:nvPr/>
          </p:nvCxnSpPr>
          <p:spPr>
            <a:xfrm flipH="1" rot="10800000">
              <a:off x="4460773" y="3953985"/>
              <a:ext cx="770100" cy="1581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94" name="Google Shape;7394;p110"/>
            <p:cNvCxnSpPr/>
            <p:nvPr/>
          </p:nvCxnSpPr>
          <p:spPr>
            <a:xfrm>
              <a:off x="3692525" y="3789363"/>
              <a:ext cx="342828" cy="205015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95" name="Google Shape;7395;p110"/>
            <p:cNvCxnSpPr>
              <a:stCxn id="7262" idx="5"/>
              <a:endCxn id="7127" idx="1"/>
            </p:cNvCxnSpPr>
            <p:nvPr/>
          </p:nvCxnSpPr>
          <p:spPr>
            <a:xfrm>
              <a:off x="4876256" y="3633041"/>
              <a:ext cx="431700" cy="2226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96" name="Google Shape;7396;p110"/>
            <p:cNvCxnSpPr>
              <a:endCxn id="7292" idx="0"/>
            </p:cNvCxnSpPr>
            <p:nvPr/>
          </p:nvCxnSpPr>
          <p:spPr>
            <a:xfrm flipH="1">
              <a:off x="2407287" y="3753303"/>
              <a:ext cx="282600" cy="5112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97" name="Google Shape;7397;p110"/>
            <p:cNvCxnSpPr>
              <a:stCxn id="7351" idx="0"/>
            </p:cNvCxnSpPr>
            <p:nvPr/>
          </p:nvCxnSpPr>
          <p:spPr>
            <a:xfrm flipH="1" rot="10800000">
              <a:off x="4307761" y="4626575"/>
              <a:ext cx="843900" cy="3042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382" name="Google Shape;7382;p110"/>
            <p:cNvSpPr/>
            <p:nvPr/>
          </p:nvSpPr>
          <p:spPr>
            <a:xfrm>
              <a:off x="3340100" y="5359400"/>
              <a:ext cx="2044700" cy="381000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2" name="Google Shape;7372;p110"/>
            <p:cNvSpPr/>
            <p:nvPr/>
          </p:nvSpPr>
          <p:spPr>
            <a:xfrm rot="5400000">
              <a:off x="867569" y="3736182"/>
              <a:ext cx="1252537" cy="381000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398" name="Google Shape;7398;p110"/>
            <p:cNvCxnSpPr>
              <a:stCxn id="7372" idx="0"/>
              <a:endCxn id="7286" idx="0"/>
            </p:cNvCxnSpPr>
            <p:nvPr/>
          </p:nvCxnSpPr>
          <p:spPr>
            <a:xfrm flipH="1" rot="10800000">
              <a:off x="1684338" y="3653682"/>
              <a:ext cx="758700" cy="27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99" name="Google Shape;7399;p110"/>
            <p:cNvCxnSpPr>
              <a:endCxn id="7296" idx="1"/>
            </p:cNvCxnSpPr>
            <p:nvPr/>
          </p:nvCxnSpPr>
          <p:spPr>
            <a:xfrm>
              <a:off x="1685925" y="4111625"/>
              <a:ext cx="466800" cy="270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400" name="Google Shape;7400;p110"/>
          <p:cNvGrpSpPr/>
          <p:nvPr/>
        </p:nvGrpSpPr>
        <p:grpSpPr>
          <a:xfrm>
            <a:off x="1963738" y="4827588"/>
            <a:ext cx="874712" cy="506412"/>
            <a:chOff x="2889" y="1631"/>
            <a:chExt cx="980" cy="743"/>
          </a:xfrm>
        </p:grpSpPr>
        <p:sp>
          <p:nvSpPr>
            <p:cNvPr id="7401" name="Google Shape;7401;p110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2" name="Google Shape;7402;p110"/>
            <p:cNvSpPr/>
            <p:nvPr/>
          </p:nvSpPr>
          <p:spPr>
            <a:xfrm>
              <a:off x="2889" y="1631"/>
              <a:ext cx="980" cy="254"/>
            </a:xfrm>
            <a:prstGeom prst="triangle">
              <a:avLst>
                <a:gd fmla="val 50000" name="adj"/>
              </a:avLst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403" name="Google Shape;7403;p110"/>
          <p:cNvCxnSpPr/>
          <p:nvPr/>
        </p:nvCxnSpPr>
        <p:spPr>
          <a:xfrm flipH="1" rot="10800000">
            <a:off x="2686051" y="5280026"/>
            <a:ext cx="144463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04" name="Google Shape;7404;p110"/>
          <p:cNvSpPr txBox="1"/>
          <p:nvPr>
            <p:ph idx="1" type="body"/>
          </p:nvPr>
        </p:nvSpPr>
        <p:spPr>
          <a:xfrm>
            <a:off x="991026" y="1906929"/>
            <a:ext cx="10535957" cy="130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subscriber requests content, service provider returns manifest</a:t>
            </a:r>
            <a:endParaRPr/>
          </a:p>
        </p:txBody>
      </p:sp>
      <p:sp>
        <p:nvSpPr>
          <p:cNvPr id="7405" name="Google Shape;7405;p11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Content distribution </a:t>
            </a:r>
            <a:r>
              <a:rPr lang="en-US"/>
              <a:t>n</a:t>
            </a:r>
            <a:r>
              <a:rPr lang="en-US" sz="4400"/>
              <a:t>etworks (CDNs)</a:t>
            </a:r>
            <a:endParaRPr/>
          </a:p>
        </p:txBody>
      </p:sp>
      <p:grpSp>
        <p:nvGrpSpPr>
          <p:cNvPr id="7406" name="Google Shape;7406;p110"/>
          <p:cNvGrpSpPr/>
          <p:nvPr/>
        </p:nvGrpSpPr>
        <p:grpSpPr>
          <a:xfrm>
            <a:off x="4745038" y="5776913"/>
            <a:ext cx="349250" cy="679450"/>
            <a:chOff x="7923189" y="2486664"/>
            <a:chExt cx="360377" cy="884585"/>
          </a:xfrm>
        </p:grpSpPr>
        <p:pic>
          <p:nvPicPr>
            <p:cNvPr id="7407" name="Google Shape;7407;p1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408" name="Google Shape;7408;p110"/>
            <p:cNvGrpSpPr/>
            <p:nvPr/>
          </p:nvGrpSpPr>
          <p:grpSpPr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7409" name="Google Shape;7409;p1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0" name="Google Shape;7410;p110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1" name="Google Shape;7411;p1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2" name="Google Shape;7412;p1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3" name="Google Shape;7413;p110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14" name="Google Shape;7414;p110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7415" name="Google Shape;7415;p110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16" name="Google Shape;7416;p110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17" name="Google Shape;7417;p110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18" name="Google Shape;7418;p110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7419" name="Google Shape;7419;p110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20" name="Google Shape;7420;p110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21" name="Google Shape;7421;p110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22" name="Google Shape;7422;p110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23" name="Google Shape;7423;p110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7424" name="Google Shape;7424;p110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25" name="Google Shape;7425;p110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26" name="Google Shape;7426;p1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27" name="Google Shape;7427;p110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7428" name="Google Shape;7428;p110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29" name="Google Shape;7429;p110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30" name="Google Shape;7430;p110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1" name="Google Shape;7431;p1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2" name="Google Shape;7432;p1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3" name="Google Shape;7433;p110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4" name="Google Shape;7434;p1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5" name="Google Shape;7435;p110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6" name="Google Shape;7436;p110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7" name="Google Shape;7437;p110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8" name="Google Shape;7438;p110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9" name="Google Shape;7439;p110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0" name="Google Shape;7440;p110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441" name="Google Shape;7441;p110"/>
          <p:cNvGrpSpPr/>
          <p:nvPr/>
        </p:nvGrpSpPr>
        <p:grpSpPr>
          <a:xfrm>
            <a:off x="5911851" y="3556000"/>
            <a:ext cx="347663" cy="679450"/>
            <a:chOff x="7923189" y="2486664"/>
            <a:chExt cx="360377" cy="884585"/>
          </a:xfrm>
        </p:grpSpPr>
        <p:pic>
          <p:nvPicPr>
            <p:cNvPr id="7442" name="Google Shape;7442;p1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443" name="Google Shape;7443;p110"/>
            <p:cNvGrpSpPr/>
            <p:nvPr/>
          </p:nvGrpSpPr>
          <p:grpSpPr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7444" name="Google Shape;7444;p1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5" name="Google Shape;7445;p110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6" name="Google Shape;7446;p1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7" name="Google Shape;7447;p1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8" name="Google Shape;7448;p110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49" name="Google Shape;7449;p110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7450" name="Google Shape;7450;p110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51" name="Google Shape;7451;p110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52" name="Google Shape;7452;p110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53" name="Google Shape;7453;p110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7454" name="Google Shape;7454;p110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55" name="Google Shape;7455;p110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56" name="Google Shape;7456;p110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7" name="Google Shape;7457;p110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58" name="Google Shape;7458;p110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7459" name="Google Shape;7459;p110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60" name="Google Shape;7460;p110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61" name="Google Shape;7461;p1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62" name="Google Shape;7462;p110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7463" name="Google Shape;7463;p110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64" name="Google Shape;7464;p110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65" name="Google Shape;7465;p110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6" name="Google Shape;7466;p1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7" name="Google Shape;7467;p1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8" name="Google Shape;7468;p110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9" name="Google Shape;7469;p1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0" name="Google Shape;7470;p110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1" name="Google Shape;7471;p110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2" name="Google Shape;7472;p110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3" name="Google Shape;7473;p110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4" name="Google Shape;7474;p110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5" name="Google Shape;7475;p110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476" name="Google Shape;7476;p110"/>
          <p:cNvGrpSpPr/>
          <p:nvPr/>
        </p:nvGrpSpPr>
        <p:grpSpPr>
          <a:xfrm>
            <a:off x="6608763" y="5611814"/>
            <a:ext cx="347662" cy="681037"/>
            <a:chOff x="7923189" y="2486664"/>
            <a:chExt cx="360377" cy="884585"/>
          </a:xfrm>
        </p:grpSpPr>
        <p:pic>
          <p:nvPicPr>
            <p:cNvPr id="7477" name="Google Shape;7477;p1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478" name="Google Shape;7478;p110"/>
            <p:cNvGrpSpPr/>
            <p:nvPr/>
          </p:nvGrpSpPr>
          <p:grpSpPr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7479" name="Google Shape;7479;p1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0" name="Google Shape;7480;p110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1" name="Google Shape;7481;p1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2" name="Google Shape;7482;p1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3" name="Google Shape;7483;p110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84" name="Google Shape;7484;p110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7485" name="Google Shape;7485;p110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86" name="Google Shape;7486;p110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87" name="Google Shape;7487;p110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88" name="Google Shape;7488;p110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7489" name="Google Shape;7489;p110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90" name="Google Shape;7490;p110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91" name="Google Shape;7491;p110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2" name="Google Shape;7492;p110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93" name="Google Shape;7493;p110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7494" name="Google Shape;7494;p110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95" name="Google Shape;7495;p110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96" name="Google Shape;7496;p1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97" name="Google Shape;7497;p110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7498" name="Google Shape;7498;p110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99" name="Google Shape;7499;p110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00" name="Google Shape;7500;p110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1" name="Google Shape;7501;p1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2" name="Google Shape;7502;p1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3" name="Google Shape;7503;p110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4" name="Google Shape;7504;p1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5" name="Google Shape;7505;p110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6" name="Google Shape;7506;p110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7" name="Google Shape;7507;p110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8" name="Google Shape;7508;p110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9" name="Google Shape;7509;p110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0" name="Google Shape;7510;p110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511" name="Google Shape;7511;p110"/>
          <p:cNvGrpSpPr/>
          <p:nvPr/>
        </p:nvGrpSpPr>
        <p:grpSpPr>
          <a:xfrm>
            <a:off x="7591426" y="3829050"/>
            <a:ext cx="347663" cy="681038"/>
            <a:chOff x="7923189" y="2486664"/>
            <a:chExt cx="360377" cy="884585"/>
          </a:xfrm>
        </p:grpSpPr>
        <p:pic>
          <p:nvPicPr>
            <p:cNvPr id="7512" name="Google Shape;7512;p1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513" name="Google Shape;7513;p110"/>
            <p:cNvGrpSpPr/>
            <p:nvPr/>
          </p:nvGrpSpPr>
          <p:grpSpPr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7514" name="Google Shape;7514;p1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5" name="Google Shape;7515;p110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6" name="Google Shape;7516;p1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7" name="Google Shape;7517;p1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8" name="Google Shape;7518;p110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19" name="Google Shape;7519;p110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7520" name="Google Shape;7520;p110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21" name="Google Shape;7521;p110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22" name="Google Shape;7522;p110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23" name="Google Shape;7523;p110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7524" name="Google Shape;7524;p110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25" name="Google Shape;7525;p110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26" name="Google Shape;7526;p110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7" name="Google Shape;7527;p110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28" name="Google Shape;7528;p110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7529" name="Google Shape;7529;p110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30" name="Google Shape;7530;p110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31" name="Google Shape;7531;p1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32" name="Google Shape;7532;p110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7533" name="Google Shape;7533;p110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34" name="Google Shape;7534;p110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35" name="Google Shape;7535;p110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6" name="Google Shape;7536;p1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7" name="Google Shape;7537;p1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8" name="Google Shape;7538;p110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9" name="Google Shape;7539;p1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0" name="Google Shape;7540;p110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1" name="Google Shape;7541;p110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2" name="Google Shape;7542;p110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3" name="Google Shape;7543;p110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4" name="Google Shape;7544;p110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5" name="Google Shape;7545;p110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546" name="Google Shape;7546;p110"/>
          <p:cNvGrpSpPr/>
          <p:nvPr/>
        </p:nvGrpSpPr>
        <p:grpSpPr>
          <a:xfrm>
            <a:off x="3646488" y="5629275"/>
            <a:ext cx="347662" cy="681038"/>
            <a:chOff x="7923189" y="2486664"/>
            <a:chExt cx="360377" cy="884585"/>
          </a:xfrm>
        </p:grpSpPr>
        <p:pic>
          <p:nvPicPr>
            <p:cNvPr id="7547" name="Google Shape;7547;p1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548" name="Google Shape;7548;p110"/>
            <p:cNvGrpSpPr/>
            <p:nvPr/>
          </p:nvGrpSpPr>
          <p:grpSpPr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7549" name="Google Shape;7549;p1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0" name="Google Shape;7550;p110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1" name="Google Shape;7551;p1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2" name="Google Shape;7552;p1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3" name="Google Shape;7553;p110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54" name="Google Shape;7554;p110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7555" name="Google Shape;7555;p110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56" name="Google Shape;7556;p110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57" name="Google Shape;7557;p110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58" name="Google Shape;7558;p110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7559" name="Google Shape;7559;p110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60" name="Google Shape;7560;p110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61" name="Google Shape;7561;p110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2" name="Google Shape;7562;p110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63" name="Google Shape;7563;p110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7564" name="Google Shape;7564;p110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65" name="Google Shape;7565;p110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66" name="Google Shape;7566;p1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67" name="Google Shape;7567;p110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7568" name="Google Shape;7568;p110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69" name="Google Shape;7569;p110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70" name="Google Shape;7570;p110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1" name="Google Shape;7571;p1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2" name="Google Shape;7572;p1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3" name="Google Shape;7573;p110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4" name="Google Shape;7574;p1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5" name="Google Shape;7575;p110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6" name="Google Shape;7576;p110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7" name="Google Shape;7577;p110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8" name="Google Shape;7578;p110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9" name="Google Shape;7579;p110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0" name="Google Shape;7580;p110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581" name="Google Shape;7581;p110"/>
          <p:cNvGrpSpPr/>
          <p:nvPr/>
        </p:nvGrpSpPr>
        <p:grpSpPr>
          <a:xfrm>
            <a:off x="9231313" y="4368777"/>
            <a:ext cx="990600" cy="731861"/>
            <a:chOff x="7707615" y="4368869"/>
            <a:chExt cx="990551" cy="731658"/>
          </a:xfrm>
        </p:grpSpPr>
        <p:pic>
          <p:nvPicPr>
            <p:cNvPr id="7582" name="Google Shape;7582;p1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771833" y="4640202"/>
              <a:ext cx="822008" cy="4603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583" name="Google Shape;7583;p110"/>
            <p:cNvGrpSpPr/>
            <p:nvPr/>
          </p:nvGrpSpPr>
          <p:grpSpPr>
            <a:xfrm flipH="1">
              <a:off x="7707615" y="4368892"/>
              <a:ext cx="225477" cy="395239"/>
              <a:chOff x="4143" y="429"/>
              <a:chExt cx="1422" cy="2392"/>
            </a:xfrm>
          </p:grpSpPr>
          <p:sp>
            <p:nvSpPr>
              <p:cNvPr id="7584" name="Google Shape;7584;p1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5" name="Google Shape;7585;p110"/>
              <p:cNvSpPr/>
              <p:nvPr/>
            </p:nvSpPr>
            <p:spPr>
              <a:xfrm>
                <a:off x="4203" y="429"/>
                <a:ext cx="1051" cy="2276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6" name="Google Shape;7586;p1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7" name="Google Shape;7587;p1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8" name="Google Shape;7588;p110"/>
              <p:cNvSpPr/>
              <p:nvPr/>
            </p:nvSpPr>
            <p:spPr>
              <a:xfrm>
                <a:off x="4213" y="688"/>
                <a:ext cx="60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89" name="Google Shape;7589;p110"/>
              <p:cNvGrpSpPr/>
              <p:nvPr/>
            </p:nvGrpSpPr>
            <p:grpSpPr>
              <a:xfrm>
                <a:off x="4754" y="669"/>
                <a:ext cx="581" cy="144"/>
                <a:chOff x="620" y="2569"/>
                <a:chExt cx="725" cy="138"/>
              </a:xfrm>
            </p:grpSpPr>
            <p:sp>
              <p:nvSpPr>
                <p:cNvPr id="7590" name="Google Shape;7590;p110"/>
                <p:cNvSpPr/>
                <p:nvPr/>
              </p:nvSpPr>
              <p:spPr>
                <a:xfrm>
                  <a:off x="620" y="2569"/>
                  <a:ext cx="725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91" name="Google Shape;7591;p110"/>
                <p:cNvSpPr/>
                <p:nvPr/>
              </p:nvSpPr>
              <p:spPr>
                <a:xfrm>
                  <a:off x="645" y="2587"/>
                  <a:ext cx="700" cy="101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92" name="Google Shape;7592;p110"/>
              <p:cNvSpPr/>
              <p:nvPr/>
            </p:nvSpPr>
            <p:spPr>
              <a:xfrm>
                <a:off x="4223" y="1015"/>
                <a:ext cx="60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93" name="Google Shape;7593;p110"/>
              <p:cNvGrpSpPr/>
              <p:nvPr/>
            </p:nvGrpSpPr>
            <p:grpSpPr>
              <a:xfrm>
                <a:off x="4744" y="996"/>
                <a:ext cx="581" cy="134"/>
                <a:chOff x="610" y="2570"/>
                <a:chExt cx="725" cy="139"/>
              </a:xfrm>
            </p:grpSpPr>
            <p:sp>
              <p:nvSpPr>
                <p:cNvPr id="7594" name="Google Shape;7594;p110"/>
                <p:cNvSpPr/>
                <p:nvPr/>
              </p:nvSpPr>
              <p:spPr>
                <a:xfrm>
                  <a:off x="610" y="2570"/>
                  <a:ext cx="725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95" name="Google Shape;7595;p110"/>
                <p:cNvSpPr/>
                <p:nvPr/>
              </p:nvSpPr>
              <p:spPr>
                <a:xfrm>
                  <a:off x="623" y="2590"/>
                  <a:ext cx="687" cy="1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96" name="Google Shape;7596;p110"/>
              <p:cNvSpPr/>
              <p:nvPr/>
            </p:nvSpPr>
            <p:spPr>
              <a:xfrm>
                <a:off x="4223" y="1361"/>
                <a:ext cx="591" cy="3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7" name="Google Shape;7597;p110"/>
              <p:cNvSpPr/>
              <p:nvPr/>
            </p:nvSpPr>
            <p:spPr>
              <a:xfrm>
                <a:off x="4234" y="1649"/>
                <a:ext cx="59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98" name="Google Shape;7598;p110"/>
              <p:cNvGrpSpPr/>
              <p:nvPr/>
            </p:nvGrpSpPr>
            <p:grpSpPr>
              <a:xfrm>
                <a:off x="4734" y="1629"/>
                <a:ext cx="571" cy="144"/>
                <a:chOff x="613" y="2570"/>
                <a:chExt cx="711" cy="133"/>
              </a:xfrm>
            </p:grpSpPr>
            <p:sp>
              <p:nvSpPr>
                <p:cNvPr id="7599" name="Google Shape;7599;p110"/>
                <p:cNvSpPr/>
                <p:nvPr/>
              </p:nvSpPr>
              <p:spPr>
                <a:xfrm>
                  <a:off x="613" y="2570"/>
                  <a:ext cx="711" cy="133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00" name="Google Shape;7600;p110"/>
                <p:cNvSpPr/>
                <p:nvPr/>
              </p:nvSpPr>
              <p:spPr>
                <a:xfrm>
                  <a:off x="625" y="2588"/>
                  <a:ext cx="673" cy="9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01" name="Google Shape;7601;p1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02" name="Google Shape;7602;p110"/>
              <p:cNvGrpSpPr/>
              <p:nvPr/>
            </p:nvGrpSpPr>
            <p:grpSpPr>
              <a:xfrm>
                <a:off x="4744" y="1303"/>
                <a:ext cx="580" cy="163"/>
                <a:chOff x="620" y="2544"/>
                <a:chExt cx="723" cy="163"/>
              </a:xfrm>
            </p:grpSpPr>
            <p:sp>
              <p:nvSpPr>
                <p:cNvPr id="7603" name="Google Shape;7603;p110"/>
                <p:cNvSpPr/>
                <p:nvPr/>
              </p:nvSpPr>
              <p:spPr>
                <a:xfrm>
                  <a:off x="620" y="2544"/>
                  <a:ext cx="723" cy="163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04" name="Google Shape;7604;p110"/>
                <p:cNvSpPr/>
                <p:nvPr/>
              </p:nvSpPr>
              <p:spPr>
                <a:xfrm>
                  <a:off x="645" y="2582"/>
                  <a:ext cx="673" cy="11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05" name="Google Shape;7605;p110"/>
              <p:cNvSpPr/>
              <p:nvPr/>
            </p:nvSpPr>
            <p:spPr>
              <a:xfrm>
                <a:off x="5255" y="429"/>
                <a:ext cx="60" cy="2286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6" name="Google Shape;7606;p1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7" name="Google Shape;7607;p1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8" name="Google Shape;7608;p110"/>
              <p:cNvSpPr/>
              <p:nvPr/>
            </p:nvSpPr>
            <p:spPr>
              <a:xfrm>
                <a:off x="5515" y="2609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9" name="Google Shape;7609;p1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0" name="Google Shape;7610;p110"/>
              <p:cNvSpPr/>
              <p:nvPr/>
            </p:nvSpPr>
            <p:spPr>
              <a:xfrm>
                <a:off x="4143" y="2677"/>
                <a:ext cx="1201" cy="144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1" name="Google Shape;7611;p110"/>
              <p:cNvSpPr/>
              <p:nvPr/>
            </p:nvSpPr>
            <p:spPr>
              <a:xfrm>
                <a:off x="4203" y="2705"/>
                <a:ext cx="1071" cy="7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2" name="Google Shape;7612;p110"/>
              <p:cNvSpPr/>
              <p:nvPr/>
            </p:nvSpPr>
            <p:spPr>
              <a:xfrm>
                <a:off x="4314" y="2379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3" name="Google Shape;7613;p110"/>
              <p:cNvSpPr/>
              <p:nvPr/>
            </p:nvSpPr>
            <p:spPr>
              <a:xfrm>
                <a:off x="4484" y="2379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4" name="Google Shape;7614;p110"/>
              <p:cNvSpPr/>
              <p:nvPr/>
            </p:nvSpPr>
            <p:spPr>
              <a:xfrm>
                <a:off x="4664" y="2379"/>
                <a:ext cx="160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5" name="Google Shape;7615;p110"/>
              <p:cNvSpPr/>
              <p:nvPr/>
            </p:nvSpPr>
            <p:spPr>
              <a:xfrm>
                <a:off x="5064" y="1831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16" name="Google Shape;7616;p110"/>
            <p:cNvGrpSpPr/>
            <p:nvPr/>
          </p:nvGrpSpPr>
          <p:grpSpPr>
            <a:xfrm flipH="1">
              <a:off x="7939390" y="4368869"/>
              <a:ext cx="227063" cy="396726"/>
              <a:chOff x="4136" y="427"/>
              <a:chExt cx="1432" cy="2401"/>
            </a:xfrm>
          </p:grpSpPr>
          <p:sp>
            <p:nvSpPr>
              <p:cNvPr id="7617" name="Google Shape;7617;p1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8" name="Google Shape;7618;p110"/>
              <p:cNvSpPr/>
              <p:nvPr/>
            </p:nvSpPr>
            <p:spPr>
              <a:xfrm>
                <a:off x="4207" y="427"/>
                <a:ext cx="1051" cy="2286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9" name="Google Shape;7619;p1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0" name="Google Shape;7620;p1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1" name="Google Shape;7621;p110"/>
              <p:cNvSpPr/>
              <p:nvPr/>
            </p:nvSpPr>
            <p:spPr>
              <a:xfrm>
                <a:off x="4207" y="696"/>
                <a:ext cx="601" cy="3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22" name="Google Shape;7622;p110"/>
              <p:cNvGrpSpPr/>
              <p:nvPr/>
            </p:nvGrpSpPr>
            <p:grpSpPr>
              <a:xfrm>
                <a:off x="4747" y="667"/>
                <a:ext cx="581" cy="144"/>
                <a:chOff x="612" y="2567"/>
                <a:chExt cx="725" cy="138"/>
              </a:xfrm>
            </p:grpSpPr>
            <p:sp>
              <p:nvSpPr>
                <p:cNvPr id="7623" name="Google Shape;7623;p110"/>
                <p:cNvSpPr/>
                <p:nvPr/>
              </p:nvSpPr>
              <p:spPr>
                <a:xfrm>
                  <a:off x="612" y="2567"/>
                  <a:ext cx="725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24" name="Google Shape;7624;p110"/>
                <p:cNvSpPr/>
                <p:nvPr/>
              </p:nvSpPr>
              <p:spPr>
                <a:xfrm>
                  <a:off x="624" y="2586"/>
                  <a:ext cx="700" cy="101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25" name="Google Shape;7625;p110"/>
              <p:cNvSpPr/>
              <p:nvPr/>
            </p:nvSpPr>
            <p:spPr>
              <a:xfrm>
                <a:off x="4227" y="1023"/>
                <a:ext cx="591" cy="3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26" name="Google Shape;7626;p110"/>
              <p:cNvGrpSpPr/>
              <p:nvPr/>
            </p:nvGrpSpPr>
            <p:grpSpPr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7627" name="Google Shape;7627;p110"/>
                <p:cNvSpPr/>
                <p:nvPr/>
              </p:nvSpPr>
              <p:spPr>
                <a:xfrm>
                  <a:off x="614" y="2568"/>
                  <a:ext cx="725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28" name="Google Shape;7628;p110"/>
                <p:cNvSpPr/>
                <p:nvPr/>
              </p:nvSpPr>
              <p:spPr>
                <a:xfrm>
                  <a:off x="627" y="2588"/>
                  <a:ext cx="687" cy="1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29" name="Google Shape;7629;p110"/>
              <p:cNvSpPr/>
              <p:nvPr/>
            </p:nvSpPr>
            <p:spPr>
              <a:xfrm>
                <a:off x="4217" y="1359"/>
                <a:ext cx="59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30" name="Google Shape;7630;p110"/>
              <p:cNvSpPr/>
              <p:nvPr/>
            </p:nvSpPr>
            <p:spPr>
              <a:xfrm>
                <a:off x="4227" y="1657"/>
                <a:ext cx="60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31" name="Google Shape;7631;p110"/>
              <p:cNvGrpSpPr/>
              <p:nvPr/>
            </p:nvGrpSpPr>
            <p:grpSpPr>
              <a:xfrm>
                <a:off x="4737" y="1628"/>
                <a:ext cx="571" cy="153"/>
                <a:chOff x="617" y="2569"/>
                <a:chExt cx="711" cy="141"/>
              </a:xfrm>
            </p:grpSpPr>
            <p:sp>
              <p:nvSpPr>
                <p:cNvPr id="7632" name="Google Shape;7632;p110"/>
                <p:cNvSpPr/>
                <p:nvPr/>
              </p:nvSpPr>
              <p:spPr>
                <a:xfrm>
                  <a:off x="617" y="2569"/>
                  <a:ext cx="711" cy="141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33" name="Google Shape;7633;p110"/>
                <p:cNvSpPr/>
                <p:nvPr/>
              </p:nvSpPr>
              <p:spPr>
                <a:xfrm>
                  <a:off x="629" y="2586"/>
                  <a:ext cx="673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34" name="Google Shape;7634;p1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35" name="Google Shape;7635;p110"/>
              <p:cNvGrpSpPr/>
              <p:nvPr/>
            </p:nvGrpSpPr>
            <p:grpSpPr>
              <a:xfrm>
                <a:off x="4737" y="1330"/>
                <a:ext cx="611" cy="134"/>
                <a:chOff x="612" y="2571"/>
                <a:chExt cx="761" cy="134"/>
              </a:xfrm>
            </p:grpSpPr>
            <p:sp>
              <p:nvSpPr>
                <p:cNvPr id="7636" name="Google Shape;7636;p110"/>
                <p:cNvSpPr/>
                <p:nvPr/>
              </p:nvSpPr>
              <p:spPr>
                <a:xfrm>
                  <a:off x="612" y="2571"/>
                  <a:ext cx="761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37" name="Google Shape;7637;p110"/>
                <p:cNvSpPr/>
                <p:nvPr/>
              </p:nvSpPr>
              <p:spPr>
                <a:xfrm>
                  <a:off x="624" y="2590"/>
                  <a:ext cx="723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38" name="Google Shape;7638;p110"/>
              <p:cNvSpPr/>
              <p:nvPr/>
            </p:nvSpPr>
            <p:spPr>
              <a:xfrm>
                <a:off x="5248" y="427"/>
                <a:ext cx="70" cy="2296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39" name="Google Shape;7639;p1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0" name="Google Shape;7640;p1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1" name="Google Shape;7641;p110"/>
              <p:cNvSpPr/>
              <p:nvPr/>
            </p:nvSpPr>
            <p:spPr>
              <a:xfrm>
                <a:off x="5518" y="2617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2" name="Google Shape;7642;p1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3" name="Google Shape;7643;p110"/>
              <p:cNvSpPr/>
              <p:nvPr/>
            </p:nvSpPr>
            <p:spPr>
              <a:xfrm>
                <a:off x="4136" y="2684"/>
                <a:ext cx="1201" cy="144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4" name="Google Shape;7644;p110"/>
              <p:cNvSpPr/>
              <p:nvPr/>
            </p:nvSpPr>
            <p:spPr>
              <a:xfrm>
                <a:off x="4207" y="2713"/>
                <a:ext cx="1071" cy="8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5" name="Google Shape;7645;p110"/>
              <p:cNvSpPr/>
              <p:nvPr/>
            </p:nvSpPr>
            <p:spPr>
              <a:xfrm>
                <a:off x="4307" y="2387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6" name="Google Shape;7646;p110"/>
              <p:cNvSpPr/>
              <p:nvPr/>
            </p:nvSpPr>
            <p:spPr>
              <a:xfrm>
                <a:off x="4487" y="2387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7" name="Google Shape;7647;p110"/>
              <p:cNvSpPr/>
              <p:nvPr/>
            </p:nvSpPr>
            <p:spPr>
              <a:xfrm>
                <a:off x="4657" y="2387"/>
                <a:ext cx="160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8" name="Google Shape;7648;p110"/>
              <p:cNvSpPr/>
              <p:nvPr/>
            </p:nvSpPr>
            <p:spPr>
              <a:xfrm>
                <a:off x="5068" y="1839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49" name="Google Shape;7649;p110"/>
            <p:cNvGrpSpPr/>
            <p:nvPr/>
          </p:nvGrpSpPr>
          <p:grpSpPr>
            <a:xfrm flipH="1">
              <a:off x="8472689" y="4384738"/>
              <a:ext cx="225477" cy="395239"/>
              <a:chOff x="4140" y="431"/>
              <a:chExt cx="1422" cy="2392"/>
            </a:xfrm>
          </p:grpSpPr>
          <p:sp>
            <p:nvSpPr>
              <p:cNvPr id="7650" name="Google Shape;7650;p1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1" name="Google Shape;7651;p110"/>
              <p:cNvSpPr/>
              <p:nvPr/>
            </p:nvSpPr>
            <p:spPr>
              <a:xfrm>
                <a:off x="4200" y="431"/>
                <a:ext cx="1051" cy="2276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2" name="Google Shape;7652;p1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3" name="Google Shape;7653;p1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4" name="Google Shape;7654;p110"/>
              <p:cNvSpPr/>
              <p:nvPr/>
            </p:nvSpPr>
            <p:spPr>
              <a:xfrm>
                <a:off x="4210" y="690"/>
                <a:ext cx="60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55" name="Google Shape;7655;p110"/>
              <p:cNvGrpSpPr/>
              <p:nvPr/>
            </p:nvGrpSpPr>
            <p:grpSpPr>
              <a:xfrm>
                <a:off x="4751" y="671"/>
                <a:ext cx="581" cy="144"/>
                <a:chOff x="616" y="2571"/>
                <a:chExt cx="725" cy="138"/>
              </a:xfrm>
            </p:grpSpPr>
            <p:sp>
              <p:nvSpPr>
                <p:cNvPr id="7656" name="Google Shape;7656;p110"/>
                <p:cNvSpPr/>
                <p:nvPr/>
              </p:nvSpPr>
              <p:spPr>
                <a:xfrm>
                  <a:off x="616" y="2571"/>
                  <a:ext cx="725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57" name="Google Shape;7657;p110"/>
                <p:cNvSpPr/>
                <p:nvPr/>
              </p:nvSpPr>
              <p:spPr>
                <a:xfrm>
                  <a:off x="629" y="2590"/>
                  <a:ext cx="700" cy="101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58" name="Google Shape;7658;p110"/>
              <p:cNvSpPr/>
              <p:nvPr/>
            </p:nvSpPr>
            <p:spPr>
              <a:xfrm>
                <a:off x="4220" y="1017"/>
                <a:ext cx="60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59" name="Google Shape;7659;p110"/>
              <p:cNvGrpSpPr/>
              <p:nvPr/>
            </p:nvGrpSpPr>
            <p:grpSpPr>
              <a:xfrm>
                <a:off x="4721" y="998"/>
                <a:ext cx="581" cy="134"/>
                <a:chOff x="581" y="2572"/>
                <a:chExt cx="725" cy="139"/>
              </a:xfrm>
            </p:grpSpPr>
            <p:sp>
              <p:nvSpPr>
                <p:cNvPr id="7660" name="Google Shape;7660;p110"/>
                <p:cNvSpPr/>
                <p:nvPr/>
              </p:nvSpPr>
              <p:spPr>
                <a:xfrm>
                  <a:off x="581" y="2572"/>
                  <a:ext cx="725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61" name="Google Shape;7661;p110"/>
                <p:cNvSpPr/>
                <p:nvPr/>
              </p:nvSpPr>
              <p:spPr>
                <a:xfrm>
                  <a:off x="594" y="2592"/>
                  <a:ext cx="687" cy="1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62" name="Google Shape;7662;p110"/>
              <p:cNvSpPr/>
              <p:nvPr/>
            </p:nvSpPr>
            <p:spPr>
              <a:xfrm>
                <a:off x="4220" y="1363"/>
                <a:ext cx="591" cy="3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3" name="Google Shape;7663;p110"/>
              <p:cNvSpPr/>
              <p:nvPr/>
            </p:nvSpPr>
            <p:spPr>
              <a:xfrm>
                <a:off x="4230" y="1651"/>
                <a:ext cx="59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64" name="Google Shape;7664;p110"/>
              <p:cNvGrpSpPr/>
              <p:nvPr/>
            </p:nvGrpSpPr>
            <p:grpSpPr>
              <a:xfrm>
                <a:off x="4731" y="1631"/>
                <a:ext cx="551" cy="144"/>
                <a:chOff x="609" y="2572"/>
                <a:chExt cx="686" cy="133"/>
              </a:xfrm>
            </p:grpSpPr>
            <p:sp>
              <p:nvSpPr>
                <p:cNvPr id="7665" name="Google Shape;7665;p110"/>
                <p:cNvSpPr/>
                <p:nvPr/>
              </p:nvSpPr>
              <p:spPr>
                <a:xfrm>
                  <a:off x="609" y="2572"/>
                  <a:ext cx="686" cy="133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66" name="Google Shape;7666;p110"/>
                <p:cNvSpPr/>
                <p:nvPr/>
              </p:nvSpPr>
              <p:spPr>
                <a:xfrm>
                  <a:off x="621" y="2590"/>
                  <a:ext cx="648" cy="9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67" name="Google Shape;7667;p1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68" name="Google Shape;7668;p110"/>
              <p:cNvGrpSpPr/>
              <p:nvPr/>
            </p:nvGrpSpPr>
            <p:grpSpPr>
              <a:xfrm>
                <a:off x="4741" y="1324"/>
                <a:ext cx="580" cy="144"/>
                <a:chOff x="616" y="2565"/>
                <a:chExt cx="723" cy="144"/>
              </a:xfrm>
            </p:grpSpPr>
            <p:sp>
              <p:nvSpPr>
                <p:cNvPr id="7669" name="Google Shape;7669;p110"/>
                <p:cNvSpPr/>
                <p:nvPr/>
              </p:nvSpPr>
              <p:spPr>
                <a:xfrm>
                  <a:off x="616" y="2565"/>
                  <a:ext cx="723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70" name="Google Shape;7670;p110"/>
                <p:cNvSpPr/>
                <p:nvPr/>
              </p:nvSpPr>
              <p:spPr>
                <a:xfrm>
                  <a:off x="629" y="2585"/>
                  <a:ext cx="686" cy="11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71" name="Google Shape;7671;p110"/>
              <p:cNvSpPr/>
              <p:nvPr/>
            </p:nvSpPr>
            <p:spPr>
              <a:xfrm>
                <a:off x="5251" y="431"/>
                <a:ext cx="60" cy="2286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2" name="Google Shape;7672;p1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3" name="Google Shape;7673;p1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4" name="Google Shape;7674;p110"/>
              <p:cNvSpPr/>
              <p:nvPr/>
            </p:nvSpPr>
            <p:spPr>
              <a:xfrm>
                <a:off x="5512" y="2611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5" name="Google Shape;7675;p1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6" name="Google Shape;7676;p110"/>
              <p:cNvSpPr/>
              <p:nvPr/>
            </p:nvSpPr>
            <p:spPr>
              <a:xfrm>
                <a:off x="4140" y="2679"/>
                <a:ext cx="1201" cy="144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7" name="Google Shape;7677;p110"/>
              <p:cNvSpPr/>
              <p:nvPr/>
            </p:nvSpPr>
            <p:spPr>
              <a:xfrm>
                <a:off x="4200" y="2708"/>
                <a:ext cx="1071" cy="8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8" name="Google Shape;7678;p110"/>
              <p:cNvSpPr/>
              <p:nvPr/>
            </p:nvSpPr>
            <p:spPr>
              <a:xfrm>
                <a:off x="4310" y="2381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9" name="Google Shape;7679;p110"/>
              <p:cNvSpPr/>
              <p:nvPr/>
            </p:nvSpPr>
            <p:spPr>
              <a:xfrm>
                <a:off x="4480" y="2381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0" name="Google Shape;7680;p110"/>
              <p:cNvSpPr/>
              <p:nvPr/>
            </p:nvSpPr>
            <p:spPr>
              <a:xfrm>
                <a:off x="4661" y="2381"/>
                <a:ext cx="160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1" name="Google Shape;7681;p110"/>
              <p:cNvSpPr/>
              <p:nvPr/>
            </p:nvSpPr>
            <p:spPr>
              <a:xfrm>
                <a:off x="5061" y="1833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682" name="Google Shape;7682;p110"/>
          <p:cNvGrpSpPr/>
          <p:nvPr/>
        </p:nvGrpSpPr>
        <p:grpSpPr>
          <a:xfrm>
            <a:off x="8710613" y="5734050"/>
            <a:ext cx="347662" cy="681038"/>
            <a:chOff x="7923189" y="2486664"/>
            <a:chExt cx="360377" cy="884585"/>
          </a:xfrm>
        </p:grpSpPr>
        <p:pic>
          <p:nvPicPr>
            <p:cNvPr id="7683" name="Google Shape;7683;p1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684" name="Google Shape;7684;p110"/>
            <p:cNvGrpSpPr/>
            <p:nvPr/>
          </p:nvGrpSpPr>
          <p:grpSpPr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7685" name="Google Shape;7685;p1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6" name="Google Shape;7686;p110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7" name="Google Shape;7687;p1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8" name="Google Shape;7688;p1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9" name="Google Shape;7689;p110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90" name="Google Shape;7690;p110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7691" name="Google Shape;7691;p110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92" name="Google Shape;7692;p110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93" name="Google Shape;7693;p110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94" name="Google Shape;7694;p110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7695" name="Google Shape;7695;p110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96" name="Google Shape;7696;p110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97" name="Google Shape;7697;p110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8" name="Google Shape;7698;p110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99" name="Google Shape;7699;p110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7700" name="Google Shape;7700;p110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01" name="Google Shape;7701;p110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02" name="Google Shape;7702;p1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03" name="Google Shape;7703;p110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7704" name="Google Shape;7704;p110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05" name="Google Shape;7705;p110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06" name="Google Shape;7706;p110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7" name="Google Shape;7707;p1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8" name="Google Shape;7708;p1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9" name="Google Shape;7709;p110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0" name="Google Shape;7710;p1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1" name="Google Shape;7711;p110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2" name="Google Shape;7712;p110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3" name="Google Shape;7713;p110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4" name="Google Shape;7714;p110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5" name="Google Shape;7715;p110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6" name="Google Shape;7716;p110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717" name="Google Shape;7717;p110"/>
          <p:cNvGrpSpPr/>
          <p:nvPr/>
        </p:nvGrpSpPr>
        <p:grpSpPr>
          <a:xfrm>
            <a:off x="1751013" y="3719513"/>
            <a:ext cx="982662" cy="1585912"/>
            <a:chOff x="226804" y="3719080"/>
            <a:chExt cx="982820" cy="1586234"/>
          </a:xfrm>
        </p:grpSpPr>
        <p:pic>
          <p:nvPicPr>
            <p:cNvPr id="7718" name="Google Shape;7718;p1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83109" y="5014480"/>
              <a:ext cx="405029" cy="290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19" name="Google Shape;7719;p110"/>
            <p:cNvSpPr/>
            <p:nvPr/>
          </p:nvSpPr>
          <p:spPr>
            <a:xfrm flipH="1">
              <a:off x="226804" y="3719080"/>
              <a:ext cx="982820" cy="514019"/>
            </a:xfrm>
            <a:prstGeom prst="cloudCallout">
              <a:avLst>
                <a:gd fmla="val -7606" name="adj1"/>
                <a:gd fmla="val 14786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madman.jpg" id="7720" name="Google Shape;7720;p1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47767" y="3870258"/>
              <a:ext cx="767350" cy="2116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21" name="Google Shape;7721;p110"/>
          <p:cNvSpPr txBox="1"/>
          <p:nvPr/>
        </p:nvSpPr>
        <p:spPr>
          <a:xfrm>
            <a:off x="1057413" y="1427018"/>
            <a:ext cx="9735279" cy="5403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2873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CDN: stores copies of content (e.g. MADMEN) at CDN nodes </a:t>
            </a:r>
            <a:endParaRPr/>
          </a:p>
        </p:txBody>
      </p:sp>
      <p:grpSp>
        <p:nvGrpSpPr>
          <p:cNvPr id="7722" name="Google Shape;7722;p110"/>
          <p:cNvGrpSpPr/>
          <p:nvPr/>
        </p:nvGrpSpPr>
        <p:grpSpPr>
          <a:xfrm>
            <a:off x="1558926" y="5030789"/>
            <a:ext cx="1857375" cy="338137"/>
            <a:chOff x="5957397" y="-30236"/>
            <a:chExt cx="1857399" cy="338554"/>
          </a:xfrm>
        </p:grpSpPr>
        <p:sp>
          <p:nvSpPr>
            <p:cNvPr id="7723" name="Google Shape;7723;p110"/>
            <p:cNvSpPr/>
            <p:nvPr/>
          </p:nvSpPr>
          <p:spPr>
            <a:xfrm>
              <a:off x="5957398" y="0"/>
              <a:ext cx="1829556" cy="272128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4" name="Google Shape;7724;p110"/>
            <p:cNvSpPr txBox="1"/>
            <p:nvPr/>
          </p:nvSpPr>
          <p:spPr>
            <a:xfrm>
              <a:off x="5957397" y="-30236"/>
              <a:ext cx="185739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where’s Madmen?</a:t>
              </a:r>
              <a:endParaRPr/>
            </a:p>
          </p:txBody>
        </p:sp>
      </p:grpSp>
      <p:grpSp>
        <p:nvGrpSpPr>
          <p:cNvPr id="7725" name="Google Shape;7725;p110"/>
          <p:cNvGrpSpPr/>
          <p:nvPr/>
        </p:nvGrpSpPr>
        <p:grpSpPr>
          <a:xfrm>
            <a:off x="8785226" y="4778375"/>
            <a:ext cx="1279525" cy="338138"/>
            <a:chOff x="5931471" y="-30236"/>
            <a:chExt cx="1279747" cy="338971"/>
          </a:xfrm>
        </p:grpSpPr>
        <p:sp>
          <p:nvSpPr>
            <p:cNvPr id="7726" name="Google Shape;7726;p110"/>
            <p:cNvSpPr/>
            <p:nvPr/>
          </p:nvSpPr>
          <p:spPr>
            <a:xfrm>
              <a:off x="5957398" y="13898"/>
              <a:ext cx="1225865" cy="25822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7" name="Google Shape;7727;p110"/>
            <p:cNvSpPr txBox="1"/>
            <p:nvPr/>
          </p:nvSpPr>
          <p:spPr>
            <a:xfrm>
              <a:off x="5931471" y="-30236"/>
              <a:ext cx="1279747" cy="3389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manifest file</a:t>
              </a:r>
              <a:endParaRPr/>
            </a:p>
          </p:txBody>
        </p:sp>
      </p:grpSp>
      <p:sp>
        <p:nvSpPr>
          <p:cNvPr id="7728" name="Google Shape;7728;p110"/>
          <p:cNvSpPr/>
          <p:nvPr/>
        </p:nvSpPr>
        <p:spPr>
          <a:xfrm>
            <a:off x="2571029" y="4229534"/>
            <a:ext cx="1008062" cy="881062"/>
          </a:xfrm>
          <a:custGeom>
            <a:rect b="b" l="l" r="r" t="t"/>
            <a:pathLst>
              <a:path extrusionOk="0" h="1108430" w="1284637">
                <a:moveTo>
                  <a:pt x="1122624" y="0"/>
                </a:moveTo>
                <a:lnTo>
                  <a:pt x="1284637" y="1108430"/>
                </a:lnTo>
                <a:lnTo>
                  <a:pt x="0" y="1107156"/>
                </a:lnTo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9" name="Google Shape;7729;p110"/>
          <p:cNvSpPr/>
          <p:nvPr/>
        </p:nvSpPr>
        <p:spPr>
          <a:xfrm flipH="1" rot="10800000">
            <a:off x="2624139" y="5127626"/>
            <a:ext cx="2166937" cy="709613"/>
          </a:xfrm>
          <a:custGeom>
            <a:rect b="b" l="l" r="r" t="t"/>
            <a:pathLst>
              <a:path extrusionOk="0" h="980345" w="1898925">
                <a:moveTo>
                  <a:pt x="1179521" y="0"/>
                </a:moveTo>
                <a:lnTo>
                  <a:pt x="1898925" y="600997"/>
                </a:lnTo>
                <a:lnTo>
                  <a:pt x="1462589" y="682836"/>
                </a:lnTo>
                <a:cubicBezTo>
                  <a:pt x="1258197" y="730637"/>
                  <a:pt x="1110581" y="844165"/>
                  <a:pt x="849414" y="957692"/>
                </a:cubicBezTo>
                <a:lnTo>
                  <a:pt x="0" y="980345"/>
                </a:lnTo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0" name="Google Shape;7730;p110"/>
          <p:cNvSpPr txBox="1"/>
          <p:nvPr/>
        </p:nvSpPr>
        <p:spPr>
          <a:xfrm>
            <a:off x="1168393" y="2402083"/>
            <a:ext cx="9901388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1" marL="51752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using manifest, client retrieves content at highest supportable rate</a:t>
            </a:r>
            <a:endParaRPr/>
          </a:p>
          <a:p>
            <a:pPr indent="0" lvl="1" marL="4572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1" name="Google Shape;7731;p110"/>
          <p:cNvSpPr txBox="1"/>
          <p:nvPr/>
        </p:nvSpPr>
        <p:spPr>
          <a:xfrm>
            <a:off x="1170413" y="2819021"/>
            <a:ext cx="9113837" cy="50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7487" lvl="1" marL="51752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may choose different rate or copy if network path congested</a:t>
            </a:r>
            <a:endParaRPr/>
          </a:p>
          <a:p>
            <a:pPr indent="0" lvl="1" marL="4572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2" name="Google Shape;7732;p1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7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7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7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7" name="Shape 7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38" name="Google Shape;7738;p111"/>
          <p:cNvGrpSpPr/>
          <p:nvPr/>
        </p:nvGrpSpPr>
        <p:grpSpPr>
          <a:xfrm>
            <a:off x="2595259" y="3755808"/>
            <a:ext cx="7093255" cy="2812587"/>
            <a:chOff x="340191" y="1406490"/>
            <a:chExt cx="8496779" cy="5349995"/>
          </a:xfrm>
        </p:grpSpPr>
        <p:sp>
          <p:nvSpPr>
            <p:cNvPr id="7739" name="Google Shape;7739;p111"/>
            <p:cNvSpPr/>
            <p:nvPr/>
          </p:nvSpPr>
          <p:spPr>
            <a:xfrm>
              <a:off x="1825540" y="2241379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0" name="Google Shape;7740;p111"/>
            <p:cNvSpPr/>
            <p:nvPr/>
          </p:nvSpPr>
          <p:spPr>
            <a:xfrm>
              <a:off x="669684" y="3041418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1" name="Google Shape;7741;p111"/>
            <p:cNvSpPr/>
            <p:nvPr/>
          </p:nvSpPr>
          <p:spPr>
            <a:xfrm>
              <a:off x="6334646" y="2495359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2" name="Google Shape;7742;p111"/>
            <p:cNvSpPr/>
            <p:nvPr/>
          </p:nvSpPr>
          <p:spPr>
            <a:xfrm>
              <a:off x="1241261" y="5352637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3" name="Google Shape;7743;p111"/>
            <p:cNvSpPr/>
            <p:nvPr/>
          </p:nvSpPr>
          <p:spPr>
            <a:xfrm>
              <a:off x="822105" y="4730385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4" name="Google Shape;7744;p111"/>
            <p:cNvSpPr/>
            <p:nvPr/>
          </p:nvSpPr>
          <p:spPr>
            <a:xfrm>
              <a:off x="593474" y="4070036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5" name="Google Shape;7745;p111"/>
            <p:cNvSpPr/>
            <p:nvPr/>
          </p:nvSpPr>
          <p:spPr>
            <a:xfrm>
              <a:off x="7084047" y="2927126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6" name="Google Shape;7746;p111"/>
            <p:cNvSpPr/>
            <p:nvPr/>
          </p:nvSpPr>
          <p:spPr>
            <a:xfrm>
              <a:off x="3425955" y="2000097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7" name="Google Shape;7747;p111"/>
            <p:cNvSpPr/>
            <p:nvPr/>
          </p:nvSpPr>
          <p:spPr>
            <a:xfrm>
              <a:off x="1050735" y="2647748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8" name="Google Shape;7748;p111"/>
            <p:cNvSpPr/>
            <p:nvPr/>
          </p:nvSpPr>
          <p:spPr>
            <a:xfrm>
              <a:off x="4340478" y="1974699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9" name="Google Shape;7749;p111"/>
            <p:cNvSpPr/>
            <p:nvPr/>
          </p:nvSpPr>
          <p:spPr>
            <a:xfrm>
              <a:off x="7401589" y="5606617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0" name="Google Shape;7750;p111"/>
            <p:cNvSpPr/>
            <p:nvPr/>
          </p:nvSpPr>
          <p:spPr>
            <a:xfrm>
              <a:off x="8239902" y="4958969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1" name="Google Shape;7751;p111"/>
            <p:cNvSpPr/>
            <p:nvPr/>
          </p:nvSpPr>
          <p:spPr>
            <a:xfrm>
              <a:off x="8011271" y="4044638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2" name="Google Shape;7752;p111"/>
            <p:cNvSpPr/>
            <p:nvPr/>
          </p:nvSpPr>
          <p:spPr>
            <a:xfrm>
              <a:off x="5166088" y="5847899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3" name="Google Shape;7753;p111"/>
            <p:cNvSpPr/>
            <p:nvPr/>
          </p:nvSpPr>
          <p:spPr>
            <a:xfrm>
              <a:off x="4251565" y="5987587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4" name="Google Shape;7754;p111"/>
            <p:cNvSpPr/>
            <p:nvPr/>
          </p:nvSpPr>
          <p:spPr>
            <a:xfrm>
              <a:off x="3032203" y="5835199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5" name="Google Shape;7755;p111"/>
            <p:cNvSpPr txBox="1"/>
            <p:nvPr/>
          </p:nvSpPr>
          <p:spPr>
            <a:xfrm rot="307360">
              <a:off x="5241476" y="1433580"/>
              <a:ext cx="651327" cy="995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756" name="Google Shape;7756;p111"/>
            <p:cNvSpPr txBox="1"/>
            <p:nvPr/>
          </p:nvSpPr>
          <p:spPr>
            <a:xfrm rot="2829263">
              <a:off x="7390643" y="3033432"/>
              <a:ext cx="1034279" cy="626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757" name="Google Shape;7757;p111"/>
            <p:cNvSpPr txBox="1"/>
            <p:nvPr/>
          </p:nvSpPr>
          <p:spPr>
            <a:xfrm rot="9845918">
              <a:off x="6341242" y="5649517"/>
              <a:ext cx="651327" cy="995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758" name="Google Shape;7758;p111"/>
            <p:cNvSpPr txBox="1"/>
            <p:nvPr/>
          </p:nvSpPr>
          <p:spPr>
            <a:xfrm rot="-9948738">
              <a:off x="2063761" y="5696594"/>
              <a:ext cx="651327" cy="995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759" name="Google Shape;7759;p111"/>
            <p:cNvSpPr txBox="1"/>
            <p:nvPr/>
          </p:nvSpPr>
          <p:spPr>
            <a:xfrm rot="-4992697">
              <a:off x="195356" y="3660805"/>
              <a:ext cx="1034279" cy="626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760" name="Google Shape;7760;p111"/>
            <p:cNvSpPr txBox="1"/>
            <p:nvPr/>
          </p:nvSpPr>
          <p:spPr>
            <a:xfrm rot="-520651">
              <a:off x="2482310" y="1498432"/>
              <a:ext cx="651327" cy="995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grpSp>
          <p:nvGrpSpPr>
            <p:cNvPr id="7761" name="Google Shape;7761;p111"/>
            <p:cNvGrpSpPr/>
            <p:nvPr/>
          </p:nvGrpSpPr>
          <p:grpSpPr>
            <a:xfrm>
              <a:off x="4546600" y="3746496"/>
              <a:ext cx="3225799" cy="1117598"/>
              <a:chOff x="7848600" y="2044700"/>
              <a:chExt cx="3200399" cy="1371600"/>
            </a:xfrm>
          </p:grpSpPr>
          <p:sp>
            <p:nvSpPr>
              <p:cNvPr id="7762" name="Google Shape;7762;p111"/>
              <p:cNvSpPr/>
              <p:nvPr/>
            </p:nvSpPr>
            <p:spPr>
              <a:xfrm>
                <a:off x="7848600" y="2044700"/>
                <a:ext cx="3200399" cy="1371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63" name="Google Shape;7763;p111"/>
              <p:cNvGrpSpPr/>
              <p:nvPr/>
            </p:nvGrpSpPr>
            <p:grpSpPr>
              <a:xfrm>
                <a:off x="8526482" y="2160804"/>
                <a:ext cx="532759" cy="184809"/>
                <a:chOff x="2356" y="1300"/>
                <a:chExt cx="555" cy="194"/>
              </a:xfrm>
            </p:grpSpPr>
            <p:sp>
              <p:nvSpPr>
                <p:cNvPr id="7764" name="Google Shape;7764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765" name="Google Shape;7765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766" name="Google Shape;7766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767" name="Google Shape;7767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768" name="Google Shape;7768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69" name="Google Shape;7769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770" name="Google Shape;7770;p111"/>
                <p:cNvCxnSpPr/>
                <p:nvPr/>
              </p:nvCxnSpPr>
              <p:spPr>
                <a:xfrm>
                  <a:off x="2357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771" name="Google Shape;7771;p111"/>
                <p:cNvCxnSpPr/>
                <p:nvPr/>
              </p:nvCxnSpPr>
              <p:spPr>
                <a:xfrm>
                  <a:off x="2908" y="1364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7772" name="Google Shape;7772;p111"/>
              <p:cNvCxnSpPr>
                <a:stCxn id="7771" idx="0"/>
              </p:cNvCxnSpPr>
              <p:nvPr/>
            </p:nvCxnSpPr>
            <p:spPr>
              <a:xfrm>
                <a:off x="9055401" y="2220819"/>
                <a:ext cx="975300" cy="13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3" name="Google Shape;7773;p111"/>
              <p:cNvCxnSpPr/>
              <p:nvPr/>
            </p:nvCxnSpPr>
            <p:spPr>
              <a:xfrm>
                <a:off x="9522191" y="2583188"/>
                <a:ext cx="120745" cy="8339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4" name="Google Shape;7774;p111"/>
              <p:cNvCxnSpPr/>
              <p:nvPr/>
            </p:nvCxnSpPr>
            <p:spPr>
              <a:xfrm flipH="1" rot="10800000">
                <a:off x="9323081" y="2786992"/>
                <a:ext cx="243358" cy="4562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5" name="Google Shape;7775;p111"/>
              <p:cNvCxnSpPr/>
              <p:nvPr/>
            </p:nvCxnSpPr>
            <p:spPr>
              <a:xfrm flipH="1" rot="10800000">
                <a:off x="9028147" y="2611644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6" name="Google Shape;7776;p111"/>
              <p:cNvCxnSpPr/>
              <p:nvPr/>
            </p:nvCxnSpPr>
            <p:spPr>
              <a:xfrm flipH="1" rot="10800000">
                <a:off x="8729859" y="2909476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7" name="Google Shape;7777;p111"/>
              <p:cNvCxnSpPr/>
              <p:nvPr/>
            </p:nvCxnSpPr>
            <p:spPr>
              <a:xfrm flipH="1" rot="10800000">
                <a:off x="9537887" y="2836224"/>
                <a:ext cx="252969" cy="2529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8" name="Google Shape;7778;p111"/>
              <p:cNvCxnSpPr/>
              <p:nvPr/>
            </p:nvCxnSpPr>
            <p:spPr>
              <a:xfrm rot="10800000">
                <a:off x="10029359" y="2822067"/>
                <a:ext cx="354959" cy="1243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9" name="Google Shape;7779;p111"/>
              <p:cNvCxnSpPr/>
              <p:nvPr/>
            </p:nvCxnSpPr>
            <p:spPr>
              <a:xfrm flipH="1" rot="10800000">
                <a:off x="10015190" y="2475242"/>
                <a:ext cx="283363" cy="1956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80" name="Google Shape;7780;p111"/>
              <p:cNvCxnSpPr>
                <a:endCxn id="7764" idx="4"/>
              </p:cNvCxnSpPr>
              <p:nvPr/>
            </p:nvCxnSpPr>
            <p:spPr>
              <a:xfrm rot="10800000">
                <a:off x="8791902" y="2345613"/>
                <a:ext cx="411000" cy="8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7781" name="Google Shape;7781;p111"/>
              <p:cNvGrpSpPr/>
              <p:nvPr/>
            </p:nvGrpSpPr>
            <p:grpSpPr>
              <a:xfrm>
                <a:off x="9555206" y="2650627"/>
                <a:ext cx="532759" cy="184809"/>
                <a:chOff x="2356" y="1300"/>
                <a:chExt cx="555" cy="194"/>
              </a:xfrm>
            </p:grpSpPr>
            <p:sp>
              <p:nvSpPr>
                <p:cNvPr id="7782" name="Google Shape;7782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783" name="Google Shape;7783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784" name="Google Shape;7784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785" name="Google Shape;7785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786" name="Google Shape;7786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87" name="Google Shape;7787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788" name="Google Shape;7788;p111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789" name="Google Shape;7789;p111"/>
                <p:cNvCxnSpPr/>
                <p:nvPr/>
              </p:nvCxnSpPr>
              <p:spPr>
                <a:xfrm>
                  <a:off x="2908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790" name="Google Shape;7790;p111"/>
              <p:cNvGrpSpPr/>
              <p:nvPr/>
            </p:nvGrpSpPr>
            <p:grpSpPr>
              <a:xfrm>
                <a:off x="8772607" y="2725609"/>
                <a:ext cx="532759" cy="184809"/>
                <a:chOff x="2356" y="1300"/>
                <a:chExt cx="555" cy="194"/>
              </a:xfrm>
            </p:grpSpPr>
            <p:sp>
              <p:nvSpPr>
                <p:cNvPr id="7791" name="Google Shape;7791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792" name="Google Shape;7792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793" name="Google Shape;7793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794" name="Google Shape;7794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795" name="Google Shape;7795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96" name="Google Shape;7796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797" name="Google Shape;7797;p111"/>
                <p:cNvCxnSpPr/>
                <p:nvPr/>
              </p:nvCxnSpPr>
              <p:spPr>
                <a:xfrm>
                  <a:off x="2358" y="1356"/>
                  <a:ext cx="0" cy="8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798" name="Google Shape;7798;p111"/>
                <p:cNvCxnSpPr/>
                <p:nvPr/>
              </p:nvCxnSpPr>
              <p:spPr>
                <a:xfrm>
                  <a:off x="2908" y="1358"/>
                  <a:ext cx="0" cy="8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799" name="Google Shape;7799;p111"/>
              <p:cNvGrpSpPr/>
              <p:nvPr/>
            </p:nvGrpSpPr>
            <p:grpSpPr>
              <a:xfrm>
                <a:off x="9060908" y="2428111"/>
                <a:ext cx="532759" cy="184809"/>
                <a:chOff x="2356" y="1300"/>
                <a:chExt cx="555" cy="194"/>
              </a:xfrm>
            </p:grpSpPr>
            <p:sp>
              <p:nvSpPr>
                <p:cNvPr id="7800" name="Google Shape;7800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01" name="Google Shape;7801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02" name="Google Shape;7802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803" name="Google Shape;7803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804" name="Google Shape;7804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05" name="Google Shape;7805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806" name="Google Shape;7806;p111"/>
                <p:cNvCxnSpPr/>
                <p:nvPr/>
              </p:nvCxnSpPr>
              <p:spPr>
                <a:xfrm>
                  <a:off x="2358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07" name="Google Shape;7807;p111"/>
                <p:cNvCxnSpPr/>
                <p:nvPr/>
              </p:nvCxnSpPr>
              <p:spPr>
                <a:xfrm>
                  <a:off x="2908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808" name="Google Shape;7808;p111"/>
              <p:cNvGrpSpPr/>
              <p:nvPr/>
            </p:nvGrpSpPr>
            <p:grpSpPr>
              <a:xfrm>
                <a:off x="10005281" y="2289952"/>
                <a:ext cx="532759" cy="184809"/>
                <a:chOff x="2356" y="1300"/>
                <a:chExt cx="555" cy="194"/>
              </a:xfrm>
            </p:grpSpPr>
            <p:sp>
              <p:nvSpPr>
                <p:cNvPr id="7809" name="Google Shape;7809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10" name="Google Shape;7810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11" name="Google Shape;7811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812" name="Google Shape;7812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813" name="Google Shape;7813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14" name="Google Shape;7814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815" name="Google Shape;7815;p111"/>
                <p:cNvCxnSpPr/>
                <p:nvPr/>
              </p:nvCxnSpPr>
              <p:spPr>
                <a:xfrm>
                  <a:off x="2357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16" name="Google Shape;7816;p111"/>
                <p:cNvCxnSpPr/>
                <p:nvPr/>
              </p:nvCxnSpPr>
              <p:spPr>
                <a:xfrm>
                  <a:off x="2908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817" name="Google Shape;7817;p111"/>
              <p:cNvGrpSpPr/>
              <p:nvPr/>
            </p:nvGrpSpPr>
            <p:grpSpPr>
              <a:xfrm>
                <a:off x="10232661" y="2882876"/>
                <a:ext cx="532759" cy="184809"/>
                <a:chOff x="2356" y="1300"/>
                <a:chExt cx="555" cy="194"/>
              </a:xfrm>
            </p:grpSpPr>
            <p:sp>
              <p:nvSpPr>
                <p:cNvPr id="7818" name="Google Shape;7818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19" name="Google Shape;7819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20" name="Google Shape;7820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821" name="Google Shape;7821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822" name="Google Shape;7822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23" name="Google Shape;7823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824" name="Google Shape;7824;p111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25" name="Google Shape;7825;p111"/>
                <p:cNvCxnSpPr/>
                <p:nvPr/>
              </p:nvCxnSpPr>
              <p:spPr>
                <a:xfrm>
                  <a:off x="2908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826" name="Google Shape;7826;p111"/>
              <p:cNvGrpSpPr/>
              <p:nvPr/>
            </p:nvGrpSpPr>
            <p:grpSpPr>
              <a:xfrm>
                <a:off x="9330660" y="3072767"/>
                <a:ext cx="532759" cy="184809"/>
                <a:chOff x="2356" y="1300"/>
                <a:chExt cx="555" cy="194"/>
              </a:xfrm>
            </p:grpSpPr>
            <p:sp>
              <p:nvSpPr>
                <p:cNvPr id="7827" name="Google Shape;7827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28" name="Google Shape;7828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29" name="Google Shape;7829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830" name="Google Shape;7830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831" name="Google Shape;7831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32" name="Google Shape;7832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833" name="Google Shape;7833;p111"/>
                <p:cNvCxnSpPr/>
                <p:nvPr/>
              </p:nvCxnSpPr>
              <p:spPr>
                <a:xfrm>
                  <a:off x="2358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34" name="Google Shape;7834;p111"/>
                <p:cNvCxnSpPr/>
                <p:nvPr/>
              </p:nvCxnSpPr>
              <p:spPr>
                <a:xfrm>
                  <a:off x="2907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835" name="Google Shape;7835;p111"/>
              <p:cNvGrpSpPr/>
              <p:nvPr/>
            </p:nvGrpSpPr>
            <p:grpSpPr>
              <a:xfrm>
                <a:off x="8438032" y="3018963"/>
                <a:ext cx="532759" cy="184809"/>
                <a:chOff x="2356" y="1300"/>
                <a:chExt cx="555" cy="194"/>
              </a:xfrm>
            </p:grpSpPr>
            <p:sp>
              <p:nvSpPr>
                <p:cNvPr id="7836" name="Google Shape;7836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37" name="Google Shape;7837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38" name="Google Shape;7838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839" name="Google Shape;7839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840" name="Google Shape;7840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41" name="Google Shape;7841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842" name="Google Shape;7842;p111"/>
                <p:cNvCxnSpPr/>
                <p:nvPr/>
              </p:nvCxnSpPr>
              <p:spPr>
                <a:xfrm>
                  <a:off x="2357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43" name="Google Shape;7843;p111"/>
                <p:cNvCxnSpPr/>
                <p:nvPr/>
              </p:nvCxnSpPr>
              <p:spPr>
                <a:xfrm>
                  <a:off x="2910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7844" name="Google Shape;7844;p111"/>
            <p:cNvGrpSpPr/>
            <p:nvPr/>
          </p:nvGrpSpPr>
          <p:grpSpPr>
            <a:xfrm>
              <a:off x="1803401" y="2755897"/>
              <a:ext cx="3467099" cy="1193800"/>
              <a:chOff x="7848600" y="2044700"/>
              <a:chExt cx="3200399" cy="1371600"/>
            </a:xfrm>
          </p:grpSpPr>
          <p:sp>
            <p:nvSpPr>
              <p:cNvPr id="7845" name="Google Shape;7845;p111"/>
              <p:cNvSpPr/>
              <p:nvPr/>
            </p:nvSpPr>
            <p:spPr>
              <a:xfrm>
                <a:off x="7848600" y="2044700"/>
                <a:ext cx="3200399" cy="1371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846" name="Google Shape;7846;p111"/>
              <p:cNvGrpSpPr/>
              <p:nvPr/>
            </p:nvGrpSpPr>
            <p:grpSpPr>
              <a:xfrm>
                <a:off x="8526482" y="2160804"/>
                <a:ext cx="532759" cy="184809"/>
                <a:chOff x="2356" y="1300"/>
                <a:chExt cx="555" cy="194"/>
              </a:xfrm>
            </p:grpSpPr>
            <p:sp>
              <p:nvSpPr>
                <p:cNvPr id="7847" name="Google Shape;7847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48" name="Google Shape;7848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49" name="Google Shape;7849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850" name="Google Shape;7850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851" name="Google Shape;7851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52" name="Google Shape;7852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853" name="Google Shape;7853;p111"/>
                <p:cNvCxnSpPr/>
                <p:nvPr/>
              </p:nvCxnSpPr>
              <p:spPr>
                <a:xfrm>
                  <a:off x="2358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54" name="Google Shape;7854;p111"/>
                <p:cNvCxnSpPr/>
                <p:nvPr/>
              </p:nvCxnSpPr>
              <p:spPr>
                <a:xfrm>
                  <a:off x="2906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7855" name="Google Shape;7855;p111"/>
              <p:cNvCxnSpPr>
                <a:stCxn id="7854" idx="0"/>
              </p:cNvCxnSpPr>
              <p:nvPr/>
            </p:nvCxnSpPr>
            <p:spPr>
              <a:xfrm>
                <a:off x="9055401" y="2220819"/>
                <a:ext cx="975300" cy="13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56" name="Google Shape;7856;p111"/>
              <p:cNvCxnSpPr/>
              <p:nvPr/>
            </p:nvCxnSpPr>
            <p:spPr>
              <a:xfrm>
                <a:off x="9522191" y="2583188"/>
                <a:ext cx="120745" cy="8339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57" name="Google Shape;7857;p111"/>
              <p:cNvCxnSpPr/>
              <p:nvPr/>
            </p:nvCxnSpPr>
            <p:spPr>
              <a:xfrm flipH="1" rot="10800000">
                <a:off x="9323081" y="2786992"/>
                <a:ext cx="243358" cy="4562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58" name="Google Shape;7858;p111"/>
              <p:cNvCxnSpPr/>
              <p:nvPr/>
            </p:nvCxnSpPr>
            <p:spPr>
              <a:xfrm flipH="1" rot="10800000">
                <a:off x="9028147" y="2611644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59" name="Google Shape;7859;p111"/>
              <p:cNvCxnSpPr/>
              <p:nvPr/>
            </p:nvCxnSpPr>
            <p:spPr>
              <a:xfrm flipH="1" rot="10800000">
                <a:off x="8729859" y="2909476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60" name="Google Shape;7860;p111"/>
              <p:cNvCxnSpPr/>
              <p:nvPr/>
            </p:nvCxnSpPr>
            <p:spPr>
              <a:xfrm flipH="1" rot="10800000">
                <a:off x="9537887" y="2836224"/>
                <a:ext cx="252969" cy="2529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61" name="Google Shape;7861;p111"/>
              <p:cNvCxnSpPr/>
              <p:nvPr/>
            </p:nvCxnSpPr>
            <p:spPr>
              <a:xfrm rot="10800000">
                <a:off x="10029359" y="2822067"/>
                <a:ext cx="354959" cy="1243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62" name="Google Shape;7862;p111"/>
              <p:cNvCxnSpPr/>
              <p:nvPr/>
            </p:nvCxnSpPr>
            <p:spPr>
              <a:xfrm flipH="1" rot="10800000">
                <a:off x="10015190" y="2475242"/>
                <a:ext cx="283363" cy="1956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63" name="Google Shape;7863;p111"/>
              <p:cNvCxnSpPr>
                <a:endCxn id="7847" idx="4"/>
              </p:cNvCxnSpPr>
              <p:nvPr/>
            </p:nvCxnSpPr>
            <p:spPr>
              <a:xfrm rot="10800000">
                <a:off x="8791902" y="2345613"/>
                <a:ext cx="411000" cy="8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7864" name="Google Shape;7864;p111"/>
              <p:cNvGrpSpPr/>
              <p:nvPr/>
            </p:nvGrpSpPr>
            <p:grpSpPr>
              <a:xfrm>
                <a:off x="9555206" y="2650627"/>
                <a:ext cx="532759" cy="184809"/>
                <a:chOff x="2356" y="1300"/>
                <a:chExt cx="555" cy="194"/>
              </a:xfrm>
            </p:grpSpPr>
            <p:sp>
              <p:nvSpPr>
                <p:cNvPr id="7865" name="Google Shape;7865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66" name="Google Shape;7866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67" name="Google Shape;7867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868" name="Google Shape;7868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869" name="Google Shape;7869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70" name="Google Shape;7870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871" name="Google Shape;7871;p111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72" name="Google Shape;7872;p111"/>
                <p:cNvCxnSpPr/>
                <p:nvPr/>
              </p:nvCxnSpPr>
              <p:spPr>
                <a:xfrm>
                  <a:off x="2906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873" name="Google Shape;7873;p111"/>
              <p:cNvGrpSpPr/>
              <p:nvPr/>
            </p:nvGrpSpPr>
            <p:grpSpPr>
              <a:xfrm>
                <a:off x="8772607" y="2725609"/>
                <a:ext cx="532759" cy="184809"/>
                <a:chOff x="2356" y="1300"/>
                <a:chExt cx="555" cy="194"/>
              </a:xfrm>
            </p:grpSpPr>
            <p:sp>
              <p:nvSpPr>
                <p:cNvPr id="7874" name="Google Shape;7874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75" name="Google Shape;7875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76" name="Google Shape;7876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877" name="Google Shape;7877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878" name="Google Shape;7878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79" name="Google Shape;7879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880" name="Google Shape;7880;p111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81" name="Google Shape;7881;p111"/>
                <p:cNvCxnSpPr/>
                <p:nvPr/>
              </p:nvCxnSpPr>
              <p:spPr>
                <a:xfrm>
                  <a:off x="2906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882" name="Google Shape;7882;p111"/>
              <p:cNvGrpSpPr/>
              <p:nvPr/>
            </p:nvGrpSpPr>
            <p:grpSpPr>
              <a:xfrm>
                <a:off x="9060908" y="2428111"/>
                <a:ext cx="532759" cy="184809"/>
                <a:chOff x="2356" y="1300"/>
                <a:chExt cx="555" cy="194"/>
              </a:xfrm>
            </p:grpSpPr>
            <p:sp>
              <p:nvSpPr>
                <p:cNvPr id="7883" name="Google Shape;7883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84" name="Google Shape;7884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85" name="Google Shape;7885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886" name="Google Shape;7886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887" name="Google Shape;7887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88" name="Google Shape;7888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889" name="Google Shape;7889;p111"/>
                <p:cNvCxnSpPr/>
                <p:nvPr/>
              </p:nvCxnSpPr>
              <p:spPr>
                <a:xfrm>
                  <a:off x="2357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90" name="Google Shape;7890;p111"/>
                <p:cNvCxnSpPr/>
                <p:nvPr/>
              </p:nvCxnSpPr>
              <p:spPr>
                <a:xfrm>
                  <a:off x="2907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891" name="Google Shape;7891;p111"/>
              <p:cNvGrpSpPr/>
              <p:nvPr/>
            </p:nvGrpSpPr>
            <p:grpSpPr>
              <a:xfrm>
                <a:off x="10005281" y="2289952"/>
                <a:ext cx="532759" cy="184809"/>
                <a:chOff x="2356" y="1300"/>
                <a:chExt cx="555" cy="194"/>
              </a:xfrm>
            </p:grpSpPr>
            <p:sp>
              <p:nvSpPr>
                <p:cNvPr id="7892" name="Google Shape;7892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93" name="Google Shape;7893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94" name="Google Shape;7894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895" name="Google Shape;7895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896" name="Google Shape;7896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97" name="Google Shape;7897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898" name="Google Shape;7898;p111"/>
                <p:cNvCxnSpPr/>
                <p:nvPr/>
              </p:nvCxnSpPr>
              <p:spPr>
                <a:xfrm>
                  <a:off x="2358" y="1360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99" name="Google Shape;7899;p111"/>
                <p:cNvCxnSpPr/>
                <p:nvPr/>
              </p:nvCxnSpPr>
              <p:spPr>
                <a:xfrm>
                  <a:off x="2906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900" name="Google Shape;7900;p111"/>
              <p:cNvGrpSpPr/>
              <p:nvPr/>
            </p:nvGrpSpPr>
            <p:grpSpPr>
              <a:xfrm>
                <a:off x="10232661" y="2882876"/>
                <a:ext cx="532759" cy="184809"/>
                <a:chOff x="2356" y="1300"/>
                <a:chExt cx="555" cy="194"/>
              </a:xfrm>
            </p:grpSpPr>
            <p:sp>
              <p:nvSpPr>
                <p:cNvPr id="7901" name="Google Shape;7901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902" name="Google Shape;7902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903" name="Google Shape;7903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904" name="Google Shape;7904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905" name="Google Shape;7905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06" name="Google Shape;7906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907" name="Google Shape;7907;p111"/>
                <p:cNvCxnSpPr/>
                <p:nvPr/>
              </p:nvCxnSpPr>
              <p:spPr>
                <a:xfrm>
                  <a:off x="2358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08" name="Google Shape;7908;p111"/>
                <p:cNvCxnSpPr/>
                <p:nvPr/>
              </p:nvCxnSpPr>
              <p:spPr>
                <a:xfrm>
                  <a:off x="2906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909" name="Google Shape;7909;p111"/>
              <p:cNvGrpSpPr/>
              <p:nvPr/>
            </p:nvGrpSpPr>
            <p:grpSpPr>
              <a:xfrm>
                <a:off x="9330660" y="3072767"/>
                <a:ext cx="532759" cy="184809"/>
                <a:chOff x="2356" y="1300"/>
                <a:chExt cx="555" cy="194"/>
              </a:xfrm>
            </p:grpSpPr>
            <p:sp>
              <p:nvSpPr>
                <p:cNvPr id="7910" name="Google Shape;7910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911" name="Google Shape;7911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912" name="Google Shape;7912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913" name="Google Shape;7913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914" name="Google Shape;7914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15" name="Google Shape;7915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916" name="Google Shape;7916;p111"/>
                <p:cNvCxnSpPr/>
                <p:nvPr/>
              </p:nvCxnSpPr>
              <p:spPr>
                <a:xfrm>
                  <a:off x="2357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17" name="Google Shape;7917;p111"/>
                <p:cNvCxnSpPr/>
                <p:nvPr/>
              </p:nvCxnSpPr>
              <p:spPr>
                <a:xfrm>
                  <a:off x="2907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918" name="Google Shape;7918;p111"/>
              <p:cNvGrpSpPr/>
              <p:nvPr/>
            </p:nvGrpSpPr>
            <p:grpSpPr>
              <a:xfrm>
                <a:off x="8438032" y="3018963"/>
                <a:ext cx="532759" cy="184809"/>
                <a:chOff x="2356" y="1300"/>
                <a:chExt cx="555" cy="194"/>
              </a:xfrm>
            </p:grpSpPr>
            <p:sp>
              <p:nvSpPr>
                <p:cNvPr id="7919" name="Google Shape;7919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920" name="Google Shape;7920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921" name="Google Shape;7921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922" name="Google Shape;7922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923" name="Google Shape;7923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24" name="Google Shape;7924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925" name="Google Shape;7925;p111"/>
                <p:cNvCxnSpPr/>
                <p:nvPr/>
              </p:nvCxnSpPr>
              <p:spPr>
                <a:xfrm>
                  <a:off x="2357" y="1361"/>
                  <a:ext cx="0" cy="7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26" name="Google Shape;7926;p111"/>
                <p:cNvCxnSpPr/>
                <p:nvPr/>
              </p:nvCxnSpPr>
              <p:spPr>
                <a:xfrm>
                  <a:off x="2907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7927" name="Google Shape;7927;p111"/>
            <p:cNvSpPr/>
            <p:nvPr/>
          </p:nvSpPr>
          <p:spPr>
            <a:xfrm>
              <a:off x="1498600" y="4165596"/>
              <a:ext cx="3086099" cy="1168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28" name="Google Shape;7928;p111"/>
            <p:cNvGrpSpPr/>
            <p:nvPr/>
          </p:nvGrpSpPr>
          <p:grpSpPr>
            <a:xfrm>
              <a:off x="2152273" y="4264500"/>
              <a:ext cx="513732" cy="157430"/>
              <a:chOff x="2356" y="1300"/>
              <a:chExt cx="555" cy="194"/>
            </a:xfrm>
          </p:grpSpPr>
          <p:sp>
            <p:nvSpPr>
              <p:cNvPr id="7929" name="Google Shape;7929;p111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30" name="Google Shape;7930;p111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31" name="Google Shape;7931;p111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932" name="Google Shape;7932;p111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33" name="Google Shape;7933;p111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34" name="Google Shape;7934;p11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7935" name="Google Shape;7935;p111"/>
              <p:cNvCxnSpPr/>
              <p:nvPr/>
            </p:nvCxnSpPr>
            <p:spPr>
              <a:xfrm>
                <a:off x="2358" y="1360"/>
                <a:ext cx="0" cy="8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36" name="Google Shape;7936;p111"/>
              <p:cNvCxnSpPr/>
              <p:nvPr/>
            </p:nvCxnSpPr>
            <p:spPr>
              <a:xfrm>
                <a:off x="2907" y="1362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7937" name="Google Shape;7937;p111"/>
            <p:cNvCxnSpPr>
              <a:stCxn id="7936" idx="0"/>
            </p:cNvCxnSpPr>
            <p:nvPr/>
          </p:nvCxnSpPr>
          <p:spPr>
            <a:xfrm>
              <a:off x="2662301" y="4315623"/>
              <a:ext cx="940500" cy="116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38" name="Google Shape;7938;p111"/>
            <p:cNvCxnSpPr/>
            <p:nvPr/>
          </p:nvCxnSpPr>
          <p:spPr>
            <a:xfrm>
              <a:off x="3112420" y="4624308"/>
              <a:ext cx="116433" cy="710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39" name="Google Shape;7939;p111"/>
            <p:cNvCxnSpPr/>
            <p:nvPr/>
          </p:nvCxnSpPr>
          <p:spPr>
            <a:xfrm flipH="1" rot="10800000">
              <a:off x="2920421" y="4797919"/>
              <a:ext cx="234667" cy="3886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40" name="Google Shape;7940;p111"/>
            <p:cNvCxnSpPr/>
            <p:nvPr/>
          </p:nvCxnSpPr>
          <p:spPr>
            <a:xfrm flipH="1" rot="10800000">
              <a:off x="2636021" y="4648548"/>
              <a:ext cx="185893" cy="933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41" name="Google Shape;7941;p111"/>
            <p:cNvCxnSpPr/>
            <p:nvPr/>
          </p:nvCxnSpPr>
          <p:spPr>
            <a:xfrm flipH="1" rot="10800000">
              <a:off x="2348386" y="4902256"/>
              <a:ext cx="185893" cy="933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42" name="Google Shape;7942;p111"/>
            <p:cNvCxnSpPr/>
            <p:nvPr/>
          </p:nvCxnSpPr>
          <p:spPr>
            <a:xfrm flipH="1" rot="10800000">
              <a:off x="3127556" y="4839857"/>
              <a:ext cx="243934" cy="2154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43" name="Google Shape;7943;p111"/>
            <p:cNvCxnSpPr/>
            <p:nvPr/>
          </p:nvCxnSpPr>
          <p:spPr>
            <a:xfrm rot="10800000">
              <a:off x="3601475" y="4827798"/>
              <a:ext cx="342282" cy="10596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44" name="Google Shape;7944;p111"/>
            <p:cNvCxnSpPr/>
            <p:nvPr/>
          </p:nvCxnSpPr>
          <p:spPr>
            <a:xfrm flipH="1" rot="10800000">
              <a:off x="3587811" y="4532353"/>
              <a:ext cx="273243" cy="16667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45" name="Google Shape;7945;p111"/>
            <p:cNvCxnSpPr>
              <a:endCxn id="7929" idx="4"/>
            </p:cNvCxnSpPr>
            <p:nvPr/>
          </p:nvCxnSpPr>
          <p:spPr>
            <a:xfrm rot="10800000">
              <a:off x="2408213" y="4421930"/>
              <a:ext cx="396300" cy="74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946" name="Google Shape;7946;p111"/>
            <p:cNvGrpSpPr/>
            <p:nvPr/>
          </p:nvGrpSpPr>
          <p:grpSpPr>
            <a:xfrm>
              <a:off x="3144256" y="4681756"/>
              <a:ext cx="513732" cy="157430"/>
              <a:chOff x="2356" y="1300"/>
              <a:chExt cx="555" cy="194"/>
            </a:xfrm>
          </p:grpSpPr>
          <p:sp>
            <p:nvSpPr>
              <p:cNvPr id="7947" name="Google Shape;7947;p111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48" name="Google Shape;7948;p111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49" name="Google Shape;7949;p111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950" name="Google Shape;7950;p111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51" name="Google Shape;7951;p111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52" name="Google Shape;7952;p11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7953" name="Google Shape;7953;p111"/>
              <p:cNvCxnSpPr/>
              <p:nvPr/>
            </p:nvCxnSpPr>
            <p:spPr>
              <a:xfrm>
                <a:off x="2358" y="1360"/>
                <a:ext cx="0" cy="8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54" name="Google Shape;7954;p111"/>
              <p:cNvCxnSpPr/>
              <p:nvPr/>
            </p:nvCxnSpPr>
            <p:spPr>
              <a:xfrm>
                <a:off x="2907" y="1362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955" name="Google Shape;7955;p111"/>
            <p:cNvGrpSpPr/>
            <p:nvPr/>
          </p:nvGrpSpPr>
          <p:grpSpPr>
            <a:xfrm>
              <a:off x="2389607" y="4745631"/>
              <a:ext cx="513732" cy="157430"/>
              <a:chOff x="2356" y="1300"/>
              <a:chExt cx="555" cy="194"/>
            </a:xfrm>
          </p:grpSpPr>
          <p:sp>
            <p:nvSpPr>
              <p:cNvPr id="7956" name="Google Shape;7956;p111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57" name="Google Shape;7957;p111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58" name="Google Shape;7958;p111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959" name="Google Shape;7959;p111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60" name="Google Shape;7960;p111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1" name="Google Shape;7961;p11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7962" name="Google Shape;7962;p111"/>
              <p:cNvCxnSpPr/>
              <p:nvPr/>
            </p:nvCxnSpPr>
            <p:spPr>
              <a:xfrm>
                <a:off x="2357" y="1360"/>
                <a:ext cx="0" cy="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63" name="Google Shape;7963;p111"/>
              <p:cNvCxnSpPr/>
              <p:nvPr/>
            </p:nvCxnSpPr>
            <p:spPr>
              <a:xfrm>
                <a:off x="2908" y="1362"/>
                <a:ext cx="0" cy="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964" name="Google Shape;7964;p111"/>
            <p:cNvGrpSpPr/>
            <p:nvPr/>
          </p:nvGrpSpPr>
          <p:grpSpPr>
            <a:xfrm>
              <a:off x="2667612" y="4492206"/>
              <a:ext cx="513732" cy="157430"/>
              <a:chOff x="2356" y="1300"/>
              <a:chExt cx="555" cy="194"/>
            </a:xfrm>
          </p:grpSpPr>
          <p:sp>
            <p:nvSpPr>
              <p:cNvPr id="7965" name="Google Shape;7965;p111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66" name="Google Shape;7966;p111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67" name="Google Shape;7967;p111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968" name="Google Shape;7968;p111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69" name="Google Shape;7969;p111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0" name="Google Shape;7970;p11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7971" name="Google Shape;7971;p111"/>
              <p:cNvCxnSpPr/>
              <p:nvPr/>
            </p:nvCxnSpPr>
            <p:spPr>
              <a:xfrm>
                <a:off x="2357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72" name="Google Shape;7972;p111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973" name="Google Shape;7973;p111"/>
            <p:cNvGrpSpPr/>
            <p:nvPr/>
          </p:nvGrpSpPr>
          <p:grpSpPr>
            <a:xfrm>
              <a:off x="3578257" y="4374514"/>
              <a:ext cx="513732" cy="157430"/>
              <a:chOff x="2356" y="1300"/>
              <a:chExt cx="555" cy="194"/>
            </a:xfrm>
          </p:grpSpPr>
          <p:sp>
            <p:nvSpPr>
              <p:cNvPr id="7974" name="Google Shape;7974;p111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75" name="Google Shape;7975;p111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76" name="Google Shape;7976;p111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977" name="Google Shape;7977;p111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78" name="Google Shape;7978;p111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9" name="Google Shape;7979;p11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7980" name="Google Shape;7980;p111"/>
              <p:cNvCxnSpPr/>
              <p:nvPr/>
            </p:nvCxnSpPr>
            <p:spPr>
              <a:xfrm>
                <a:off x="2358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81" name="Google Shape;7981;p111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982" name="Google Shape;7982;p111"/>
            <p:cNvGrpSpPr/>
            <p:nvPr/>
          </p:nvGrpSpPr>
          <p:grpSpPr>
            <a:xfrm>
              <a:off x="3797517" y="4879598"/>
              <a:ext cx="513732" cy="157430"/>
              <a:chOff x="2356" y="1300"/>
              <a:chExt cx="555" cy="194"/>
            </a:xfrm>
          </p:grpSpPr>
          <p:sp>
            <p:nvSpPr>
              <p:cNvPr id="7983" name="Google Shape;7983;p111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84" name="Google Shape;7984;p111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85" name="Google Shape;7985;p111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986" name="Google Shape;7986;p111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87" name="Google Shape;7987;p111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88" name="Google Shape;7988;p11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7989" name="Google Shape;7989;p111"/>
              <p:cNvCxnSpPr/>
              <p:nvPr/>
            </p:nvCxnSpPr>
            <p:spPr>
              <a:xfrm>
                <a:off x="2357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90" name="Google Shape;7990;p111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991" name="Google Shape;7991;p111"/>
            <p:cNvGrpSpPr/>
            <p:nvPr/>
          </p:nvGrpSpPr>
          <p:grpSpPr>
            <a:xfrm>
              <a:off x="2927730" y="5041357"/>
              <a:ext cx="513732" cy="157430"/>
              <a:chOff x="2356" y="1300"/>
              <a:chExt cx="555" cy="194"/>
            </a:xfrm>
          </p:grpSpPr>
          <p:sp>
            <p:nvSpPr>
              <p:cNvPr id="7992" name="Google Shape;7992;p111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93" name="Google Shape;7993;p111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94" name="Google Shape;7994;p111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995" name="Google Shape;7995;p111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96" name="Google Shape;7996;p111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97" name="Google Shape;7997;p11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7998" name="Google Shape;7998;p111"/>
              <p:cNvCxnSpPr/>
              <p:nvPr/>
            </p:nvCxnSpPr>
            <p:spPr>
              <a:xfrm>
                <a:off x="2357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99" name="Google Shape;7999;p111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000" name="Google Shape;8000;p111"/>
            <p:cNvGrpSpPr/>
            <p:nvPr/>
          </p:nvGrpSpPr>
          <p:grpSpPr>
            <a:xfrm>
              <a:off x="2066981" y="4995523"/>
              <a:ext cx="513732" cy="157430"/>
              <a:chOff x="2356" y="1300"/>
              <a:chExt cx="555" cy="194"/>
            </a:xfrm>
          </p:grpSpPr>
          <p:sp>
            <p:nvSpPr>
              <p:cNvPr id="8001" name="Google Shape;8001;p111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002" name="Google Shape;8002;p111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003" name="Google Shape;8003;p111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8004" name="Google Shape;8004;p111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005" name="Google Shape;8005;p111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06" name="Google Shape;8006;p11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8007" name="Google Shape;8007;p111"/>
              <p:cNvCxnSpPr/>
              <p:nvPr/>
            </p:nvCxnSpPr>
            <p:spPr>
              <a:xfrm>
                <a:off x="2358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08" name="Google Shape;8008;p111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8009" name="Google Shape;8009;p111"/>
            <p:cNvCxnSpPr>
              <a:endCxn id="7849" idx="1"/>
            </p:cNvCxnSpPr>
            <p:nvPr/>
          </p:nvCxnSpPr>
          <p:spPr>
            <a:xfrm>
              <a:off x="2383486" y="2610471"/>
              <a:ext cx="238200" cy="261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0" name="Google Shape;8010;p111"/>
            <p:cNvCxnSpPr>
              <a:stCxn id="7747" idx="8"/>
              <a:endCxn id="8011" idx="2"/>
            </p:cNvCxnSpPr>
            <p:nvPr/>
          </p:nvCxnSpPr>
          <p:spPr>
            <a:xfrm>
              <a:off x="1455738" y="2990809"/>
              <a:ext cx="38100" cy="309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2" name="Google Shape;8012;p111"/>
            <p:cNvCxnSpPr>
              <a:endCxn id="8011" idx="3"/>
            </p:cNvCxnSpPr>
            <p:nvPr/>
          </p:nvCxnSpPr>
          <p:spPr>
            <a:xfrm>
              <a:off x="1235234" y="3271138"/>
              <a:ext cx="123900" cy="212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3" name="Google Shape;8013;p111"/>
            <p:cNvCxnSpPr>
              <a:endCxn id="7894" idx="1"/>
            </p:cNvCxnSpPr>
            <p:nvPr/>
          </p:nvCxnSpPr>
          <p:spPr>
            <a:xfrm>
              <a:off x="3915619" y="2411778"/>
              <a:ext cx="308100" cy="57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4" name="Google Shape;8014;p111"/>
            <p:cNvCxnSpPr>
              <a:endCxn id="7894" idx="0"/>
            </p:cNvCxnSpPr>
            <p:nvPr/>
          </p:nvCxnSpPr>
          <p:spPr>
            <a:xfrm flipH="1">
              <a:off x="4426303" y="2390057"/>
              <a:ext cx="384300" cy="579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5" name="Google Shape;8015;p111"/>
            <p:cNvCxnSpPr>
              <a:endCxn id="7811" idx="0"/>
            </p:cNvCxnSpPr>
            <p:nvPr/>
          </p:nvCxnSpPr>
          <p:spPr>
            <a:xfrm>
              <a:off x="6770956" y="2900231"/>
              <a:ext cx="216000" cy="1046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6" name="Google Shape;8016;p111"/>
            <p:cNvCxnSpPr/>
            <p:nvPr/>
          </p:nvCxnSpPr>
          <p:spPr>
            <a:xfrm flipH="1">
              <a:off x="7137398" y="3251197"/>
              <a:ext cx="241300" cy="6921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7" name="Google Shape;8017;p111"/>
            <p:cNvCxnSpPr>
              <a:stCxn id="7751" idx="4"/>
              <a:endCxn id="7825" idx="0"/>
            </p:cNvCxnSpPr>
            <p:nvPr/>
          </p:nvCxnSpPr>
          <p:spPr>
            <a:xfrm flipH="1">
              <a:off x="7483611" y="4229096"/>
              <a:ext cx="541200" cy="249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8" name="Google Shape;8018;p111"/>
            <p:cNvCxnSpPr/>
            <p:nvPr/>
          </p:nvCxnSpPr>
          <p:spPr>
            <a:xfrm rot="10800000">
              <a:off x="7454899" y="4573584"/>
              <a:ext cx="796925" cy="6143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9" name="Google Shape;8019;p111"/>
            <p:cNvCxnSpPr>
              <a:endCxn id="7827" idx="5"/>
            </p:cNvCxnSpPr>
            <p:nvPr/>
          </p:nvCxnSpPr>
          <p:spPr>
            <a:xfrm rot="10800000">
              <a:off x="6496434" y="4722373"/>
              <a:ext cx="1047600" cy="966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0" name="Google Shape;8020;p111"/>
            <p:cNvCxnSpPr>
              <a:stCxn id="7752" idx="0"/>
              <a:endCxn id="8021" idx="5"/>
            </p:cNvCxnSpPr>
            <p:nvPr/>
          </p:nvCxnSpPr>
          <p:spPr>
            <a:xfrm rot="10800000">
              <a:off x="5085362" y="5684597"/>
              <a:ext cx="520800" cy="169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2" name="Google Shape;8022;p111"/>
            <p:cNvCxnSpPr/>
            <p:nvPr/>
          </p:nvCxnSpPr>
          <p:spPr>
            <a:xfrm rot="10800000">
              <a:off x="4068763" y="5045070"/>
              <a:ext cx="371475" cy="9731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3" name="Google Shape;8023;p111"/>
            <p:cNvCxnSpPr/>
            <p:nvPr/>
          </p:nvCxnSpPr>
          <p:spPr>
            <a:xfrm flipH="1" rot="10800000">
              <a:off x="3389313" y="5689595"/>
              <a:ext cx="306387" cy="16509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4" name="Google Shape;8024;p111"/>
            <p:cNvCxnSpPr/>
            <p:nvPr/>
          </p:nvCxnSpPr>
          <p:spPr>
            <a:xfrm flipH="1" rot="10800000">
              <a:off x="1790701" y="5160959"/>
              <a:ext cx="401638" cy="2095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5" name="Google Shape;8025;p111"/>
            <p:cNvCxnSpPr/>
            <p:nvPr/>
          </p:nvCxnSpPr>
          <p:spPr>
            <a:xfrm flipH="1" rot="10800000">
              <a:off x="1179514" y="4467220"/>
              <a:ext cx="227012" cy="2825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6" name="Google Shape;8026;p111"/>
            <p:cNvCxnSpPr>
              <a:endCxn id="8011" idx="5"/>
            </p:cNvCxnSpPr>
            <p:nvPr/>
          </p:nvCxnSpPr>
          <p:spPr>
            <a:xfrm flipH="1" rot="10800000">
              <a:off x="1156034" y="4369514"/>
              <a:ext cx="203100" cy="7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027" name="Google Shape;8027;p111"/>
            <p:cNvSpPr/>
            <p:nvPr/>
          </p:nvSpPr>
          <p:spPr>
            <a:xfrm>
              <a:off x="5677594" y="2896840"/>
              <a:ext cx="528046" cy="30477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028" name="Google Shape;8028;p111"/>
            <p:cNvCxnSpPr/>
            <p:nvPr/>
          </p:nvCxnSpPr>
          <p:spPr>
            <a:xfrm>
              <a:off x="4713288" y="3051287"/>
              <a:ext cx="964306" cy="26892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9" name="Google Shape;8029;p111"/>
            <p:cNvCxnSpPr/>
            <p:nvPr/>
          </p:nvCxnSpPr>
          <p:spPr>
            <a:xfrm>
              <a:off x="6139457" y="3169610"/>
              <a:ext cx="691556" cy="784846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0" name="Google Shape;8030;p111"/>
            <p:cNvCxnSpPr>
              <a:stCxn id="7976" idx="0"/>
            </p:cNvCxnSpPr>
            <p:nvPr/>
          </p:nvCxnSpPr>
          <p:spPr>
            <a:xfrm flipH="1" rot="10800000">
              <a:off x="3833272" y="4233214"/>
              <a:ext cx="190500" cy="1413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031" name="Google Shape;8031;p111"/>
            <p:cNvSpPr/>
            <p:nvPr/>
          </p:nvSpPr>
          <p:spPr>
            <a:xfrm>
              <a:off x="3932543" y="3959555"/>
              <a:ext cx="528230" cy="30505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endParaRPr/>
            </a:p>
          </p:txBody>
        </p:sp>
        <p:cxnSp>
          <p:nvCxnSpPr>
            <p:cNvPr id="8032" name="Google Shape;8032;p111"/>
            <p:cNvCxnSpPr>
              <a:stCxn id="8031" idx="6"/>
              <a:endCxn id="7770" idx="1"/>
            </p:cNvCxnSpPr>
            <p:nvPr/>
          </p:nvCxnSpPr>
          <p:spPr>
            <a:xfrm flipH="1" rot="10800000">
              <a:off x="4460773" y="3953980"/>
              <a:ext cx="770100" cy="1581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3" name="Google Shape;8033;p111"/>
            <p:cNvCxnSpPr/>
            <p:nvPr/>
          </p:nvCxnSpPr>
          <p:spPr>
            <a:xfrm>
              <a:off x="3692525" y="3789358"/>
              <a:ext cx="342828" cy="205015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4" name="Google Shape;8034;p111"/>
            <p:cNvCxnSpPr>
              <a:stCxn id="7901" idx="5"/>
              <a:endCxn id="7766" idx="1"/>
            </p:cNvCxnSpPr>
            <p:nvPr/>
          </p:nvCxnSpPr>
          <p:spPr>
            <a:xfrm>
              <a:off x="4876256" y="3633038"/>
              <a:ext cx="431700" cy="2226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5" name="Google Shape;8035;p111"/>
            <p:cNvCxnSpPr>
              <a:endCxn id="7931" idx="0"/>
            </p:cNvCxnSpPr>
            <p:nvPr/>
          </p:nvCxnSpPr>
          <p:spPr>
            <a:xfrm flipH="1">
              <a:off x="2407288" y="3753300"/>
              <a:ext cx="282600" cy="5112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6" name="Google Shape;8036;p111"/>
            <p:cNvCxnSpPr>
              <a:stCxn id="7990" idx="0"/>
            </p:cNvCxnSpPr>
            <p:nvPr/>
          </p:nvCxnSpPr>
          <p:spPr>
            <a:xfrm flipH="1" rot="10800000">
              <a:off x="4307762" y="4626568"/>
              <a:ext cx="843900" cy="3042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021" name="Google Shape;8021;p111"/>
            <p:cNvSpPr/>
            <p:nvPr/>
          </p:nvSpPr>
          <p:spPr>
            <a:xfrm>
              <a:off x="3340101" y="5359394"/>
              <a:ext cx="2044700" cy="380999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1" name="Google Shape;8011;p111"/>
            <p:cNvSpPr/>
            <p:nvPr/>
          </p:nvSpPr>
          <p:spPr>
            <a:xfrm rot="5400000">
              <a:off x="867570" y="3736176"/>
              <a:ext cx="1252535" cy="381000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037" name="Google Shape;8037;p111"/>
            <p:cNvCxnSpPr>
              <a:stCxn id="8011" idx="0"/>
              <a:endCxn id="7925" idx="0"/>
            </p:cNvCxnSpPr>
            <p:nvPr/>
          </p:nvCxnSpPr>
          <p:spPr>
            <a:xfrm flipH="1" rot="10800000">
              <a:off x="1684338" y="3653676"/>
              <a:ext cx="758700" cy="27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8" name="Google Shape;8038;p111"/>
            <p:cNvCxnSpPr>
              <a:endCxn id="7935" idx="1"/>
            </p:cNvCxnSpPr>
            <p:nvPr/>
          </p:nvCxnSpPr>
          <p:spPr>
            <a:xfrm>
              <a:off x="1685925" y="4111625"/>
              <a:ext cx="466800" cy="270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8039" name="Google Shape;8039;p111"/>
          <p:cNvCxnSpPr/>
          <p:nvPr/>
        </p:nvCxnSpPr>
        <p:spPr>
          <a:xfrm flipH="1" rot="10800000">
            <a:off x="2686051" y="5276851"/>
            <a:ext cx="144463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40" name="Google Shape;8040;p111"/>
          <p:cNvGrpSpPr/>
          <p:nvPr/>
        </p:nvGrpSpPr>
        <p:grpSpPr>
          <a:xfrm>
            <a:off x="1963739" y="3552826"/>
            <a:ext cx="8258175" cy="2900363"/>
            <a:chOff x="439215" y="3555216"/>
            <a:chExt cx="8258951" cy="2901368"/>
          </a:xfrm>
        </p:grpSpPr>
        <p:grpSp>
          <p:nvGrpSpPr>
            <p:cNvPr id="8041" name="Google Shape;8041;p111"/>
            <p:cNvGrpSpPr/>
            <p:nvPr/>
          </p:nvGrpSpPr>
          <p:grpSpPr>
            <a:xfrm>
              <a:off x="1678362" y="3855145"/>
              <a:ext cx="347753" cy="680208"/>
              <a:chOff x="7923189" y="2486663"/>
              <a:chExt cx="360362" cy="884586"/>
            </a:xfrm>
          </p:grpSpPr>
          <p:pic>
            <p:nvPicPr>
              <p:cNvPr id="8042" name="Google Shape;8042;p1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8043" name="Google Shape;8043;p111"/>
              <p:cNvGrpSpPr/>
              <p:nvPr/>
            </p:nvGrpSpPr>
            <p:grpSpPr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8044" name="Google Shape;8044;p11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5" name="Google Shape;8045;p111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46" name="Google Shape;8046;p111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7" name="Google Shape;8047;p111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8" name="Google Shape;8048;p111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049" name="Google Shape;8049;p111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8050" name="Google Shape;8050;p111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51" name="Google Shape;8051;p111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052" name="Google Shape;8052;p111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053" name="Google Shape;8053;p111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8054" name="Google Shape;8054;p111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55" name="Google Shape;8055;p111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056" name="Google Shape;8056;p111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57" name="Google Shape;8057;p111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058" name="Google Shape;8058;p111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8059" name="Google Shape;8059;p111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60" name="Google Shape;8060;p111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061" name="Google Shape;8061;p111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062" name="Google Shape;8062;p111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8063" name="Google Shape;8063;p111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64" name="Google Shape;8064;p111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065" name="Google Shape;8065;p111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66" name="Google Shape;8066;p111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67" name="Google Shape;8067;p111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68" name="Google Shape;8068;p111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69" name="Google Shape;8069;p111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70" name="Google Shape;8070;p111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71" name="Google Shape;8071;p111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72" name="Google Shape;8072;p111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73" name="Google Shape;8073;p111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74" name="Google Shape;8074;p111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75" name="Google Shape;8075;p111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076" name="Google Shape;8076;p111"/>
            <p:cNvGrpSpPr/>
            <p:nvPr/>
          </p:nvGrpSpPr>
          <p:grpSpPr>
            <a:xfrm>
              <a:off x="3221830" y="5776376"/>
              <a:ext cx="347753" cy="680208"/>
              <a:chOff x="7923189" y="2486663"/>
              <a:chExt cx="360362" cy="884586"/>
            </a:xfrm>
          </p:grpSpPr>
          <p:pic>
            <p:nvPicPr>
              <p:cNvPr id="8077" name="Google Shape;8077;p1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8078" name="Google Shape;8078;p111"/>
              <p:cNvGrpSpPr/>
              <p:nvPr/>
            </p:nvGrpSpPr>
            <p:grpSpPr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8079" name="Google Shape;8079;p11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0" name="Google Shape;8080;p111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81" name="Google Shape;8081;p111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2" name="Google Shape;8082;p111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3" name="Google Shape;8083;p111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084" name="Google Shape;8084;p111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8085" name="Google Shape;8085;p111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86" name="Google Shape;8086;p111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087" name="Google Shape;8087;p111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088" name="Google Shape;8088;p111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8089" name="Google Shape;8089;p111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90" name="Google Shape;8090;p111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091" name="Google Shape;8091;p111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92" name="Google Shape;8092;p111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093" name="Google Shape;8093;p111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8094" name="Google Shape;8094;p111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95" name="Google Shape;8095;p111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096" name="Google Shape;8096;p111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097" name="Google Shape;8097;p111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8098" name="Google Shape;8098;p111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99" name="Google Shape;8099;p111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00" name="Google Shape;8100;p111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01" name="Google Shape;8101;p111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2" name="Google Shape;8102;p111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3" name="Google Shape;8103;p111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04" name="Google Shape;8104;p111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5" name="Google Shape;8105;p111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06" name="Google Shape;8106;p111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07" name="Google Shape;8107;p111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08" name="Google Shape;8108;p111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09" name="Google Shape;8109;p111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10" name="Google Shape;8110;p111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111" name="Google Shape;8111;p111"/>
            <p:cNvGrpSpPr/>
            <p:nvPr/>
          </p:nvGrpSpPr>
          <p:grpSpPr>
            <a:xfrm>
              <a:off x="4387291" y="3555216"/>
              <a:ext cx="347753" cy="680208"/>
              <a:chOff x="7923189" y="2486663"/>
              <a:chExt cx="360362" cy="884586"/>
            </a:xfrm>
          </p:grpSpPr>
          <p:pic>
            <p:nvPicPr>
              <p:cNvPr id="8112" name="Google Shape;8112;p1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8113" name="Google Shape;8113;p111"/>
              <p:cNvGrpSpPr/>
              <p:nvPr/>
            </p:nvGrpSpPr>
            <p:grpSpPr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8114" name="Google Shape;8114;p11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5" name="Google Shape;8115;p111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16" name="Google Shape;8116;p111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7" name="Google Shape;8117;p111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8" name="Google Shape;8118;p111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119" name="Google Shape;8119;p111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8120" name="Google Shape;8120;p111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21" name="Google Shape;8121;p111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22" name="Google Shape;8122;p111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123" name="Google Shape;8123;p111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8124" name="Google Shape;8124;p111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25" name="Google Shape;8125;p111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26" name="Google Shape;8126;p111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27" name="Google Shape;8127;p111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128" name="Google Shape;8128;p111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8129" name="Google Shape;8129;p111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30" name="Google Shape;8130;p111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31" name="Google Shape;8131;p111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132" name="Google Shape;8132;p111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8133" name="Google Shape;8133;p111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34" name="Google Shape;8134;p111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35" name="Google Shape;8135;p111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36" name="Google Shape;8136;p111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37" name="Google Shape;8137;p111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38" name="Google Shape;8138;p111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39" name="Google Shape;8139;p111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40" name="Google Shape;8140;p111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41" name="Google Shape;8141;p111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42" name="Google Shape;8142;p111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43" name="Google Shape;8143;p111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44" name="Google Shape;8144;p111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45" name="Google Shape;8145;p111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146" name="Google Shape;8146;p111"/>
            <p:cNvGrpSpPr/>
            <p:nvPr/>
          </p:nvGrpSpPr>
          <p:grpSpPr>
            <a:xfrm>
              <a:off x="5084012" y="5612511"/>
              <a:ext cx="347767" cy="680207"/>
              <a:chOff x="7923189" y="2486664"/>
              <a:chExt cx="360377" cy="884585"/>
            </a:xfrm>
          </p:grpSpPr>
          <p:pic>
            <p:nvPicPr>
              <p:cNvPr id="8147" name="Google Shape;8147;p1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043998" y="2486664"/>
                <a:ext cx="239568" cy="536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8148" name="Google Shape;8148;p111"/>
              <p:cNvGrpSpPr/>
              <p:nvPr/>
            </p:nvGrpSpPr>
            <p:grpSpPr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8149" name="Google Shape;8149;p11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50" name="Google Shape;8150;p111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51" name="Google Shape;8151;p111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52" name="Google Shape;8152;p111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53" name="Google Shape;8153;p111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154" name="Google Shape;8154;p111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8155" name="Google Shape;8155;p111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56" name="Google Shape;8156;p111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57" name="Google Shape;8157;p111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158" name="Google Shape;8158;p111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8159" name="Google Shape;8159;p111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60" name="Google Shape;8160;p111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61" name="Google Shape;8161;p111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62" name="Google Shape;8162;p111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163" name="Google Shape;8163;p111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8164" name="Google Shape;8164;p111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65" name="Google Shape;8165;p111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66" name="Google Shape;8166;p111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167" name="Google Shape;8167;p111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8168" name="Google Shape;8168;p111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69" name="Google Shape;8169;p111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70" name="Google Shape;8170;p111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71" name="Google Shape;8171;p111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2" name="Google Shape;8172;p111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3" name="Google Shape;8173;p111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74" name="Google Shape;8174;p111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5" name="Google Shape;8175;p111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76" name="Google Shape;8176;p111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77" name="Google Shape;8177;p111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78" name="Google Shape;8178;p111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79" name="Google Shape;8179;p111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80" name="Google Shape;8180;p111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181" name="Google Shape;8181;p111"/>
            <p:cNvGrpSpPr/>
            <p:nvPr/>
          </p:nvGrpSpPr>
          <p:grpSpPr>
            <a:xfrm>
              <a:off x="6068038" y="3829780"/>
              <a:ext cx="347753" cy="680208"/>
              <a:chOff x="7923189" y="2486663"/>
              <a:chExt cx="360362" cy="884586"/>
            </a:xfrm>
          </p:grpSpPr>
          <p:pic>
            <p:nvPicPr>
              <p:cNvPr id="8182" name="Google Shape;8182;p1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8183" name="Google Shape;8183;p111"/>
              <p:cNvGrpSpPr/>
              <p:nvPr/>
            </p:nvGrpSpPr>
            <p:grpSpPr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8184" name="Google Shape;8184;p11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5" name="Google Shape;8185;p111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86" name="Google Shape;8186;p111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7" name="Google Shape;8187;p111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8" name="Google Shape;8188;p111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189" name="Google Shape;8189;p111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8190" name="Google Shape;8190;p111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91" name="Google Shape;8191;p111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92" name="Google Shape;8192;p111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193" name="Google Shape;8193;p111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8194" name="Google Shape;8194;p111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95" name="Google Shape;8195;p111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96" name="Google Shape;8196;p111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97" name="Google Shape;8197;p111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198" name="Google Shape;8198;p111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8199" name="Google Shape;8199;p111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00" name="Google Shape;8200;p111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01" name="Google Shape;8201;p111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202" name="Google Shape;8202;p111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8203" name="Google Shape;8203;p111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04" name="Google Shape;8204;p111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05" name="Google Shape;8205;p111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06" name="Google Shape;8206;p111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7" name="Google Shape;8207;p111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8" name="Google Shape;8208;p111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09" name="Google Shape;8209;p111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10" name="Google Shape;8210;p111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11" name="Google Shape;8211;p111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12" name="Google Shape;8212;p111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13" name="Google Shape;8213;p111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14" name="Google Shape;8214;p111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15" name="Google Shape;8215;p111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216" name="Google Shape;8216;p111"/>
            <p:cNvGrpSpPr/>
            <p:nvPr/>
          </p:nvGrpSpPr>
          <p:grpSpPr>
            <a:xfrm>
              <a:off x="2122838" y="5630065"/>
              <a:ext cx="347753" cy="680208"/>
              <a:chOff x="7923189" y="2486663"/>
              <a:chExt cx="360362" cy="884586"/>
            </a:xfrm>
          </p:grpSpPr>
          <p:pic>
            <p:nvPicPr>
              <p:cNvPr id="8217" name="Google Shape;8217;p1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8218" name="Google Shape;8218;p111"/>
              <p:cNvGrpSpPr/>
              <p:nvPr/>
            </p:nvGrpSpPr>
            <p:grpSpPr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8219" name="Google Shape;8219;p11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20" name="Google Shape;8220;p111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21" name="Google Shape;8221;p111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22" name="Google Shape;8222;p111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23" name="Google Shape;8223;p111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224" name="Google Shape;8224;p111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8225" name="Google Shape;8225;p111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26" name="Google Shape;8226;p111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27" name="Google Shape;8227;p111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228" name="Google Shape;8228;p111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8229" name="Google Shape;8229;p111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30" name="Google Shape;8230;p111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31" name="Google Shape;8231;p111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32" name="Google Shape;8232;p111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233" name="Google Shape;8233;p111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8234" name="Google Shape;8234;p111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35" name="Google Shape;8235;p111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36" name="Google Shape;8236;p111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237" name="Google Shape;8237;p111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8238" name="Google Shape;8238;p111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39" name="Google Shape;8239;p111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40" name="Google Shape;8240;p111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41" name="Google Shape;8241;p111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42" name="Google Shape;8242;p111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43" name="Google Shape;8243;p111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44" name="Google Shape;8244;p111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45" name="Google Shape;8245;p111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46" name="Google Shape;8246;p111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47" name="Google Shape;8247;p111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48" name="Google Shape;8248;p111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49" name="Google Shape;8249;p111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50" name="Google Shape;8250;p111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251" name="Google Shape;8251;p111"/>
            <p:cNvGrpSpPr/>
            <p:nvPr/>
          </p:nvGrpSpPr>
          <p:grpSpPr>
            <a:xfrm>
              <a:off x="7707456" y="4365068"/>
              <a:ext cx="990710" cy="735459"/>
              <a:chOff x="7707456" y="4365068"/>
              <a:chExt cx="990710" cy="735459"/>
            </a:xfrm>
          </p:grpSpPr>
          <p:pic>
            <p:nvPicPr>
              <p:cNvPr id="8252" name="Google Shape;8252;p1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771833" y="4640202"/>
                <a:ext cx="822008" cy="4603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8253" name="Google Shape;8253;p111"/>
              <p:cNvGrpSpPr/>
              <p:nvPr/>
            </p:nvGrpSpPr>
            <p:grpSpPr>
              <a:xfrm flipH="1">
                <a:off x="7707456" y="4368231"/>
                <a:ext cx="225477" cy="394743"/>
                <a:chOff x="4144" y="425"/>
                <a:chExt cx="1422" cy="2389"/>
              </a:xfrm>
            </p:grpSpPr>
            <p:sp>
              <p:nvSpPr>
                <p:cNvPr id="8254" name="Google Shape;8254;p11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55" name="Google Shape;8255;p111"/>
                <p:cNvSpPr/>
                <p:nvPr/>
              </p:nvSpPr>
              <p:spPr>
                <a:xfrm>
                  <a:off x="4204" y="425"/>
                  <a:ext cx="1051" cy="2259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56" name="Google Shape;8256;p111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57" name="Google Shape;8257;p111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58" name="Google Shape;8258;p111"/>
                <p:cNvSpPr/>
                <p:nvPr/>
              </p:nvSpPr>
              <p:spPr>
                <a:xfrm>
                  <a:off x="4214" y="685"/>
                  <a:ext cx="60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259" name="Google Shape;8259;p111"/>
                <p:cNvGrpSpPr/>
                <p:nvPr/>
              </p:nvGrpSpPr>
              <p:grpSpPr>
                <a:xfrm>
                  <a:off x="4775" y="666"/>
                  <a:ext cx="581" cy="144"/>
                  <a:chOff x="646" y="2566"/>
                  <a:chExt cx="725" cy="138"/>
                </a:xfrm>
              </p:grpSpPr>
              <p:sp>
                <p:nvSpPr>
                  <p:cNvPr id="8260" name="Google Shape;8260;p111"/>
                  <p:cNvSpPr/>
                  <p:nvPr/>
                </p:nvSpPr>
                <p:spPr>
                  <a:xfrm>
                    <a:off x="646" y="2566"/>
                    <a:ext cx="725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61" name="Google Shape;8261;p111"/>
                  <p:cNvSpPr/>
                  <p:nvPr/>
                </p:nvSpPr>
                <p:spPr>
                  <a:xfrm>
                    <a:off x="659" y="2584"/>
                    <a:ext cx="700" cy="101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62" name="Google Shape;8262;p111"/>
                <p:cNvSpPr/>
                <p:nvPr/>
              </p:nvSpPr>
              <p:spPr>
                <a:xfrm>
                  <a:off x="4224" y="1012"/>
                  <a:ext cx="60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263" name="Google Shape;8263;p111"/>
                <p:cNvGrpSpPr/>
                <p:nvPr/>
              </p:nvGrpSpPr>
              <p:grpSpPr>
                <a:xfrm>
                  <a:off x="4745" y="992"/>
                  <a:ext cx="581" cy="135"/>
                  <a:chOff x="611" y="2566"/>
                  <a:chExt cx="725" cy="140"/>
                </a:xfrm>
              </p:grpSpPr>
              <p:sp>
                <p:nvSpPr>
                  <p:cNvPr id="8264" name="Google Shape;8264;p111"/>
                  <p:cNvSpPr/>
                  <p:nvPr/>
                </p:nvSpPr>
                <p:spPr>
                  <a:xfrm>
                    <a:off x="611" y="2566"/>
                    <a:ext cx="725" cy="14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65" name="Google Shape;8265;p111"/>
                  <p:cNvSpPr/>
                  <p:nvPr/>
                </p:nvSpPr>
                <p:spPr>
                  <a:xfrm>
                    <a:off x="624" y="2586"/>
                    <a:ext cx="687" cy="10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66" name="Google Shape;8266;p111"/>
                <p:cNvSpPr/>
                <p:nvPr/>
              </p:nvSpPr>
              <p:spPr>
                <a:xfrm>
                  <a:off x="4224" y="1358"/>
                  <a:ext cx="591" cy="29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67" name="Google Shape;8267;p111"/>
                <p:cNvSpPr/>
                <p:nvPr/>
              </p:nvSpPr>
              <p:spPr>
                <a:xfrm>
                  <a:off x="4234" y="1627"/>
                  <a:ext cx="59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268" name="Google Shape;8268;p111"/>
                <p:cNvGrpSpPr/>
                <p:nvPr/>
              </p:nvGrpSpPr>
              <p:grpSpPr>
                <a:xfrm>
                  <a:off x="4735" y="1627"/>
                  <a:ext cx="571" cy="125"/>
                  <a:chOff x="614" y="2568"/>
                  <a:chExt cx="711" cy="115"/>
                </a:xfrm>
              </p:grpSpPr>
              <p:sp>
                <p:nvSpPr>
                  <p:cNvPr id="8269" name="Google Shape;8269;p111"/>
                  <p:cNvSpPr/>
                  <p:nvPr/>
                </p:nvSpPr>
                <p:spPr>
                  <a:xfrm>
                    <a:off x="614" y="2568"/>
                    <a:ext cx="711" cy="115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70" name="Google Shape;8270;p111"/>
                  <p:cNvSpPr/>
                  <p:nvPr/>
                </p:nvSpPr>
                <p:spPr>
                  <a:xfrm>
                    <a:off x="626" y="2585"/>
                    <a:ext cx="674" cy="8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71" name="Google Shape;8271;p111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272" name="Google Shape;8272;p111"/>
                <p:cNvGrpSpPr/>
                <p:nvPr/>
              </p:nvGrpSpPr>
              <p:grpSpPr>
                <a:xfrm>
                  <a:off x="4765" y="1300"/>
                  <a:ext cx="560" cy="163"/>
                  <a:chOff x="646" y="2541"/>
                  <a:chExt cx="698" cy="163"/>
                </a:xfrm>
              </p:grpSpPr>
              <p:sp>
                <p:nvSpPr>
                  <p:cNvPr id="8273" name="Google Shape;8273;p111"/>
                  <p:cNvSpPr/>
                  <p:nvPr/>
                </p:nvSpPr>
                <p:spPr>
                  <a:xfrm>
                    <a:off x="646" y="2541"/>
                    <a:ext cx="698" cy="16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74" name="Google Shape;8274;p111"/>
                  <p:cNvSpPr/>
                  <p:nvPr/>
                </p:nvSpPr>
                <p:spPr>
                  <a:xfrm>
                    <a:off x="659" y="2560"/>
                    <a:ext cx="661" cy="135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75" name="Google Shape;8275;p111"/>
                <p:cNvSpPr/>
                <p:nvPr/>
              </p:nvSpPr>
              <p:spPr>
                <a:xfrm>
                  <a:off x="5256" y="425"/>
                  <a:ext cx="60" cy="2268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76" name="Google Shape;8276;p111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7" name="Google Shape;8277;p111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8" name="Google Shape;8278;p111"/>
                <p:cNvSpPr/>
                <p:nvPr/>
              </p:nvSpPr>
              <p:spPr>
                <a:xfrm>
                  <a:off x="5516" y="2588"/>
                  <a:ext cx="50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79" name="Google Shape;8279;p111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80" name="Google Shape;8280;p111"/>
                <p:cNvSpPr/>
                <p:nvPr/>
              </p:nvSpPr>
              <p:spPr>
                <a:xfrm>
                  <a:off x="4144" y="2655"/>
                  <a:ext cx="1202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81" name="Google Shape;8281;p111"/>
                <p:cNvSpPr/>
                <p:nvPr/>
              </p:nvSpPr>
              <p:spPr>
                <a:xfrm>
                  <a:off x="4204" y="2684"/>
                  <a:ext cx="1071" cy="8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82" name="Google Shape;8282;p111"/>
                <p:cNvSpPr/>
                <p:nvPr/>
              </p:nvSpPr>
              <p:spPr>
                <a:xfrm>
                  <a:off x="4314" y="2357"/>
                  <a:ext cx="160" cy="144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83" name="Google Shape;8283;p111"/>
                <p:cNvSpPr/>
                <p:nvPr/>
              </p:nvSpPr>
              <p:spPr>
                <a:xfrm>
                  <a:off x="4485" y="2357"/>
                  <a:ext cx="160" cy="14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84" name="Google Shape;8284;p111"/>
                <p:cNvSpPr/>
                <p:nvPr/>
              </p:nvSpPr>
              <p:spPr>
                <a:xfrm>
                  <a:off x="4665" y="2357"/>
                  <a:ext cx="160" cy="13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85" name="Google Shape;8285;p111"/>
                <p:cNvSpPr/>
                <p:nvPr/>
              </p:nvSpPr>
              <p:spPr>
                <a:xfrm>
                  <a:off x="5065" y="1809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286" name="Google Shape;8286;p111"/>
              <p:cNvGrpSpPr/>
              <p:nvPr/>
            </p:nvGrpSpPr>
            <p:grpSpPr>
              <a:xfrm flipH="1">
                <a:off x="7939232" y="4365068"/>
                <a:ext cx="227063" cy="400196"/>
                <a:chOff x="4137" y="404"/>
                <a:chExt cx="1432" cy="2422"/>
              </a:xfrm>
            </p:grpSpPr>
            <p:sp>
              <p:nvSpPr>
                <p:cNvPr id="8287" name="Google Shape;8287;p11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88" name="Google Shape;8288;p111"/>
                <p:cNvSpPr/>
                <p:nvPr/>
              </p:nvSpPr>
              <p:spPr>
                <a:xfrm>
                  <a:off x="4207" y="404"/>
                  <a:ext cx="1051" cy="2307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89" name="Google Shape;8289;p111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90" name="Google Shape;8290;p111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91" name="Google Shape;8291;p111"/>
                <p:cNvSpPr/>
                <p:nvPr/>
              </p:nvSpPr>
              <p:spPr>
                <a:xfrm>
                  <a:off x="4207" y="693"/>
                  <a:ext cx="601" cy="3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292" name="Google Shape;8292;p111"/>
                <p:cNvGrpSpPr/>
                <p:nvPr/>
              </p:nvGrpSpPr>
              <p:grpSpPr>
                <a:xfrm>
                  <a:off x="4747" y="664"/>
                  <a:ext cx="581" cy="125"/>
                  <a:chOff x="612" y="2564"/>
                  <a:chExt cx="725" cy="120"/>
                </a:xfrm>
              </p:grpSpPr>
              <p:sp>
                <p:nvSpPr>
                  <p:cNvPr id="8293" name="Google Shape;8293;p111"/>
                  <p:cNvSpPr/>
                  <p:nvPr/>
                </p:nvSpPr>
                <p:spPr>
                  <a:xfrm>
                    <a:off x="612" y="2564"/>
                    <a:ext cx="725" cy="12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94" name="Google Shape;8294;p111"/>
                  <p:cNvSpPr/>
                  <p:nvPr/>
                </p:nvSpPr>
                <p:spPr>
                  <a:xfrm>
                    <a:off x="625" y="2582"/>
                    <a:ext cx="700" cy="8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95" name="Google Shape;8295;p111"/>
                <p:cNvSpPr/>
                <p:nvPr/>
              </p:nvSpPr>
              <p:spPr>
                <a:xfrm>
                  <a:off x="4227" y="1019"/>
                  <a:ext cx="591" cy="3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296" name="Google Shape;8296;p111"/>
                <p:cNvGrpSpPr/>
                <p:nvPr/>
              </p:nvGrpSpPr>
              <p:grpSpPr>
                <a:xfrm>
                  <a:off x="4748" y="990"/>
                  <a:ext cx="581" cy="135"/>
                  <a:chOff x="615" y="2564"/>
                  <a:chExt cx="725" cy="140"/>
                </a:xfrm>
              </p:grpSpPr>
              <p:sp>
                <p:nvSpPr>
                  <p:cNvPr id="8297" name="Google Shape;8297;p111"/>
                  <p:cNvSpPr/>
                  <p:nvPr/>
                </p:nvSpPr>
                <p:spPr>
                  <a:xfrm>
                    <a:off x="615" y="2564"/>
                    <a:ext cx="725" cy="14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98" name="Google Shape;8298;p111"/>
                  <p:cNvSpPr/>
                  <p:nvPr/>
                </p:nvSpPr>
                <p:spPr>
                  <a:xfrm>
                    <a:off x="627" y="2584"/>
                    <a:ext cx="687" cy="10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99" name="Google Shape;8299;p111"/>
                <p:cNvSpPr/>
                <p:nvPr/>
              </p:nvSpPr>
              <p:spPr>
                <a:xfrm>
                  <a:off x="4217" y="1356"/>
                  <a:ext cx="59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00" name="Google Shape;8300;p111"/>
                <p:cNvSpPr/>
                <p:nvPr/>
              </p:nvSpPr>
              <p:spPr>
                <a:xfrm>
                  <a:off x="4227" y="1654"/>
                  <a:ext cx="60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301" name="Google Shape;8301;p111"/>
                <p:cNvGrpSpPr/>
                <p:nvPr/>
              </p:nvGrpSpPr>
              <p:grpSpPr>
                <a:xfrm>
                  <a:off x="4737" y="1625"/>
                  <a:ext cx="571" cy="154"/>
                  <a:chOff x="617" y="2566"/>
                  <a:chExt cx="711" cy="142"/>
                </a:xfrm>
              </p:grpSpPr>
              <p:sp>
                <p:nvSpPr>
                  <p:cNvPr id="8302" name="Google Shape;8302;p111"/>
                  <p:cNvSpPr/>
                  <p:nvPr/>
                </p:nvSpPr>
                <p:spPr>
                  <a:xfrm>
                    <a:off x="617" y="2566"/>
                    <a:ext cx="711" cy="142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03" name="Google Shape;8303;p111"/>
                  <p:cNvSpPr/>
                  <p:nvPr/>
                </p:nvSpPr>
                <p:spPr>
                  <a:xfrm>
                    <a:off x="630" y="2584"/>
                    <a:ext cx="674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04" name="Google Shape;8304;p111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305" name="Google Shape;8305;p111"/>
                <p:cNvGrpSpPr/>
                <p:nvPr/>
              </p:nvGrpSpPr>
              <p:grpSpPr>
                <a:xfrm>
                  <a:off x="4737" y="1327"/>
                  <a:ext cx="611" cy="135"/>
                  <a:chOff x="612" y="2568"/>
                  <a:chExt cx="761" cy="135"/>
                </a:xfrm>
              </p:grpSpPr>
              <p:sp>
                <p:nvSpPr>
                  <p:cNvPr id="8306" name="Google Shape;8306;p111"/>
                  <p:cNvSpPr/>
                  <p:nvPr/>
                </p:nvSpPr>
                <p:spPr>
                  <a:xfrm>
                    <a:off x="612" y="2568"/>
                    <a:ext cx="761" cy="135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07" name="Google Shape;8307;p111"/>
                  <p:cNvSpPr/>
                  <p:nvPr/>
                </p:nvSpPr>
                <p:spPr>
                  <a:xfrm>
                    <a:off x="625" y="2587"/>
                    <a:ext cx="723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08" name="Google Shape;8308;p111"/>
                <p:cNvSpPr/>
                <p:nvPr/>
              </p:nvSpPr>
              <p:spPr>
                <a:xfrm>
                  <a:off x="5248" y="404"/>
                  <a:ext cx="70" cy="2316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09" name="Google Shape;8309;p111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10" name="Google Shape;8310;p111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11" name="Google Shape;8311;p111"/>
                <p:cNvSpPr/>
                <p:nvPr/>
              </p:nvSpPr>
              <p:spPr>
                <a:xfrm>
                  <a:off x="5519" y="2615"/>
                  <a:ext cx="50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12" name="Google Shape;8312;p111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13" name="Google Shape;8313;p111"/>
                <p:cNvSpPr/>
                <p:nvPr/>
              </p:nvSpPr>
              <p:spPr>
                <a:xfrm>
                  <a:off x="4137" y="2682"/>
                  <a:ext cx="1202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14" name="Google Shape;8314;p111"/>
                <p:cNvSpPr/>
                <p:nvPr/>
              </p:nvSpPr>
              <p:spPr>
                <a:xfrm>
                  <a:off x="4207" y="2711"/>
                  <a:ext cx="1071" cy="8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15" name="Google Shape;8315;p111"/>
                <p:cNvSpPr/>
                <p:nvPr/>
              </p:nvSpPr>
              <p:spPr>
                <a:xfrm>
                  <a:off x="4307" y="2384"/>
                  <a:ext cx="160" cy="144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16" name="Google Shape;8316;p111"/>
                <p:cNvSpPr/>
                <p:nvPr/>
              </p:nvSpPr>
              <p:spPr>
                <a:xfrm>
                  <a:off x="4487" y="2384"/>
                  <a:ext cx="160" cy="14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17" name="Google Shape;8317;p111"/>
                <p:cNvSpPr/>
                <p:nvPr/>
              </p:nvSpPr>
              <p:spPr>
                <a:xfrm>
                  <a:off x="4658" y="2384"/>
                  <a:ext cx="160" cy="13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18" name="Google Shape;8318;p111"/>
                <p:cNvSpPr/>
                <p:nvPr/>
              </p:nvSpPr>
              <p:spPr>
                <a:xfrm>
                  <a:off x="5068" y="1836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319" name="Google Shape;8319;p111"/>
              <p:cNvGrpSpPr/>
              <p:nvPr/>
            </p:nvGrpSpPr>
            <p:grpSpPr>
              <a:xfrm flipH="1">
                <a:off x="8472689" y="4384243"/>
                <a:ext cx="225477" cy="395404"/>
                <a:chOff x="4140" y="428"/>
                <a:chExt cx="1422" cy="2393"/>
              </a:xfrm>
            </p:grpSpPr>
            <p:sp>
              <p:nvSpPr>
                <p:cNvPr id="8320" name="Google Shape;8320;p11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21" name="Google Shape;8321;p111"/>
                <p:cNvSpPr/>
                <p:nvPr/>
              </p:nvSpPr>
              <p:spPr>
                <a:xfrm>
                  <a:off x="4200" y="428"/>
                  <a:ext cx="1051" cy="2278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22" name="Google Shape;8322;p111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23" name="Google Shape;8323;p111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24" name="Google Shape;8324;p111"/>
                <p:cNvSpPr/>
                <p:nvPr/>
              </p:nvSpPr>
              <p:spPr>
                <a:xfrm>
                  <a:off x="4210" y="687"/>
                  <a:ext cx="60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325" name="Google Shape;8325;p111"/>
                <p:cNvGrpSpPr/>
                <p:nvPr/>
              </p:nvGrpSpPr>
              <p:grpSpPr>
                <a:xfrm>
                  <a:off x="4751" y="668"/>
                  <a:ext cx="581" cy="144"/>
                  <a:chOff x="616" y="2568"/>
                  <a:chExt cx="725" cy="138"/>
                </a:xfrm>
              </p:grpSpPr>
              <p:sp>
                <p:nvSpPr>
                  <p:cNvPr id="8326" name="Google Shape;8326;p111"/>
                  <p:cNvSpPr/>
                  <p:nvPr/>
                </p:nvSpPr>
                <p:spPr>
                  <a:xfrm>
                    <a:off x="616" y="2568"/>
                    <a:ext cx="725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27" name="Google Shape;8327;p111"/>
                  <p:cNvSpPr/>
                  <p:nvPr/>
                </p:nvSpPr>
                <p:spPr>
                  <a:xfrm>
                    <a:off x="629" y="2586"/>
                    <a:ext cx="700" cy="101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28" name="Google Shape;8328;p111"/>
                <p:cNvSpPr/>
                <p:nvPr/>
              </p:nvSpPr>
              <p:spPr>
                <a:xfrm>
                  <a:off x="4220" y="1014"/>
                  <a:ext cx="60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329" name="Google Shape;8329;p111"/>
                <p:cNvGrpSpPr/>
                <p:nvPr/>
              </p:nvGrpSpPr>
              <p:grpSpPr>
                <a:xfrm>
                  <a:off x="4721" y="995"/>
                  <a:ext cx="581" cy="135"/>
                  <a:chOff x="581" y="2569"/>
                  <a:chExt cx="725" cy="140"/>
                </a:xfrm>
              </p:grpSpPr>
              <p:sp>
                <p:nvSpPr>
                  <p:cNvPr id="8330" name="Google Shape;8330;p111"/>
                  <p:cNvSpPr/>
                  <p:nvPr/>
                </p:nvSpPr>
                <p:spPr>
                  <a:xfrm>
                    <a:off x="581" y="2569"/>
                    <a:ext cx="725" cy="14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31" name="Google Shape;8331;p111"/>
                  <p:cNvSpPr/>
                  <p:nvPr/>
                </p:nvSpPr>
                <p:spPr>
                  <a:xfrm>
                    <a:off x="594" y="2589"/>
                    <a:ext cx="687" cy="10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32" name="Google Shape;8332;p111"/>
                <p:cNvSpPr/>
                <p:nvPr/>
              </p:nvSpPr>
              <p:spPr>
                <a:xfrm>
                  <a:off x="4220" y="1360"/>
                  <a:ext cx="591" cy="3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33" name="Google Shape;8333;p111"/>
                <p:cNvSpPr/>
                <p:nvPr/>
              </p:nvSpPr>
              <p:spPr>
                <a:xfrm>
                  <a:off x="4230" y="1648"/>
                  <a:ext cx="59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334" name="Google Shape;8334;p111"/>
                <p:cNvGrpSpPr/>
                <p:nvPr/>
              </p:nvGrpSpPr>
              <p:grpSpPr>
                <a:xfrm>
                  <a:off x="4731" y="1629"/>
                  <a:ext cx="551" cy="144"/>
                  <a:chOff x="609" y="2570"/>
                  <a:chExt cx="686" cy="133"/>
                </a:xfrm>
              </p:grpSpPr>
              <p:sp>
                <p:nvSpPr>
                  <p:cNvPr id="8335" name="Google Shape;8335;p111"/>
                  <p:cNvSpPr/>
                  <p:nvPr/>
                </p:nvSpPr>
                <p:spPr>
                  <a:xfrm>
                    <a:off x="609" y="2570"/>
                    <a:ext cx="686" cy="13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36" name="Google Shape;8336;p111"/>
                  <p:cNvSpPr/>
                  <p:nvPr/>
                </p:nvSpPr>
                <p:spPr>
                  <a:xfrm>
                    <a:off x="621" y="2588"/>
                    <a:ext cx="649" cy="9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37" name="Google Shape;8337;p111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338" name="Google Shape;8338;p111"/>
                <p:cNvGrpSpPr/>
                <p:nvPr/>
              </p:nvGrpSpPr>
              <p:grpSpPr>
                <a:xfrm>
                  <a:off x="4741" y="1302"/>
                  <a:ext cx="580" cy="163"/>
                  <a:chOff x="616" y="2543"/>
                  <a:chExt cx="723" cy="163"/>
                </a:xfrm>
              </p:grpSpPr>
              <p:sp>
                <p:nvSpPr>
                  <p:cNvPr id="8339" name="Google Shape;8339;p111"/>
                  <p:cNvSpPr/>
                  <p:nvPr/>
                </p:nvSpPr>
                <p:spPr>
                  <a:xfrm>
                    <a:off x="616" y="2543"/>
                    <a:ext cx="723" cy="16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40" name="Google Shape;8340;p111"/>
                  <p:cNvSpPr/>
                  <p:nvPr/>
                </p:nvSpPr>
                <p:spPr>
                  <a:xfrm>
                    <a:off x="629" y="2582"/>
                    <a:ext cx="686" cy="115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41" name="Google Shape;8341;p111"/>
                <p:cNvSpPr/>
                <p:nvPr/>
              </p:nvSpPr>
              <p:spPr>
                <a:xfrm>
                  <a:off x="5251" y="428"/>
                  <a:ext cx="60" cy="2287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42" name="Google Shape;8342;p111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3" name="Google Shape;8343;p111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4" name="Google Shape;8344;p111"/>
                <p:cNvSpPr/>
                <p:nvPr/>
              </p:nvSpPr>
              <p:spPr>
                <a:xfrm>
                  <a:off x="5512" y="2609"/>
                  <a:ext cx="50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45" name="Google Shape;8345;p111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6" name="Google Shape;8346;p111"/>
                <p:cNvSpPr/>
                <p:nvPr/>
              </p:nvSpPr>
              <p:spPr>
                <a:xfrm>
                  <a:off x="4140" y="2677"/>
                  <a:ext cx="1202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47" name="Google Shape;8347;p111"/>
                <p:cNvSpPr/>
                <p:nvPr/>
              </p:nvSpPr>
              <p:spPr>
                <a:xfrm>
                  <a:off x="4200" y="2705"/>
                  <a:ext cx="1071" cy="7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48" name="Google Shape;8348;p111"/>
                <p:cNvSpPr/>
                <p:nvPr/>
              </p:nvSpPr>
              <p:spPr>
                <a:xfrm>
                  <a:off x="4310" y="2379"/>
                  <a:ext cx="160" cy="144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49" name="Google Shape;8349;p111"/>
                <p:cNvSpPr/>
                <p:nvPr/>
              </p:nvSpPr>
              <p:spPr>
                <a:xfrm>
                  <a:off x="4480" y="2379"/>
                  <a:ext cx="160" cy="14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50" name="Google Shape;8350;p111"/>
                <p:cNvSpPr/>
                <p:nvPr/>
              </p:nvSpPr>
              <p:spPr>
                <a:xfrm>
                  <a:off x="4661" y="2379"/>
                  <a:ext cx="160" cy="13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51" name="Google Shape;8351;p111"/>
                <p:cNvSpPr/>
                <p:nvPr/>
              </p:nvSpPr>
              <p:spPr>
                <a:xfrm>
                  <a:off x="5061" y="1831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352" name="Google Shape;8352;p111"/>
            <p:cNvGrpSpPr/>
            <p:nvPr/>
          </p:nvGrpSpPr>
          <p:grpSpPr>
            <a:xfrm>
              <a:off x="7186941" y="5734675"/>
              <a:ext cx="347753" cy="680208"/>
              <a:chOff x="7923189" y="2486663"/>
              <a:chExt cx="360362" cy="884586"/>
            </a:xfrm>
          </p:grpSpPr>
          <p:pic>
            <p:nvPicPr>
              <p:cNvPr id="8353" name="Google Shape;8353;p1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8354" name="Google Shape;8354;p111"/>
              <p:cNvGrpSpPr/>
              <p:nvPr/>
            </p:nvGrpSpPr>
            <p:grpSpPr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8355" name="Google Shape;8355;p11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6" name="Google Shape;8356;p111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57" name="Google Shape;8357;p111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8" name="Google Shape;8358;p111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9" name="Google Shape;8359;p111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360" name="Google Shape;8360;p111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8361" name="Google Shape;8361;p111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62" name="Google Shape;8362;p111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63" name="Google Shape;8363;p111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364" name="Google Shape;8364;p111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8365" name="Google Shape;8365;p111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66" name="Google Shape;8366;p111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67" name="Google Shape;8367;p111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68" name="Google Shape;8368;p111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369" name="Google Shape;8369;p111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8370" name="Google Shape;8370;p111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71" name="Google Shape;8371;p111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72" name="Google Shape;8372;p111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373" name="Google Shape;8373;p111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8374" name="Google Shape;8374;p111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75" name="Google Shape;8375;p111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76" name="Google Shape;8376;p111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77" name="Google Shape;8377;p111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78" name="Google Shape;8378;p111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79" name="Google Shape;8379;p111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80" name="Google Shape;8380;p111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81" name="Google Shape;8381;p111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82" name="Google Shape;8382;p111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83" name="Google Shape;8383;p111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84" name="Google Shape;8384;p111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85" name="Google Shape;8385;p111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86" name="Google Shape;8386;p111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387" name="Google Shape;8387;p111"/>
            <p:cNvGrpSpPr/>
            <p:nvPr/>
          </p:nvGrpSpPr>
          <p:grpSpPr>
            <a:xfrm>
              <a:off x="439215" y="4827099"/>
              <a:ext cx="871949" cy="506826"/>
              <a:chOff x="439215" y="4827099"/>
              <a:chExt cx="871949" cy="506826"/>
            </a:xfrm>
          </p:grpSpPr>
          <p:grpSp>
            <p:nvGrpSpPr>
              <p:cNvPr id="8388" name="Google Shape;8388;p111"/>
              <p:cNvGrpSpPr/>
              <p:nvPr/>
            </p:nvGrpSpPr>
            <p:grpSpPr>
              <a:xfrm>
                <a:off x="439215" y="4827099"/>
                <a:ext cx="871949" cy="506826"/>
                <a:chOff x="2889" y="1631"/>
                <a:chExt cx="976" cy="743"/>
              </a:xfrm>
            </p:grpSpPr>
            <p:sp>
              <p:nvSpPr>
                <p:cNvPr id="8389" name="Google Shape;8389;p111"/>
                <p:cNvSpPr/>
                <p:nvPr/>
              </p:nvSpPr>
              <p:spPr>
                <a:xfrm>
                  <a:off x="3046" y="1841"/>
                  <a:ext cx="663" cy="533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90" name="Google Shape;8390;p111"/>
                <p:cNvSpPr/>
                <p:nvPr/>
              </p:nvSpPr>
              <p:spPr>
                <a:xfrm>
                  <a:off x="2889" y="1631"/>
                  <a:ext cx="976" cy="25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7F7F7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CC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8391" name="Google Shape;8391;p11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683109" y="5014480"/>
                <a:ext cx="405029" cy="29083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392" name="Google Shape;8392;p111"/>
          <p:cNvGrpSpPr/>
          <p:nvPr/>
        </p:nvGrpSpPr>
        <p:grpSpPr>
          <a:xfrm>
            <a:off x="1949451" y="1181101"/>
            <a:ext cx="8258175" cy="5427663"/>
            <a:chOff x="425291" y="1016574"/>
            <a:chExt cx="8258951" cy="5427438"/>
          </a:xfrm>
        </p:grpSpPr>
        <p:grpSp>
          <p:nvGrpSpPr>
            <p:cNvPr id="8393" name="Google Shape;8393;p111"/>
            <p:cNvGrpSpPr/>
            <p:nvPr/>
          </p:nvGrpSpPr>
          <p:grpSpPr>
            <a:xfrm>
              <a:off x="861989" y="1488950"/>
              <a:ext cx="7326475" cy="4955062"/>
              <a:chOff x="861989" y="1488950"/>
              <a:chExt cx="7326475" cy="4955062"/>
            </a:xfrm>
          </p:grpSpPr>
          <p:cxnSp>
            <p:nvCxnSpPr>
              <p:cNvPr id="8394" name="Google Shape;8394;p111"/>
              <p:cNvCxnSpPr>
                <a:stCxn id="8391" idx="2"/>
              </p:cNvCxnSpPr>
              <p:nvPr/>
            </p:nvCxnSpPr>
            <p:spPr>
              <a:xfrm rot="10800000">
                <a:off x="861989" y="2767320"/>
                <a:ext cx="24000" cy="237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95" name="Google Shape;8395;p111"/>
              <p:cNvCxnSpPr>
                <a:stCxn id="8045" idx="2"/>
              </p:cNvCxnSpPr>
              <p:nvPr/>
            </p:nvCxnSpPr>
            <p:spPr>
              <a:xfrm flipH="1" rot="10800000">
                <a:off x="1769891" y="1937029"/>
                <a:ext cx="300" cy="24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96" name="Google Shape;8396;p111"/>
              <p:cNvCxnSpPr/>
              <p:nvPr/>
            </p:nvCxnSpPr>
            <p:spPr>
              <a:xfrm rot="10800000">
                <a:off x="2209958" y="3252851"/>
                <a:ext cx="0" cy="25398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97" name="Google Shape;8397;p111"/>
              <p:cNvCxnSpPr/>
              <p:nvPr/>
            </p:nvCxnSpPr>
            <p:spPr>
              <a:xfrm rot="10800000">
                <a:off x="3314938" y="3904152"/>
                <a:ext cx="0" cy="25398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98" name="Google Shape;8398;p111"/>
              <p:cNvCxnSpPr/>
              <p:nvPr/>
            </p:nvCxnSpPr>
            <p:spPr>
              <a:xfrm rot="10800000">
                <a:off x="4465279" y="1488950"/>
                <a:ext cx="0" cy="25398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99" name="Google Shape;8399;p111"/>
              <p:cNvCxnSpPr/>
              <p:nvPr/>
            </p:nvCxnSpPr>
            <p:spPr>
              <a:xfrm rot="10800000">
                <a:off x="5162011" y="3561357"/>
                <a:ext cx="0" cy="25398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00" name="Google Shape;8400;p111"/>
              <p:cNvCxnSpPr/>
              <p:nvPr/>
            </p:nvCxnSpPr>
            <p:spPr>
              <a:xfrm rot="10800000">
                <a:off x="6130907" y="1778447"/>
                <a:ext cx="0" cy="25398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01" name="Google Shape;8401;p111"/>
              <p:cNvCxnSpPr/>
              <p:nvPr/>
            </p:nvCxnSpPr>
            <p:spPr>
              <a:xfrm rot="10800000">
                <a:off x="8188464" y="2384037"/>
                <a:ext cx="0" cy="25398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02" name="Google Shape;8402;p111"/>
              <p:cNvCxnSpPr/>
              <p:nvPr/>
            </p:nvCxnSpPr>
            <p:spPr>
              <a:xfrm rot="10800000">
                <a:off x="7267323" y="3880001"/>
                <a:ext cx="0" cy="25398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403" name="Google Shape;8403;p111"/>
            <p:cNvGrpSpPr/>
            <p:nvPr/>
          </p:nvGrpSpPr>
          <p:grpSpPr>
            <a:xfrm>
              <a:off x="425291" y="1016574"/>
              <a:ext cx="8258951" cy="2901368"/>
              <a:chOff x="439215" y="3555216"/>
              <a:chExt cx="8258951" cy="2901368"/>
            </a:xfrm>
          </p:grpSpPr>
          <p:grpSp>
            <p:nvGrpSpPr>
              <p:cNvPr id="8404" name="Google Shape;8404;p111"/>
              <p:cNvGrpSpPr/>
              <p:nvPr/>
            </p:nvGrpSpPr>
            <p:grpSpPr>
              <a:xfrm>
                <a:off x="1678362" y="3855145"/>
                <a:ext cx="347753" cy="680208"/>
                <a:chOff x="7923189" y="2486663"/>
                <a:chExt cx="360362" cy="884586"/>
              </a:xfrm>
            </p:grpSpPr>
            <p:pic>
              <p:nvPicPr>
                <p:cNvPr id="8405" name="Google Shape;8405;p11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8406" name="Google Shape;8406;p111"/>
                <p:cNvGrpSpPr/>
                <p:nvPr/>
              </p:nvGrpSpPr>
              <p:grpSpPr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8407" name="Google Shape;8407;p111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08" name="Google Shape;8408;p111"/>
                  <p:cNvSpPr/>
                  <p:nvPr/>
                </p:nvSpPr>
                <p:spPr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09" name="Google Shape;8409;p111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10" name="Google Shape;8410;p111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11" name="Google Shape;8411;p111"/>
                  <p:cNvSpPr/>
                  <p:nvPr/>
                </p:nvSpPr>
                <p:spPr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412" name="Google Shape;8412;p111"/>
                  <p:cNvGrpSpPr/>
                  <p:nvPr/>
                </p:nvGrpSpPr>
                <p:grpSpPr>
                  <a:xfrm>
                    <a:off x="4748" y="666"/>
                    <a:ext cx="578" cy="150"/>
                    <a:chOff x="613" y="2566"/>
                    <a:chExt cx="721" cy="144"/>
                  </a:xfrm>
                </p:grpSpPr>
                <p:sp>
                  <p:nvSpPr>
                    <p:cNvPr id="8413" name="Google Shape;8413;p111"/>
                    <p:cNvSpPr/>
                    <p:nvPr/>
                  </p:nvSpPr>
                  <p:spPr>
                    <a:xfrm>
                      <a:off x="613" y="2566"/>
                      <a:ext cx="721" cy="14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14" name="Google Shape;8414;p111"/>
                    <p:cNvSpPr/>
                    <p:nvPr/>
                  </p:nvSpPr>
                  <p:spPr>
                    <a:xfrm>
                      <a:off x="625" y="2581"/>
                      <a:ext cx="696" cy="114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15" name="Google Shape;8415;p111"/>
                  <p:cNvSpPr/>
                  <p:nvPr/>
                </p:nvSpPr>
                <p:spPr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416" name="Google Shape;8416;p111"/>
                  <p:cNvGrpSpPr/>
                  <p:nvPr/>
                </p:nvGrpSpPr>
                <p:grpSpPr>
                  <a:xfrm>
                    <a:off x="4748" y="990"/>
                    <a:ext cx="578" cy="134"/>
                    <a:chOff x="615" y="2564"/>
                    <a:chExt cx="721" cy="139"/>
                  </a:xfrm>
                </p:grpSpPr>
                <p:sp>
                  <p:nvSpPr>
                    <p:cNvPr id="8417" name="Google Shape;8417;p111"/>
                    <p:cNvSpPr/>
                    <p:nvPr/>
                  </p:nvSpPr>
                  <p:spPr>
                    <a:xfrm>
                      <a:off x="615" y="2564"/>
                      <a:ext cx="721" cy="13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18" name="Google Shape;8418;p111"/>
                    <p:cNvSpPr/>
                    <p:nvPr/>
                  </p:nvSpPr>
                  <p:spPr>
                    <a:xfrm>
                      <a:off x="628" y="2581"/>
                      <a:ext cx="696" cy="107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19" name="Google Shape;8419;p111"/>
                  <p:cNvSpPr/>
                  <p:nvPr/>
                </p:nvSpPr>
                <p:spPr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20" name="Google Shape;8420;p111"/>
                  <p:cNvSpPr/>
                  <p:nvPr/>
                </p:nvSpPr>
                <p:spPr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421" name="Google Shape;8421;p111"/>
                  <p:cNvGrpSpPr/>
                  <p:nvPr/>
                </p:nvGrpSpPr>
                <p:grpSpPr>
                  <a:xfrm>
                    <a:off x="4738" y="1647"/>
                    <a:ext cx="578" cy="135"/>
                    <a:chOff x="618" y="2586"/>
                    <a:chExt cx="720" cy="124"/>
                  </a:xfrm>
                </p:grpSpPr>
                <p:sp>
                  <p:nvSpPr>
                    <p:cNvPr id="8422" name="Google Shape;8422;p111"/>
                    <p:cNvSpPr/>
                    <p:nvPr/>
                  </p:nvSpPr>
                  <p:spPr>
                    <a:xfrm>
                      <a:off x="618" y="2586"/>
                      <a:ext cx="720" cy="12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23" name="Google Shape;8423;p111"/>
                    <p:cNvSpPr/>
                    <p:nvPr/>
                  </p:nvSpPr>
                  <p:spPr>
                    <a:xfrm>
                      <a:off x="630" y="2586"/>
                      <a:ext cx="695" cy="109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24" name="Google Shape;8424;p111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425" name="Google Shape;8425;p111"/>
                  <p:cNvGrpSpPr/>
                  <p:nvPr/>
                </p:nvGrpSpPr>
                <p:grpSpPr>
                  <a:xfrm>
                    <a:off x="4738" y="1330"/>
                    <a:ext cx="588" cy="134"/>
                    <a:chOff x="613" y="2571"/>
                    <a:chExt cx="732" cy="134"/>
                  </a:xfrm>
                </p:grpSpPr>
                <p:sp>
                  <p:nvSpPr>
                    <p:cNvPr id="8426" name="Google Shape;8426;p111"/>
                    <p:cNvSpPr/>
                    <p:nvPr/>
                  </p:nvSpPr>
                  <p:spPr>
                    <a:xfrm>
                      <a:off x="613" y="2571"/>
                      <a:ext cx="732" cy="13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27" name="Google Shape;8427;p111"/>
                    <p:cNvSpPr/>
                    <p:nvPr/>
                  </p:nvSpPr>
                  <p:spPr>
                    <a:xfrm>
                      <a:off x="625" y="2587"/>
                      <a:ext cx="720" cy="103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28" name="Google Shape;8428;p111"/>
                  <p:cNvSpPr/>
                  <p:nvPr/>
                </p:nvSpPr>
                <p:spPr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29" name="Google Shape;8429;p111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30" name="Google Shape;8430;p111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31" name="Google Shape;8431;p111"/>
                  <p:cNvSpPr/>
                  <p:nvPr/>
                </p:nvSpPr>
                <p:spPr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32" name="Google Shape;8432;p111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33" name="Google Shape;8433;p111"/>
                  <p:cNvSpPr/>
                  <p:nvPr/>
                </p:nvSpPr>
                <p:spPr>
                  <a:xfrm>
                    <a:off x="4140" y="2675"/>
                    <a:ext cx="1196" cy="15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34" name="Google Shape;8434;p111"/>
                  <p:cNvSpPr/>
                  <p:nvPr/>
                </p:nvSpPr>
                <p:spPr>
                  <a:xfrm>
                    <a:off x="4210" y="2714"/>
                    <a:ext cx="1066" cy="7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35" name="Google Shape;8435;p111"/>
                  <p:cNvSpPr/>
                  <p:nvPr/>
                </p:nvSpPr>
                <p:spPr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36" name="Google Shape;8436;p111"/>
                  <p:cNvSpPr/>
                  <p:nvPr/>
                </p:nvSpPr>
                <p:spPr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37" name="Google Shape;8437;p111"/>
                  <p:cNvSpPr/>
                  <p:nvPr/>
                </p:nvSpPr>
                <p:spPr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38" name="Google Shape;8438;p111"/>
                  <p:cNvSpPr/>
                  <p:nvPr/>
                </p:nvSpPr>
                <p:spPr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439" name="Google Shape;8439;p111"/>
              <p:cNvGrpSpPr/>
              <p:nvPr/>
            </p:nvGrpSpPr>
            <p:grpSpPr>
              <a:xfrm>
                <a:off x="3221830" y="5776376"/>
                <a:ext cx="347753" cy="680208"/>
                <a:chOff x="7923189" y="2486663"/>
                <a:chExt cx="360362" cy="884586"/>
              </a:xfrm>
            </p:grpSpPr>
            <p:pic>
              <p:nvPicPr>
                <p:cNvPr id="8440" name="Google Shape;8440;p11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8441" name="Google Shape;8441;p111"/>
                <p:cNvGrpSpPr/>
                <p:nvPr/>
              </p:nvGrpSpPr>
              <p:grpSpPr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8442" name="Google Shape;8442;p111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43" name="Google Shape;8443;p111"/>
                  <p:cNvSpPr/>
                  <p:nvPr/>
                </p:nvSpPr>
                <p:spPr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44" name="Google Shape;8444;p111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45" name="Google Shape;8445;p111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46" name="Google Shape;8446;p111"/>
                  <p:cNvSpPr/>
                  <p:nvPr/>
                </p:nvSpPr>
                <p:spPr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447" name="Google Shape;8447;p111"/>
                  <p:cNvGrpSpPr/>
                  <p:nvPr/>
                </p:nvGrpSpPr>
                <p:grpSpPr>
                  <a:xfrm>
                    <a:off x="4748" y="666"/>
                    <a:ext cx="578" cy="150"/>
                    <a:chOff x="613" y="2566"/>
                    <a:chExt cx="721" cy="144"/>
                  </a:xfrm>
                </p:grpSpPr>
                <p:sp>
                  <p:nvSpPr>
                    <p:cNvPr id="8448" name="Google Shape;8448;p111"/>
                    <p:cNvSpPr/>
                    <p:nvPr/>
                  </p:nvSpPr>
                  <p:spPr>
                    <a:xfrm>
                      <a:off x="613" y="2566"/>
                      <a:ext cx="721" cy="14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49" name="Google Shape;8449;p111"/>
                    <p:cNvSpPr/>
                    <p:nvPr/>
                  </p:nvSpPr>
                  <p:spPr>
                    <a:xfrm>
                      <a:off x="625" y="2581"/>
                      <a:ext cx="696" cy="114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50" name="Google Shape;8450;p111"/>
                  <p:cNvSpPr/>
                  <p:nvPr/>
                </p:nvSpPr>
                <p:spPr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451" name="Google Shape;8451;p111"/>
                  <p:cNvGrpSpPr/>
                  <p:nvPr/>
                </p:nvGrpSpPr>
                <p:grpSpPr>
                  <a:xfrm>
                    <a:off x="4748" y="990"/>
                    <a:ext cx="578" cy="134"/>
                    <a:chOff x="615" y="2564"/>
                    <a:chExt cx="721" cy="139"/>
                  </a:xfrm>
                </p:grpSpPr>
                <p:sp>
                  <p:nvSpPr>
                    <p:cNvPr id="8452" name="Google Shape;8452;p111"/>
                    <p:cNvSpPr/>
                    <p:nvPr/>
                  </p:nvSpPr>
                  <p:spPr>
                    <a:xfrm>
                      <a:off x="615" y="2564"/>
                      <a:ext cx="721" cy="13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53" name="Google Shape;8453;p111"/>
                    <p:cNvSpPr/>
                    <p:nvPr/>
                  </p:nvSpPr>
                  <p:spPr>
                    <a:xfrm>
                      <a:off x="628" y="2581"/>
                      <a:ext cx="696" cy="107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54" name="Google Shape;8454;p111"/>
                  <p:cNvSpPr/>
                  <p:nvPr/>
                </p:nvSpPr>
                <p:spPr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55" name="Google Shape;8455;p111"/>
                  <p:cNvSpPr/>
                  <p:nvPr/>
                </p:nvSpPr>
                <p:spPr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456" name="Google Shape;8456;p111"/>
                  <p:cNvGrpSpPr/>
                  <p:nvPr/>
                </p:nvGrpSpPr>
                <p:grpSpPr>
                  <a:xfrm>
                    <a:off x="4738" y="1647"/>
                    <a:ext cx="578" cy="135"/>
                    <a:chOff x="618" y="2586"/>
                    <a:chExt cx="720" cy="124"/>
                  </a:xfrm>
                </p:grpSpPr>
                <p:sp>
                  <p:nvSpPr>
                    <p:cNvPr id="8457" name="Google Shape;8457;p111"/>
                    <p:cNvSpPr/>
                    <p:nvPr/>
                  </p:nvSpPr>
                  <p:spPr>
                    <a:xfrm>
                      <a:off x="618" y="2586"/>
                      <a:ext cx="720" cy="12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58" name="Google Shape;8458;p111"/>
                    <p:cNvSpPr/>
                    <p:nvPr/>
                  </p:nvSpPr>
                  <p:spPr>
                    <a:xfrm>
                      <a:off x="630" y="2586"/>
                      <a:ext cx="695" cy="109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59" name="Google Shape;8459;p111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460" name="Google Shape;8460;p111"/>
                  <p:cNvGrpSpPr/>
                  <p:nvPr/>
                </p:nvGrpSpPr>
                <p:grpSpPr>
                  <a:xfrm>
                    <a:off x="4738" y="1330"/>
                    <a:ext cx="588" cy="134"/>
                    <a:chOff x="613" y="2571"/>
                    <a:chExt cx="732" cy="134"/>
                  </a:xfrm>
                </p:grpSpPr>
                <p:sp>
                  <p:nvSpPr>
                    <p:cNvPr id="8461" name="Google Shape;8461;p111"/>
                    <p:cNvSpPr/>
                    <p:nvPr/>
                  </p:nvSpPr>
                  <p:spPr>
                    <a:xfrm>
                      <a:off x="613" y="2571"/>
                      <a:ext cx="732" cy="13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62" name="Google Shape;8462;p111"/>
                    <p:cNvSpPr/>
                    <p:nvPr/>
                  </p:nvSpPr>
                  <p:spPr>
                    <a:xfrm>
                      <a:off x="625" y="2587"/>
                      <a:ext cx="720" cy="103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63" name="Google Shape;8463;p111"/>
                  <p:cNvSpPr/>
                  <p:nvPr/>
                </p:nvSpPr>
                <p:spPr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64" name="Google Shape;8464;p111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65" name="Google Shape;8465;p111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66" name="Google Shape;8466;p111"/>
                  <p:cNvSpPr/>
                  <p:nvPr/>
                </p:nvSpPr>
                <p:spPr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67" name="Google Shape;8467;p111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68" name="Google Shape;8468;p111"/>
                  <p:cNvSpPr/>
                  <p:nvPr/>
                </p:nvSpPr>
                <p:spPr>
                  <a:xfrm>
                    <a:off x="4140" y="2675"/>
                    <a:ext cx="1196" cy="15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69" name="Google Shape;8469;p111"/>
                  <p:cNvSpPr/>
                  <p:nvPr/>
                </p:nvSpPr>
                <p:spPr>
                  <a:xfrm>
                    <a:off x="4210" y="2714"/>
                    <a:ext cx="1066" cy="7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70" name="Google Shape;8470;p111"/>
                  <p:cNvSpPr/>
                  <p:nvPr/>
                </p:nvSpPr>
                <p:spPr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71" name="Google Shape;8471;p111"/>
                  <p:cNvSpPr/>
                  <p:nvPr/>
                </p:nvSpPr>
                <p:spPr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72" name="Google Shape;8472;p111"/>
                  <p:cNvSpPr/>
                  <p:nvPr/>
                </p:nvSpPr>
                <p:spPr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73" name="Google Shape;8473;p111"/>
                  <p:cNvSpPr/>
                  <p:nvPr/>
                </p:nvSpPr>
                <p:spPr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474" name="Google Shape;8474;p111"/>
              <p:cNvGrpSpPr/>
              <p:nvPr/>
            </p:nvGrpSpPr>
            <p:grpSpPr>
              <a:xfrm>
                <a:off x="4387291" y="3555216"/>
                <a:ext cx="347753" cy="680208"/>
                <a:chOff x="7923189" y="2486663"/>
                <a:chExt cx="360362" cy="884586"/>
              </a:xfrm>
            </p:grpSpPr>
            <p:pic>
              <p:nvPicPr>
                <p:cNvPr id="8475" name="Google Shape;8475;p11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8476" name="Google Shape;8476;p111"/>
                <p:cNvGrpSpPr/>
                <p:nvPr/>
              </p:nvGrpSpPr>
              <p:grpSpPr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8477" name="Google Shape;8477;p111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78" name="Google Shape;8478;p111"/>
                  <p:cNvSpPr/>
                  <p:nvPr/>
                </p:nvSpPr>
                <p:spPr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79" name="Google Shape;8479;p111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80" name="Google Shape;8480;p111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81" name="Google Shape;8481;p111"/>
                  <p:cNvSpPr/>
                  <p:nvPr/>
                </p:nvSpPr>
                <p:spPr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482" name="Google Shape;8482;p111"/>
                  <p:cNvGrpSpPr/>
                  <p:nvPr/>
                </p:nvGrpSpPr>
                <p:grpSpPr>
                  <a:xfrm>
                    <a:off x="4748" y="666"/>
                    <a:ext cx="578" cy="150"/>
                    <a:chOff x="613" y="2566"/>
                    <a:chExt cx="721" cy="144"/>
                  </a:xfrm>
                </p:grpSpPr>
                <p:sp>
                  <p:nvSpPr>
                    <p:cNvPr id="8483" name="Google Shape;8483;p111"/>
                    <p:cNvSpPr/>
                    <p:nvPr/>
                  </p:nvSpPr>
                  <p:spPr>
                    <a:xfrm>
                      <a:off x="613" y="2566"/>
                      <a:ext cx="721" cy="14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84" name="Google Shape;8484;p111"/>
                    <p:cNvSpPr/>
                    <p:nvPr/>
                  </p:nvSpPr>
                  <p:spPr>
                    <a:xfrm>
                      <a:off x="625" y="2581"/>
                      <a:ext cx="696" cy="114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85" name="Google Shape;8485;p111"/>
                  <p:cNvSpPr/>
                  <p:nvPr/>
                </p:nvSpPr>
                <p:spPr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486" name="Google Shape;8486;p111"/>
                  <p:cNvGrpSpPr/>
                  <p:nvPr/>
                </p:nvGrpSpPr>
                <p:grpSpPr>
                  <a:xfrm>
                    <a:off x="4748" y="990"/>
                    <a:ext cx="578" cy="134"/>
                    <a:chOff x="615" y="2564"/>
                    <a:chExt cx="721" cy="139"/>
                  </a:xfrm>
                </p:grpSpPr>
                <p:sp>
                  <p:nvSpPr>
                    <p:cNvPr id="8487" name="Google Shape;8487;p111"/>
                    <p:cNvSpPr/>
                    <p:nvPr/>
                  </p:nvSpPr>
                  <p:spPr>
                    <a:xfrm>
                      <a:off x="615" y="2564"/>
                      <a:ext cx="721" cy="13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88" name="Google Shape;8488;p111"/>
                    <p:cNvSpPr/>
                    <p:nvPr/>
                  </p:nvSpPr>
                  <p:spPr>
                    <a:xfrm>
                      <a:off x="628" y="2581"/>
                      <a:ext cx="696" cy="107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89" name="Google Shape;8489;p111"/>
                  <p:cNvSpPr/>
                  <p:nvPr/>
                </p:nvSpPr>
                <p:spPr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90" name="Google Shape;8490;p111"/>
                  <p:cNvSpPr/>
                  <p:nvPr/>
                </p:nvSpPr>
                <p:spPr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491" name="Google Shape;8491;p111"/>
                  <p:cNvGrpSpPr/>
                  <p:nvPr/>
                </p:nvGrpSpPr>
                <p:grpSpPr>
                  <a:xfrm>
                    <a:off x="4738" y="1647"/>
                    <a:ext cx="578" cy="135"/>
                    <a:chOff x="618" y="2586"/>
                    <a:chExt cx="720" cy="124"/>
                  </a:xfrm>
                </p:grpSpPr>
                <p:sp>
                  <p:nvSpPr>
                    <p:cNvPr id="8492" name="Google Shape;8492;p111"/>
                    <p:cNvSpPr/>
                    <p:nvPr/>
                  </p:nvSpPr>
                  <p:spPr>
                    <a:xfrm>
                      <a:off x="618" y="2586"/>
                      <a:ext cx="720" cy="12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93" name="Google Shape;8493;p111"/>
                    <p:cNvSpPr/>
                    <p:nvPr/>
                  </p:nvSpPr>
                  <p:spPr>
                    <a:xfrm>
                      <a:off x="630" y="2586"/>
                      <a:ext cx="695" cy="109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94" name="Google Shape;8494;p111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495" name="Google Shape;8495;p111"/>
                  <p:cNvGrpSpPr/>
                  <p:nvPr/>
                </p:nvGrpSpPr>
                <p:grpSpPr>
                  <a:xfrm>
                    <a:off x="4738" y="1330"/>
                    <a:ext cx="588" cy="134"/>
                    <a:chOff x="613" y="2571"/>
                    <a:chExt cx="732" cy="134"/>
                  </a:xfrm>
                </p:grpSpPr>
                <p:sp>
                  <p:nvSpPr>
                    <p:cNvPr id="8496" name="Google Shape;8496;p111"/>
                    <p:cNvSpPr/>
                    <p:nvPr/>
                  </p:nvSpPr>
                  <p:spPr>
                    <a:xfrm>
                      <a:off x="613" y="2571"/>
                      <a:ext cx="732" cy="13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97" name="Google Shape;8497;p111"/>
                    <p:cNvSpPr/>
                    <p:nvPr/>
                  </p:nvSpPr>
                  <p:spPr>
                    <a:xfrm>
                      <a:off x="625" y="2587"/>
                      <a:ext cx="720" cy="103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98" name="Google Shape;8498;p111"/>
                  <p:cNvSpPr/>
                  <p:nvPr/>
                </p:nvSpPr>
                <p:spPr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99" name="Google Shape;8499;p111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00" name="Google Shape;8500;p111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01" name="Google Shape;8501;p111"/>
                  <p:cNvSpPr/>
                  <p:nvPr/>
                </p:nvSpPr>
                <p:spPr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02" name="Google Shape;8502;p111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03" name="Google Shape;8503;p111"/>
                  <p:cNvSpPr/>
                  <p:nvPr/>
                </p:nvSpPr>
                <p:spPr>
                  <a:xfrm>
                    <a:off x="4140" y="2675"/>
                    <a:ext cx="1196" cy="15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04" name="Google Shape;8504;p111"/>
                  <p:cNvSpPr/>
                  <p:nvPr/>
                </p:nvSpPr>
                <p:spPr>
                  <a:xfrm>
                    <a:off x="4210" y="2714"/>
                    <a:ext cx="1066" cy="7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05" name="Google Shape;8505;p111"/>
                  <p:cNvSpPr/>
                  <p:nvPr/>
                </p:nvSpPr>
                <p:spPr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06" name="Google Shape;8506;p111"/>
                  <p:cNvSpPr/>
                  <p:nvPr/>
                </p:nvSpPr>
                <p:spPr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07" name="Google Shape;8507;p111"/>
                  <p:cNvSpPr/>
                  <p:nvPr/>
                </p:nvSpPr>
                <p:spPr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08" name="Google Shape;8508;p111"/>
                  <p:cNvSpPr/>
                  <p:nvPr/>
                </p:nvSpPr>
                <p:spPr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509" name="Google Shape;8509;p111"/>
              <p:cNvGrpSpPr/>
              <p:nvPr/>
            </p:nvGrpSpPr>
            <p:grpSpPr>
              <a:xfrm>
                <a:off x="5084012" y="5612511"/>
                <a:ext cx="347767" cy="680207"/>
                <a:chOff x="7923189" y="2486664"/>
                <a:chExt cx="360377" cy="884585"/>
              </a:xfrm>
            </p:grpSpPr>
            <p:pic>
              <p:nvPicPr>
                <p:cNvPr id="8510" name="Google Shape;8510;p11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043998" y="2486664"/>
                  <a:ext cx="239568" cy="536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8511" name="Google Shape;8511;p111"/>
                <p:cNvGrpSpPr/>
                <p:nvPr/>
              </p:nvGrpSpPr>
              <p:grpSpPr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8512" name="Google Shape;8512;p111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13" name="Google Shape;8513;p111"/>
                  <p:cNvSpPr/>
                  <p:nvPr/>
                </p:nvSpPr>
                <p:spPr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14" name="Google Shape;8514;p111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15" name="Google Shape;8515;p111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16" name="Google Shape;8516;p111"/>
                  <p:cNvSpPr/>
                  <p:nvPr/>
                </p:nvSpPr>
                <p:spPr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517" name="Google Shape;8517;p111"/>
                  <p:cNvGrpSpPr/>
                  <p:nvPr/>
                </p:nvGrpSpPr>
                <p:grpSpPr>
                  <a:xfrm>
                    <a:off x="4748" y="666"/>
                    <a:ext cx="578" cy="150"/>
                    <a:chOff x="613" y="2566"/>
                    <a:chExt cx="721" cy="144"/>
                  </a:xfrm>
                </p:grpSpPr>
                <p:sp>
                  <p:nvSpPr>
                    <p:cNvPr id="8518" name="Google Shape;8518;p111"/>
                    <p:cNvSpPr/>
                    <p:nvPr/>
                  </p:nvSpPr>
                  <p:spPr>
                    <a:xfrm>
                      <a:off x="613" y="2566"/>
                      <a:ext cx="721" cy="14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19" name="Google Shape;8519;p111"/>
                    <p:cNvSpPr/>
                    <p:nvPr/>
                  </p:nvSpPr>
                  <p:spPr>
                    <a:xfrm>
                      <a:off x="625" y="2581"/>
                      <a:ext cx="696" cy="114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20" name="Google Shape;8520;p111"/>
                  <p:cNvSpPr/>
                  <p:nvPr/>
                </p:nvSpPr>
                <p:spPr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521" name="Google Shape;8521;p111"/>
                  <p:cNvGrpSpPr/>
                  <p:nvPr/>
                </p:nvGrpSpPr>
                <p:grpSpPr>
                  <a:xfrm>
                    <a:off x="4748" y="990"/>
                    <a:ext cx="578" cy="134"/>
                    <a:chOff x="615" y="2564"/>
                    <a:chExt cx="721" cy="139"/>
                  </a:xfrm>
                </p:grpSpPr>
                <p:sp>
                  <p:nvSpPr>
                    <p:cNvPr id="8522" name="Google Shape;8522;p111"/>
                    <p:cNvSpPr/>
                    <p:nvPr/>
                  </p:nvSpPr>
                  <p:spPr>
                    <a:xfrm>
                      <a:off x="615" y="2564"/>
                      <a:ext cx="721" cy="13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23" name="Google Shape;8523;p111"/>
                    <p:cNvSpPr/>
                    <p:nvPr/>
                  </p:nvSpPr>
                  <p:spPr>
                    <a:xfrm>
                      <a:off x="628" y="2581"/>
                      <a:ext cx="696" cy="107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24" name="Google Shape;8524;p111"/>
                  <p:cNvSpPr/>
                  <p:nvPr/>
                </p:nvSpPr>
                <p:spPr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25" name="Google Shape;8525;p111"/>
                  <p:cNvSpPr/>
                  <p:nvPr/>
                </p:nvSpPr>
                <p:spPr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526" name="Google Shape;8526;p111"/>
                  <p:cNvGrpSpPr/>
                  <p:nvPr/>
                </p:nvGrpSpPr>
                <p:grpSpPr>
                  <a:xfrm>
                    <a:off x="4738" y="1647"/>
                    <a:ext cx="578" cy="135"/>
                    <a:chOff x="618" y="2586"/>
                    <a:chExt cx="720" cy="124"/>
                  </a:xfrm>
                </p:grpSpPr>
                <p:sp>
                  <p:nvSpPr>
                    <p:cNvPr id="8527" name="Google Shape;8527;p111"/>
                    <p:cNvSpPr/>
                    <p:nvPr/>
                  </p:nvSpPr>
                  <p:spPr>
                    <a:xfrm>
                      <a:off x="618" y="2586"/>
                      <a:ext cx="720" cy="12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28" name="Google Shape;8528;p111"/>
                    <p:cNvSpPr/>
                    <p:nvPr/>
                  </p:nvSpPr>
                  <p:spPr>
                    <a:xfrm>
                      <a:off x="630" y="2586"/>
                      <a:ext cx="695" cy="109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29" name="Google Shape;8529;p111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530" name="Google Shape;8530;p111"/>
                  <p:cNvGrpSpPr/>
                  <p:nvPr/>
                </p:nvGrpSpPr>
                <p:grpSpPr>
                  <a:xfrm>
                    <a:off x="4738" y="1330"/>
                    <a:ext cx="588" cy="134"/>
                    <a:chOff x="613" y="2571"/>
                    <a:chExt cx="732" cy="134"/>
                  </a:xfrm>
                </p:grpSpPr>
                <p:sp>
                  <p:nvSpPr>
                    <p:cNvPr id="8531" name="Google Shape;8531;p111"/>
                    <p:cNvSpPr/>
                    <p:nvPr/>
                  </p:nvSpPr>
                  <p:spPr>
                    <a:xfrm>
                      <a:off x="613" y="2571"/>
                      <a:ext cx="732" cy="13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32" name="Google Shape;8532;p111"/>
                    <p:cNvSpPr/>
                    <p:nvPr/>
                  </p:nvSpPr>
                  <p:spPr>
                    <a:xfrm>
                      <a:off x="625" y="2587"/>
                      <a:ext cx="720" cy="103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33" name="Google Shape;8533;p111"/>
                  <p:cNvSpPr/>
                  <p:nvPr/>
                </p:nvSpPr>
                <p:spPr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34" name="Google Shape;8534;p111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35" name="Google Shape;8535;p111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36" name="Google Shape;8536;p111"/>
                  <p:cNvSpPr/>
                  <p:nvPr/>
                </p:nvSpPr>
                <p:spPr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37" name="Google Shape;8537;p111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38" name="Google Shape;8538;p111"/>
                  <p:cNvSpPr/>
                  <p:nvPr/>
                </p:nvSpPr>
                <p:spPr>
                  <a:xfrm>
                    <a:off x="4140" y="2675"/>
                    <a:ext cx="1196" cy="15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39" name="Google Shape;8539;p111"/>
                  <p:cNvSpPr/>
                  <p:nvPr/>
                </p:nvSpPr>
                <p:spPr>
                  <a:xfrm>
                    <a:off x="4210" y="2714"/>
                    <a:ext cx="1066" cy="7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40" name="Google Shape;8540;p111"/>
                  <p:cNvSpPr/>
                  <p:nvPr/>
                </p:nvSpPr>
                <p:spPr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41" name="Google Shape;8541;p111"/>
                  <p:cNvSpPr/>
                  <p:nvPr/>
                </p:nvSpPr>
                <p:spPr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42" name="Google Shape;8542;p111"/>
                  <p:cNvSpPr/>
                  <p:nvPr/>
                </p:nvSpPr>
                <p:spPr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43" name="Google Shape;8543;p111"/>
                  <p:cNvSpPr/>
                  <p:nvPr/>
                </p:nvSpPr>
                <p:spPr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544" name="Google Shape;8544;p111"/>
              <p:cNvGrpSpPr/>
              <p:nvPr/>
            </p:nvGrpSpPr>
            <p:grpSpPr>
              <a:xfrm>
                <a:off x="6068038" y="3829780"/>
                <a:ext cx="347753" cy="680208"/>
                <a:chOff x="7923189" y="2486663"/>
                <a:chExt cx="360362" cy="884586"/>
              </a:xfrm>
            </p:grpSpPr>
            <p:pic>
              <p:nvPicPr>
                <p:cNvPr id="8545" name="Google Shape;8545;p11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8546" name="Google Shape;8546;p111"/>
                <p:cNvGrpSpPr/>
                <p:nvPr/>
              </p:nvGrpSpPr>
              <p:grpSpPr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8547" name="Google Shape;8547;p111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48" name="Google Shape;8548;p111"/>
                  <p:cNvSpPr/>
                  <p:nvPr/>
                </p:nvSpPr>
                <p:spPr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49" name="Google Shape;8549;p111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50" name="Google Shape;8550;p111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51" name="Google Shape;8551;p111"/>
                  <p:cNvSpPr/>
                  <p:nvPr/>
                </p:nvSpPr>
                <p:spPr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552" name="Google Shape;8552;p111"/>
                  <p:cNvGrpSpPr/>
                  <p:nvPr/>
                </p:nvGrpSpPr>
                <p:grpSpPr>
                  <a:xfrm>
                    <a:off x="4748" y="666"/>
                    <a:ext cx="578" cy="150"/>
                    <a:chOff x="613" y="2566"/>
                    <a:chExt cx="721" cy="144"/>
                  </a:xfrm>
                </p:grpSpPr>
                <p:sp>
                  <p:nvSpPr>
                    <p:cNvPr id="8553" name="Google Shape;8553;p111"/>
                    <p:cNvSpPr/>
                    <p:nvPr/>
                  </p:nvSpPr>
                  <p:spPr>
                    <a:xfrm>
                      <a:off x="613" y="2566"/>
                      <a:ext cx="721" cy="14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54" name="Google Shape;8554;p111"/>
                    <p:cNvSpPr/>
                    <p:nvPr/>
                  </p:nvSpPr>
                  <p:spPr>
                    <a:xfrm>
                      <a:off x="625" y="2581"/>
                      <a:ext cx="696" cy="114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55" name="Google Shape;8555;p111"/>
                  <p:cNvSpPr/>
                  <p:nvPr/>
                </p:nvSpPr>
                <p:spPr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556" name="Google Shape;8556;p111"/>
                  <p:cNvGrpSpPr/>
                  <p:nvPr/>
                </p:nvGrpSpPr>
                <p:grpSpPr>
                  <a:xfrm>
                    <a:off x="4748" y="990"/>
                    <a:ext cx="578" cy="134"/>
                    <a:chOff x="615" y="2564"/>
                    <a:chExt cx="721" cy="139"/>
                  </a:xfrm>
                </p:grpSpPr>
                <p:sp>
                  <p:nvSpPr>
                    <p:cNvPr id="8557" name="Google Shape;8557;p111"/>
                    <p:cNvSpPr/>
                    <p:nvPr/>
                  </p:nvSpPr>
                  <p:spPr>
                    <a:xfrm>
                      <a:off x="615" y="2564"/>
                      <a:ext cx="721" cy="13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58" name="Google Shape;8558;p111"/>
                    <p:cNvSpPr/>
                    <p:nvPr/>
                  </p:nvSpPr>
                  <p:spPr>
                    <a:xfrm>
                      <a:off x="628" y="2581"/>
                      <a:ext cx="696" cy="107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59" name="Google Shape;8559;p111"/>
                  <p:cNvSpPr/>
                  <p:nvPr/>
                </p:nvSpPr>
                <p:spPr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60" name="Google Shape;8560;p111"/>
                  <p:cNvSpPr/>
                  <p:nvPr/>
                </p:nvSpPr>
                <p:spPr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561" name="Google Shape;8561;p111"/>
                  <p:cNvGrpSpPr/>
                  <p:nvPr/>
                </p:nvGrpSpPr>
                <p:grpSpPr>
                  <a:xfrm>
                    <a:off x="4738" y="1647"/>
                    <a:ext cx="578" cy="135"/>
                    <a:chOff x="618" y="2586"/>
                    <a:chExt cx="720" cy="124"/>
                  </a:xfrm>
                </p:grpSpPr>
                <p:sp>
                  <p:nvSpPr>
                    <p:cNvPr id="8562" name="Google Shape;8562;p111"/>
                    <p:cNvSpPr/>
                    <p:nvPr/>
                  </p:nvSpPr>
                  <p:spPr>
                    <a:xfrm>
                      <a:off x="618" y="2586"/>
                      <a:ext cx="720" cy="12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63" name="Google Shape;8563;p111"/>
                    <p:cNvSpPr/>
                    <p:nvPr/>
                  </p:nvSpPr>
                  <p:spPr>
                    <a:xfrm>
                      <a:off x="630" y="2586"/>
                      <a:ext cx="695" cy="109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64" name="Google Shape;8564;p111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565" name="Google Shape;8565;p111"/>
                  <p:cNvGrpSpPr/>
                  <p:nvPr/>
                </p:nvGrpSpPr>
                <p:grpSpPr>
                  <a:xfrm>
                    <a:off x="4738" y="1330"/>
                    <a:ext cx="588" cy="134"/>
                    <a:chOff x="613" y="2571"/>
                    <a:chExt cx="732" cy="134"/>
                  </a:xfrm>
                </p:grpSpPr>
                <p:sp>
                  <p:nvSpPr>
                    <p:cNvPr id="8566" name="Google Shape;8566;p111"/>
                    <p:cNvSpPr/>
                    <p:nvPr/>
                  </p:nvSpPr>
                  <p:spPr>
                    <a:xfrm>
                      <a:off x="613" y="2571"/>
                      <a:ext cx="732" cy="13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67" name="Google Shape;8567;p111"/>
                    <p:cNvSpPr/>
                    <p:nvPr/>
                  </p:nvSpPr>
                  <p:spPr>
                    <a:xfrm>
                      <a:off x="625" y="2587"/>
                      <a:ext cx="720" cy="103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68" name="Google Shape;8568;p111"/>
                  <p:cNvSpPr/>
                  <p:nvPr/>
                </p:nvSpPr>
                <p:spPr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69" name="Google Shape;8569;p111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70" name="Google Shape;8570;p111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71" name="Google Shape;8571;p111"/>
                  <p:cNvSpPr/>
                  <p:nvPr/>
                </p:nvSpPr>
                <p:spPr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72" name="Google Shape;8572;p111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73" name="Google Shape;8573;p111"/>
                  <p:cNvSpPr/>
                  <p:nvPr/>
                </p:nvSpPr>
                <p:spPr>
                  <a:xfrm>
                    <a:off x="4140" y="2675"/>
                    <a:ext cx="1196" cy="15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74" name="Google Shape;8574;p111"/>
                  <p:cNvSpPr/>
                  <p:nvPr/>
                </p:nvSpPr>
                <p:spPr>
                  <a:xfrm>
                    <a:off x="4210" y="2714"/>
                    <a:ext cx="1066" cy="7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75" name="Google Shape;8575;p111"/>
                  <p:cNvSpPr/>
                  <p:nvPr/>
                </p:nvSpPr>
                <p:spPr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76" name="Google Shape;8576;p111"/>
                  <p:cNvSpPr/>
                  <p:nvPr/>
                </p:nvSpPr>
                <p:spPr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77" name="Google Shape;8577;p111"/>
                  <p:cNvSpPr/>
                  <p:nvPr/>
                </p:nvSpPr>
                <p:spPr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78" name="Google Shape;8578;p111"/>
                  <p:cNvSpPr/>
                  <p:nvPr/>
                </p:nvSpPr>
                <p:spPr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579" name="Google Shape;8579;p111"/>
              <p:cNvGrpSpPr/>
              <p:nvPr/>
            </p:nvGrpSpPr>
            <p:grpSpPr>
              <a:xfrm>
                <a:off x="2122838" y="5630065"/>
                <a:ext cx="347753" cy="680208"/>
                <a:chOff x="7923189" y="2486663"/>
                <a:chExt cx="360362" cy="884586"/>
              </a:xfrm>
            </p:grpSpPr>
            <p:pic>
              <p:nvPicPr>
                <p:cNvPr id="8580" name="Google Shape;8580;p11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8581" name="Google Shape;8581;p111"/>
                <p:cNvGrpSpPr/>
                <p:nvPr/>
              </p:nvGrpSpPr>
              <p:grpSpPr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8582" name="Google Shape;8582;p111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83" name="Google Shape;8583;p111"/>
                  <p:cNvSpPr/>
                  <p:nvPr/>
                </p:nvSpPr>
                <p:spPr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84" name="Google Shape;8584;p111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85" name="Google Shape;8585;p111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86" name="Google Shape;8586;p111"/>
                  <p:cNvSpPr/>
                  <p:nvPr/>
                </p:nvSpPr>
                <p:spPr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587" name="Google Shape;8587;p111"/>
                  <p:cNvGrpSpPr/>
                  <p:nvPr/>
                </p:nvGrpSpPr>
                <p:grpSpPr>
                  <a:xfrm>
                    <a:off x="4748" y="666"/>
                    <a:ext cx="578" cy="150"/>
                    <a:chOff x="613" y="2566"/>
                    <a:chExt cx="721" cy="144"/>
                  </a:xfrm>
                </p:grpSpPr>
                <p:sp>
                  <p:nvSpPr>
                    <p:cNvPr id="8588" name="Google Shape;8588;p111"/>
                    <p:cNvSpPr/>
                    <p:nvPr/>
                  </p:nvSpPr>
                  <p:spPr>
                    <a:xfrm>
                      <a:off x="613" y="2566"/>
                      <a:ext cx="721" cy="14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89" name="Google Shape;8589;p111"/>
                    <p:cNvSpPr/>
                    <p:nvPr/>
                  </p:nvSpPr>
                  <p:spPr>
                    <a:xfrm>
                      <a:off x="625" y="2581"/>
                      <a:ext cx="696" cy="114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90" name="Google Shape;8590;p111"/>
                  <p:cNvSpPr/>
                  <p:nvPr/>
                </p:nvSpPr>
                <p:spPr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591" name="Google Shape;8591;p111"/>
                  <p:cNvGrpSpPr/>
                  <p:nvPr/>
                </p:nvGrpSpPr>
                <p:grpSpPr>
                  <a:xfrm>
                    <a:off x="4748" y="990"/>
                    <a:ext cx="578" cy="134"/>
                    <a:chOff x="615" y="2564"/>
                    <a:chExt cx="721" cy="139"/>
                  </a:xfrm>
                </p:grpSpPr>
                <p:sp>
                  <p:nvSpPr>
                    <p:cNvPr id="8592" name="Google Shape;8592;p111"/>
                    <p:cNvSpPr/>
                    <p:nvPr/>
                  </p:nvSpPr>
                  <p:spPr>
                    <a:xfrm>
                      <a:off x="615" y="2564"/>
                      <a:ext cx="721" cy="13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93" name="Google Shape;8593;p111"/>
                    <p:cNvSpPr/>
                    <p:nvPr/>
                  </p:nvSpPr>
                  <p:spPr>
                    <a:xfrm>
                      <a:off x="628" y="2581"/>
                      <a:ext cx="696" cy="107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94" name="Google Shape;8594;p111"/>
                  <p:cNvSpPr/>
                  <p:nvPr/>
                </p:nvSpPr>
                <p:spPr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95" name="Google Shape;8595;p111"/>
                  <p:cNvSpPr/>
                  <p:nvPr/>
                </p:nvSpPr>
                <p:spPr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596" name="Google Shape;8596;p111"/>
                  <p:cNvGrpSpPr/>
                  <p:nvPr/>
                </p:nvGrpSpPr>
                <p:grpSpPr>
                  <a:xfrm>
                    <a:off x="4738" y="1647"/>
                    <a:ext cx="578" cy="135"/>
                    <a:chOff x="618" y="2586"/>
                    <a:chExt cx="720" cy="124"/>
                  </a:xfrm>
                </p:grpSpPr>
                <p:sp>
                  <p:nvSpPr>
                    <p:cNvPr id="8597" name="Google Shape;8597;p111"/>
                    <p:cNvSpPr/>
                    <p:nvPr/>
                  </p:nvSpPr>
                  <p:spPr>
                    <a:xfrm>
                      <a:off x="618" y="2586"/>
                      <a:ext cx="720" cy="12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98" name="Google Shape;8598;p111"/>
                    <p:cNvSpPr/>
                    <p:nvPr/>
                  </p:nvSpPr>
                  <p:spPr>
                    <a:xfrm>
                      <a:off x="630" y="2586"/>
                      <a:ext cx="695" cy="109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99" name="Google Shape;8599;p111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600" name="Google Shape;8600;p111"/>
                  <p:cNvGrpSpPr/>
                  <p:nvPr/>
                </p:nvGrpSpPr>
                <p:grpSpPr>
                  <a:xfrm>
                    <a:off x="4738" y="1330"/>
                    <a:ext cx="588" cy="134"/>
                    <a:chOff x="613" y="2571"/>
                    <a:chExt cx="732" cy="134"/>
                  </a:xfrm>
                </p:grpSpPr>
                <p:sp>
                  <p:nvSpPr>
                    <p:cNvPr id="8601" name="Google Shape;8601;p111"/>
                    <p:cNvSpPr/>
                    <p:nvPr/>
                  </p:nvSpPr>
                  <p:spPr>
                    <a:xfrm>
                      <a:off x="613" y="2571"/>
                      <a:ext cx="732" cy="13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02" name="Google Shape;8602;p111"/>
                    <p:cNvSpPr/>
                    <p:nvPr/>
                  </p:nvSpPr>
                  <p:spPr>
                    <a:xfrm>
                      <a:off x="625" y="2587"/>
                      <a:ext cx="720" cy="103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03" name="Google Shape;8603;p111"/>
                  <p:cNvSpPr/>
                  <p:nvPr/>
                </p:nvSpPr>
                <p:spPr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04" name="Google Shape;8604;p111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05" name="Google Shape;8605;p111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06" name="Google Shape;8606;p111"/>
                  <p:cNvSpPr/>
                  <p:nvPr/>
                </p:nvSpPr>
                <p:spPr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07" name="Google Shape;8607;p111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08" name="Google Shape;8608;p111"/>
                  <p:cNvSpPr/>
                  <p:nvPr/>
                </p:nvSpPr>
                <p:spPr>
                  <a:xfrm>
                    <a:off x="4140" y="2675"/>
                    <a:ext cx="1196" cy="15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09" name="Google Shape;8609;p111"/>
                  <p:cNvSpPr/>
                  <p:nvPr/>
                </p:nvSpPr>
                <p:spPr>
                  <a:xfrm>
                    <a:off x="4210" y="2714"/>
                    <a:ext cx="1066" cy="7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10" name="Google Shape;8610;p111"/>
                  <p:cNvSpPr/>
                  <p:nvPr/>
                </p:nvSpPr>
                <p:spPr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11" name="Google Shape;8611;p111"/>
                  <p:cNvSpPr/>
                  <p:nvPr/>
                </p:nvSpPr>
                <p:spPr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12" name="Google Shape;8612;p111"/>
                  <p:cNvSpPr/>
                  <p:nvPr/>
                </p:nvSpPr>
                <p:spPr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13" name="Google Shape;8613;p111"/>
                  <p:cNvSpPr/>
                  <p:nvPr/>
                </p:nvSpPr>
                <p:spPr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614" name="Google Shape;8614;p111"/>
              <p:cNvGrpSpPr/>
              <p:nvPr/>
            </p:nvGrpSpPr>
            <p:grpSpPr>
              <a:xfrm>
                <a:off x="7707456" y="4369529"/>
                <a:ext cx="990710" cy="730998"/>
                <a:chOff x="7707456" y="4369529"/>
                <a:chExt cx="990710" cy="730998"/>
              </a:xfrm>
            </p:grpSpPr>
            <p:pic>
              <p:nvPicPr>
                <p:cNvPr id="8615" name="Google Shape;8615;p111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7771833" y="4640202"/>
                  <a:ext cx="822008" cy="4603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8616" name="Google Shape;8616;p111"/>
                <p:cNvGrpSpPr/>
                <p:nvPr/>
              </p:nvGrpSpPr>
              <p:grpSpPr>
                <a:xfrm flipH="1">
                  <a:off x="7707456" y="4369553"/>
                  <a:ext cx="225477" cy="395239"/>
                  <a:chOff x="4144" y="433"/>
                  <a:chExt cx="1422" cy="2392"/>
                </a:xfrm>
              </p:grpSpPr>
              <p:sp>
                <p:nvSpPr>
                  <p:cNvPr id="8617" name="Google Shape;8617;p111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18" name="Google Shape;8618;p111"/>
                  <p:cNvSpPr/>
                  <p:nvPr/>
                </p:nvSpPr>
                <p:spPr>
                  <a:xfrm>
                    <a:off x="4204" y="433"/>
                    <a:ext cx="1051" cy="2277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19" name="Google Shape;8619;p111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20" name="Google Shape;8620;p111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21" name="Google Shape;8621;p111"/>
                  <p:cNvSpPr/>
                  <p:nvPr/>
                </p:nvSpPr>
                <p:spPr>
                  <a:xfrm>
                    <a:off x="4214" y="692"/>
                    <a:ext cx="60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622" name="Google Shape;8622;p111"/>
                  <p:cNvGrpSpPr/>
                  <p:nvPr/>
                </p:nvGrpSpPr>
                <p:grpSpPr>
                  <a:xfrm>
                    <a:off x="4775" y="692"/>
                    <a:ext cx="581" cy="125"/>
                    <a:chOff x="646" y="2591"/>
                    <a:chExt cx="725" cy="120"/>
                  </a:xfrm>
                </p:grpSpPr>
                <p:sp>
                  <p:nvSpPr>
                    <p:cNvPr id="8623" name="Google Shape;8623;p111"/>
                    <p:cNvSpPr/>
                    <p:nvPr/>
                  </p:nvSpPr>
                  <p:spPr>
                    <a:xfrm>
                      <a:off x="646" y="2591"/>
                      <a:ext cx="725" cy="120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24" name="Google Shape;8624;p111"/>
                    <p:cNvSpPr/>
                    <p:nvPr/>
                  </p:nvSpPr>
                  <p:spPr>
                    <a:xfrm>
                      <a:off x="659" y="2591"/>
                      <a:ext cx="700" cy="101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25" name="Google Shape;8625;p111"/>
                  <p:cNvSpPr/>
                  <p:nvPr/>
                </p:nvSpPr>
                <p:spPr>
                  <a:xfrm>
                    <a:off x="4224" y="1019"/>
                    <a:ext cx="60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626" name="Google Shape;8626;p111"/>
                  <p:cNvGrpSpPr/>
                  <p:nvPr/>
                </p:nvGrpSpPr>
                <p:grpSpPr>
                  <a:xfrm>
                    <a:off x="4745" y="1019"/>
                    <a:ext cx="581" cy="135"/>
                    <a:chOff x="611" y="2594"/>
                    <a:chExt cx="725" cy="140"/>
                  </a:xfrm>
                </p:grpSpPr>
                <p:sp>
                  <p:nvSpPr>
                    <p:cNvPr id="8627" name="Google Shape;8627;p111"/>
                    <p:cNvSpPr/>
                    <p:nvPr/>
                  </p:nvSpPr>
                  <p:spPr>
                    <a:xfrm>
                      <a:off x="611" y="2594"/>
                      <a:ext cx="725" cy="140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28" name="Google Shape;8628;p111"/>
                    <p:cNvSpPr/>
                    <p:nvPr/>
                  </p:nvSpPr>
                  <p:spPr>
                    <a:xfrm>
                      <a:off x="624" y="2614"/>
                      <a:ext cx="687" cy="100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29" name="Google Shape;8629;p111"/>
                  <p:cNvSpPr/>
                  <p:nvPr/>
                </p:nvSpPr>
                <p:spPr>
                  <a:xfrm>
                    <a:off x="4224" y="1365"/>
                    <a:ext cx="591" cy="3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30" name="Google Shape;8630;p111"/>
                  <p:cNvSpPr/>
                  <p:nvPr/>
                </p:nvSpPr>
                <p:spPr>
                  <a:xfrm>
                    <a:off x="4234" y="1653"/>
                    <a:ext cx="59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631" name="Google Shape;8631;p111"/>
                  <p:cNvGrpSpPr/>
                  <p:nvPr/>
                </p:nvGrpSpPr>
                <p:grpSpPr>
                  <a:xfrm>
                    <a:off x="4735" y="1653"/>
                    <a:ext cx="571" cy="125"/>
                    <a:chOff x="614" y="2592"/>
                    <a:chExt cx="711" cy="115"/>
                  </a:xfrm>
                </p:grpSpPr>
                <p:sp>
                  <p:nvSpPr>
                    <p:cNvPr id="8632" name="Google Shape;8632;p111"/>
                    <p:cNvSpPr/>
                    <p:nvPr/>
                  </p:nvSpPr>
                  <p:spPr>
                    <a:xfrm>
                      <a:off x="614" y="2592"/>
                      <a:ext cx="711" cy="115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33" name="Google Shape;8633;p111"/>
                    <p:cNvSpPr/>
                    <p:nvPr/>
                  </p:nvSpPr>
                  <p:spPr>
                    <a:xfrm>
                      <a:off x="626" y="2610"/>
                      <a:ext cx="674" cy="80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34" name="Google Shape;8634;p111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635" name="Google Shape;8635;p111"/>
                  <p:cNvGrpSpPr/>
                  <p:nvPr/>
                </p:nvGrpSpPr>
                <p:grpSpPr>
                  <a:xfrm>
                    <a:off x="4765" y="1327"/>
                    <a:ext cx="560" cy="163"/>
                    <a:chOff x="646" y="2568"/>
                    <a:chExt cx="698" cy="163"/>
                  </a:xfrm>
                </p:grpSpPr>
                <p:sp>
                  <p:nvSpPr>
                    <p:cNvPr id="8636" name="Google Shape;8636;p111"/>
                    <p:cNvSpPr/>
                    <p:nvPr/>
                  </p:nvSpPr>
                  <p:spPr>
                    <a:xfrm>
                      <a:off x="646" y="2568"/>
                      <a:ext cx="698" cy="163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37" name="Google Shape;8637;p111"/>
                    <p:cNvSpPr/>
                    <p:nvPr/>
                  </p:nvSpPr>
                  <p:spPr>
                    <a:xfrm>
                      <a:off x="659" y="2587"/>
                      <a:ext cx="661" cy="115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38" name="Google Shape;8638;p111"/>
                  <p:cNvSpPr/>
                  <p:nvPr/>
                </p:nvSpPr>
                <p:spPr>
                  <a:xfrm>
                    <a:off x="5255" y="433"/>
                    <a:ext cx="60" cy="2287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39" name="Google Shape;8639;p111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40" name="Google Shape;8640;p111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41" name="Google Shape;8641;p111"/>
                  <p:cNvSpPr/>
                  <p:nvPr/>
                </p:nvSpPr>
                <p:spPr>
                  <a:xfrm>
                    <a:off x="5516" y="2614"/>
                    <a:ext cx="50" cy="96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42" name="Google Shape;8642;p111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43" name="Google Shape;8643;p111"/>
                  <p:cNvSpPr/>
                  <p:nvPr/>
                </p:nvSpPr>
                <p:spPr>
                  <a:xfrm>
                    <a:off x="4144" y="2681"/>
                    <a:ext cx="1202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44" name="Google Shape;8644;p111"/>
                  <p:cNvSpPr/>
                  <p:nvPr/>
                </p:nvSpPr>
                <p:spPr>
                  <a:xfrm>
                    <a:off x="4204" y="2710"/>
                    <a:ext cx="1071" cy="8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45" name="Google Shape;8645;p111"/>
                  <p:cNvSpPr/>
                  <p:nvPr/>
                </p:nvSpPr>
                <p:spPr>
                  <a:xfrm>
                    <a:off x="4314" y="2383"/>
                    <a:ext cx="160" cy="144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46" name="Google Shape;8646;p111"/>
                  <p:cNvSpPr/>
                  <p:nvPr/>
                </p:nvSpPr>
                <p:spPr>
                  <a:xfrm>
                    <a:off x="4485" y="2383"/>
                    <a:ext cx="160" cy="14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47" name="Google Shape;8647;p111"/>
                  <p:cNvSpPr/>
                  <p:nvPr/>
                </p:nvSpPr>
                <p:spPr>
                  <a:xfrm>
                    <a:off x="4665" y="2383"/>
                    <a:ext cx="160" cy="135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48" name="Google Shape;8648;p111"/>
                  <p:cNvSpPr/>
                  <p:nvPr/>
                </p:nvSpPr>
                <p:spPr>
                  <a:xfrm>
                    <a:off x="5065" y="1836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8649" name="Google Shape;8649;p111"/>
                <p:cNvGrpSpPr/>
                <p:nvPr/>
              </p:nvGrpSpPr>
              <p:grpSpPr>
                <a:xfrm flipH="1">
                  <a:off x="7939232" y="4369529"/>
                  <a:ext cx="227063" cy="400031"/>
                  <a:chOff x="4137" y="431"/>
                  <a:chExt cx="1432" cy="2421"/>
                </a:xfrm>
              </p:grpSpPr>
              <p:sp>
                <p:nvSpPr>
                  <p:cNvPr id="8650" name="Google Shape;8650;p111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51" name="Google Shape;8651;p111"/>
                  <p:cNvSpPr/>
                  <p:nvPr/>
                </p:nvSpPr>
                <p:spPr>
                  <a:xfrm>
                    <a:off x="4207" y="431"/>
                    <a:ext cx="1051" cy="2306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52" name="Google Shape;8652;p111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53" name="Google Shape;8653;p111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54" name="Google Shape;8654;p111"/>
                  <p:cNvSpPr/>
                  <p:nvPr/>
                </p:nvSpPr>
                <p:spPr>
                  <a:xfrm>
                    <a:off x="4207" y="700"/>
                    <a:ext cx="601" cy="3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655" name="Google Shape;8655;p111"/>
                  <p:cNvGrpSpPr/>
                  <p:nvPr/>
                </p:nvGrpSpPr>
                <p:grpSpPr>
                  <a:xfrm>
                    <a:off x="4747" y="671"/>
                    <a:ext cx="581" cy="144"/>
                    <a:chOff x="612" y="2571"/>
                    <a:chExt cx="725" cy="138"/>
                  </a:xfrm>
                </p:grpSpPr>
                <p:sp>
                  <p:nvSpPr>
                    <p:cNvPr id="8656" name="Google Shape;8656;p111"/>
                    <p:cNvSpPr/>
                    <p:nvPr/>
                  </p:nvSpPr>
                  <p:spPr>
                    <a:xfrm>
                      <a:off x="612" y="2571"/>
                      <a:ext cx="725" cy="138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57" name="Google Shape;8657;p111"/>
                    <p:cNvSpPr/>
                    <p:nvPr/>
                  </p:nvSpPr>
                  <p:spPr>
                    <a:xfrm>
                      <a:off x="625" y="2590"/>
                      <a:ext cx="700" cy="101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58" name="Google Shape;8658;p111"/>
                  <p:cNvSpPr/>
                  <p:nvPr/>
                </p:nvSpPr>
                <p:spPr>
                  <a:xfrm>
                    <a:off x="4227" y="1027"/>
                    <a:ext cx="591" cy="3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659" name="Google Shape;8659;p111"/>
                  <p:cNvGrpSpPr/>
                  <p:nvPr/>
                </p:nvGrpSpPr>
                <p:grpSpPr>
                  <a:xfrm>
                    <a:off x="4748" y="998"/>
                    <a:ext cx="581" cy="144"/>
                    <a:chOff x="615" y="2572"/>
                    <a:chExt cx="725" cy="149"/>
                  </a:xfrm>
                </p:grpSpPr>
                <p:sp>
                  <p:nvSpPr>
                    <p:cNvPr id="8660" name="Google Shape;8660;p111"/>
                    <p:cNvSpPr/>
                    <p:nvPr/>
                  </p:nvSpPr>
                  <p:spPr>
                    <a:xfrm>
                      <a:off x="615" y="2572"/>
                      <a:ext cx="725" cy="14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61" name="Google Shape;8661;p111"/>
                    <p:cNvSpPr/>
                    <p:nvPr/>
                  </p:nvSpPr>
                  <p:spPr>
                    <a:xfrm>
                      <a:off x="627" y="2592"/>
                      <a:ext cx="687" cy="100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62" name="Google Shape;8662;p111"/>
                  <p:cNvSpPr/>
                  <p:nvPr/>
                </p:nvSpPr>
                <p:spPr>
                  <a:xfrm>
                    <a:off x="4217" y="1363"/>
                    <a:ext cx="59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63" name="Google Shape;8663;p111"/>
                  <p:cNvSpPr/>
                  <p:nvPr/>
                </p:nvSpPr>
                <p:spPr>
                  <a:xfrm>
                    <a:off x="4227" y="1680"/>
                    <a:ext cx="60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664" name="Google Shape;8664;p111"/>
                  <p:cNvGrpSpPr/>
                  <p:nvPr/>
                </p:nvGrpSpPr>
                <p:grpSpPr>
                  <a:xfrm>
                    <a:off x="4737" y="1651"/>
                    <a:ext cx="571" cy="154"/>
                    <a:chOff x="617" y="2590"/>
                    <a:chExt cx="711" cy="142"/>
                  </a:xfrm>
                </p:grpSpPr>
                <p:sp>
                  <p:nvSpPr>
                    <p:cNvPr id="8665" name="Google Shape;8665;p111"/>
                    <p:cNvSpPr/>
                    <p:nvPr/>
                  </p:nvSpPr>
                  <p:spPr>
                    <a:xfrm>
                      <a:off x="617" y="2590"/>
                      <a:ext cx="711" cy="142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66" name="Google Shape;8666;p111"/>
                    <p:cNvSpPr/>
                    <p:nvPr/>
                  </p:nvSpPr>
                  <p:spPr>
                    <a:xfrm>
                      <a:off x="630" y="2608"/>
                      <a:ext cx="674" cy="106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67" name="Google Shape;8667;p111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668" name="Google Shape;8668;p111"/>
                  <p:cNvGrpSpPr/>
                  <p:nvPr/>
                </p:nvGrpSpPr>
                <p:grpSpPr>
                  <a:xfrm>
                    <a:off x="4737" y="1354"/>
                    <a:ext cx="611" cy="115"/>
                    <a:chOff x="612" y="2595"/>
                    <a:chExt cx="761" cy="115"/>
                  </a:xfrm>
                </p:grpSpPr>
                <p:sp>
                  <p:nvSpPr>
                    <p:cNvPr id="8669" name="Google Shape;8669;p111"/>
                    <p:cNvSpPr/>
                    <p:nvPr/>
                  </p:nvSpPr>
                  <p:spPr>
                    <a:xfrm>
                      <a:off x="612" y="2595"/>
                      <a:ext cx="761" cy="115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70" name="Google Shape;8670;p111"/>
                    <p:cNvSpPr/>
                    <p:nvPr/>
                  </p:nvSpPr>
                  <p:spPr>
                    <a:xfrm>
                      <a:off x="625" y="2614"/>
                      <a:ext cx="723" cy="86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71" name="Google Shape;8671;p111"/>
                  <p:cNvSpPr/>
                  <p:nvPr/>
                </p:nvSpPr>
                <p:spPr>
                  <a:xfrm>
                    <a:off x="5248" y="431"/>
                    <a:ext cx="70" cy="231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72" name="Google Shape;8672;p111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73" name="Google Shape;8673;p111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74" name="Google Shape;8674;p111"/>
                  <p:cNvSpPr/>
                  <p:nvPr/>
                </p:nvSpPr>
                <p:spPr>
                  <a:xfrm>
                    <a:off x="5519" y="2641"/>
                    <a:ext cx="50" cy="96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75" name="Google Shape;8675;p111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76" name="Google Shape;8676;p111"/>
                  <p:cNvSpPr/>
                  <p:nvPr/>
                </p:nvSpPr>
                <p:spPr>
                  <a:xfrm>
                    <a:off x="4137" y="2708"/>
                    <a:ext cx="1202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77" name="Google Shape;8677;p111"/>
                  <p:cNvSpPr/>
                  <p:nvPr/>
                </p:nvSpPr>
                <p:spPr>
                  <a:xfrm>
                    <a:off x="4207" y="2737"/>
                    <a:ext cx="1071" cy="8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78" name="Google Shape;8678;p111"/>
                  <p:cNvSpPr/>
                  <p:nvPr/>
                </p:nvSpPr>
                <p:spPr>
                  <a:xfrm>
                    <a:off x="4307" y="2410"/>
                    <a:ext cx="160" cy="144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79" name="Google Shape;8679;p111"/>
                  <p:cNvSpPr/>
                  <p:nvPr/>
                </p:nvSpPr>
                <p:spPr>
                  <a:xfrm>
                    <a:off x="4487" y="2410"/>
                    <a:ext cx="160" cy="14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80" name="Google Shape;8680;p111"/>
                  <p:cNvSpPr/>
                  <p:nvPr/>
                </p:nvSpPr>
                <p:spPr>
                  <a:xfrm>
                    <a:off x="4658" y="2410"/>
                    <a:ext cx="160" cy="135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81" name="Google Shape;8681;p111"/>
                  <p:cNvSpPr/>
                  <p:nvPr/>
                </p:nvSpPr>
                <p:spPr>
                  <a:xfrm>
                    <a:off x="5068" y="1863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8682" name="Google Shape;8682;p111"/>
                <p:cNvGrpSpPr/>
                <p:nvPr/>
              </p:nvGrpSpPr>
              <p:grpSpPr>
                <a:xfrm flipH="1">
                  <a:off x="8472689" y="4385069"/>
                  <a:ext cx="225477" cy="395570"/>
                  <a:chOff x="4140" y="433"/>
                  <a:chExt cx="1422" cy="2394"/>
                </a:xfrm>
              </p:grpSpPr>
              <p:sp>
                <p:nvSpPr>
                  <p:cNvPr id="8683" name="Google Shape;8683;p111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84" name="Google Shape;8684;p111"/>
                  <p:cNvSpPr/>
                  <p:nvPr/>
                </p:nvSpPr>
                <p:spPr>
                  <a:xfrm>
                    <a:off x="4200" y="454"/>
                    <a:ext cx="1051" cy="2258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85" name="Google Shape;8685;p111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86" name="Google Shape;8686;p111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87" name="Google Shape;8687;p111"/>
                  <p:cNvSpPr/>
                  <p:nvPr/>
                </p:nvSpPr>
                <p:spPr>
                  <a:xfrm>
                    <a:off x="4210" y="714"/>
                    <a:ext cx="60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688" name="Google Shape;8688;p111"/>
                  <p:cNvGrpSpPr/>
                  <p:nvPr/>
                </p:nvGrpSpPr>
                <p:grpSpPr>
                  <a:xfrm>
                    <a:off x="4751" y="695"/>
                    <a:ext cx="581" cy="144"/>
                    <a:chOff x="616" y="2594"/>
                    <a:chExt cx="725" cy="138"/>
                  </a:xfrm>
                </p:grpSpPr>
                <p:sp>
                  <p:nvSpPr>
                    <p:cNvPr id="8689" name="Google Shape;8689;p111"/>
                    <p:cNvSpPr/>
                    <p:nvPr/>
                  </p:nvSpPr>
                  <p:spPr>
                    <a:xfrm>
                      <a:off x="616" y="2594"/>
                      <a:ext cx="725" cy="138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90" name="Google Shape;8690;p111"/>
                    <p:cNvSpPr/>
                    <p:nvPr/>
                  </p:nvSpPr>
                  <p:spPr>
                    <a:xfrm>
                      <a:off x="629" y="2612"/>
                      <a:ext cx="700" cy="101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91" name="Google Shape;8691;p111"/>
                  <p:cNvSpPr/>
                  <p:nvPr/>
                </p:nvSpPr>
                <p:spPr>
                  <a:xfrm>
                    <a:off x="4220" y="1041"/>
                    <a:ext cx="60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692" name="Google Shape;8692;p111"/>
                  <p:cNvGrpSpPr/>
                  <p:nvPr/>
                </p:nvGrpSpPr>
                <p:grpSpPr>
                  <a:xfrm>
                    <a:off x="4721" y="1021"/>
                    <a:ext cx="581" cy="135"/>
                    <a:chOff x="581" y="2596"/>
                    <a:chExt cx="725" cy="140"/>
                  </a:xfrm>
                </p:grpSpPr>
                <p:sp>
                  <p:nvSpPr>
                    <p:cNvPr id="8693" name="Google Shape;8693;p111"/>
                    <p:cNvSpPr/>
                    <p:nvPr/>
                  </p:nvSpPr>
                  <p:spPr>
                    <a:xfrm>
                      <a:off x="581" y="2596"/>
                      <a:ext cx="725" cy="140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94" name="Google Shape;8694;p111"/>
                    <p:cNvSpPr/>
                    <p:nvPr/>
                  </p:nvSpPr>
                  <p:spPr>
                    <a:xfrm>
                      <a:off x="594" y="2616"/>
                      <a:ext cx="687" cy="100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95" name="Google Shape;8695;p111"/>
                  <p:cNvSpPr/>
                  <p:nvPr/>
                </p:nvSpPr>
                <p:spPr>
                  <a:xfrm>
                    <a:off x="4220" y="1367"/>
                    <a:ext cx="591" cy="3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96" name="Google Shape;8696;p111"/>
                  <p:cNvSpPr/>
                  <p:nvPr/>
                </p:nvSpPr>
                <p:spPr>
                  <a:xfrm>
                    <a:off x="4230" y="1655"/>
                    <a:ext cx="59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697" name="Google Shape;8697;p111"/>
                  <p:cNvGrpSpPr/>
                  <p:nvPr/>
                </p:nvGrpSpPr>
                <p:grpSpPr>
                  <a:xfrm>
                    <a:off x="4731" y="1655"/>
                    <a:ext cx="551" cy="125"/>
                    <a:chOff x="609" y="2594"/>
                    <a:chExt cx="686" cy="115"/>
                  </a:xfrm>
                </p:grpSpPr>
                <p:sp>
                  <p:nvSpPr>
                    <p:cNvPr id="8698" name="Google Shape;8698;p111"/>
                    <p:cNvSpPr/>
                    <p:nvPr/>
                  </p:nvSpPr>
                  <p:spPr>
                    <a:xfrm>
                      <a:off x="609" y="2594"/>
                      <a:ext cx="686" cy="115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99" name="Google Shape;8699;p111"/>
                    <p:cNvSpPr/>
                    <p:nvPr/>
                  </p:nvSpPr>
                  <p:spPr>
                    <a:xfrm>
                      <a:off x="621" y="2612"/>
                      <a:ext cx="649" cy="80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700" name="Google Shape;8700;p111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701" name="Google Shape;8701;p111"/>
                  <p:cNvGrpSpPr/>
                  <p:nvPr/>
                </p:nvGrpSpPr>
                <p:grpSpPr>
                  <a:xfrm>
                    <a:off x="4741" y="1329"/>
                    <a:ext cx="580" cy="163"/>
                    <a:chOff x="616" y="2570"/>
                    <a:chExt cx="723" cy="163"/>
                  </a:xfrm>
                </p:grpSpPr>
                <p:sp>
                  <p:nvSpPr>
                    <p:cNvPr id="8702" name="Google Shape;8702;p111"/>
                    <p:cNvSpPr/>
                    <p:nvPr/>
                  </p:nvSpPr>
                  <p:spPr>
                    <a:xfrm>
                      <a:off x="616" y="2570"/>
                      <a:ext cx="723" cy="163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703" name="Google Shape;8703;p111"/>
                    <p:cNvSpPr/>
                    <p:nvPr/>
                  </p:nvSpPr>
                  <p:spPr>
                    <a:xfrm>
                      <a:off x="629" y="2589"/>
                      <a:ext cx="686" cy="135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704" name="Google Shape;8704;p111"/>
                  <p:cNvSpPr/>
                  <p:nvPr/>
                </p:nvSpPr>
                <p:spPr>
                  <a:xfrm>
                    <a:off x="5251" y="454"/>
                    <a:ext cx="60" cy="2267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05" name="Google Shape;8705;p111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06" name="Google Shape;8706;p111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07" name="Google Shape;8707;p111"/>
                  <p:cNvSpPr/>
                  <p:nvPr/>
                </p:nvSpPr>
                <p:spPr>
                  <a:xfrm>
                    <a:off x="5512" y="2616"/>
                    <a:ext cx="50" cy="96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08" name="Google Shape;8708;p111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09" name="Google Shape;8709;p111"/>
                  <p:cNvSpPr/>
                  <p:nvPr/>
                </p:nvSpPr>
                <p:spPr>
                  <a:xfrm>
                    <a:off x="4140" y="2683"/>
                    <a:ext cx="1202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10" name="Google Shape;8710;p111"/>
                  <p:cNvSpPr/>
                  <p:nvPr/>
                </p:nvSpPr>
                <p:spPr>
                  <a:xfrm>
                    <a:off x="4200" y="2712"/>
                    <a:ext cx="1071" cy="8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11" name="Google Shape;8711;p111"/>
                  <p:cNvSpPr/>
                  <p:nvPr/>
                </p:nvSpPr>
                <p:spPr>
                  <a:xfrm>
                    <a:off x="4310" y="2386"/>
                    <a:ext cx="160" cy="144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12" name="Google Shape;8712;p111"/>
                  <p:cNvSpPr/>
                  <p:nvPr/>
                </p:nvSpPr>
                <p:spPr>
                  <a:xfrm>
                    <a:off x="4480" y="2386"/>
                    <a:ext cx="160" cy="14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13" name="Google Shape;8713;p111"/>
                  <p:cNvSpPr/>
                  <p:nvPr/>
                </p:nvSpPr>
                <p:spPr>
                  <a:xfrm>
                    <a:off x="4661" y="2386"/>
                    <a:ext cx="160" cy="135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14" name="Google Shape;8714;p111"/>
                  <p:cNvSpPr/>
                  <p:nvPr/>
                </p:nvSpPr>
                <p:spPr>
                  <a:xfrm>
                    <a:off x="5061" y="1838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715" name="Google Shape;8715;p111"/>
              <p:cNvGrpSpPr/>
              <p:nvPr/>
            </p:nvGrpSpPr>
            <p:grpSpPr>
              <a:xfrm>
                <a:off x="7186941" y="5734675"/>
                <a:ext cx="347753" cy="680208"/>
                <a:chOff x="7923189" y="2486663"/>
                <a:chExt cx="360362" cy="884586"/>
              </a:xfrm>
            </p:grpSpPr>
            <p:pic>
              <p:nvPicPr>
                <p:cNvPr id="8716" name="Google Shape;8716;p11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8717" name="Google Shape;8717;p111"/>
                <p:cNvGrpSpPr/>
                <p:nvPr/>
              </p:nvGrpSpPr>
              <p:grpSpPr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8718" name="Google Shape;8718;p111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19" name="Google Shape;8719;p111"/>
                  <p:cNvSpPr/>
                  <p:nvPr/>
                </p:nvSpPr>
                <p:spPr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20" name="Google Shape;8720;p111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21" name="Google Shape;8721;p111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22" name="Google Shape;8722;p111"/>
                  <p:cNvSpPr/>
                  <p:nvPr/>
                </p:nvSpPr>
                <p:spPr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723" name="Google Shape;8723;p111"/>
                  <p:cNvGrpSpPr/>
                  <p:nvPr/>
                </p:nvGrpSpPr>
                <p:grpSpPr>
                  <a:xfrm>
                    <a:off x="4748" y="666"/>
                    <a:ext cx="578" cy="150"/>
                    <a:chOff x="613" y="2566"/>
                    <a:chExt cx="721" cy="144"/>
                  </a:xfrm>
                </p:grpSpPr>
                <p:sp>
                  <p:nvSpPr>
                    <p:cNvPr id="8724" name="Google Shape;8724;p111"/>
                    <p:cNvSpPr/>
                    <p:nvPr/>
                  </p:nvSpPr>
                  <p:spPr>
                    <a:xfrm>
                      <a:off x="613" y="2566"/>
                      <a:ext cx="721" cy="14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725" name="Google Shape;8725;p111"/>
                    <p:cNvSpPr/>
                    <p:nvPr/>
                  </p:nvSpPr>
                  <p:spPr>
                    <a:xfrm>
                      <a:off x="625" y="2581"/>
                      <a:ext cx="696" cy="114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726" name="Google Shape;8726;p111"/>
                  <p:cNvSpPr/>
                  <p:nvPr/>
                </p:nvSpPr>
                <p:spPr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727" name="Google Shape;8727;p111"/>
                  <p:cNvGrpSpPr/>
                  <p:nvPr/>
                </p:nvGrpSpPr>
                <p:grpSpPr>
                  <a:xfrm>
                    <a:off x="4748" y="990"/>
                    <a:ext cx="578" cy="134"/>
                    <a:chOff x="615" y="2564"/>
                    <a:chExt cx="721" cy="139"/>
                  </a:xfrm>
                </p:grpSpPr>
                <p:sp>
                  <p:nvSpPr>
                    <p:cNvPr id="8728" name="Google Shape;8728;p111"/>
                    <p:cNvSpPr/>
                    <p:nvPr/>
                  </p:nvSpPr>
                  <p:spPr>
                    <a:xfrm>
                      <a:off x="615" y="2564"/>
                      <a:ext cx="721" cy="13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729" name="Google Shape;8729;p111"/>
                    <p:cNvSpPr/>
                    <p:nvPr/>
                  </p:nvSpPr>
                  <p:spPr>
                    <a:xfrm>
                      <a:off x="628" y="2581"/>
                      <a:ext cx="696" cy="107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730" name="Google Shape;8730;p111"/>
                  <p:cNvSpPr/>
                  <p:nvPr/>
                </p:nvSpPr>
                <p:spPr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31" name="Google Shape;8731;p111"/>
                  <p:cNvSpPr/>
                  <p:nvPr/>
                </p:nvSpPr>
                <p:spPr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732" name="Google Shape;8732;p111"/>
                  <p:cNvGrpSpPr/>
                  <p:nvPr/>
                </p:nvGrpSpPr>
                <p:grpSpPr>
                  <a:xfrm>
                    <a:off x="4738" y="1647"/>
                    <a:ext cx="578" cy="135"/>
                    <a:chOff x="618" y="2586"/>
                    <a:chExt cx="720" cy="124"/>
                  </a:xfrm>
                </p:grpSpPr>
                <p:sp>
                  <p:nvSpPr>
                    <p:cNvPr id="8733" name="Google Shape;8733;p111"/>
                    <p:cNvSpPr/>
                    <p:nvPr/>
                  </p:nvSpPr>
                  <p:spPr>
                    <a:xfrm>
                      <a:off x="618" y="2586"/>
                      <a:ext cx="720" cy="12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734" name="Google Shape;8734;p111"/>
                    <p:cNvSpPr/>
                    <p:nvPr/>
                  </p:nvSpPr>
                  <p:spPr>
                    <a:xfrm>
                      <a:off x="630" y="2586"/>
                      <a:ext cx="695" cy="109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735" name="Google Shape;8735;p111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736" name="Google Shape;8736;p111"/>
                  <p:cNvGrpSpPr/>
                  <p:nvPr/>
                </p:nvGrpSpPr>
                <p:grpSpPr>
                  <a:xfrm>
                    <a:off x="4738" y="1330"/>
                    <a:ext cx="588" cy="134"/>
                    <a:chOff x="613" y="2571"/>
                    <a:chExt cx="732" cy="134"/>
                  </a:xfrm>
                </p:grpSpPr>
                <p:sp>
                  <p:nvSpPr>
                    <p:cNvPr id="8737" name="Google Shape;8737;p111"/>
                    <p:cNvSpPr/>
                    <p:nvPr/>
                  </p:nvSpPr>
                  <p:spPr>
                    <a:xfrm>
                      <a:off x="613" y="2571"/>
                      <a:ext cx="732" cy="13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738" name="Google Shape;8738;p111"/>
                    <p:cNvSpPr/>
                    <p:nvPr/>
                  </p:nvSpPr>
                  <p:spPr>
                    <a:xfrm>
                      <a:off x="625" y="2587"/>
                      <a:ext cx="720" cy="103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739" name="Google Shape;8739;p111"/>
                  <p:cNvSpPr/>
                  <p:nvPr/>
                </p:nvSpPr>
                <p:spPr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40" name="Google Shape;8740;p111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41" name="Google Shape;8741;p111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42" name="Google Shape;8742;p111"/>
                  <p:cNvSpPr/>
                  <p:nvPr/>
                </p:nvSpPr>
                <p:spPr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43" name="Google Shape;8743;p111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44" name="Google Shape;8744;p111"/>
                  <p:cNvSpPr/>
                  <p:nvPr/>
                </p:nvSpPr>
                <p:spPr>
                  <a:xfrm>
                    <a:off x="4140" y="2675"/>
                    <a:ext cx="1196" cy="15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45" name="Google Shape;8745;p111"/>
                  <p:cNvSpPr/>
                  <p:nvPr/>
                </p:nvSpPr>
                <p:spPr>
                  <a:xfrm>
                    <a:off x="4210" y="2714"/>
                    <a:ext cx="1066" cy="7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46" name="Google Shape;8746;p111"/>
                  <p:cNvSpPr/>
                  <p:nvPr/>
                </p:nvSpPr>
                <p:spPr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47" name="Google Shape;8747;p111"/>
                  <p:cNvSpPr/>
                  <p:nvPr/>
                </p:nvSpPr>
                <p:spPr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48" name="Google Shape;8748;p111"/>
                  <p:cNvSpPr/>
                  <p:nvPr/>
                </p:nvSpPr>
                <p:spPr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49" name="Google Shape;8749;p111"/>
                  <p:cNvSpPr/>
                  <p:nvPr/>
                </p:nvSpPr>
                <p:spPr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750" name="Google Shape;8750;p111"/>
              <p:cNvGrpSpPr/>
              <p:nvPr/>
            </p:nvGrpSpPr>
            <p:grpSpPr>
              <a:xfrm>
                <a:off x="439215" y="4826417"/>
                <a:ext cx="871949" cy="507508"/>
                <a:chOff x="439215" y="4826417"/>
                <a:chExt cx="871949" cy="507508"/>
              </a:xfrm>
            </p:grpSpPr>
            <p:grpSp>
              <p:nvGrpSpPr>
                <p:cNvPr id="8751" name="Google Shape;8751;p111"/>
                <p:cNvGrpSpPr/>
                <p:nvPr/>
              </p:nvGrpSpPr>
              <p:grpSpPr>
                <a:xfrm>
                  <a:off x="439215" y="4826417"/>
                  <a:ext cx="871949" cy="507508"/>
                  <a:chOff x="2889" y="1630"/>
                  <a:chExt cx="976" cy="744"/>
                </a:xfrm>
              </p:grpSpPr>
              <p:sp>
                <p:nvSpPr>
                  <p:cNvPr id="8752" name="Google Shape;8752;p111"/>
                  <p:cNvSpPr/>
                  <p:nvPr/>
                </p:nvSpPr>
                <p:spPr>
                  <a:xfrm>
                    <a:off x="3046" y="1841"/>
                    <a:ext cx="663" cy="533"/>
                  </a:xfrm>
                  <a:prstGeom prst="rect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53" name="Google Shape;8753;p111"/>
                  <p:cNvSpPr/>
                  <p:nvPr/>
                </p:nvSpPr>
                <p:spPr>
                  <a:xfrm>
                    <a:off x="2889" y="1630"/>
                    <a:ext cx="976" cy="254"/>
                  </a:xfrm>
                  <a:prstGeom prst="triangle">
                    <a:avLst>
                      <a:gd fmla="val 50000" name="adj"/>
                    </a:avLst>
                  </a:prstGeom>
                  <a:solidFill>
                    <a:srgbClr val="7F7F7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CCF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pic>
              <p:nvPicPr>
                <p:cNvPr id="8754" name="Google Shape;8754;p111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683109" y="5014480"/>
                  <a:ext cx="405029" cy="29083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sp>
        <p:nvSpPr>
          <p:cNvPr id="8755" name="Google Shape;8755;p111"/>
          <p:cNvSpPr/>
          <p:nvPr/>
        </p:nvSpPr>
        <p:spPr>
          <a:xfrm>
            <a:off x="1459847" y="4108856"/>
            <a:ext cx="9037638" cy="25034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56" name="Google Shape;8756;p111"/>
          <p:cNvGrpSpPr/>
          <p:nvPr/>
        </p:nvGrpSpPr>
        <p:grpSpPr>
          <a:xfrm>
            <a:off x="1925639" y="4171941"/>
            <a:ext cx="8074025" cy="523220"/>
            <a:chOff x="379080" y="5456397"/>
            <a:chExt cx="8074239" cy="524687"/>
          </a:xfrm>
        </p:grpSpPr>
        <p:sp>
          <p:nvSpPr>
            <p:cNvPr id="8757" name="Google Shape;8757;p111"/>
            <p:cNvSpPr/>
            <p:nvPr/>
          </p:nvSpPr>
          <p:spPr>
            <a:xfrm>
              <a:off x="379080" y="5489828"/>
              <a:ext cx="8074239" cy="421866"/>
            </a:xfrm>
            <a:prstGeom prst="rect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8" name="Google Shape;8758;p111"/>
            <p:cNvSpPr txBox="1"/>
            <p:nvPr/>
          </p:nvSpPr>
          <p:spPr>
            <a:xfrm>
              <a:off x="1081801" y="5456397"/>
              <a:ext cx="6920219" cy="5246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Internet host-host communication as a service</a:t>
              </a:r>
              <a:endParaRPr/>
            </a:p>
          </p:txBody>
        </p:sp>
      </p:grpSp>
      <p:sp>
        <p:nvSpPr>
          <p:cNvPr id="8759" name="Google Shape;8759;p111"/>
          <p:cNvSpPr txBox="1"/>
          <p:nvPr>
            <p:ph idx="1" type="body"/>
          </p:nvPr>
        </p:nvSpPr>
        <p:spPr>
          <a:xfrm>
            <a:off x="925817" y="5070373"/>
            <a:ext cx="9700619" cy="1344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None/>
            </a:pPr>
            <a:r>
              <a:rPr i="1" lang="en-US">
                <a:solidFill>
                  <a:srgbClr val="CD0000"/>
                </a:solidFill>
                <a:latin typeface="Calibri"/>
                <a:ea typeface="Calibri"/>
                <a:cs typeface="Calibri"/>
                <a:sym typeface="Calibri"/>
              </a:rPr>
              <a:t>OTT challenges: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coping with a congested Internet from the “edge”</a:t>
            </a:r>
            <a:endParaRPr/>
          </a:p>
          <a:p>
            <a:pPr indent="-233363" lvl="1" marL="4667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what content to place in which CDN node?</a:t>
            </a:r>
            <a:endParaRPr/>
          </a:p>
          <a:p>
            <a:pPr indent="-233363" lvl="1" marL="4667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from which CDN node to retrieve content? At which rate?</a:t>
            </a:r>
            <a:endParaRPr/>
          </a:p>
        </p:txBody>
      </p:sp>
      <p:sp>
        <p:nvSpPr>
          <p:cNvPr id="8760" name="Google Shape;8760;p111"/>
          <p:cNvSpPr txBox="1"/>
          <p:nvPr/>
        </p:nvSpPr>
        <p:spPr>
          <a:xfrm>
            <a:off x="3409501" y="2041781"/>
            <a:ext cx="457182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i="1" lang="en-US" sz="4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OTT: “over the top”</a:t>
            </a:r>
            <a:endParaRPr/>
          </a:p>
        </p:txBody>
      </p:sp>
      <p:sp>
        <p:nvSpPr>
          <p:cNvPr id="8761" name="Google Shape;8761;p11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Content distribution </a:t>
            </a:r>
            <a:r>
              <a:rPr lang="en-US"/>
              <a:t>n</a:t>
            </a:r>
            <a:r>
              <a:rPr lang="en-US" sz="4400"/>
              <a:t>etworks (CDNs)</a:t>
            </a:r>
            <a:endParaRPr/>
          </a:p>
        </p:txBody>
      </p:sp>
      <p:sp>
        <p:nvSpPr>
          <p:cNvPr id="8762" name="Google Shape;8762;p1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7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0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7" name="Shape 8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8" name="Google Shape;8768;p11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Application Layer: Overview</a:t>
            </a:r>
            <a:endParaRPr/>
          </a:p>
        </p:txBody>
      </p:sp>
      <p:sp>
        <p:nvSpPr>
          <p:cNvPr id="8769" name="Google Shape;8769;p112"/>
          <p:cNvSpPr txBox="1"/>
          <p:nvPr/>
        </p:nvSpPr>
        <p:spPr>
          <a:xfrm>
            <a:off x="809242" y="1870563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1638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Web and HTTP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The Domain Name System DNS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0" name="Google Shape;8770;p112"/>
          <p:cNvSpPr txBox="1"/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349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video streaming and content distribution networks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1" name="Google Shape;8771;p11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Kurose&amp;Ross 8th edition photo" id="8772" name="Google Shape;8772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7391" y="4125913"/>
            <a:ext cx="3087757" cy="2315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7" name="Shape 8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8" name="Google Shape;8778;p11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99"/>
                </a:solidFill>
              </a:rPr>
              <a:t>Chapter 2: Summary</a:t>
            </a:r>
            <a:endParaRPr sz="5400">
              <a:solidFill>
                <a:srgbClr val="000099"/>
              </a:solidFill>
            </a:endParaRPr>
          </a:p>
        </p:txBody>
      </p:sp>
      <p:sp>
        <p:nvSpPr>
          <p:cNvPr id="8779" name="Google Shape;8779;p113"/>
          <p:cNvSpPr txBox="1"/>
          <p:nvPr>
            <p:ph idx="1" type="body"/>
          </p:nvPr>
        </p:nvSpPr>
        <p:spPr>
          <a:xfrm>
            <a:off x="838200" y="2094161"/>
            <a:ext cx="5710084" cy="4194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application architectures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client-server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P2P</a:t>
            </a:r>
            <a:endParaRPr/>
          </a:p>
          <a:p>
            <a:pPr indent="-287338" lvl="0" marL="287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application service requirements:</a:t>
            </a:r>
            <a:endParaRPr/>
          </a:p>
          <a:p>
            <a:pPr indent="-228600" lvl="1" marL="6826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reliability, bandwidth, delay</a:t>
            </a:r>
            <a:endParaRPr/>
          </a:p>
          <a:p>
            <a:pPr indent="-287338" lvl="0" marL="287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Internet transport service model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connection-oriented, reliable: TCP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unreliable, datagrams: UDP</a:t>
            </a:r>
            <a:endParaRPr sz="2000"/>
          </a:p>
        </p:txBody>
      </p:sp>
      <p:sp>
        <p:nvSpPr>
          <p:cNvPr id="8780" name="Google Shape;8780;p113"/>
          <p:cNvSpPr txBox="1"/>
          <p:nvPr/>
        </p:nvSpPr>
        <p:spPr>
          <a:xfrm>
            <a:off x="704849" y="1392072"/>
            <a:ext cx="10208957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our study of network application layer is now complete!</a:t>
            </a:r>
            <a:endParaRPr/>
          </a:p>
        </p:txBody>
      </p:sp>
      <p:sp>
        <p:nvSpPr>
          <p:cNvPr id="8781" name="Google Shape;8781;p113"/>
          <p:cNvSpPr/>
          <p:nvPr/>
        </p:nvSpPr>
        <p:spPr>
          <a:xfrm>
            <a:off x="7310006" y="2054984"/>
            <a:ext cx="4652810" cy="3676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2873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specific protocols:</a:t>
            </a:r>
            <a:endParaRPr/>
          </a:p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endParaRPr/>
          </a:p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SMTP, IMAP</a:t>
            </a:r>
            <a:endParaRPr/>
          </a:p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endParaRPr/>
          </a:p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P2P: BitTorrent</a:t>
            </a:r>
            <a:endParaRPr/>
          </a:p>
          <a:p>
            <a:pPr indent="-287338" lvl="0" marL="2873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 streaming, CDNs</a:t>
            </a:r>
            <a:endParaRPr/>
          </a:p>
          <a:p>
            <a:pPr indent="-287338" lvl="0" marL="2873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socket programming: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TCP, UDP sockets</a:t>
            </a:r>
            <a:endParaRPr/>
          </a:p>
        </p:txBody>
      </p:sp>
      <p:sp>
        <p:nvSpPr>
          <p:cNvPr id="8782" name="Google Shape;8782;p1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7" name="Shape 8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8" name="Google Shape;8788;p11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99"/>
                </a:solidFill>
              </a:rPr>
              <a:t>Chapter 2: Summary</a:t>
            </a:r>
            <a:endParaRPr sz="5400">
              <a:solidFill>
                <a:srgbClr val="000099"/>
              </a:solidFill>
            </a:endParaRPr>
          </a:p>
        </p:txBody>
      </p:sp>
      <p:sp>
        <p:nvSpPr>
          <p:cNvPr id="8789" name="Google Shape;8789;p114"/>
          <p:cNvSpPr txBox="1"/>
          <p:nvPr/>
        </p:nvSpPr>
        <p:spPr>
          <a:xfrm>
            <a:off x="704849" y="1392072"/>
            <a:ext cx="10208957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Most importantly: learned about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protocols</a:t>
            </a: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sp>
        <p:nvSpPr>
          <p:cNvPr id="8790" name="Google Shape;8790;p114"/>
          <p:cNvSpPr txBox="1"/>
          <p:nvPr>
            <p:ph idx="1" type="body"/>
          </p:nvPr>
        </p:nvSpPr>
        <p:spPr>
          <a:xfrm>
            <a:off x="838200" y="2069589"/>
            <a:ext cx="569533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typical request/reply message exchange: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client requests info or service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server responds with data, status code</a:t>
            </a:r>
            <a:endParaRPr/>
          </a:p>
          <a:p>
            <a:pPr indent="-287338" lvl="0" marL="287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message formats: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i="1" lang="en-US">
                <a:solidFill>
                  <a:srgbClr val="000090"/>
                </a:solidFill>
              </a:rPr>
              <a:t>headers</a:t>
            </a:r>
            <a:r>
              <a:rPr lang="en-US"/>
              <a:t>: fields giving info about data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i="1" lang="en-US">
                <a:solidFill>
                  <a:srgbClr val="000090"/>
                </a:solidFill>
              </a:rPr>
              <a:t>data: </a:t>
            </a:r>
            <a:r>
              <a:rPr lang="en-US"/>
              <a:t>info(payload)  being communicated</a:t>
            </a:r>
            <a:endParaRPr/>
          </a:p>
        </p:txBody>
      </p:sp>
      <p:sp>
        <p:nvSpPr>
          <p:cNvPr id="8791" name="Google Shape;8791;p114"/>
          <p:cNvSpPr/>
          <p:nvPr/>
        </p:nvSpPr>
        <p:spPr>
          <a:xfrm>
            <a:off x="6832343" y="2015039"/>
            <a:ext cx="4654808" cy="3676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7013" lvl="0" marL="2270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important themes:</a:t>
            </a:r>
            <a:r>
              <a:rPr b="0" i="0" lang="en-US" sz="2400" u="none" cap="none" strike="noStrike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19075" lvl="0" marL="349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centralized vs. decentralized </a:t>
            </a:r>
            <a:endParaRPr/>
          </a:p>
          <a:p>
            <a:pPr indent="-219075" lvl="0" marL="349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stateless vs. stateful</a:t>
            </a:r>
            <a:endParaRPr/>
          </a:p>
          <a:p>
            <a:pPr indent="-219075" lvl="0" marL="349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scalability</a:t>
            </a:r>
            <a:endParaRPr/>
          </a:p>
          <a:p>
            <a:pPr indent="-219075" lvl="0" marL="349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reliable vs. unreliable message transfer </a:t>
            </a:r>
            <a:endParaRPr/>
          </a:p>
          <a:p>
            <a:pPr indent="-219075" lvl="0" marL="349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“complexity at network edge”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2" name="Google Shape;8792;p1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7" name="Shape 8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8" name="Google Shape;8798;p1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99" name="Google Shape;8799;p115"/>
          <p:cNvSpPr txBox="1"/>
          <p:nvPr>
            <p:ph type="title"/>
          </p:nvPr>
        </p:nvSpPr>
        <p:spPr>
          <a:xfrm>
            <a:off x="838200" y="298168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Additional Chapter 2 slides</a:t>
            </a:r>
            <a:endParaRPr sz="440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4" name="Shape 8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5" name="Google Shape;8805;p11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Sample SMTP interaction</a:t>
            </a:r>
            <a:endParaRPr sz="4400"/>
          </a:p>
        </p:txBody>
      </p:sp>
      <p:sp>
        <p:nvSpPr>
          <p:cNvPr id="8806" name="Google Shape;8806;p1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07" name="Google Shape;8807;p116"/>
          <p:cNvSpPr/>
          <p:nvPr/>
        </p:nvSpPr>
        <p:spPr>
          <a:xfrm>
            <a:off x="1160995" y="1183947"/>
            <a:ext cx="9870010" cy="5170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S: 220 hamburger.edu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C: HELO crepes.fr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 Hello crepes.fr, pleased to meet you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C: MAIL FROM: &lt;alice@crepes.fr&gt;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alice@crepes.fr... Sender ok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C: RCPT TO: &lt;bob@hamburger.edu&gt;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bob@hamburger.edu ... Recipient ok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C: DATA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S: 354 Enter mail, end with "." on a line by itself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C: Do you like ketchup?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C: How about pickles?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C: 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Message accepted for delivery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C: QUIT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S: 221 hamburger.edu closing connection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2" name="Shape 8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3" name="Google Shape;8813;p11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CDN content access: a closer look</a:t>
            </a:r>
            <a:endParaRPr/>
          </a:p>
        </p:txBody>
      </p:sp>
      <p:sp>
        <p:nvSpPr>
          <p:cNvPr id="8814" name="Google Shape;8814;p117"/>
          <p:cNvSpPr/>
          <p:nvPr/>
        </p:nvSpPr>
        <p:spPr>
          <a:xfrm rot="5400000">
            <a:off x="2597150" y="4305582"/>
            <a:ext cx="2554288" cy="1422400"/>
          </a:xfrm>
          <a:custGeom>
            <a:rect b="b" l="l" r="r" t="t"/>
            <a:pathLst>
              <a:path extrusionOk="0" h="10000" w="10000">
                <a:moveTo>
                  <a:pt x="6270" y="126"/>
                </a:moveTo>
                <a:cubicBezTo>
                  <a:pt x="5642" y="245"/>
                  <a:pt x="4469" y="528"/>
                  <a:pt x="3738" y="756"/>
                </a:cubicBezTo>
                <a:cubicBezTo>
                  <a:pt x="3007" y="984"/>
                  <a:pt x="2405" y="1322"/>
                  <a:pt x="1887" y="1495"/>
                </a:cubicBezTo>
                <a:cubicBezTo>
                  <a:pt x="1369" y="1668"/>
                  <a:pt x="1195" y="1105"/>
                  <a:pt x="629" y="1793"/>
                </a:cubicBezTo>
                <a:cubicBezTo>
                  <a:pt x="63" y="2481"/>
                  <a:pt x="218" y="3574"/>
                  <a:pt x="128" y="4417"/>
                </a:cubicBezTo>
                <a:cubicBezTo>
                  <a:pt x="39" y="5260"/>
                  <a:pt x="-87" y="6368"/>
                  <a:pt x="89" y="6848"/>
                </a:cubicBezTo>
                <a:cubicBezTo>
                  <a:pt x="265" y="7328"/>
                  <a:pt x="491" y="7223"/>
                  <a:pt x="1207" y="7298"/>
                </a:cubicBezTo>
                <a:cubicBezTo>
                  <a:pt x="1924" y="7374"/>
                  <a:pt x="3641" y="7133"/>
                  <a:pt x="4406" y="7298"/>
                </a:cubicBezTo>
                <a:cubicBezTo>
                  <a:pt x="5171" y="7463"/>
                  <a:pt x="5298" y="7868"/>
                  <a:pt x="5779" y="8288"/>
                </a:cubicBezTo>
                <a:cubicBezTo>
                  <a:pt x="6260" y="8709"/>
                  <a:pt x="6848" y="9549"/>
                  <a:pt x="7290" y="9819"/>
                </a:cubicBezTo>
                <a:cubicBezTo>
                  <a:pt x="7731" y="10089"/>
                  <a:pt x="8124" y="10014"/>
                  <a:pt x="8448" y="9879"/>
                </a:cubicBezTo>
                <a:cubicBezTo>
                  <a:pt x="8771" y="9744"/>
                  <a:pt x="9056" y="9549"/>
                  <a:pt x="9252" y="9008"/>
                </a:cubicBezTo>
                <a:cubicBezTo>
                  <a:pt x="9448" y="8469"/>
                  <a:pt x="9537" y="7418"/>
                  <a:pt x="9644" y="6639"/>
                </a:cubicBezTo>
                <a:cubicBezTo>
                  <a:pt x="9752" y="5858"/>
                  <a:pt x="9851" y="5168"/>
                  <a:pt x="9899" y="4327"/>
                </a:cubicBezTo>
                <a:cubicBezTo>
                  <a:pt x="9949" y="3486"/>
                  <a:pt x="10076" y="2256"/>
                  <a:pt x="9939" y="1566"/>
                </a:cubicBezTo>
                <a:cubicBezTo>
                  <a:pt x="9802" y="876"/>
                  <a:pt x="9478" y="471"/>
                  <a:pt x="9075" y="216"/>
                </a:cubicBezTo>
                <a:cubicBezTo>
                  <a:pt x="8674" y="-39"/>
                  <a:pt x="7997" y="20"/>
                  <a:pt x="7525" y="5"/>
                </a:cubicBezTo>
                <a:cubicBezTo>
                  <a:pt x="7055" y="-9"/>
                  <a:pt x="6898" y="5"/>
                  <a:pt x="6270" y="126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5" name="Google Shape;8815;p117"/>
          <p:cNvSpPr/>
          <p:nvPr/>
        </p:nvSpPr>
        <p:spPr>
          <a:xfrm>
            <a:off x="5650706" y="5181088"/>
            <a:ext cx="3467100" cy="1422400"/>
          </a:xfrm>
          <a:custGeom>
            <a:rect b="b" l="l" r="r" t="t"/>
            <a:pathLst>
              <a:path extrusionOk="0" h="10000" w="10000">
                <a:moveTo>
                  <a:pt x="6270" y="126"/>
                </a:moveTo>
                <a:cubicBezTo>
                  <a:pt x="5642" y="245"/>
                  <a:pt x="4469" y="528"/>
                  <a:pt x="3738" y="756"/>
                </a:cubicBezTo>
                <a:cubicBezTo>
                  <a:pt x="3007" y="984"/>
                  <a:pt x="2405" y="1322"/>
                  <a:pt x="1887" y="1495"/>
                </a:cubicBezTo>
                <a:cubicBezTo>
                  <a:pt x="1369" y="1668"/>
                  <a:pt x="1195" y="1105"/>
                  <a:pt x="629" y="1793"/>
                </a:cubicBezTo>
                <a:cubicBezTo>
                  <a:pt x="63" y="2481"/>
                  <a:pt x="218" y="3574"/>
                  <a:pt x="128" y="4417"/>
                </a:cubicBezTo>
                <a:cubicBezTo>
                  <a:pt x="39" y="5260"/>
                  <a:pt x="-87" y="6368"/>
                  <a:pt x="89" y="6848"/>
                </a:cubicBezTo>
                <a:cubicBezTo>
                  <a:pt x="265" y="7328"/>
                  <a:pt x="491" y="7223"/>
                  <a:pt x="1207" y="7298"/>
                </a:cubicBezTo>
                <a:cubicBezTo>
                  <a:pt x="1924" y="7374"/>
                  <a:pt x="3641" y="7133"/>
                  <a:pt x="4406" y="7298"/>
                </a:cubicBezTo>
                <a:cubicBezTo>
                  <a:pt x="5171" y="7463"/>
                  <a:pt x="5298" y="7868"/>
                  <a:pt x="5779" y="8288"/>
                </a:cubicBezTo>
                <a:cubicBezTo>
                  <a:pt x="6260" y="8709"/>
                  <a:pt x="6848" y="9549"/>
                  <a:pt x="7290" y="9819"/>
                </a:cubicBezTo>
                <a:cubicBezTo>
                  <a:pt x="7731" y="10089"/>
                  <a:pt x="8124" y="10014"/>
                  <a:pt x="8448" y="9879"/>
                </a:cubicBezTo>
                <a:cubicBezTo>
                  <a:pt x="8771" y="9744"/>
                  <a:pt x="9056" y="9549"/>
                  <a:pt x="9252" y="9008"/>
                </a:cubicBezTo>
                <a:cubicBezTo>
                  <a:pt x="9448" y="8469"/>
                  <a:pt x="9537" y="7418"/>
                  <a:pt x="9644" y="6639"/>
                </a:cubicBezTo>
                <a:cubicBezTo>
                  <a:pt x="9752" y="5858"/>
                  <a:pt x="9851" y="5168"/>
                  <a:pt x="9899" y="4327"/>
                </a:cubicBezTo>
                <a:cubicBezTo>
                  <a:pt x="9949" y="3486"/>
                  <a:pt x="10076" y="2256"/>
                  <a:pt x="9939" y="1566"/>
                </a:cubicBezTo>
                <a:cubicBezTo>
                  <a:pt x="9802" y="876"/>
                  <a:pt x="9478" y="471"/>
                  <a:pt x="9075" y="216"/>
                </a:cubicBezTo>
                <a:cubicBezTo>
                  <a:pt x="8674" y="-39"/>
                  <a:pt x="7997" y="20"/>
                  <a:pt x="7525" y="5"/>
                </a:cubicBezTo>
                <a:cubicBezTo>
                  <a:pt x="7055" y="-9"/>
                  <a:pt x="6898" y="5"/>
                  <a:pt x="6270" y="126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16" name="Google Shape;8816;p117"/>
          <p:cNvGrpSpPr/>
          <p:nvPr/>
        </p:nvGrpSpPr>
        <p:grpSpPr>
          <a:xfrm>
            <a:off x="3766344" y="3952363"/>
            <a:ext cx="460375" cy="638175"/>
            <a:chOff x="4140" y="429"/>
            <a:chExt cx="1425" cy="2396"/>
          </a:xfrm>
        </p:grpSpPr>
        <p:sp>
          <p:nvSpPr>
            <p:cNvPr id="8817" name="Google Shape;8817;p1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8" name="Google Shape;8818;p117"/>
            <p:cNvSpPr/>
            <p:nvPr/>
          </p:nvSpPr>
          <p:spPr>
            <a:xfrm>
              <a:off x="4204" y="429"/>
              <a:ext cx="1047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9" name="Google Shape;8819;p1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0" name="Google Shape;8820;p1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1" name="Google Shape;8821;p117"/>
            <p:cNvSpPr/>
            <p:nvPr/>
          </p:nvSpPr>
          <p:spPr>
            <a:xfrm>
              <a:off x="4214" y="691"/>
              <a:ext cx="595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22" name="Google Shape;8822;p117"/>
            <p:cNvGrpSpPr/>
            <p:nvPr/>
          </p:nvGrpSpPr>
          <p:grpSpPr>
            <a:xfrm>
              <a:off x="4749" y="667"/>
              <a:ext cx="580" cy="131"/>
              <a:chOff x="614" y="2567"/>
              <a:chExt cx="724" cy="126"/>
            </a:xfrm>
          </p:grpSpPr>
          <p:sp>
            <p:nvSpPr>
              <p:cNvPr id="8823" name="Google Shape;8823;p117"/>
              <p:cNvSpPr/>
              <p:nvPr/>
            </p:nvSpPr>
            <p:spPr>
              <a:xfrm>
                <a:off x="614" y="2567"/>
                <a:ext cx="724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4" name="Google Shape;8824;p117"/>
              <p:cNvSpPr/>
              <p:nvPr/>
            </p:nvSpPr>
            <p:spPr>
              <a:xfrm>
                <a:off x="633" y="2585"/>
                <a:ext cx="687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25" name="Google Shape;8825;p117"/>
            <p:cNvSpPr/>
            <p:nvPr/>
          </p:nvSpPr>
          <p:spPr>
            <a:xfrm>
              <a:off x="4224" y="1019"/>
              <a:ext cx="595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26" name="Google Shape;8826;p117"/>
            <p:cNvGrpSpPr/>
            <p:nvPr/>
          </p:nvGrpSpPr>
          <p:grpSpPr>
            <a:xfrm>
              <a:off x="4749" y="995"/>
              <a:ext cx="580" cy="131"/>
              <a:chOff x="617" y="2569"/>
              <a:chExt cx="724" cy="136"/>
            </a:xfrm>
          </p:grpSpPr>
          <p:sp>
            <p:nvSpPr>
              <p:cNvPr id="8827" name="Google Shape;8827;p117"/>
              <p:cNvSpPr/>
              <p:nvPr/>
            </p:nvSpPr>
            <p:spPr>
              <a:xfrm>
                <a:off x="617" y="2569"/>
                <a:ext cx="724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8" name="Google Shape;8828;p117"/>
              <p:cNvSpPr/>
              <p:nvPr/>
            </p:nvSpPr>
            <p:spPr>
              <a:xfrm>
                <a:off x="629" y="2588"/>
                <a:ext cx="693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29" name="Google Shape;8829;p117"/>
            <p:cNvSpPr/>
            <p:nvPr/>
          </p:nvSpPr>
          <p:spPr>
            <a:xfrm>
              <a:off x="4219" y="1359"/>
              <a:ext cx="595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0" name="Google Shape;8830;p117"/>
            <p:cNvSpPr/>
            <p:nvPr/>
          </p:nvSpPr>
          <p:spPr>
            <a:xfrm>
              <a:off x="4228" y="1657"/>
              <a:ext cx="595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31" name="Google Shape;8831;p117"/>
            <p:cNvGrpSpPr/>
            <p:nvPr/>
          </p:nvGrpSpPr>
          <p:grpSpPr>
            <a:xfrm>
              <a:off x="4734" y="1627"/>
              <a:ext cx="580" cy="149"/>
              <a:chOff x="613" y="2568"/>
              <a:chExt cx="722" cy="137"/>
            </a:xfrm>
          </p:grpSpPr>
          <p:sp>
            <p:nvSpPr>
              <p:cNvPr id="8832" name="Google Shape;8832;p117"/>
              <p:cNvSpPr/>
              <p:nvPr/>
            </p:nvSpPr>
            <p:spPr>
              <a:xfrm>
                <a:off x="613" y="2568"/>
                <a:ext cx="722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3" name="Google Shape;8833;p117"/>
              <p:cNvSpPr/>
              <p:nvPr/>
            </p:nvSpPr>
            <p:spPr>
              <a:xfrm>
                <a:off x="626" y="2584"/>
                <a:ext cx="698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34" name="Google Shape;8834;p1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35" name="Google Shape;8835;p117"/>
            <p:cNvGrpSpPr/>
            <p:nvPr/>
          </p:nvGrpSpPr>
          <p:grpSpPr>
            <a:xfrm>
              <a:off x="4740" y="1329"/>
              <a:ext cx="580" cy="137"/>
              <a:chOff x="615" y="2570"/>
              <a:chExt cx="722" cy="137"/>
            </a:xfrm>
          </p:grpSpPr>
          <p:sp>
            <p:nvSpPr>
              <p:cNvPr id="8836" name="Google Shape;8836;p117"/>
              <p:cNvSpPr/>
              <p:nvPr/>
            </p:nvSpPr>
            <p:spPr>
              <a:xfrm>
                <a:off x="615" y="2570"/>
                <a:ext cx="722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7" name="Google Shape;8837;p117"/>
              <p:cNvSpPr/>
              <p:nvPr/>
            </p:nvSpPr>
            <p:spPr>
              <a:xfrm>
                <a:off x="633" y="2588"/>
                <a:ext cx="68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38" name="Google Shape;8838;p117"/>
            <p:cNvSpPr/>
            <p:nvPr/>
          </p:nvSpPr>
          <p:spPr>
            <a:xfrm>
              <a:off x="5246" y="429"/>
              <a:ext cx="69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9" name="Google Shape;8839;p1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0" name="Google Shape;8840;p1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1" name="Google Shape;8841;p117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2" name="Google Shape;8842;p1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3" name="Google Shape;8843;p117"/>
            <p:cNvSpPr/>
            <p:nvPr/>
          </p:nvSpPr>
          <p:spPr>
            <a:xfrm>
              <a:off x="4140" y="2682"/>
              <a:ext cx="1199" cy="143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4" name="Google Shape;8844;p117"/>
            <p:cNvSpPr/>
            <p:nvPr/>
          </p:nvSpPr>
          <p:spPr>
            <a:xfrm>
              <a:off x="4204" y="2712"/>
              <a:ext cx="1071" cy="7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5" name="Google Shape;8845;p117"/>
            <p:cNvSpPr/>
            <p:nvPr/>
          </p:nvSpPr>
          <p:spPr>
            <a:xfrm>
              <a:off x="4307" y="2384"/>
              <a:ext cx="162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6" name="Google Shape;8846;p117"/>
            <p:cNvSpPr/>
            <p:nvPr/>
          </p:nvSpPr>
          <p:spPr>
            <a:xfrm>
              <a:off x="4484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7" name="Google Shape;8847;p117"/>
            <p:cNvSpPr/>
            <p:nvPr/>
          </p:nvSpPr>
          <p:spPr>
            <a:xfrm>
              <a:off x="4661" y="2378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8" name="Google Shape;8848;p117"/>
            <p:cNvSpPr/>
            <p:nvPr/>
          </p:nvSpPr>
          <p:spPr>
            <a:xfrm>
              <a:off x="5064" y="1836"/>
              <a:ext cx="84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49" name="Google Shape;8849;p117"/>
          <p:cNvSpPr txBox="1"/>
          <p:nvPr/>
        </p:nvSpPr>
        <p:spPr>
          <a:xfrm>
            <a:off x="2982119" y="4527038"/>
            <a:ext cx="15049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netcinema.com</a:t>
            </a:r>
            <a:endParaRPr i="1" sz="18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pSp>
        <p:nvGrpSpPr>
          <p:cNvPr id="8850" name="Google Shape;8850;p117"/>
          <p:cNvGrpSpPr/>
          <p:nvPr/>
        </p:nvGrpSpPr>
        <p:grpSpPr>
          <a:xfrm>
            <a:off x="5838031" y="2339463"/>
            <a:ext cx="963613" cy="835025"/>
            <a:chOff x="-44" y="1473"/>
            <a:chExt cx="981" cy="1105"/>
          </a:xfrm>
        </p:grpSpPr>
        <p:pic>
          <p:nvPicPr>
            <p:cNvPr descr="desktop_computer_stylized_medium" id="8851" name="Google Shape;8851;p1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52" name="Google Shape;8852;p11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53" name="Google Shape;8853;p117"/>
          <p:cNvGrpSpPr/>
          <p:nvPr/>
        </p:nvGrpSpPr>
        <p:grpSpPr>
          <a:xfrm>
            <a:off x="6063456" y="5498588"/>
            <a:ext cx="377825" cy="636588"/>
            <a:chOff x="4140" y="429"/>
            <a:chExt cx="1425" cy="2396"/>
          </a:xfrm>
        </p:grpSpPr>
        <p:sp>
          <p:nvSpPr>
            <p:cNvPr id="8854" name="Google Shape;8854;p1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5" name="Google Shape;8855;p117"/>
            <p:cNvSpPr/>
            <p:nvPr/>
          </p:nvSpPr>
          <p:spPr>
            <a:xfrm>
              <a:off x="4206" y="429"/>
              <a:ext cx="1048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6" name="Google Shape;8856;p1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7" name="Google Shape;8857;p1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8" name="Google Shape;8858;p117"/>
            <p:cNvSpPr/>
            <p:nvPr/>
          </p:nvSpPr>
          <p:spPr>
            <a:xfrm>
              <a:off x="4212" y="692"/>
              <a:ext cx="599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59" name="Google Shape;8859;p117"/>
            <p:cNvGrpSpPr/>
            <p:nvPr/>
          </p:nvGrpSpPr>
          <p:grpSpPr>
            <a:xfrm>
              <a:off x="4751" y="668"/>
              <a:ext cx="581" cy="143"/>
              <a:chOff x="616" y="2568"/>
              <a:chExt cx="725" cy="137"/>
            </a:xfrm>
          </p:grpSpPr>
          <p:sp>
            <p:nvSpPr>
              <p:cNvPr id="8860" name="Google Shape;8860;p117"/>
              <p:cNvSpPr/>
              <p:nvPr/>
            </p:nvSpPr>
            <p:spPr>
              <a:xfrm>
                <a:off x="616" y="2568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61" name="Google Shape;8861;p117"/>
              <p:cNvSpPr/>
              <p:nvPr/>
            </p:nvSpPr>
            <p:spPr>
              <a:xfrm>
                <a:off x="639" y="2585"/>
                <a:ext cx="687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62" name="Google Shape;8862;p117"/>
            <p:cNvSpPr/>
            <p:nvPr/>
          </p:nvSpPr>
          <p:spPr>
            <a:xfrm>
              <a:off x="4224" y="1021"/>
              <a:ext cx="593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63" name="Google Shape;8863;p117"/>
            <p:cNvGrpSpPr/>
            <p:nvPr/>
          </p:nvGrpSpPr>
          <p:grpSpPr>
            <a:xfrm>
              <a:off x="4745" y="997"/>
              <a:ext cx="581" cy="131"/>
              <a:chOff x="611" y="2571"/>
              <a:chExt cx="725" cy="136"/>
            </a:xfrm>
          </p:grpSpPr>
          <p:sp>
            <p:nvSpPr>
              <p:cNvPr id="8864" name="Google Shape;8864;p117"/>
              <p:cNvSpPr/>
              <p:nvPr/>
            </p:nvSpPr>
            <p:spPr>
              <a:xfrm>
                <a:off x="611" y="2571"/>
                <a:ext cx="725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65" name="Google Shape;8865;p117"/>
              <p:cNvSpPr/>
              <p:nvPr/>
            </p:nvSpPr>
            <p:spPr>
              <a:xfrm>
                <a:off x="619" y="2589"/>
                <a:ext cx="695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66" name="Google Shape;8866;p117"/>
            <p:cNvSpPr/>
            <p:nvPr/>
          </p:nvSpPr>
          <p:spPr>
            <a:xfrm>
              <a:off x="4218" y="1355"/>
              <a:ext cx="593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7" name="Google Shape;8867;p117"/>
            <p:cNvSpPr/>
            <p:nvPr/>
          </p:nvSpPr>
          <p:spPr>
            <a:xfrm>
              <a:off x="4230" y="1654"/>
              <a:ext cx="593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68" name="Google Shape;8868;p117"/>
            <p:cNvGrpSpPr/>
            <p:nvPr/>
          </p:nvGrpSpPr>
          <p:grpSpPr>
            <a:xfrm>
              <a:off x="4733" y="1636"/>
              <a:ext cx="580" cy="143"/>
              <a:chOff x="611" y="2576"/>
              <a:chExt cx="723" cy="132"/>
            </a:xfrm>
          </p:grpSpPr>
          <p:sp>
            <p:nvSpPr>
              <p:cNvPr id="8869" name="Google Shape;8869;p117"/>
              <p:cNvSpPr/>
              <p:nvPr/>
            </p:nvSpPr>
            <p:spPr>
              <a:xfrm>
                <a:off x="611" y="2576"/>
                <a:ext cx="723" cy="13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0" name="Google Shape;8870;p117"/>
              <p:cNvSpPr/>
              <p:nvPr/>
            </p:nvSpPr>
            <p:spPr>
              <a:xfrm>
                <a:off x="626" y="2587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71" name="Google Shape;8871;p1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72" name="Google Shape;8872;p117"/>
            <p:cNvGrpSpPr/>
            <p:nvPr/>
          </p:nvGrpSpPr>
          <p:grpSpPr>
            <a:xfrm>
              <a:off x="4739" y="1325"/>
              <a:ext cx="580" cy="143"/>
              <a:chOff x="614" y="2566"/>
              <a:chExt cx="723" cy="143"/>
            </a:xfrm>
          </p:grpSpPr>
          <p:sp>
            <p:nvSpPr>
              <p:cNvPr id="8873" name="Google Shape;8873;p117"/>
              <p:cNvSpPr/>
              <p:nvPr/>
            </p:nvSpPr>
            <p:spPr>
              <a:xfrm>
                <a:off x="614" y="2566"/>
                <a:ext cx="723" cy="143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4" name="Google Shape;8874;p117"/>
              <p:cNvSpPr/>
              <p:nvPr/>
            </p:nvSpPr>
            <p:spPr>
              <a:xfrm>
                <a:off x="636" y="2584"/>
                <a:ext cx="68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75" name="Google Shape;8875;p117"/>
            <p:cNvSpPr/>
            <p:nvPr/>
          </p:nvSpPr>
          <p:spPr>
            <a:xfrm>
              <a:off x="5248" y="429"/>
              <a:ext cx="66" cy="2288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6" name="Google Shape;8876;p1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7" name="Google Shape;8877;p1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8" name="Google Shape;8878;p117"/>
            <p:cNvSpPr/>
            <p:nvPr/>
          </p:nvSpPr>
          <p:spPr>
            <a:xfrm>
              <a:off x="5517" y="2610"/>
              <a:ext cx="48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9" name="Google Shape;8879;p1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0" name="Google Shape;8880;p117"/>
            <p:cNvSpPr/>
            <p:nvPr/>
          </p:nvSpPr>
          <p:spPr>
            <a:xfrm>
              <a:off x="4140" y="2682"/>
              <a:ext cx="1203" cy="143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1" name="Google Shape;8881;p117"/>
            <p:cNvSpPr/>
            <p:nvPr/>
          </p:nvSpPr>
          <p:spPr>
            <a:xfrm>
              <a:off x="4206" y="2711"/>
              <a:ext cx="1072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2" name="Google Shape;8882;p117"/>
            <p:cNvSpPr/>
            <p:nvPr/>
          </p:nvSpPr>
          <p:spPr>
            <a:xfrm>
              <a:off x="4308" y="2383"/>
              <a:ext cx="162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3" name="Google Shape;8883;p117"/>
            <p:cNvSpPr/>
            <p:nvPr/>
          </p:nvSpPr>
          <p:spPr>
            <a:xfrm>
              <a:off x="4487" y="2383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4" name="Google Shape;8884;p117"/>
            <p:cNvSpPr/>
            <p:nvPr/>
          </p:nvSpPr>
          <p:spPr>
            <a:xfrm>
              <a:off x="4661" y="2383"/>
              <a:ext cx="156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5" name="Google Shape;8885;p117"/>
            <p:cNvSpPr/>
            <p:nvPr/>
          </p:nvSpPr>
          <p:spPr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86" name="Google Shape;8886;p117"/>
          <p:cNvGrpSpPr/>
          <p:nvPr/>
        </p:nvGrpSpPr>
        <p:grpSpPr>
          <a:xfrm>
            <a:off x="3871119" y="5217601"/>
            <a:ext cx="420687" cy="636587"/>
            <a:chOff x="4140" y="429"/>
            <a:chExt cx="1425" cy="2396"/>
          </a:xfrm>
        </p:grpSpPr>
        <p:sp>
          <p:nvSpPr>
            <p:cNvPr id="8887" name="Google Shape;8887;p1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8" name="Google Shape;8888;p117"/>
            <p:cNvSpPr/>
            <p:nvPr/>
          </p:nvSpPr>
          <p:spPr>
            <a:xfrm>
              <a:off x="4205" y="429"/>
              <a:ext cx="1049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9" name="Google Shape;8889;p1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0" name="Google Shape;8890;p1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1" name="Google Shape;8891;p117"/>
            <p:cNvSpPr/>
            <p:nvPr/>
          </p:nvSpPr>
          <p:spPr>
            <a:xfrm>
              <a:off x="4215" y="692"/>
              <a:ext cx="592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92" name="Google Shape;8892;p117"/>
            <p:cNvGrpSpPr/>
            <p:nvPr/>
          </p:nvGrpSpPr>
          <p:grpSpPr>
            <a:xfrm>
              <a:off x="4747" y="668"/>
              <a:ext cx="581" cy="143"/>
              <a:chOff x="612" y="2568"/>
              <a:chExt cx="725" cy="137"/>
            </a:xfrm>
          </p:grpSpPr>
          <p:sp>
            <p:nvSpPr>
              <p:cNvPr id="8893" name="Google Shape;8893;p117"/>
              <p:cNvSpPr/>
              <p:nvPr/>
            </p:nvSpPr>
            <p:spPr>
              <a:xfrm>
                <a:off x="612" y="2568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4" name="Google Shape;8894;p117"/>
              <p:cNvSpPr/>
              <p:nvPr/>
            </p:nvSpPr>
            <p:spPr>
              <a:xfrm>
                <a:off x="632" y="2585"/>
                <a:ext cx="684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95" name="Google Shape;8895;p117"/>
            <p:cNvSpPr/>
            <p:nvPr/>
          </p:nvSpPr>
          <p:spPr>
            <a:xfrm>
              <a:off x="4221" y="1021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96" name="Google Shape;8896;p117"/>
            <p:cNvGrpSpPr/>
            <p:nvPr/>
          </p:nvGrpSpPr>
          <p:grpSpPr>
            <a:xfrm>
              <a:off x="4748" y="997"/>
              <a:ext cx="581" cy="131"/>
              <a:chOff x="615" y="2571"/>
              <a:chExt cx="725" cy="136"/>
            </a:xfrm>
          </p:grpSpPr>
          <p:sp>
            <p:nvSpPr>
              <p:cNvPr id="8897" name="Google Shape;8897;p117"/>
              <p:cNvSpPr/>
              <p:nvPr/>
            </p:nvSpPr>
            <p:spPr>
              <a:xfrm>
                <a:off x="615" y="2571"/>
                <a:ext cx="725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8" name="Google Shape;8898;p117"/>
              <p:cNvSpPr/>
              <p:nvPr/>
            </p:nvSpPr>
            <p:spPr>
              <a:xfrm>
                <a:off x="622" y="2589"/>
                <a:ext cx="698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99" name="Google Shape;8899;p117"/>
            <p:cNvSpPr/>
            <p:nvPr/>
          </p:nvSpPr>
          <p:spPr>
            <a:xfrm>
              <a:off x="4221" y="1355"/>
              <a:ext cx="592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0" name="Google Shape;8900;p117"/>
            <p:cNvSpPr/>
            <p:nvPr/>
          </p:nvSpPr>
          <p:spPr>
            <a:xfrm>
              <a:off x="4226" y="1654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01" name="Google Shape;8901;p117"/>
            <p:cNvGrpSpPr/>
            <p:nvPr/>
          </p:nvGrpSpPr>
          <p:grpSpPr>
            <a:xfrm>
              <a:off x="4737" y="1636"/>
              <a:ext cx="576" cy="143"/>
              <a:chOff x="616" y="2576"/>
              <a:chExt cx="717" cy="132"/>
            </a:xfrm>
          </p:grpSpPr>
          <p:sp>
            <p:nvSpPr>
              <p:cNvPr id="8902" name="Google Shape;8902;p117"/>
              <p:cNvSpPr/>
              <p:nvPr/>
            </p:nvSpPr>
            <p:spPr>
              <a:xfrm>
                <a:off x="616" y="2576"/>
                <a:ext cx="717" cy="13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3" name="Google Shape;8903;p117"/>
              <p:cNvSpPr/>
              <p:nvPr/>
            </p:nvSpPr>
            <p:spPr>
              <a:xfrm>
                <a:off x="630" y="2587"/>
                <a:ext cx="683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04" name="Google Shape;8904;p1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05" name="Google Shape;8905;p117"/>
            <p:cNvGrpSpPr/>
            <p:nvPr/>
          </p:nvGrpSpPr>
          <p:grpSpPr>
            <a:xfrm>
              <a:off x="4737" y="1325"/>
              <a:ext cx="586" cy="143"/>
              <a:chOff x="611" y="2566"/>
              <a:chExt cx="730" cy="143"/>
            </a:xfrm>
          </p:grpSpPr>
          <p:sp>
            <p:nvSpPr>
              <p:cNvPr id="8906" name="Google Shape;8906;p117"/>
              <p:cNvSpPr/>
              <p:nvPr/>
            </p:nvSpPr>
            <p:spPr>
              <a:xfrm>
                <a:off x="611" y="2566"/>
                <a:ext cx="730" cy="143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7" name="Google Shape;8907;p117"/>
              <p:cNvSpPr/>
              <p:nvPr/>
            </p:nvSpPr>
            <p:spPr>
              <a:xfrm>
                <a:off x="631" y="2584"/>
                <a:ext cx="690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08" name="Google Shape;8908;p117"/>
            <p:cNvSpPr/>
            <p:nvPr/>
          </p:nvSpPr>
          <p:spPr>
            <a:xfrm>
              <a:off x="5248" y="429"/>
              <a:ext cx="70" cy="2288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9" name="Google Shape;8909;p1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0" name="Google Shape;8910;p1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1" name="Google Shape;8911;p117"/>
            <p:cNvSpPr/>
            <p:nvPr/>
          </p:nvSpPr>
          <p:spPr>
            <a:xfrm>
              <a:off x="5517" y="2610"/>
              <a:ext cx="48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2" name="Google Shape;8912;p1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3" name="Google Shape;8913;p117"/>
            <p:cNvSpPr/>
            <p:nvPr/>
          </p:nvSpPr>
          <p:spPr>
            <a:xfrm>
              <a:off x="4140" y="2682"/>
              <a:ext cx="1199" cy="143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4" name="Google Shape;8914;p117"/>
            <p:cNvSpPr/>
            <p:nvPr/>
          </p:nvSpPr>
          <p:spPr>
            <a:xfrm>
              <a:off x="4205" y="2711"/>
              <a:ext cx="1070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5" name="Google Shape;8915;p117"/>
            <p:cNvSpPr/>
            <p:nvPr/>
          </p:nvSpPr>
          <p:spPr>
            <a:xfrm>
              <a:off x="4307" y="2383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6" name="Google Shape;8916;p117"/>
            <p:cNvSpPr/>
            <p:nvPr/>
          </p:nvSpPr>
          <p:spPr>
            <a:xfrm>
              <a:off x="4484" y="2383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7" name="Google Shape;8917;p117"/>
            <p:cNvSpPr/>
            <p:nvPr/>
          </p:nvSpPr>
          <p:spPr>
            <a:xfrm>
              <a:off x="4662" y="2383"/>
              <a:ext cx="156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8" name="Google Shape;8918;p117"/>
            <p:cNvSpPr/>
            <p:nvPr/>
          </p:nvSpPr>
          <p:spPr>
            <a:xfrm>
              <a:off x="5060" y="1833"/>
              <a:ext cx="86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19" name="Google Shape;8919;p117"/>
          <p:cNvGrpSpPr/>
          <p:nvPr/>
        </p:nvGrpSpPr>
        <p:grpSpPr>
          <a:xfrm>
            <a:off x="8281194" y="5430326"/>
            <a:ext cx="344487" cy="638175"/>
            <a:chOff x="4140" y="429"/>
            <a:chExt cx="1425" cy="2396"/>
          </a:xfrm>
        </p:grpSpPr>
        <p:sp>
          <p:nvSpPr>
            <p:cNvPr id="8920" name="Google Shape;8920;p1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1" name="Google Shape;8921;p117"/>
            <p:cNvSpPr/>
            <p:nvPr/>
          </p:nvSpPr>
          <p:spPr>
            <a:xfrm>
              <a:off x="4206" y="429"/>
              <a:ext cx="1044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2" name="Google Shape;8922;p1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3" name="Google Shape;8923;p1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4" name="Google Shape;8924;p117"/>
            <p:cNvSpPr/>
            <p:nvPr/>
          </p:nvSpPr>
          <p:spPr>
            <a:xfrm>
              <a:off x="4212" y="691"/>
              <a:ext cx="598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25" name="Google Shape;8925;p117"/>
            <p:cNvGrpSpPr/>
            <p:nvPr/>
          </p:nvGrpSpPr>
          <p:grpSpPr>
            <a:xfrm>
              <a:off x="4751" y="667"/>
              <a:ext cx="578" cy="131"/>
              <a:chOff x="616" y="2567"/>
              <a:chExt cx="721" cy="126"/>
            </a:xfrm>
          </p:grpSpPr>
          <p:sp>
            <p:nvSpPr>
              <p:cNvPr id="8926" name="Google Shape;8926;p117"/>
              <p:cNvSpPr/>
              <p:nvPr/>
            </p:nvSpPr>
            <p:spPr>
              <a:xfrm>
                <a:off x="616" y="2567"/>
                <a:ext cx="721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27" name="Google Shape;8927;p117"/>
              <p:cNvSpPr/>
              <p:nvPr/>
            </p:nvSpPr>
            <p:spPr>
              <a:xfrm>
                <a:off x="633" y="2585"/>
                <a:ext cx="688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28" name="Google Shape;8928;p117"/>
            <p:cNvSpPr/>
            <p:nvPr/>
          </p:nvSpPr>
          <p:spPr>
            <a:xfrm>
              <a:off x="4225" y="1019"/>
              <a:ext cx="591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29" name="Google Shape;8929;p117"/>
            <p:cNvGrpSpPr/>
            <p:nvPr/>
          </p:nvGrpSpPr>
          <p:grpSpPr>
            <a:xfrm>
              <a:off x="4744" y="995"/>
              <a:ext cx="584" cy="131"/>
              <a:chOff x="610" y="2569"/>
              <a:chExt cx="729" cy="136"/>
            </a:xfrm>
          </p:grpSpPr>
          <p:sp>
            <p:nvSpPr>
              <p:cNvPr id="8930" name="Google Shape;8930;p117"/>
              <p:cNvSpPr/>
              <p:nvPr/>
            </p:nvSpPr>
            <p:spPr>
              <a:xfrm>
                <a:off x="610" y="2569"/>
                <a:ext cx="729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31" name="Google Shape;8931;p117"/>
              <p:cNvSpPr/>
              <p:nvPr/>
            </p:nvSpPr>
            <p:spPr>
              <a:xfrm>
                <a:off x="619" y="2588"/>
                <a:ext cx="697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32" name="Google Shape;8932;p117"/>
            <p:cNvSpPr/>
            <p:nvPr/>
          </p:nvSpPr>
          <p:spPr>
            <a:xfrm>
              <a:off x="4219" y="1359"/>
              <a:ext cx="591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3" name="Google Shape;8933;p117"/>
            <p:cNvSpPr/>
            <p:nvPr/>
          </p:nvSpPr>
          <p:spPr>
            <a:xfrm>
              <a:off x="4225" y="1657"/>
              <a:ext cx="598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34" name="Google Shape;8934;p117"/>
            <p:cNvGrpSpPr/>
            <p:nvPr/>
          </p:nvGrpSpPr>
          <p:grpSpPr>
            <a:xfrm>
              <a:off x="4737" y="1627"/>
              <a:ext cx="572" cy="149"/>
              <a:chOff x="617" y="2568"/>
              <a:chExt cx="712" cy="137"/>
            </a:xfrm>
          </p:grpSpPr>
          <p:sp>
            <p:nvSpPr>
              <p:cNvPr id="8935" name="Google Shape;8935;p117"/>
              <p:cNvSpPr/>
              <p:nvPr/>
            </p:nvSpPr>
            <p:spPr>
              <a:xfrm>
                <a:off x="617" y="2568"/>
                <a:ext cx="712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36" name="Google Shape;8936;p117"/>
              <p:cNvSpPr/>
              <p:nvPr/>
            </p:nvSpPr>
            <p:spPr>
              <a:xfrm>
                <a:off x="634" y="2584"/>
                <a:ext cx="679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37" name="Google Shape;8937;p1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38" name="Google Shape;8938;p117"/>
            <p:cNvGrpSpPr/>
            <p:nvPr/>
          </p:nvGrpSpPr>
          <p:grpSpPr>
            <a:xfrm>
              <a:off x="4737" y="1329"/>
              <a:ext cx="584" cy="137"/>
              <a:chOff x="612" y="2570"/>
              <a:chExt cx="728" cy="137"/>
            </a:xfrm>
          </p:grpSpPr>
          <p:sp>
            <p:nvSpPr>
              <p:cNvPr id="8939" name="Google Shape;8939;p117"/>
              <p:cNvSpPr/>
              <p:nvPr/>
            </p:nvSpPr>
            <p:spPr>
              <a:xfrm>
                <a:off x="612" y="2570"/>
                <a:ext cx="728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40" name="Google Shape;8940;p117"/>
              <p:cNvSpPr/>
              <p:nvPr/>
            </p:nvSpPr>
            <p:spPr>
              <a:xfrm>
                <a:off x="629" y="2588"/>
                <a:ext cx="695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41" name="Google Shape;8941;p117"/>
            <p:cNvSpPr/>
            <p:nvPr/>
          </p:nvSpPr>
          <p:spPr>
            <a:xfrm>
              <a:off x="5250" y="429"/>
              <a:ext cx="66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2" name="Google Shape;8942;p1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3" name="Google Shape;8943;p1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4" name="Google Shape;8944;p117"/>
            <p:cNvSpPr/>
            <p:nvPr/>
          </p:nvSpPr>
          <p:spPr>
            <a:xfrm>
              <a:off x="5519" y="2610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5" name="Google Shape;8945;p1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6" name="Google Shape;8946;p117"/>
            <p:cNvSpPr/>
            <p:nvPr/>
          </p:nvSpPr>
          <p:spPr>
            <a:xfrm>
              <a:off x="4140" y="2682"/>
              <a:ext cx="1202" cy="143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7" name="Google Shape;8947;p117"/>
            <p:cNvSpPr/>
            <p:nvPr/>
          </p:nvSpPr>
          <p:spPr>
            <a:xfrm>
              <a:off x="4206" y="2712"/>
              <a:ext cx="1070" cy="7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8" name="Google Shape;8948;p117"/>
            <p:cNvSpPr/>
            <p:nvPr/>
          </p:nvSpPr>
          <p:spPr>
            <a:xfrm>
              <a:off x="4304" y="2384"/>
              <a:ext cx="164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9" name="Google Shape;8949;p117"/>
            <p:cNvSpPr/>
            <p:nvPr/>
          </p:nvSpPr>
          <p:spPr>
            <a:xfrm>
              <a:off x="4488" y="2384"/>
              <a:ext cx="158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0" name="Google Shape;8950;p117"/>
            <p:cNvSpPr/>
            <p:nvPr/>
          </p:nvSpPr>
          <p:spPr>
            <a:xfrm>
              <a:off x="4659" y="2378"/>
              <a:ext cx="158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1" name="Google Shape;8951;p117"/>
            <p:cNvSpPr/>
            <p:nvPr/>
          </p:nvSpPr>
          <p:spPr>
            <a:xfrm>
              <a:off x="5059" y="1836"/>
              <a:ext cx="85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52" name="Google Shape;8952;p117"/>
          <p:cNvGrpSpPr/>
          <p:nvPr/>
        </p:nvGrpSpPr>
        <p:grpSpPr>
          <a:xfrm>
            <a:off x="7550944" y="3671376"/>
            <a:ext cx="342900" cy="636587"/>
            <a:chOff x="4140" y="429"/>
            <a:chExt cx="1425" cy="2396"/>
          </a:xfrm>
        </p:grpSpPr>
        <p:sp>
          <p:nvSpPr>
            <p:cNvPr id="8953" name="Google Shape;8953;p1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4" name="Google Shape;8954;p117"/>
            <p:cNvSpPr/>
            <p:nvPr/>
          </p:nvSpPr>
          <p:spPr>
            <a:xfrm>
              <a:off x="4206" y="429"/>
              <a:ext cx="1049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5" name="Google Shape;8955;p1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6" name="Google Shape;8956;p1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7" name="Google Shape;8957;p117"/>
            <p:cNvSpPr/>
            <p:nvPr/>
          </p:nvSpPr>
          <p:spPr>
            <a:xfrm>
              <a:off x="4213" y="692"/>
              <a:ext cx="594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58" name="Google Shape;8958;p117"/>
            <p:cNvGrpSpPr/>
            <p:nvPr/>
          </p:nvGrpSpPr>
          <p:grpSpPr>
            <a:xfrm>
              <a:off x="4747" y="668"/>
              <a:ext cx="580" cy="143"/>
              <a:chOff x="611" y="2568"/>
              <a:chExt cx="724" cy="137"/>
            </a:xfrm>
          </p:grpSpPr>
          <p:sp>
            <p:nvSpPr>
              <p:cNvPr id="8959" name="Google Shape;8959;p117"/>
              <p:cNvSpPr/>
              <p:nvPr/>
            </p:nvSpPr>
            <p:spPr>
              <a:xfrm>
                <a:off x="611" y="2568"/>
                <a:ext cx="724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60" name="Google Shape;8960;p117"/>
              <p:cNvSpPr/>
              <p:nvPr/>
            </p:nvSpPr>
            <p:spPr>
              <a:xfrm>
                <a:off x="628" y="2585"/>
                <a:ext cx="692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61" name="Google Shape;8961;p117"/>
            <p:cNvSpPr/>
            <p:nvPr/>
          </p:nvSpPr>
          <p:spPr>
            <a:xfrm>
              <a:off x="4226" y="1021"/>
              <a:ext cx="594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62" name="Google Shape;8962;p117"/>
            <p:cNvGrpSpPr/>
            <p:nvPr/>
          </p:nvGrpSpPr>
          <p:grpSpPr>
            <a:xfrm>
              <a:off x="4747" y="997"/>
              <a:ext cx="580" cy="131"/>
              <a:chOff x="614" y="2571"/>
              <a:chExt cx="724" cy="136"/>
            </a:xfrm>
          </p:grpSpPr>
          <p:sp>
            <p:nvSpPr>
              <p:cNvPr id="8963" name="Google Shape;8963;p117"/>
              <p:cNvSpPr/>
              <p:nvPr/>
            </p:nvSpPr>
            <p:spPr>
              <a:xfrm>
                <a:off x="614" y="2571"/>
                <a:ext cx="724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64" name="Google Shape;8964;p117"/>
              <p:cNvSpPr/>
              <p:nvPr/>
            </p:nvSpPr>
            <p:spPr>
              <a:xfrm>
                <a:off x="622" y="2589"/>
                <a:ext cx="692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65" name="Google Shape;8965;p117"/>
            <p:cNvSpPr/>
            <p:nvPr/>
          </p:nvSpPr>
          <p:spPr>
            <a:xfrm>
              <a:off x="4219" y="1355"/>
              <a:ext cx="594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6" name="Google Shape;8966;p117"/>
            <p:cNvSpPr/>
            <p:nvPr/>
          </p:nvSpPr>
          <p:spPr>
            <a:xfrm>
              <a:off x="4226" y="1654"/>
              <a:ext cx="600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67" name="Google Shape;8967;p117"/>
            <p:cNvGrpSpPr/>
            <p:nvPr/>
          </p:nvGrpSpPr>
          <p:grpSpPr>
            <a:xfrm>
              <a:off x="4733" y="1636"/>
              <a:ext cx="574" cy="143"/>
              <a:chOff x="612" y="2576"/>
              <a:chExt cx="715" cy="132"/>
            </a:xfrm>
          </p:grpSpPr>
          <p:sp>
            <p:nvSpPr>
              <p:cNvPr id="8968" name="Google Shape;8968;p117"/>
              <p:cNvSpPr/>
              <p:nvPr/>
            </p:nvSpPr>
            <p:spPr>
              <a:xfrm>
                <a:off x="612" y="2576"/>
                <a:ext cx="715" cy="13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69" name="Google Shape;8969;p117"/>
              <p:cNvSpPr/>
              <p:nvPr/>
            </p:nvSpPr>
            <p:spPr>
              <a:xfrm>
                <a:off x="629" y="2587"/>
                <a:ext cx="68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70" name="Google Shape;8970;p1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71" name="Google Shape;8971;p117"/>
            <p:cNvGrpSpPr/>
            <p:nvPr/>
          </p:nvGrpSpPr>
          <p:grpSpPr>
            <a:xfrm>
              <a:off x="4741" y="1325"/>
              <a:ext cx="580" cy="143"/>
              <a:chOff x="616" y="2566"/>
              <a:chExt cx="723" cy="143"/>
            </a:xfrm>
          </p:grpSpPr>
          <p:sp>
            <p:nvSpPr>
              <p:cNvPr id="8972" name="Google Shape;8972;p117"/>
              <p:cNvSpPr/>
              <p:nvPr/>
            </p:nvSpPr>
            <p:spPr>
              <a:xfrm>
                <a:off x="616" y="2566"/>
                <a:ext cx="723" cy="143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73" name="Google Shape;8973;p117"/>
              <p:cNvSpPr/>
              <p:nvPr/>
            </p:nvSpPr>
            <p:spPr>
              <a:xfrm>
                <a:off x="632" y="2584"/>
                <a:ext cx="690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74" name="Google Shape;8974;p117"/>
            <p:cNvSpPr/>
            <p:nvPr/>
          </p:nvSpPr>
          <p:spPr>
            <a:xfrm>
              <a:off x="5248" y="429"/>
              <a:ext cx="66" cy="2288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5" name="Google Shape;8975;p1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6" name="Google Shape;8976;p1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7" name="Google Shape;8977;p117"/>
            <p:cNvSpPr/>
            <p:nvPr/>
          </p:nvSpPr>
          <p:spPr>
            <a:xfrm>
              <a:off x="5519" y="2610"/>
              <a:ext cx="46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8" name="Google Shape;8978;p1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9" name="Google Shape;8979;p117"/>
            <p:cNvSpPr/>
            <p:nvPr/>
          </p:nvSpPr>
          <p:spPr>
            <a:xfrm>
              <a:off x="4140" y="2682"/>
              <a:ext cx="1201" cy="143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0" name="Google Shape;8980;p117"/>
            <p:cNvSpPr/>
            <p:nvPr/>
          </p:nvSpPr>
          <p:spPr>
            <a:xfrm>
              <a:off x="4206" y="2711"/>
              <a:ext cx="1069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1" name="Google Shape;8981;p117"/>
            <p:cNvSpPr/>
            <p:nvPr/>
          </p:nvSpPr>
          <p:spPr>
            <a:xfrm>
              <a:off x="4305" y="2383"/>
              <a:ext cx="165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2" name="Google Shape;8982;p117"/>
            <p:cNvSpPr/>
            <p:nvPr/>
          </p:nvSpPr>
          <p:spPr>
            <a:xfrm>
              <a:off x="4483" y="2383"/>
              <a:ext cx="165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3" name="Google Shape;8983;p117"/>
            <p:cNvSpPr/>
            <p:nvPr/>
          </p:nvSpPr>
          <p:spPr>
            <a:xfrm>
              <a:off x="4661" y="2383"/>
              <a:ext cx="158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4" name="Google Shape;8984;p117"/>
            <p:cNvSpPr/>
            <p:nvPr/>
          </p:nvSpPr>
          <p:spPr>
            <a:xfrm>
              <a:off x="5064" y="1833"/>
              <a:ext cx="79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85" name="Google Shape;8985;p117"/>
          <p:cNvSpPr txBox="1"/>
          <p:nvPr/>
        </p:nvSpPr>
        <p:spPr>
          <a:xfrm>
            <a:off x="5607844" y="6073263"/>
            <a:ext cx="1420812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KingCDN.com</a:t>
            </a:r>
            <a:endParaRPr i="1" sz="18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descr="Bob" id="8986" name="Google Shape;8986;p1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87369" y="2274376"/>
            <a:ext cx="533400" cy="5445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87" name="Google Shape;8987;p117"/>
          <p:cNvGrpSpPr/>
          <p:nvPr/>
        </p:nvGrpSpPr>
        <p:grpSpPr>
          <a:xfrm>
            <a:off x="4318794" y="2918901"/>
            <a:ext cx="1628775" cy="1063625"/>
            <a:chOff x="1490926" y="3037262"/>
            <a:chExt cx="1628976" cy="1063042"/>
          </a:xfrm>
        </p:grpSpPr>
        <p:cxnSp>
          <p:nvCxnSpPr>
            <p:cNvPr id="8988" name="Google Shape;8988;p117"/>
            <p:cNvCxnSpPr/>
            <p:nvPr/>
          </p:nvCxnSpPr>
          <p:spPr>
            <a:xfrm flipH="1">
              <a:off x="1490926" y="3037262"/>
              <a:ext cx="1628976" cy="1063042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8989" name="Google Shape;8989;p117"/>
            <p:cNvGrpSpPr/>
            <p:nvPr/>
          </p:nvGrpSpPr>
          <p:grpSpPr>
            <a:xfrm>
              <a:off x="2056927" y="3410016"/>
              <a:ext cx="317511" cy="345125"/>
              <a:chOff x="7454630" y="3313376"/>
              <a:chExt cx="317511" cy="345125"/>
            </a:xfrm>
          </p:grpSpPr>
          <p:sp>
            <p:nvSpPr>
              <p:cNvPr id="8990" name="Google Shape;8990;p117"/>
              <p:cNvSpPr/>
              <p:nvPr/>
            </p:nvSpPr>
            <p:spPr>
              <a:xfrm>
                <a:off x="7468434" y="3354794"/>
                <a:ext cx="303707" cy="303707"/>
              </a:xfrm>
              <a:prstGeom prst="ellipse">
                <a:avLst/>
              </a:prstGeom>
              <a:solidFill>
                <a:srgbClr val="FFFFFF"/>
              </a:solidFill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91" name="Google Shape;8991;p117"/>
              <p:cNvSpPr txBox="1"/>
              <p:nvPr/>
            </p:nvSpPr>
            <p:spPr>
              <a:xfrm>
                <a:off x="7454630" y="3313376"/>
                <a:ext cx="298817" cy="338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36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</p:grpSp>
      <p:sp>
        <p:nvSpPr>
          <p:cNvPr id="8992" name="Google Shape;8992;p117"/>
          <p:cNvSpPr txBox="1"/>
          <p:nvPr/>
        </p:nvSpPr>
        <p:spPr>
          <a:xfrm>
            <a:off x="3091656" y="2344226"/>
            <a:ext cx="2862263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1. Bob gets URL for video http://netcinema.com/6Y7B23V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from netcinema.com web page</a:t>
            </a:r>
            <a:endParaRPr/>
          </a:p>
        </p:txBody>
      </p:sp>
      <p:grpSp>
        <p:nvGrpSpPr>
          <p:cNvPr id="8993" name="Google Shape;8993;p117"/>
          <p:cNvGrpSpPr/>
          <p:nvPr/>
        </p:nvGrpSpPr>
        <p:grpSpPr>
          <a:xfrm>
            <a:off x="6747669" y="3107813"/>
            <a:ext cx="714375" cy="684213"/>
            <a:chOff x="3924463" y="3239045"/>
            <a:chExt cx="713539" cy="684908"/>
          </a:xfrm>
        </p:grpSpPr>
        <p:cxnSp>
          <p:nvCxnSpPr>
            <p:cNvPr id="8994" name="Google Shape;8994;p117"/>
            <p:cNvCxnSpPr/>
            <p:nvPr/>
          </p:nvCxnSpPr>
          <p:spPr>
            <a:xfrm>
              <a:off x="3924463" y="3239045"/>
              <a:ext cx="713539" cy="684908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8995" name="Google Shape;8995;p117"/>
            <p:cNvGrpSpPr/>
            <p:nvPr/>
          </p:nvGrpSpPr>
          <p:grpSpPr>
            <a:xfrm>
              <a:off x="4061324" y="3293627"/>
              <a:ext cx="322117" cy="358925"/>
              <a:chOff x="7408615" y="3244352"/>
              <a:chExt cx="322117" cy="358925"/>
            </a:xfrm>
          </p:grpSpPr>
          <p:sp>
            <p:nvSpPr>
              <p:cNvPr id="8996" name="Google Shape;8996;p117"/>
              <p:cNvSpPr/>
              <p:nvPr/>
            </p:nvSpPr>
            <p:spPr>
              <a:xfrm>
                <a:off x="7427025" y="3299570"/>
                <a:ext cx="303707" cy="303707"/>
              </a:xfrm>
              <a:prstGeom prst="ellipse">
                <a:avLst/>
              </a:prstGeom>
              <a:solidFill>
                <a:srgbClr val="FFFFFF"/>
              </a:solidFill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97" name="Google Shape;8997;p117"/>
              <p:cNvSpPr txBox="1"/>
              <p:nvPr/>
            </p:nvSpPr>
            <p:spPr>
              <a:xfrm>
                <a:off x="7408615" y="3244352"/>
                <a:ext cx="298431" cy="3388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36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</p:grpSp>
      <p:sp>
        <p:nvSpPr>
          <p:cNvPr id="8998" name="Google Shape;8998;p117"/>
          <p:cNvSpPr txBox="1"/>
          <p:nvPr/>
        </p:nvSpPr>
        <p:spPr>
          <a:xfrm>
            <a:off x="7200106" y="2863338"/>
            <a:ext cx="3849688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2. resolve http://netcinema.com/6Y7B23V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via Bob’s local DNS</a:t>
            </a:r>
            <a:endParaRPr/>
          </a:p>
        </p:txBody>
      </p:sp>
      <p:sp>
        <p:nvSpPr>
          <p:cNvPr id="8999" name="Google Shape;8999;p117"/>
          <p:cNvSpPr txBox="1"/>
          <p:nvPr/>
        </p:nvSpPr>
        <p:spPr>
          <a:xfrm>
            <a:off x="3183731" y="5809738"/>
            <a:ext cx="1768475" cy="569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netcinema’s</a:t>
            </a:r>
            <a:endParaRPr/>
          </a:p>
          <a:p>
            <a:pPr indent="0" lvl="0" marL="0" marR="0" rtl="0" algn="ctr">
              <a:lnSpc>
                <a:spcPct val="88888"/>
              </a:lnSpc>
              <a:spcBef>
                <a:spcPts val="36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authoratative DNS</a:t>
            </a:r>
            <a:endParaRPr i="1" sz="18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9000" name="Google Shape;9000;p117"/>
          <p:cNvCxnSpPr/>
          <p:nvPr/>
        </p:nvCxnSpPr>
        <p:spPr>
          <a:xfrm flipH="1">
            <a:off x="4441031" y="4041263"/>
            <a:ext cx="3100388" cy="137636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01" name="Google Shape;9001;p117"/>
          <p:cNvCxnSpPr/>
          <p:nvPr/>
        </p:nvCxnSpPr>
        <p:spPr>
          <a:xfrm flipH="1">
            <a:off x="4421981" y="4150801"/>
            <a:ext cx="3100388" cy="1376362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grpSp>
        <p:nvGrpSpPr>
          <p:cNvPr id="9002" name="Google Shape;9002;p117"/>
          <p:cNvGrpSpPr/>
          <p:nvPr/>
        </p:nvGrpSpPr>
        <p:grpSpPr>
          <a:xfrm>
            <a:off x="4666456" y="5100126"/>
            <a:ext cx="317500" cy="344487"/>
            <a:chOff x="7454630" y="3313376"/>
            <a:chExt cx="317511" cy="345125"/>
          </a:xfrm>
        </p:grpSpPr>
        <p:sp>
          <p:nvSpPr>
            <p:cNvPr id="9003" name="Google Shape;9003;p117"/>
            <p:cNvSpPr/>
            <p:nvPr/>
          </p:nvSpPr>
          <p:spPr>
            <a:xfrm>
              <a:off x="7468434" y="3354794"/>
              <a:ext cx="303707" cy="303707"/>
            </a:xfrm>
            <a:prstGeom prst="ellipse">
              <a:avLst/>
            </a:prstGeom>
            <a:solidFill>
              <a:srgbClr val="FFFFFF"/>
            </a:solidFill>
            <a:ln cap="flat" cmpd="sng" w="158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4" name="Google Shape;9004;p117"/>
            <p:cNvSpPr txBox="1"/>
            <p:nvPr/>
          </p:nvSpPr>
          <p:spPr>
            <a:xfrm>
              <a:off x="7454630" y="3313376"/>
              <a:ext cx="298790" cy="339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36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9005" name="Google Shape;9005;p117"/>
          <p:cNvSpPr txBox="1"/>
          <p:nvPr/>
        </p:nvSpPr>
        <p:spPr>
          <a:xfrm>
            <a:off x="4636294" y="4474651"/>
            <a:ext cx="3200400" cy="569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3. netcinema’s DNS returns CNAME for </a:t>
            </a:r>
            <a:endParaRPr/>
          </a:p>
          <a:p>
            <a:pPr indent="0" lvl="0" marL="0" marR="0" rtl="0" algn="l">
              <a:lnSpc>
                <a:spcPct val="88888"/>
              </a:lnSpc>
              <a:spcBef>
                <a:spcPts val="36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http://KingCDN.com/NetC6y&amp;B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23V</a:t>
            </a:r>
            <a:endParaRPr/>
          </a:p>
        </p:txBody>
      </p:sp>
      <p:cxnSp>
        <p:nvCxnSpPr>
          <p:cNvPr id="9006" name="Google Shape;9006;p117"/>
          <p:cNvCxnSpPr/>
          <p:nvPr/>
        </p:nvCxnSpPr>
        <p:spPr>
          <a:xfrm>
            <a:off x="7860506" y="4357176"/>
            <a:ext cx="447675" cy="962025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07" name="Google Shape;9007;p117"/>
          <p:cNvCxnSpPr/>
          <p:nvPr/>
        </p:nvCxnSpPr>
        <p:spPr>
          <a:xfrm>
            <a:off x="7955756" y="4368288"/>
            <a:ext cx="447675" cy="960438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grpSp>
        <p:nvGrpSpPr>
          <p:cNvPr id="9008" name="Google Shape;9008;p117"/>
          <p:cNvGrpSpPr/>
          <p:nvPr/>
        </p:nvGrpSpPr>
        <p:grpSpPr>
          <a:xfrm>
            <a:off x="7944644" y="4609588"/>
            <a:ext cx="317500" cy="346075"/>
            <a:chOff x="7454630" y="3313376"/>
            <a:chExt cx="317511" cy="345125"/>
          </a:xfrm>
        </p:grpSpPr>
        <p:sp>
          <p:nvSpPr>
            <p:cNvPr id="9009" name="Google Shape;9009;p117"/>
            <p:cNvSpPr/>
            <p:nvPr/>
          </p:nvSpPr>
          <p:spPr>
            <a:xfrm>
              <a:off x="7468434" y="3354794"/>
              <a:ext cx="303707" cy="303707"/>
            </a:xfrm>
            <a:prstGeom prst="ellipse">
              <a:avLst/>
            </a:prstGeom>
            <a:solidFill>
              <a:srgbClr val="FFFFFF"/>
            </a:solidFill>
            <a:ln cap="flat" cmpd="sng" w="158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9010;p117"/>
            <p:cNvSpPr txBox="1"/>
            <p:nvPr/>
          </p:nvSpPr>
          <p:spPr>
            <a:xfrm>
              <a:off x="7454630" y="3313376"/>
              <a:ext cx="298790" cy="3380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36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cxnSp>
        <p:nvCxnSpPr>
          <p:cNvPr id="9011" name="Google Shape;9011;p117"/>
          <p:cNvCxnSpPr/>
          <p:nvPr/>
        </p:nvCxnSpPr>
        <p:spPr>
          <a:xfrm>
            <a:off x="6611144" y="3204651"/>
            <a:ext cx="812800" cy="822325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grpSp>
        <p:nvGrpSpPr>
          <p:cNvPr id="9012" name="Google Shape;9012;p117"/>
          <p:cNvGrpSpPr/>
          <p:nvPr/>
        </p:nvGrpSpPr>
        <p:grpSpPr>
          <a:xfrm>
            <a:off x="6982619" y="3549138"/>
            <a:ext cx="317500" cy="346075"/>
            <a:chOff x="7454630" y="3313376"/>
            <a:chExt cx="317511" cy="345125"/>
          </a:xfrm>
        </p:grpSpPr>
        <p:sp>
          <p:nvSpPr>
            <p:cNvPr id="9013" name="Google Shape;9013;p117"/>
            <p:cNvSpPr/>
            <p:nvPr/>
          </p:nvSpPr>
          <p:spPr>
            <a:xfrm>
              <a:off x="7468434" y="3354794"/>
              <a:ext cx="303707" cy="303707"/>
            </a:xfrm>
            <a:prstGeom prst="ellipse">
              <a:avLst/>
            </a:prstGeom>
            <a:solidFill>
              <a:srgbClr val="FFFFFF"/>
            </a:solidFill>
            <a:ln cap="flat" cmpd="sng" w="158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4" name="Google Shape;9014;p117"/>
            <p:cNvSpPr txBox="1"/>
            <p:nvPr/>
          </p:nvSpPr>
          <p:spPr>
            <a:xfrm>
              <a:off x="7454630" y="3313376"/>
              <a:ext cx="298790" cy="3380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36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cxnSp>
        <p:nvCxnSpPr>
          <p:cNvPr id="9015" name="Google Shape;9015;p117"/>
          <p:cNvCxnSpPr/>
          <p:nvPr/>
        </p:nvCxnSpPr>
        <p:spPr>
          <a:xfrm flipH="1">
            <a:off x="6139656" y="3084001"/>
            <a:ext cx="4763" cy="23622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16" name="Google Shape;9016;p117"/>
          <p:cNvSpPr/>
          <p:nvPr/>
        </p:nvSpPr>
        <p:spPr>
          <a:xfrm>
            <a:off x="6168231" y="3077651"/>
            <a:ext cx="298450" cy="2284412"/>
          </a:xfrm>
          <a:prstGeom prst="upArrow">
            <a:avLst>
              <a:gd fmla="val 50000" name="adj1"/>
              <a:gd fmla="val 50249" name="adj2"/>
            </a:avLst>
          </a:prstGeom>
          <a:gradFill>
            <a:gsLst>
              <a:gs pos="0">
                <a:srgbClr val="000090"/>
              </a:gs>
              <a:gs pos="64000">
                <a:srgbClr val="000090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7" name="Google Shape;9017;p117"/>
          <p:cNvSpPr txBox="1"/>
          <p:nvPr/>
        </p:nvSpPr>
        <p:spPr>
          <a:xfrm>
            <a:off x="5082381" y="3614226"/>
            <a:ext cx="2027238" cy="81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6. request video from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KINGCDN server,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streamed via HTTP</a:t>
            </a:r>
            <a:endParaRPr/>
          </a:p>
        </p:txBody>
      </p:sp>
      <p:sp>
        <p:nvSpPr>
          <p:cNvPr id="9018" name="Google Shape;9018;p117"/>
          <p:cNvSpPr txBox="1"/>
          <p:nvPr/>
        </p:nvSpPr>
        <p:spPr>
          <a:xfrm>
            <a:off x="7631906" y="6035163"/>
            <a:ext cx="1706563" cy="569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KingCDN</a:t>
            </a:r>
            <a:endParaRPr/>
          </a:p>
          <a:p>
            <a:pPr indent="0" lvl="0" marL="0" marR="0" rtl="0" algn="ctr">
              <a:lnSpc>
                <a:spcPct val="88888"/>
              </a:lnSpc>
              <a:spcBef>
                <a:spcPts val="36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authoritative DNS</a:t>
            </a:r>
            <a:endParaRPr i="1" sz="18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019" name="Google Shape;9019;p117"/>
          <p:cNvSpPr txBox="1"/>
          <p:nvPr/>
        </p:nvSpPr>
        <p:spPr>
          <a:xfrm>
            <a:off x="7862094" y="3595176"/>
            <a:ext cx="1025525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Bob’s </a:t>
            </a:r>
            <a:endParaRPr/>
          </a:p>
          <a:p>
            <a:pPr indent="0" lvl="0" marL="0" marR="0" rtl="0" algn="l">
              <a:lnSpc>
                <a:spcPct val="88888"/>
              </a:lnSpc>
              <a:spcBef>
                <a:spcPts val="36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local DNS</a:t>
            </a:r>
            <a:endParaRPr/>
          </a:p>
          <a:p>
            <a:pPr indent="0" lvl="0" marL="0" marR="0" rtl="0" algn="l">
              <a:lnSpc>
                <a:spcPct val="88888"/>
              </a:lnSpc>
              <a:spcBef>
                <a:spcPts val="36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server</a:t>
            </a:r>
            <a:endParaRPr i="1" sz="18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020" name="Google Shape;9020;p117"/>
          <p:cNvSpPr txBox="1"/>
          <p:nvPr/>
        </p:nvSpPr>
        <p:spPr>
          <a:xfrm>
            <a:off x="1143000" y="1238532"/>
            <a:ext cx="8183522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(client) requests video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http://netcinema.com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6Y7B23V</a:t>
            </a:r>
            <a:endParaRPr/>
          </a:p>
          <a:p>
            <a:pPr indent="-23018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stored in CDN at http://KingCDN.com/NetC6y&amp;B23V</a:t>
            </a:r>
            <a:endParaRPr/>
          </a:p>
        </p:txBody>
      </p:sp>
      <p:sp>
        <p:nvSpPr>
          <p:cNvPr id="9021" name="Google Shape;9021;p1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9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9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6" name="Shape 9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7" name="Google Shape;9027;p11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Case study: Netflix</a:t>
            </a:r>
            <a:endParaRPr/>
          </a:p>
        </p:txBody>
      </p:sp>
      <p:grpSp>
        <p:nvGrpSpPr>
          <p:cNvPr id="9028" name="Google Shape;9028;p118"/>
          <p:cNvGrpSpPr/>
          <p:nvPr/>
        </p:nvGrpSpPr>
        <p:grpSpPr>
          <a:xfrm>
            <a:off x="2638476" y="3253801"/>
            <a:ext cx="463550" cy="638175"/>
            <a:chOff x="4140" y="429"/>
            <a:chExt cx="1425" cy="2396"/>
          </a:xfrm>
        </p:grpSpPr>
        <p:sp>
          <p:nvSpPr>
            <p:cNvPr id="9029" name="Google Shape;9029;p11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0" name="Google Shape;9030;p118"/>
            <p:cNvSpPr/>
            <p:nvPr/>
          </p:nvSpPr>
          <p:spPr>
            <a:xfrm>
              <a:off x="4203" y="429"/>
              <a:ext cx="1049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1" name="Google Shape;9031;p11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2" name="Google Shape;9032;p11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3" name="Google Shape;9033;p118"/>
            <p:cNvSpPr/>
            <p:nvPr/>
          </p:nvSpPr>
          <p:spPr>
            <a:xfrm>
              <a:off x="4213" y="691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34" name="Google Shape;9034;p118"/>
            <p:cNvGrpSpPr/>
            <p:nvPr/>
          </p:nvGrpSpPr>
          <p:grpSpPr>
            <a:xfrm>
              <a:off x="4750" y="667"/>
              <a:ext cx="581" cy="131"/>
              <a:chOff x="615" y="2567"/>
              <a:chExt cx="725" cy="126"/>
            </a:xfrm>
          </p:grpSpPr>
          <p:sp>
            <p:nvSpPr>
              <p:cNvPr id="9035" name="Google Shape;9035;p118"/>
              <p:cNvSpPr/>
              <p:nvPr/>
            </p:nvSpPr>
            <p:spPr>
              <a:xfrm>
                <a:off x="615" y="2567"/>
                <a:ext cx="725" cy="12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6" name="Google Shape;9036;p118"/>
              <p:cNvSpPr/>
              <p:nvPr/>
            </p:nvSpPr>
            <p:spPr>
              <a:xfrm>
                <a:off x="634" y="2585"/>
                <a:ext cx="688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37" name="Google Shape;9037;p118"/>
            <p:cNvSpPr/>
            <p:nvPr/>
          </p:nvSpPr>
          <p:spPr>
            <a:xfrm>
              <a:off x="4223" y="1019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38" name="Google Shape;9038;p118"/>
            <p:cNvGrpSpPr/>
            <p:nvPr/>
          </p:nvGrpSpPr>
          <p:grpSpPr>
            <a:xfrm>
              <a:off x="4745" y="995"/>
              <a:ext cx="581" cy="131"/>
              <a:chOff x="612" y="2569"/>
              <a:chExt cx="725" cy="136"/>
            </a:xfrm>
          </p:grpSpPr>
          <p:sp>
            <p:nvSpPr>
              <p:cNvPr id="9039" name="Google Shape;9039;p118"/>
              <p:cNvSpPr/>
              <p:nvPr/>
            </p:nvSpPr>
            <p:spPr>
              <a:xfrm>
                <a:off x="612" y="2569"/>
                <a:ext cx="725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40" name="Google Shape;9040;p118"/>
              <p:cNvSpPr/>
              <p:nvPr/>
            </p:nvSpPr>
            <p:spPr>
              <a:xfrm>
                <a:off x="624" y="2588"/>
                <a:ext cx="694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41" name="Google Shape;9041;p118"/>
            <p:cNvSpPr/>
            <p:nvPr/>
          </p:nvSpPr>
          <p:spPr>
            <a:xfrm>
              <a:off x="4218" y="1359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2" name="Google Shape;9042;p118"/>
            <p:cNvSpPr/>
            <p:nvPr/>
          </p:nvSpPr>
          <p:spPr>
            <a:xfrm>
              <a:off x="4228" y="1657"/>
              <a:ext cx="595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43" name="Google Shape;9043;p118"/>
            <p:cNvGrpSpPr/>
            <p:nvPr/>
          </p:nvGrpSpPr>
          <p:grpSpPr>
            <a:xfrm>
              <a:off x="4735" y="1627"/>
              <a:ext cx="576" cy="149"/>
              <a:chOff x="614" y="2568"/>
              <a:chExt cx="717" cy="137"/>
            </a:xfrm>
          </p:grpSpPr>
          <p:sp>
            <p:nvSpPr>
              <p:cNvPr id="9044" name="Google Shape;9044;p118"/>
              <p:cNvSpPr/>
              <p:nvPr/>
            </p:nvSpPr>
            <p:spPr>
              <a:xfrm>
                <a:off x="614" y="2568"/>
                <a:ext cx="717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45" name="Google Shape;9045;p118"/>
              <p:cNvSpPr/>
              <p:nvPr/>
            </p:nvSpPr>
            <p:spPr>
              <a:xfrm>
                <a:off x="627" y="2584"/>
                <a:ext cx="687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46" name="Google Shape;9046;p11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47" name="Google Shape;9047;p118"/>
            <p:cNvGrpSpPr/>
            <p:nvPr/>
          </p:nvGrpSpPr>
          <p:grpSpPr>
            <a:xfrm>
              <a:off x="4741" y="1329"/>
              <a:ext cx="580" cy="137"/>
              <a:chOff x="616" y="2570"/>
              <a:chExt cx="723" cy="137"/>
            </a:xfrm>
          </p:grpSpPr>
          <p:sp>
            <p:nvSpPr>
              <p:cNvPr id="9048" name="Google Shape;9048;p118"/>
              <p:cNvSpPr/>
              <p:nvPr/>
            </p:nvSpPr>
            <p:spPr>
              <a:xfrm>
                <a:off x="616" y="2570"/>
                <a:ext cx="723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49" name="Google Shape;9049;p118"/>
              <p:cNvSpPr/>
              <p:nvPr/>
            </p:nvSpPr>
            <p:spPr>
              <a:xfrm>
                <a:off x="640" y="2588"/>
                <a:ext cx="681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50" name="Google Shape;9050;p118"/>
            <p:cNvSpPr/>
            <p:nvPr/>
          </p:nvSpPr>
          <p:spPr>
            <a:xfrm>
              <a:off x="5248" y="429"/>
              <a:ext cx="68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1" name="Google Shape;9051;p11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2" name="Google Shape;9052;p11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3" name="Google Shape;9053;p118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4" name="Google Shape;9054;p11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5" name="Google Shape;9055;p118"/>
            <p:cNvSpPr/>
            <p:nvPr/>
          </p:nvSpPr>
          <p:spPr>
            <a:xfrm>
              <a:off x="4140" y="2682"/>
              <a:ext cx="1201" cy="143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6" name="Google Shape;9056;p118"/>
            <p:cNvSpPr/>
            <p:nvPr/>
          </p:nvSpPr>
          <p:spPr>
            <a:xfrm>
              <a:off x="4203" y="2712"/>
              <a:ext cx="1074" cy="7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7" name="Google Shape;9057;p118"/>
            <p:cNvSpPr/>
            <p:nvPr/>
          </p:nvSpPr>
          <p:spPr>
            <a:xfrm>
              <a:off x="4306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8" name="Google Shape;9058;p118"/>
            <p:cNvSpPr/>
            <p:nvPr/>
          </p:nvSpPr>
          <p:spPr>
            <a:xfrm>
              <a:off x="4486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9" name="Google Shape;9059;p118"/>
            <p:cNvSpPr/>
            <p:nvPr/>
          </p:nvSpPr>
          <p:spPr>
            <a:xfrm>
              <a:off x="4662" y="2378"/>
              <a:ext cx="156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0" name="Google Shape;9060;p118"/>
            <p:cNvSpPr/>
            <p:nvPr/>
          </p:nvSpPr>
          <p:spPr>
            <a:xfrm>
              <a:off x="5062" y="1836"/>
              <a:ext cx="83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61" name="Google Shape;9061;p118"/>
          <p:cNvGrpSpPr/>
          <p:nvPr/>
        </p:nvGrpSpPr>
        <p:grpSpPr>
          <a:xfrm>
            <a:off x="4670476" y="5093714"/>
            <a:ext cx="963612" cy="835025"/>
            <a:chOff x="-44" y="1473"/>
            <a:chExt cx="981" cy="1105"/>
          </a:xfrm>
        </p:grpSpPr>
        <p:pic>
          <p:nvPicPr>
            <p:cNvPr descr="desktop_computer_stylized_medium" id="9062" name="Google Shape;9062;p1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63" name="Google Shape;9063;p11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Bob" id="9064" name="Google Shape;9064;p1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34026" y="5898576"/>
            <a:ext cx="533400" cy="5445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65" name="Google Shape;9065;p118"/>
          <p:cNvGrpSpPr/>
          <p:nvPr/>
        </p:nvGrpSpPr>
        <p:grpSpPr>
          <a:xfrm>
            <a:off x="3016301" y="3906264"/>
            <a:ext cx="1804987" cy="1489075"/>
            <a:chOff x="3016301" y="3906264"/>
            <a:chExt cx="1804987" cy="1489075"/>
          </a:xfrm>
        </p:grpSpPr>
        <p:cxnSp>
          <p:nvCxnSpPr>
            <p:cNvPr id="9066" name="Google Shape;9066;p118"/>
            <p:cNvCxnSpPr/>
            <p:nvPr/>
          </p:nvCxnSpPr>
          <p:spPr>
            <a:xfrm>
              <a:off x="3016301" y="3906264"/>
              <a:ext cx="1804987" cy="1489075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9067" name="Google Shape;9067;p118"/>
            <p:cNvGrpSpPr/>
            <p:nvPr/>
          </p:nvGrpSpPr>
          <p:grpSpPr>
            <a:xfrm>
              <a:off x="3403651" y="4149151"/>
              <a:ext cx="317500" cy="368300"/>
              <a:chOff x="1614533" y="4280420"/>
              <a:chExt cx="317511" cy="369332"/>
            </a:xfrm>
          </p:grpSpPr>
          <p:sp>
            <p:nvSpPr>
              <p:cNvPr id="9068" name="Google Shape;9068;p118"/>
              <p:cNvSpPr/>
              <p:nvPr/>
            </p:nvSpPr>
            <p:spPr>
              <a:xfrm>
                <a:off x="1628337" y="4321838"/>
                <a:ext cx="303707" cy="303707"/>
              </a:xfrm>
              <a:prstGeom prst="ellipse">
                <a:avLst/>
              </a:prstGeom>
              <a:solidFill>
                <a:schemeClr val="lt1"/>
              </a:solidFill>
              <a:ln cap="flat" cmpd="sng" w="158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69" name="Google Shape;9069;p118"/>
              <p:cNvSpPr txBox="1"/>
              <p:nvPr/>
            </p:nvSpPr>
            <p:spPr>
              <a:xfrm>
                <a:off x="1614533" y="4280420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</p:grpSp>
      <p:sp>
        <p:nvSpPr>
          <p:cNvPr id="9070" name="Google Shape;9070;p118"/>
          <p:cNvSpPr txBox="1"/>
          <p:nvPr/>
        </p:nvSpPr>
        <p:spPr>
          <a:xfrm>
            <a:off x="2317984" y="4489458"/>
            <a:ext cx="2033587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manages      Netflix account</a:t>
            </a:r>
            <a:endParaRPr/>
          </a:p>
        </p:txBody>
      </p:sp>
      <p:sp>
        <p:nvSpPr>
          <p:cNvPr id="9071" name="Google Shape;9071;p118"/>
          <p:cNvSpPr txBox="1"/>
          <p:nvPr/>
        </p:nvSpPr>
        <p:spPr>
          <a:xfrm>
            <a:off x="1932038" y="2701351"/>
            <a:ext cx="203358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Netflix registration,</a:t>
            </a:r>
            <a:endParaRPr/>
          </a:p>
          <a:p>
            <a:pPr indent="0" lvl="0" marL="0" marR="0" rtl="0" algn="ctr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accounting servers</a:t>
            </a:r>
            <a:endParaRPr/>
          </a:p>
        </p:txBody>
      </p:sp>
      <p:sp>
        <p:nvSpPr>
          <p:cNvPr id="9072" name="Google Shape;9072;p118"/>
          <p:cNvSpPr/>
          <p:nvPr/>
        </p:nvSpPr>
        <p:spPr>
          <a:xfrm>
            <a:off x="4197401" y="1571051"/>
            <a:ext cx="3133725" cy="1508125"/>
          </a:xfrm>
          <a:custGeom>
            <a:rect b="b" l="l" r="r" t="t"/>
            <a:pathLst>
              <a:path extrusionOk="0" h="10000" w="10000">
                <a:moveTo>
                  <a:pt x="6270" y="126"/>
                </a:moveTo>
                <a:cubicBezTo>
                  <a:pt x="5642" y="245"/>
                  <a:pt x="4469" y="528"/>
                  <a:pt x="3738" y="756"/>
                </a:cubicBezTo>
                <a:cubicBezTo>
                  <a:pt x="3007" y="984"/>
                  <a:pt x="2405" y="1322"/>
                  <a:pt x="1887" y="1495"/>
                </a:cubicBezTo>
                <a:cubicBezTo>
                  <a:pt x="1369" y="1668"/>
                  <a:pt x="1195" y="1105"/>
                  <a:pt x="629" y="1793"/>
                </a:cubicBezTo>
                <a:cubicBezTo>
                  <a:pt x="63" y="2481"/>
                  <a:pt x="218" y="3574"/>
                  <a:pt x="128" y="4417"/>
                </a:cubicBezTo>
                <a:cubicBezTo>
                  <a:pt x="39" y="5260"/>
                  <a:pt x="-87" y="6368"/>
                  <a:pt x="89" y="6848"/>
                </a:cubicBezTo>
                <a:cubicBezTo>
                  <a:pt x="265" y="7328"/>
                  <a:pt x="491" y="7223"/>
                  <a:pt x="1207" y="7298"/>
                </a:cubicBezTo>
                <a:cubicBezTo>
                  <a:pt x="1924" y="7374"/>
                  <a:pt x="3641" y="7133"/>
                  <a:pt x="4406" y="7298"/>
                </a:cubicBezTo>
                <a:cubicBezTo>
                  <a:pt x="5171" y="7463"/>
                  <a:pt x="5298" y="7868"/>
                  <a:pt x="5779" y="8288"/>
                </a:cubicBezTo>
                <a:cubicBezTo>
                  <a:pt x="6260" y="8709"/>
                  <a:pt x="6848" y="9549"/>
                  <a:pt x="7290" y="9819"/>
                </a:cubicBezTo>
                <a:cubicBezTo>
                  <a:pt x="7731" y="10089"/>
                  <a:pt x="8124" y="10014"/>
                  <a:pt x="8448" y="9879"/>
                </a:cubicBezTo>
                <a:cubicBezTo>
                  <a:pt x="8771" y="9744"/>
                  <a:pt x="9056" y="9549"/>
                  <a:pt x="9252" y="9008"/>
                </a:cubicBezTo>
                <a:cubicBezTo>
                  <a:pt x="9448" y="8469"/>
                  <a:pt x="9537" y="7418"/>
                  <a:pt x="9644" y="6639"/>
                </a:cubicBezTo>
                <a:cubicBezTo>
                  <a:pt x="9752" y="5858"/>
                  <a:pt x="9851" y="5168"/>
                  <a:pt x="9899" y="4327"/>
                </a:cubicBezTo>
                <a:cubicBezTo>
                  <a:pt x="9949" y="3486"/>
                  <a:pt x="10076" y="2256"/>
                  <a:pt x="9939" y="1566"/>
                </a:cubicBezTo>
                <a:cubicBezTo>
                  <a:pt x="9802" y="876"/>
                  <a:pt x="9478" y="471"/>
                  <a:pt x="9075" y="216"/>
                </a:cubicBezTo>
                <a:cubicBezTo>
                  <a:pt x="8674" y="-39"/>
                  <a:pt x="7997" y="20"/>
                  <a:pt x="7525" y="5"/>
                </a:cubicBezTo>
                <a:cubicBezTo>
                  <a:pt x="7055" y="-9"/>
                  <a:pt x="6898" y="5"/>
                  <a:pt x="6270" y="1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73" name="Google Shape;9073;p118"/>
          <p:cNvGrpSpPr/>
          <p:nvPr/>
        </p:nvGrpSpPr>
        <p:grpSpPr>
          <a:xfrm>
            <a:off x="4443463" y="1937239"/>
            <a:ext cx="365125" cy="635525"/>
            <a:chOff x="4140" y="433"/>
            <a:chExt cx="1425" cy="2392"/>
          </a:xfrm>
        </p:grpSpPr>
        <p:sp>
          <p:nvSpPr>
            <p:cNvPr id="9074" name="Google Shape;9074;p11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5" name="Google Shape;9075;p118"/>
            <p:cNvSpPr/>
            <p:nvPr/>
          </p:nvSpPr>
          <p:spPr>
            <a:xfrm>
              <a:off x="4202" y="435"/>
              <a:ext cx="1053" cy="227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6" name="Google Shape;9076;p11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7" name="Google Shape;9077;p11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8" name="Google Shape;9078;p118"/>
            <p:cNvSpPr/>
            <p:nvPr/>
          </p:nvSpPr>
          <p:spPr>
            <a:xfrm>
              <a:off x="4214" y="692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79" name="Google Shape;9079;p118"/>
            <p:cNvGrpSpPr/>
            <p:nvPr/>
          </p:nvGrpSpPr>
          <p:grpSpPr>
            <a:xfrm>
              <a:off x="4747" y="668"/>
              <a:ext cx="583" cy="143"/>
              <a:chOff x="612" y="2568"/>
              <a:chExt cx="727" cy="137"/>
            </a:xfrm>
          </p:grpSpPr>
          <p:sp>
            <p:nvSpPr>
              <p:cNvPr id="9080" name="Google Shape;9080;p118"/>
              <p:cNvSpPr/>
              <p:nvPr/>
            </p:nvSpPr>
            <p:spPr>
              <a:xfrm>
                <a:off x="612" y="2568"/>
                <a:ext cx="727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81" name="Google Shape;9081;p118"/>
              <p:cNvSpPr/>
              <p:nvPr/>
            </p:nvSpPr>
            <p:spPr>
              <a:xfrm>
                <a:off x="627" y="2585"/>
                <a:ext cx="696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82" name="Google Shape;9082;p118"/>
            <p:cNvSpPr/>
            <p:nvPr/>
          </p:nvSpPr>
          <p:spPr>
            <a:xfrm>
              <a:off x="4227" y="1021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83" name="Google Shape;9083;p118"/>
            <p:cNvGrpSpPr/>
            <p:nvPr/>
          </p:nvGrpSpPr>
          <p:grpSpPr>
            <a:xfrm>
              <a:off x="4747" y="1003"/>
              <a:ext cx="583" cy="125"/>
              <a:chOff x="614" y="2577"/>
              <a:chExt cx="727" cy="130"/>
            </a:xfrm>
          </p:grpSpPr>
          <p:sp>
            <p:nvSpPr>
              <p:cNvPr id="9084" name="Google Shape;9084;p118"/>
              <p:cNvSpPr/>
              <p:nvPr/>
            </p:nvSpPr>
            <p:spPr>
              <a:xfrm>
                <a:off x="614" y="2577"/>
                <a:ext cx="727" cy="13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85" name="Google Shape;9085;p118"/>
              <p:cNvSpPr/>
              <p:nvPr/>
            </p:nvSpPr>
            <p:spPr>
              <a:xfrm>
                <a:off x="630" y="2596"/>
                <a:ext cx="696" cy="9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86" name="Google Shape;9086;p118"/>
            <p:cNvSpPr/>
            <p:nvPr/>
          </p:nvSpPr>
          <p:spPr>
            <a:xfrm>
              <a:off x="4214" y="1355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7" name="Google Shape;9087;p118"/>
            <p:cNvSpPr/>
            <p:nvPr/>
          </p:nvSpPr>
          <p:spPr>
            <a:xfrm>
              <a:off x="4227" y="1654"/>
              <a:ext cx="60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88" name="Google Shape;9088;p118"/>
            <p:cNvGrpSpPr/>
            <p:nvPr/>
          </p:nvGrpSpPr>
          <p:grpSpPr>
            <a:xfrm>
              <a:off x="4735" y="1636"/>
              <a:ext cx="576" cy="143"/>
              <a:chOff x="614" y="2576"/>
              <a:chExt cx="718" cy="132"/>
            </a:xfrm>
          </p:grpSpPr>
          <p:sp>
            <p:nvSpPr>
              <p:cNvPr id="9089" name="Google Shape;9089;p118"/>
              <p:cNvSpPr/>
              <p:nvPr/>
            </p:nvSpPr>
            <p:spPr>
              <a:xfrm>
                <a:off x="614" y="2576"/>
                <a:ext cx="718" cy="132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90" name="Google Shape;9090;p118"/>
              <p:cNvSpPr/>
              <p:nvPr/>
            </p:nvSpPr>
            <p:spPr>
              <a:xfrm>
                <a:off x="629" y="2593"/>
                <a:ext cx="687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91" name="Google Shape;9091;p11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92" name="Google Shape;9092;p118"/>
            <p:cNvGrpSpPr/>
            <p:nvPr/>
          </p:nvGrpSpPr>
          <p:grpSpPr>
            <a:xfrm>
              <a:off x="4741" y="1325"/>
              <a:ext cx="582" cy="149"/>
              <a:chOff x="616" y="2566"/>
              <a:chExt cx="725" cy="149"/>
            </a:xfrm>
          </p:grpSpPr>
          <p:sp>
            <p:nvSpPr>
              <p:cNvPr id="9093" name="Google Shape;9093;p118"/>
              <p:cNvSpPr/>
              <p:nvPr/>
            </p:nvSpPr>
            <p:spPr>
              <a:xfrm>
                <a:off x="616" y="2566"/>
                <a:ext cx="725" cy="14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94" name="Google Shape;9094;p118"/>
              <p:cNvSpPr/>
              <p:nvPr/>
            </p:nvSpPr>
            <p:spPr>
              <a:xfrm>
                <a:off x="632" y="2584"/>
                <a:ext cx="695" cy="11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95" name="Google Shape;9095;p118"/>
            <p:cNvSpPr/>
            <p:nvPr/>
          </p:nvSpPr>
          <p:spPr>
            <a:xfrm>
              <a:off x="5249" y="435"/>
              <a:ext cx="68" cy="2282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6" name="Google Shape;9096;p11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7" name="Google Shape;9097;p11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8" name="Google Shape;9098;p118"/>
            <p:cNvSpPr/>
            <p:nvPr/>
          </p:nvSpPr>
          <p:spPr>
            <a:xfrm>
              <a:off x="5515" y="2610"/>
              <a:ext cx="50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9" name="Google Shape;9099;p11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0" name="Google Shape;9100;p118"/>
            <p:cNvSpPr/>
            <p:nvPr/>
          </p:nvSpPr>
          <p:spPr>
            <a:xfrm>
              <a:off x="4140" y="2682"/>
              <a:ext cx="1202" cy="143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1" name="Google Shape;9101;p118"/>
            <p:cNvSpPr/>
            <p:nvPr/>
          </p:nvSpPr>
          <p:spPr>
            <a:xfrm>
              <a:off x="4202" y="2711"/>
              <a:ext cx="1078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2" name="Google Shape;9102;p118"/>
            <p:cNvSpPr/>
            <p:nvPr/>
          </p:nvSpPr>
          <p:spPr>
            <a:xfrm>
              <a:off x="4307" y="2383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3" name="Google Shape;9103;p118"/>
            <p:cNvSpPr/>
            <p:nvPr/>
          </p:nvSpPr>
          <p:spPr>
            <a:xfrm>
              <a:off x="4487" y="2383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4" name="Google Shape;9104;p118"/>
            <p:cNvSpPr/>
            <p:nvPr/>
          </p:nvSpPr>
          <p:spPr>
            <a:xfrm>
              <a:off x="4660" y="2383"/>
              <a:ext cx="161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5" name="Google Shape;9105;p118"/>
            <p:cNvSpPr/>
            <p:nvPr/>
          </p:nvSpPr>
          <p:spPr>
            <a:xfrm>
              <a:off x="5063" y="1833"/>
              <a:ext cx="87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06" name="Google Shape;9106;p118"/>
          <p:cNvGrpSpPr/>
          <p:nvPr/>
        </p:nvGrpSpPr>
        <p:grpSpPr>
          <a:xfrm>
            <a:off x="5880151" y="2103927"/>
            <a:ext cx="365125" cy="635524"/>
            <a:chOff x="4140" y="433"/>
            <a:chExt cx="1425" cy="2392"/>
          </a:xfrm>
        </p:grpSpPr>
        <p:sp>
          <p:nvSpPr>
            <p:cNvPr id="9107" name="Google Shape;9107;p11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8" name="Google Shape;9108;p118"/>
            <p:cNvSpPr/>
            <p:nvPr/>
          </p:nvSpPr>
          <p:spPr>
            <a:xfrm>
              <a:off x="4202" y="435"/>
              <a:ext cx="1053" cy="2277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9" name="Google Shape;9109;p11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0" name="Google Shape;9110;p11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1" name="Google Shape;9111;p118"/>
            <p:cNvSpPr/>
            <p:nvPr/>
          </p:nvSpPr>
          <p:spPr>
            <a:xfrm>
              <a:off x="4214" y="692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12" name="Google Shape;9112;p118"/>
            <p:cNvGrpSpPr/>
            <p:nvPr/>
          </p:nvGrpSpPr>
          <p:grpSpPr>
            <a:xfrm>
              <a:off x="4741" y="674"/>
              <a:ext cx="588" cy="138"/>
              <a:chOff x="604" y="2574"/>
              <a:chExt cx="734" cy="132"/>
            </a:xfrm>
          </p:grpSpPr>
          <p:sp>
            <p:nvSpPr>
              <p:cNvPr id="9113" name="Google Shape;9113;p118"/>
              <p:cNvSpPr/>
              <p:nvPr/>
            </p:nvSpPr>
            <p:spPr>
              <a:xfrm>
                <a:off x="604" y="2574"/>
                <a:ext cx="734" cy="132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14" name="Google Shape;9114;p118"/>
              <p:cNvSpPr/>
              <p:nvPr/>
            </p:nvSpPr>
            <p:spPr>
              <a:xfrm>
                <a:off x="627" y="2585"/>
                <a:ext cx="696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15" name="Google Shape;9115;p118"/>
            <p:cNvSpPr/>
            <p:nvPr/>
          </p:nvSpPr>
          <p:spPr>
            <a:xfrm>
              <a:off x="4227" y="1021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16" name="Google Shape;9116;p118"/>
            <p:cNvGrpSpPr/>
            <p:nvPr/>
          </p:nvGrpSpPr>
          <p:grpSpPr>
            <a:xfrm>
              <a:off x="4747" y="1003"/>
              <a:ext cx="583" cy="125"/>
              <a:chOff x="614" y="2577"/>
              <a:chExt cx="727" cy="130"/>
            </a:xfrm>
          </p:grpSpPr>
          <p:sp>
            <p:nvSpPr>
              <p:cNvPr id="9117" name="Google Shape;9117;p118"/>
              <p:cNvSpPr/>
              <p:nvPr/>
            </p:nvSpPr>
            <p:spPr>
              <a:xfrm>
                <a:off x="614" y="2577"/>
                <a:ext cx="727" cy="13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18" name="Google Shape;9118;p118"/>
              <p:cNvSpPr/>
              <p:nvPr/>
            </p:nvSpPr>
            <p:spPr>
              <a:xfrm>
                <a:off x="630" y="2596"/>
                <a:ext cx="696" cy="9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19" name="Google Shape;9119;p118"/>
            <p:cNvSpPr/>
            <p:nvPr/>
          </p:nvSpPr>
          <p:spPr>
            <a:xfrm>
              <a:off x="4214" y="1355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0" name="Google Shape;9120;p118"/>
            <p:cNvSpPr/>
            <p:nvPr/>
          </p:nvSpPr>
          <p:spPr>
            <a:xfrm>
              <a:off x="4227" y="1654"/>
              <a:ext cx="60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21" name="Google Shape;9121;p118"/>
            <p:cNvGrpSpPr/>
            <p:nvPr/>
          </p:nvGrpSpPr>
          <p:grpSpPr>
            <a:xfrm>
              <a:off x="4735" y="1636"/>
              <a:ext cx="576" cy="143"/>
              <a:chOff x="614" y="2576"/>
              <a:chExt cx="718" cy="132"/>
            </a:xfrm>
          </p:grpSpPr>
          <p:sp>
            <p:nvSpPr>
              <p:cNvPr id="9122" name="Google Shape;9122;p118"/>
              <p:cNvSpPr/>
              <p:nvPr/>
            </p:nvSpPr>
            <p:spPr>
              <a:xfrm>
                <a:off x="614" y="2576"/>
                <a:ext cx="718" cy="132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3" name="Google Shape;9123;p118"/>
              <p:cNvSpPr/>
              <p:nvPr/>
            </p:nvSpPr>
            <p:spPr>
              <a:xfrm>
                <a:off x="629" y="2593"/>
                <a:ext cx="687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24" name="Google Shape;9124;p11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25" name="Google Shape;9125;p118"/>
            <p:cNvGrpSpPr/>
            <p:nvPr/>
          </p:nvGrpSpPr>
          <p:grpSpPr>
            <a:xfrm>
              <a:off x="4741" y="1325"/>
              <a:ext cx="582" cy="149"/>
              <a:chOff x="616" y="2566"/>
              <a:chExt cx="725" cy="149"/>
            </a:xfrm>
          </p:grpSpPr>
          <p:sp>
            <p:nvSpPr>
              <p:cNvPr id="9126" name="Google Shape;9126;p118"/>
              <p:cNvSpPr/>
              <p:nvPr/>
            </p:nvSpPr>
            <p:spPr>
              <a:xfrm>
                <a:off x="616" y="2566"/>
                <a:ext cx="725" cy="14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7" name="Google Shape;9127;p118"/>
              <p:cNvSpPr/>
              <p:nvPr/>
            </p:nvSpPr>
            <p:spPr>
              <a:xfrm>
                <a:off x="632" y="2584"/>
                <a:ext cx="695" cy="11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28" name="Google Shape;9128;p118"/>
            <p:cNvSpPr/>
            <p:nvPr/>
          </p:nvSpPr>
          <p:spPr>
            <a:xfrm>
              <a:off x="5249" y="435"/>
              <a:ext cx="68" cy="2282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9" name="Google Shape;9129;p11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0" name="Google Shape;9130;p11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1" name="Google Shape;9131;p118"/>
            <p:cNvSpPr/>
            <p:nvPr/>
          </p:nvSpPr>
          <p:spPr>
            <a:xfrm>
              <a:off x="5515" y="2610"/>
              <a:ext cx="50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2" name="Google Shape;9132;p11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3" name="Google Shape;9133;p118"/>
            <p:cNvSpPr/>
            <p:nvPr/>
          </p:nvSpPr>
          <p:spPr>
            <a:xfrm>
              <a:off x="4140" y="2682"/>
              <a:ext cx="1202" cy="143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4" name="Google Shape;9134;p118"/>
            <p:cNvSpPr/>
            <p:nvPr/>
          </p:nvSpPr>
          <p:spPr>
            <a:xfrm>
              <a:off x="4202" y="2711"/>
              <a:ext cx="1078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5" name="Google Shape;9135;p118"/>
            <p:cNvSpPr/>
            <p:nvPr/>
          </p:nvSpPr>
          <p:spPr>
            <a:xfrm>
              <a:off x="4307" y="2383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6" name="Google Shape;9136;p118"/>
            <p:cNvSpPr/>
            <p:nvPr/>
          </p:nvSpPr>
          <p:spPr>
            <a:xfrm>
              <a:off x="4487" y="2383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7" name="Google Shape;9137;p118"/>
            <p:cNvSpPr/>
            <p:nvPr/>
          </p:nvSpPr>
          <p:spPr>
            <a:xfrm>
              <a:off x="4660" y="2383"/>
              <a:ext cx="161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8" name="Google Shape;9138;p118"/>
            <p:cNvSpPr/>
            <p:nvPr/>
          </p:nvSpPr>
          <p:spPr>
            <a:xfrm>
              <a:off x="5063" y="1833"/>
              <a:ext cx="87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39" name="Google Shape;9139;p118"/>
          <p:cNvGrpSpPr/>
          <p:nvPr/>
        </p:nvGrpSpPr>
        <p:grpSpPr>
          <a:xfrm>
            <a:off x="6418313" y="2367976"/>
            <a:ext cx="365125" cy="638175"/>
            <a:chOff x="4140" y="429"/>
            <a:chExt cx="1425" cy="2396"/>
          </a:xfrm>
        </p:grpSpPr>
        <p:sp>
          <p:nvSpPr>
            <p:cNvPr id="9140" name="Google Shape;9140;p11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1" name="Google Shape;9141;p118"/>
            <p:cNvSpPr/>
            <p:nvPr/>
          </p:nvSpPr>
          <p:spPr>
            <a:xfrm>
              <a:off x="4202" y="429"/>
              <a:ext cx="1053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2" name="Google Shape;9142;p11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3" name="Google Shape;9143;p11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4" name="Google Shape;9144;p118"/>
            <p:cNvSpPr/>
            <p:nvPr/>
          </p:nvSpPr>
          <p:spPr>
            <a:xfrm>
              <a:off x="4214" y="691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45" name="Google Shape;9145;p118"/>
            <p:cNvGrpSpPr/>
            <p:nvPr/>
          </p:nvGrpSpPr>
          <p:grpSpPr>
            <a:xfrm>
              <a:off x="4747" y="662"/>
              <a:ext cx="583" cy="143"/>
              <a:chOff x="612" y="2562"/>
              <a:chExt cx="727" cy="137"/>
            </a:xfrm>
          </p:grpSpPr>
          <p:sp>
            <p:nvSpPr>
              <p:cNvPr id="9146" name="Google Shape;9146;p118"/>
              <p:cNvSpPr/>
              <p:nvPr/>
            </p:nvSpPr>
            <p:spPr>
              <a:xfrm>
                <a:off x="612" y="2562"/>
                <a:ext cx="727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47" name="Google Shape;9147;p118"/>
              <p:cNvSpPr/>
              <p:nvPr/>
            </p:nvSpPr>
            <p:spPr>
              <a:xfrm>
                <a:off x="627" y="2585"/>
                <a:ext cx="696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48" name="Google Shape;9148;p118"/>
            <p:cNvSpPr/>
            <p:nvPr/>
          </p:nvSpPr>
          <p:spPr>
            <a:xfrm>
              <a:off x="4227" y="1019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49" name="Google Shape;9149;p118"/>
            <p:cNvGrpSpPr/>
            <p:nvPr/>
          </p:nvGrpSpPr>
          <p:grpSpPr>
            <a:xfrm>
              <a:off x="4747" y="995"/>
              <a:ext cx="583" cy="125"/>
              <a:chOff x="614" y="2569"/>
              <a:chExt cx="727" cy="130"/>
            </a:xfrm>
          </p:grpSpPr>
          <p:sp>
            <p:nvSpPr>
              <p:cNvPr id="9150" name="Google Shape;9150;p118"/>
              <p:cNvSpPr/>
              <p:nvPr/>
            </p:nvSpPr>
            <p:spPr>
              <a:xfrm>
                <a:off x="614" y="2569"/>
                <a:ext cx="727" cy="13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51" name="Google Shape;9151;p118"/>
              <p:cNvSpPr/>
              <p:nvPr/>
            </p:nvSpPr>
            <p:spPr>
              <a:xfrm>
                <a:off x="630" y="2588"/>
                <a:ext cx="696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52" name="Google Shape;9152;p118"/>
            <p:cNvSpPr/>
            <p:nvPr/>
          </p:nvSpPr>
          <p:spPr>
            <a:xfrm>
              <a:off x="4214" y="1359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3" name="Google Shape;9153;p118"/>
            <p:cNvSpPr/>
            <p:nvPr/>
          </p:nvSpPr>
          <p:spPr>
            <a:xfrm>
              <a:off x="4227" y="1657"/>
              <a:ext cx="601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54" name="Google Shape;9154;p118"/>
            <p:cNvGrpSpPr/>
            <p:nvPr/>
          </p:nvGrpSpPr>
          <p:grpSpPr>
            <a:xfrm>
              <a:off x="4735" y="1627"/>
              <a:ext cx="576" cy="143"/>
              <a:chOff x="614" y="2568"/>
              <a:chExt cx="718" cy="132"/>
            </a:xfrm>
          </p:grpSpPr>
          <p:sp>
            <p:nvSpPr>
              <p:cNvPr id="9155" name="Google Shape;9155;p118"/>
              <p:cNvSpPr/>
              <p:nvPr/>
            </p:nvSpPr>
            <p:spPr>
              <a:xfrm>
                <a:off x="614" y="2568"/>
                <a:ext cx="718" cy="132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56" name="Google Shape;9156;p118"/>
              <p:cNvSpPr/>
              <p:nvPr/>
            </p:nvSpPr>
            <p:spPr>
              <a:xfrm>
                <a:off x="629" y="2584"/>
                <a:ext cx="687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57" name="Google Shape;9157;p11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58" name="Google Shape;9158;p118"/>
            <p:cNvGrpSpPr/>
            <p:nvPr/>
          </p:nvGrpSpPr>
          <p:grpSpPr>
            <a:xfrm>
              <a:off x="4741" y="1329"/>
              <a:ext cx="582" cy="137"/>
              <a:chOff x="616" y="2570"/>
              <a:chExt cx="725" cy="137"/>
            </a:xfrm>
          </p:grpSpPr>
          <p:sp>
            <p:nvSpPr>
              <p:cNvPr id="9159" name="Google Shape;9159;p118"/>
              <p:cNvSpPr/>
              <p:nvPr/>
            </p:nvSpPr>
            <p:spPr>
              <a:xfrm>
                <a:off x="616" y="2570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60" name="Google Shape;9160;p118"/>
              <p:cNvSpPr/>
              <p:nvPr/>
            </p:nvSpPr>
            <p:spPr>
              <a:xfrm>
                <a:off x="632" y="2588"/>
                <a:ext cx="695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61" name="Google Shape;9161;p118"/>
            <p:cNvSpPr/>
            <p:nvPr/>
          </p:nvSpPr>
          <p:spPr>
            <a:xfrm>
              <a:off x="5249" y="429"/>
              <a:ext cx="68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2" name="Google Shape;9162;p11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3" name="Google Shape;9163;p11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4" name="Google Shape;9164;p118"/>
            <p:cNvSpPr/>
            <p:nvPr/>
          </p:nvSpPr>
          <p:spPr>
            <a:xfrm>
              <a:off x="5515" y="2610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5" name="Google Shape;9165;p11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6" name="Google Shape;9166;p118"/>
            <p:cNvSpPr/>
            <p:nvPr/>
          </p:nvSpPr>
          <p:spPr>
            <a:xfrm>
              <a:off x="4140" y="2682"/>
              <a:ext cx="1202" cy="143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7" name="Google Shape;9167;p118"/>
            <p:cNvSpPr/>
            <p:nvPr/>
          </p:nvSpPr>
          <p:spPr>
            <a:xfrm>
              <a:off x="4202" y="2712"/>
              <a:ext cx="1078" cy="7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8" name="Google Shape;9168;p118"/>
            <p:cNvSpPr/>
            <p:nvPr/>
          </p:nvSpPr>
          <p:spPr>
            <a:xfrm>
              <a:off x="4307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9" name="Google Shape;9169;p118"/>
            <p:cNvSpPr/>
            <p:nvPr/>
          </p:nvSpPr>
          <p:spPr>
            <a:xfrm>
              <a:off x="4487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0" name="Google Shape;9170;p118"/>
            <p:cNvSpPr/>
            <p:nvPr/>
          </p:nvSpPr>
          <p:spPr>
            <a:xfrm>
              <a:off x="4660" y="2378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1" name="Google Shape;9171;p118"/>
            <p:cNvSpPr/>
            <p:nvPr/>
          </p:nvSpPr>
          <p:spPr>
            <a:xfrm>
              <a:off x="5063" y="1836"/>
              <a:ext cx="87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72" name="Google Shape;9172;p118"/>
          <p:cNvSpPr txBox="1"/>
          <p:nvPr/>
        </p:nvSpPr>
        <p:spPr>
          <a:xfrm>
            <a:off x="5026076" y="1707576"/>
            <a:ext cx="1501775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Amazon cloud</a:t>
            </a:r>
            <a:endParaRPr/>
          </a:p>
        </p:txBody>
      </p:sp>
      <p:grpSp>
        <p:nvGrpSpPr>
          <p:cNvPr id="9173" name="Google Shape;9173;p118"/>
          <p:cNvGrpSpPr/>
          <p:nvPr/>
        </p:nvGrpSpPr>
        <p:grpSpPr>
          <a:xfrm>
            <a:off x="8856713" y="1799651"/>
            <a:ext cx="1376363" cy="1355725"/>
            <a:chOff x="7030938" y="1184076"/>
            <a:chExt cx="1375947" cy="1355492"/>
          </a:xfrm>
        </p:grpSpPr>
        <p:sp>
          <p:nvSpPr>
            <p:cNvPr id="9174" name="Google Shape;9174;p118"/>
            <p:cNvSpPr/>
            <p:nvPr/>
          </p:nvSpPr>
          <p:spPr>
            <a:xfrm rot="10800000">
              <a:off x="7030938" y="1184076"/>
              <a:ext cx="1300345" cy="1355492"/>
            </a:xfrm>
            <a:custGeom>
              <a:rect b="b" l="l" r="r" t="t"/>
              <a:pathLst>
                <a:path extrusionOk="0" h="10000" w="10000">
                  <a:moveTo>
                    <a:pt x="6270" y="126"/>
                  </a:moveTo>
                  <a:cubicBezTo>
                    <a:pt x="5642" y="245"/>
                    <a:pt x="4469" y="528"/>
                    <a:pt x="3738" y="756"/>
                  </a:cubicBezTo>
                  <a:cubicBezTo>
                    <a:pt x="3007" y="984"/>
                    <a:pt x="2405" y="1322"/>
                    <a:pt x="1887" y="1495"/>
                  </a:cubicBezTo>
                  <a:cubicBezTo>
                    <a:pt x="1369" y="1668"/>
                    <a:pt x="1195" y="1105"/>
                    <a:pt x="629" y="1793"/>
                  </a:cubicBezTo>
                  <a:cubicBezTo>
                    <a:pt x="63" y="2481"/>
                    <a:pt x="218" y="3574"/>
                    <a:pt x="128" y="4417"/>
                  </a:cubicBezTo>
                  <a:cubicBezTo>
                    <a:pt x="39" y="5260"/>
                    <a:pt x="-87" y="6368"/>
                    <a:pt x="89" y="6848"/>
                  </a:cubicBezTo>
                  <a:cubicBezTo>
                    <a:pt x="265" y="7328"/>
                    <a:pt x="491" y="7223"/>
                    <a:pt x="1207" y="7298"/>
                  </a:cubicBezTo>
                  <a:cubicBezTo>
                    <a:pt x="1924" y="7374"/>
                    <a:pt x="3641" y="7133"/>
                    <a:pt x="4406" y="7298"/>
                  </a:cubicBezTo>
                  <a:cubicBezTo>
                    <a:pt x="5171" y="7463"/>
                    <a:pt x="5298" y="7868"/>
                    <a:pt x="5779" y="8288"/>
                  </a:cubicBezTo>
                  <a:cubicBezTo>
                    <a:pt x="6260" y="8709"/>
                    <a:pt x="6848" y="9549"/>
                    <a:pt x="7290" y="9819"/>
                  </a:cubicBezTo>
                  <a:cubicBezTo>
                    <a:pt x="7731" y="10089"/>
                    <a:pt x="8124" y="10014"/>
                    <a:pt x="8448" y="9879"/>
                  </a:cubicBezTo>
                  <a:cubicBezTo>
                    <a:pt x="8771" y="9744"/>
                    <a:pt x="9056" y="9549"/>
                    <a:pt x="9252" y="9008"/>
                  </a:cubicBezTo>
                  <a:cubicBezTo>
                    <a:pt x="9448" y="8469"/>
                    <a:pt x="9537" y="7418"/>
                    <a:pt x="9644" y="6639"/>
                  </a:cubicBezTo>
                  <a:cubicBezTo>
                    <a:pt x="9752" y="5858"/>
                    <a:pt x="9851" y="5168"/>
                    <a:pt x="9899" y="4327"/>
                  </a:cubicBezTo>
                  <a:cubicBezTo>
                    <a:pt x="9949" y="3486"/>
                    <a:pt x="10076" y="2256"/>
                    <a:pt x="9939" y="1566"/>
                  </a:cubicBezTo>
                  <a:cubicBezTo>
                    <a:pt x="9802" y="876"/>
                    <a:pt x="9478" y="471"/>
                    <a:pt x="9075" y="216"/>
                  </a:cubicBezTo>
                  <a:cubicBezTo>
                    <a:pt x="8674" y="-39"/>
                    <a:pt x="7997" y="20"/>
                    <a:pt x="7525" y="5"/>
                  </a:cubicBezTo>
                  <a:cubicBezTo>
                    <a:pt x="7055" y="-9"/>
                    <a:pt x="6898" y="5"/>
                    <a:pt x="6270" y="1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75" name="Google Shape;9175;p118"/>
            <p:cNvGrpSpPr/>
            <p:nvPr/>
          </p:nvGrpSpPr>
          <p:grpSpPr>
            <a:xfrm>
              <a:off x="7191141" y="1666633"/>
              <a:ext cx="365020" cy="636487"/>
              <a:chOff x="4140" y="433"/>
              <a:chExt cx="1423" cy="2392"/>
            </a:xfrm>
          </p:grpSpPr>
          <p:sp>
            <p:nvSpPr>
              <p:cNvPr id="9176" name="Google Shape;9176;p118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7" name="Google Shape;9177;p118"/>
              <p:cNvSpPr/>
              <p:nvPr/>
            </p:nvSpPr>
            <p:spPr>
              <a:xfrm>
                <a:off x="4202" y="433"/>
                <a:ext cx="1052" cy="2279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78" name="Google Shape;9178;p118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9" name="Google Shape;9179;p118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80" name="Google Shape;9180;p118"/>
              <p:cNvSpPr/>
              <p:nvPr/>
            </p:nvSpPr>
            <p:spPr>
              <a:xfrm>
                <a:off x="4215" y="695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181" name="Google Shape;9181;p118"/>
              <p:cNvGrpSpPr/>
              <p:nvPr/>
            </p:nvGrpSpPr>
            <p:grpSpPr>
              <a:xfrm>
                <a:off x="4747" y="671"/>
                <a:ext cx="582" cy="131"/>
                <a:chOff x="611" y="2571"/>
                <a:chExt cx="726" cy="126"/>
              </a:xfrm>
            </p:grpSpPr>
            <p:sp>
              <p:nvSpPr>
                <p:cNvPr id="9182" name="Google Shape;9182;p118"/>
                <p:cNvSpPr/>
                <p:nvPr/>
              </p:nvSpPr>
              <p:spPr>
                <a:xfrm>
                  <a:off x="611" y="2571"/>
                  <a:ext cx="726" cy="12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83" name="Google Shape;9183;p118"/>
                <p:cNvSpPr/>
                <p:nvPr/>
              </p:nvSpPr>
              <p:spPr>
                <a:xfrm>
                  <a:off x="627" y="2583"/>
                  <a:ext cx="695" cy="9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84" name="Google Shape;9184;p118"/>
              <p:cNvSpPr/>
              <p:nvPr/>
            </p:nvSpPr>
            <p:spPr>
              <a:xfrm>
                <a:off x="4227" y="1023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185" name="Google Shape;9185;p118"/>
              <p:cNvGrpSpPr/>
              <p:nvPr/>
            </p:nvGrpSpPr>
            <p:grpSpPr>
              <a:xfrm>
                <a:off x="4747" y="1000"/>
                <a:ext cx="582" cy="125"/>
                <a:chOff x="614" y="2574"/>
                <a:chExt cx="726" cy="130"/>
              </a:xfrm>
            </p:grpSpPr>
            <p:sp>
              <p:nvSpPr>
                <p:cNvPr id="9186" name="Google Shape;9186;p118"/>
                <p:cNvSpPr/>
                <p:nvPr/>
              </p:nvSpPr>
              <p:spPr>
                <a:xfrm>
                  <a:off x="614" y="2574"/>
                  <a:ext cx="726" cy="13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87" name="Google Shape;9187;p118"/>
                <p:cNvSpPr/>
                <p:nvPr/>
              </p:nvSpPr>
              <p:spPr>
                <a:xfrm>
                  <a:off x="629" y="2592"/>
                  <a:ext cx="695" cy="9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88" name="Google Shape;9188;p118"/>
              <p:cNvSpPr/>
              <p:nvPr/>
            </p:nvSpPr>
            <p:spPr>
              <a:xfrm>
                <a:off x="4215" y="1357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89" name="Google Shape;9189;p118"/>
              <p:cNvSpPr/>
              <p:nvPr/>
            </p:nvSpPr>
            <p:spPr>
              <a:xfrm>
                <a:off x="4227" y="1656"/>
                <a:ext cx="600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190" name="Google Shape;9190;p118"/>
              <p:cNvGrpSpPr/>
              <p:nvPr/>
            </p:nvGrpSpPr>
            <p:grpSpPr>
              <a:xfrm>
                <a:off x="4734" y="1631"/>
                <a:ext cx="576" cy="137"/>
                <a:chOff x="613" y="2572"/>
                <a:chExt cx="717" cy="126"/>
              </a:xfrm>
            </p:grpSpPr>
            <p:sp>
              <p:nvSpPr>
                <p:cNvPr id="9191" name="Google Shape;9191;p118"/>
                <p:cNvSpPr/>
                <p:nvPr/>
              </p:nvSpPr>
              <p:spPr>
                <a:xfrm>
                  <a:off x="613" y="2572"/>
                  <a:ext cx="717" cy="12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92" name="Google Shape;9192;p118"/>
                <p:cNvSpPr/>
                <p:nvPr/>
              </p:nvSpPr>
              <p:spPr>
                <a:xfrm>
                  <a:off x="629" y="2589"/>
                  <a:ext cx="686" cy="9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93" name="Google Shape;9193;p118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194" name="Google Shape;9194;p118"/>
              <p:cNvGrpSpPr/>
              <p:nvPr/>
            </p:nvGrpSpPr>
            <p:grpSpPr>
              <a:xfrm>
                <a:off x="4741" y="1328"/>
                <a:ext cx="581" cy="143"/>
                <a:chOff x="616" y="2569"/>
                <a:chExt cx="724" cy="143"/>
              </a:xfrm>
            </p:grpSpPr>
            <p:sp>
              <p:nvSpPr>
                <p:cNvPr id="9195" name="Google Shape;9195;p118"/>
                <p:cNvSpPr/>
                <p:nvPr/>
              </p:nvSpPr>
              <p:spPr>
                <a:xfrm>
                  <a:off x="616" y="2569"/>
                  <a:ext cx="724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96" name="Google Shape;9196;p118"/>
                <p:cNvSpPr/>
                <p:nvPr/>
              </p:nvSpPr>
              <p:spPr>
                <a:xfrm>
                  <a:off x="631" y="2586"/>
                  <a:ext cx="694" cy="11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97" name="Google Shape;9197;p118"/>
              <p:cNvSpPr/>
              <p:nvPr/>
            </p:nvSpPr>
            <p:spPr>
              <a:xfrm>
                <a:off x="5248" y="433"/>
                <a:ext cx="68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98" name="Google Shape;9198;p118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99" name="Google Shape;9199;p118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0" name="Google Shape;9200;p118"/>
              <p:cNvSpPr/>
              <p:nvPr/>
            </p:nvSpPr>
            <p:spPr>
              <a:xfrm>
                <a:off x="5514" y="2610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1" name="Google Shape;9201;p118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2" name="Google Shape;9202;p118"/>
              <p:cNvSpPr/>
              <p:nvPr/>
            </p:nvSpPr>
            <p:spPr>
              <a:xfrm>
                <a:off x="4140" y="2682"/>
                <a:ext cx="1200" cy="143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3" name="Google Shape;9203;p118"/>
              <p:cNvSpPr/>
              <p:nvPr/>
            </p:nvSpPr>
            <p:spPr>
              <a:xfrm>
                <a:off x="4202" y="2711"/>
                <a:ext cx="1077" cy="7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4" name="Google Shape;9204;p118"/>
              <p:cNvSpPr/>
              <p:nvPr/>
            </p:nvSpPr>
            <p:spPr>
              <a:xfrm>
                <a:off x="4307" y="2383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5" name="Google Shape;9205;p118"/>
              <p:cNvSpPr/>
              <p:nvPr/>
            </p:nvSpPr>
            <p:spPr>
              <a:xfrm>
                <a:off x="4487" y="2383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6" name="Google Shape;9206;p118"/>
              <p:cNvSpPr/>
              <p:nvPr/>
            </p:nvSpPr>
            <p:spPr>
              <a:xfrm>
                <a:off x="4660" y="2383"/>
                <a:ext cx="161" cy="137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7" name="Google Shape;9207;p118"/>
              <p:cNvSpPr/>
              <p:nvPr/>
            </p:nvSpPr>
            <p:spPr>
              <a:xfrm>
                <a:off x="5062" y="1835"/>
                <a:ext cx="87" cy="764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08" name="Google Shape;9208;p118"/>
            <p:cNvSpPr txBox="1"/>
            <p:nvPr/>
          </p:nvSpPr>
          <p:spPr>
            <a:xfrm>
              <a:off x="7600043" y="1655943"/>
              <a:ext cx="806842" cy="617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CDN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server </a:t>
              </a:r>
              <a:endParaRPr/>
            </a:p>
          </p:txBody>
        </p:sp>
      </p:grpSp>
      <p:cxnSp>
        <p:nvCxnSpPr>
          <p:cNvPr id="9209" name="Google Shape;9209;p118"/>
          <p:cNvCxnSpPr/>
          <p:nvPr/>
        </p:nvCxnSpPr>
        <p:spPr>
          <a:xfrm flipH="1">
            <a:off x="5170538" y="2728339"/>
            <a:ext cx="7938" cy="23764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9210" name="Google Shape;9210;p118"/>
          <p:cNvGrpSpPr/>
          <p:nvPr/>
        </p:nvGrpSpPr>
        <p:grpSpPr>
          <a:xfrm>
            <a:off x="5011788" y="3701476"/>
            <a:ext cx="317500" cy="369888"/>
            <a:chOff x="1614533" y="4280420"/>
            <a:chExt cx="317511" cy="369332"/>
          </a:xfrm>
        </p:grpSpPr>
        <p:sp>
          <p:nvSpPr>
            <p:cNvPr id="9211" name="Google Shape;9211;p118"/>
            <p:cNvSpPr/>
            <p:nvPr/>
          </p:nvSpPr>
          <p:spPr>
            <a:xfrm>
              <a:off x="1628337" y="4321838"/>
              <a:ext cx="303707" cy="303707"/>
            </a:xfrm>
            <a:prstGeom prst="ellipse">
              <a:avLst/>
            </a:prstGeom>
            <a:solidFill>
              <a:schemeClr val="lt1"/>
            </a:solidFill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2" name="Google Shape;9212;p118"/>
            <p:cNvSpPr txBox="1"/>
            <p:nvPr/>
          </p:nvSpPr>
          <p:spPr>
            <a:xfrm>
              <a:off x="1614533" y="4280420"/>
              <a:ext cx="31304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9213" name="Google Shape;9213;p118"/>
          <p:cNvSpPr txBox="1"/>
          <p:nvPr/>
        </p:nvSpPr>
        <p:spPr>
          <a:xfrm>
            <a:off x="3710826" y="3221785"/>
            <a:ext cx="2033587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browses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Netflix video</a:t>
            </a:r>
            <a:endParaRPr/>
          </a:p>
        </p:txBody>
      </p:sp>
      <p:cxnSp>
        <p:nvCxnSpPr>
          <p:cNvPr id="9214" name="Google Shape;9214;p118"/>
          <p:cNvCxnSpPr/>
          <p:nvPr/>
        </p:nvCxnSpPr>
        <p:spPr>
          <a:xfrm flipH="1">
            <a:off x="5603035" y="2752151"/>
            <a:ext cx="3175" cy="235267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15" name="Google Shape;9215;p118"/>
          <p:cNvSpPr txBox="1"/>
          <p:nvPr/>
        </p:nvSpPr>
        <p:spPr>
          <a:xfrm>
            <a:off x="5730631" y="3620486"/>
            <a:ext cx="178593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Manifest file, requested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returned for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specific video</a:t>
            </a:r>
            <a:endParaRPr/>
          </a:p>
        </p:txBody>
      </p:sp>
      <p:sp>
        <p:nvSpPr>
          <p:cNvPr id="9216" name="Google Shape;9216;p118"/>
          <p:cNvSpPr/>
          <p:nvPr/>
        </p:nvSpPr>
        <p:spPr>
          <a:xfrm rot="10543217">
            <a:off x="5647410" y="5245456"/>
            <a:ext cx="2215511" cy="39143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000090"/>
              </a:gs>
              <a:gs pos="100000">
                <a:srgbClr val="FFFFFF"/>
              </a:gs>
            </a:gsLst>
            <a:lin ang="10260000" scaled="0"/>
          </a:gradFill>
          <a:ln cap="flat" cmpd="sng" w="15875">
            <a:solidFill>
              <a:srgbClr val="000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9217" name="Google Shape;9217;p118"/>
          <p:cNvCxnSpPr/>
          <p:nvPr/>
        </p:nvCxnSpPr>
        <p:spPr>
          <a:xfrm flipH="1" rot="10800000">
            <a:off x="5830938" y="5106414"/>
            <a:ext cx="1892300" cy="14763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18" name="Google Shape;9218;p118"/>
          <p:cNvSpPr txBox="1"/>
          <p:nvPr/>
        </p:nvSpPr>
        <p:spPr>
          <a:xfrm>
            <a:off x="6094462" y="5619176"/>
            <a:ext cx="2354263" cy="837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 server selected, contacted, streaming begins</a:t>
            </a:r>
            <a:endParaRPr/>
          </a:p>
        </p:txBody>
      </p:sp>
      <p:cxnSp>
        <p:nvCxnSpPr>
          <p:cNvPr id="9219" name="Google Shape;9219;p118"/>
          <p:cNvCxnSpPr/>
          <p:nvPr/>
        </p:nvCxnSpPr>
        <p:spPr>
          <a:xfrm>
            <a:off x="6897738" y="2493389"/>
            <a:ext cx="2049463" cy="269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9220" name="Google Shape;9220;p118"/>
          <p:cNvCxnSpPr/>
          <p:nvPr/>
        </p:nvCxnSpPr>
        <p:spPr>
          <a:xfrm>
            <a:off x="6907263" y="2536251"/>
            <a:ext cx="1541463" cy="113347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9221" name="Google Shape;9221;p118"/>
          <p:cNvCxnSpPr/>
          <p:nvPr/>
        </p:nvCxnSpPr>
        <p:spPr>
          <a:xfrm>
            <a:off x="6897738" y="2550539"/>
            <a:ext cx="2019300" cy="27066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9222" name="Google Shape;9222;p118"/>
          <p:cNvSpPr txBox="1"/>
          <p:nvPr/>
        </p:nvSpPr>
        <p:spPr>
          <a:xfrm>
            <a:off x="6645326" y="1640901"/>
            <a:ext cx="2033587" cy="792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upload copies of multiple versions of video to CDN servers</a:t>
            </a:r>
            <a:endParaRPr/>
          </a:p>
        </p:txBody>
      </p:sp>
      <p:grpSp>
        <p:nvGrpSpPr>
          <p:cNvPr id="9223" name="Google Shape;9223;p118"/>
          <p:cNvGrpSpPr/>
          <p:nvPr/>
        </p:nvGrpSpPr>
        <p:grpSpPr>
          <a:xfrm>
            <a:off x="8329663" y="3056951"/>
            <a:ext cx="1374775" cy="1354138"/>
            <a:chOff x="7030938" y="1184076"/>
            <a:chExt cx="1375947" cy="1355492"/>
          </a:xfrm>
        </p:grpSpPr>
        <p:sp>
          <p:nvSpPr>
            <p:cNvPr id="9224" name="Google Shape;9224;p118"/>
            <p:cNvSpPr/>
            <p:nvPr/>
          </p:nvSpPr>
          <p:spPr>
            <a:xfrm rot="10800000">
              <a:off x="7030938" y="1184076"/>
              <a:ext cx="1300345" cy="1355492"/>
            </a:xfrm>
            <a:custGeom>
              <a:rect b="b" l="l" r="r" t="t"/>
              <a:pathLst>
                <a:path extrusionOk="0" h="10000" w="10000">
                  <a:moveTo>
                    <a:pt x="6270" y="126"/>
                  </a:moveTo>
                  <a:cubicBezTo>
                    <a:pt x="5642" y="245"/>
                    <a:pt x="4469" y="528"/>
                    <a:pt x="3738" y="756"/>
                  </a:cubicBezTo>
                  <a:cubicBezTo>
                    <a:pt x="3007" y="984"/>
                    <a:pt x="2405" y="1322"/>
                    <a:pt x="1887" y="1495"/>
                  </a:cubicBezTo>
                  <a:cubicBezTo>
                    <a:pt x="1369" y="1668"/>
                    <a:pt x="1195" y="1105"/>
                    <a:pt x="629" y="1793"/>
                  </a:cubicBezTo>
                  <a:cubicBezTo>
                    <a:pt x="63" y="2481"/>
                    <a:pt x="218" y="3574"/>
                    <a:pt x="128" y="4417"/>
                  </a:cubicBezTo>
                  <a:cubicBezTo>
                    <a:pt x="39" y="5260"/>
                    <a:pt x="-87" y="6368"/>
                    <a:pt x="89" y="6848"/>
                  </a:cubicBezTo>
                  <a:cubicBezTo>
                    <a:pt x="265" y="7328"/>
                    <a:pt x="491" y="7223"/>
                    <a:pt x="1207" y="7298"/>
                  </a:cubicBezTo>
                  <a:cubicBezTo>
                    <a:pt x="1924" y="7374"/>
                    <a:pt x="3641" y="7133"/>
                    <a:pt x="4406" y="7298"/>
                  </a:cubicBezTo>
                  <a:cubicBezTo>
                    <a:pt x="5171" y="7463"/>
                    <a:pt x="5298" y="7868"/>
                    <a:pt x="5779" y="8288"/>
                  </a:cubicBezTo>
                  <a:cubicBezTo>
                    <a:pt x="6260" y="8709"/>
                    <a:pt x="6848" y="9549"/>
                    <a:pt x="7290" y="9819"/>
                  </a:cubicBezTo>
                  <a:cubicBezTo>
                    <a:pt x="7731" y="10089"/>
                    <a:pt x="8124" y="10014"/>
                    <a:pt x="8448" y="9879"/>
                  </a:cubicBezTo>
                  <a:cubicBezTo>
                    <a:pt x="8771" y="9744"/>
                    <a:pt x="9056" y="9549"/>
                    <a:pt x="9252" y="9008"/>
                  </a:cubicBezTo>
                  <a:cubicBezTo>
                    <a:pt x="9448" y="8469"/>
                    <a:pt x="9537" y="7418"/>
                    <a:pt x="9644" y="6639"/>
                  </a:cubicBezTo>
                  <a:cubicBezTo>
                    <a:pt x="9752" y="5858"/>
                    <a:pt x="9851" y="5168"/>
                    <a:pt x="9899" y="4327"/>
                  </a:cubicBezTo>
                  <a:cubicBezTo>
                    <a:pt x="9949" y="3486"/>
                    <a:pt x="10076" y="2256"/>
                    <a:pt x="9939" y="1566"/>
                  </a:cubicBezTo>
                  <a:cubicBezTo>
                    <a:pt x="9802" y="876"/>
                    <a:pt x="9478" y="471"/>
                    <a:pt x="9075" y="216"/>
                  </a:cubicBezTo>
                  <a:cubicBezTo>
                    <a:pt x="8674" y="-39"/>
                    <a:pt x="7997" y="20"/>
                    <a:pt x="7525" y="5"/>
                  </a:cubicBezTo>
                  <a:cubicBezTo>
                    <a:pt x="7055" y="-9"/>
                    <a:pt x="6898" y="5"/>
                    <a:pt x="6270" y="1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25" name="Google Shape;9225;p118"/>
            <p:cNvGrpSpPr/>
            <p:nvPr/>
          </p:nvGrpSpPr>
          <p:grpSpPr>
            <a:xfrm>
              <a:off x="7191398" y="1666633"/>
              <a:ext cx="365533" cy="635954"/>
              <a:chOff x="4141" y="433"/>
              <a:chExt cx="1425" cy="2390"/>
            </a:xfrm>
          </p:grpSpPr>
          <p:sp>
            <p:nvSpPr>
              <p:cNvPr id="9226" name="Google Shape;9226;p118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7" name="Google Shape;9227;p118"/>
              <p:cNvSpPr/>
              <p:nvPr/>
            </p:nvSpPr>
            <p:spPr>
              <a:xfrm>
                <a:off x="4203" y="435"/>
                <a:ext cx="1053" cy="227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28" name="Google Shape;9228;p118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9" name="Google Shape;9229;p118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30" name="Google Shape;9230;p118"/>
              <p:cNvSpPr/>
              <p:nvPr/>
            </p:nvSpPr>
            <p:spPr>
              <a:xfrm>
                <a:off x="4215" y="698"/>
                <a:ext cx="595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231" name="Google Shape;9231;p118"/>
              <p:cNvGrpSpPr/>
              <p:nvPr/>
            </p:nvGrpSpPr>
            <p:grpSpPr>
              <a:xfrm>
                <a:off x="4748" y="674"/>
                <a:ext cx="583" cy="138"/>
                <a:chOff x="613" y="2574"/>
                <a:chExt cx="727" cy="132"/>
              </a:xfrm>
            </p:grpSpPr>
            <p:sp>
              <p:nvSpPr>
                <p:cNvPr id="9232" name="Google Shape;9232;p118"/>
                <p:cNvSpPr/>
                <p:nvPr/>
              </p:nvSpPr>
              <p:spPr>
                <a:xfrm>
                  <a:off x="613" y="2574"/>
                  <a:ext cx="727" cy="132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33" name="Google Shape;9233;p118"/>
                <p:cNvSpPr/>
                <p:nvPr/>
              </p:nvSpPr>
              <p:spPr>
                <a:xfrm>
                  <a:off x="628" y="2585"/>
                  <a:ext cx="696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234" name="Google Shape;9234;p118"/>
              <p:cNvSpPr/>
              <p:nvPr/>
            </p:nvSpPr>
            <p:spPr>
              <a:xfrm>
                <a:off x="4228" y="1020"/>
                <a:ext cx="595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235" name="Google Shape;9235;p118"/>
              <p:cNvGrpSpPr/>
              <p:nvPr/>
            </p:nvGrpSpPr>
            <p:grpSpPr>
              <a:xfrm>
                <a:off x="4748" y="1003"/>
                <a:ext cx="583" cy="125"/>
                <a:chOff x="615" y="2577"/>
                <a:chExt cx="727" cy="130"/>
              </a:xfrm>
            </p:grpSpPr>
            <p:sp>
              <p:nvSpPr>
                <p:cNvPr id="9236" name="Google Shape;9236;p118"/>
                <p:cNvSpPr/>
                <p:nvPr/>
              </p:nvSpPr>
              <p:spPr>
                <a:xfrm>
                  <a:off x="615" y="2577"/>
                  <a:ext cx="727" cy="13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37" name="Google Shape;9237;p118"/>
                <p:cNvSpPr/>
                <p:nvPr/>
              </p:nvSpPr>
              <p:spPr>
                <a:xfrm>
                  <a:off x="631" y="2595"/>
                  <a:ext cx="696" cy="9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238" name="Google Shape;9238;p118"/>
              <p:cNvSpPr/>
              <p:nvPr/>
            </p:nvSpPr>
            <p:spPr>
              <a:xfrm>
                <a:off x="4215" y="1355"/>
                <a:ext cx="595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39" name="Google Shape;9239;p118"/>
              <p:cNvSpPr/>
              <p:nvPr/>
            </p:nvSpPr>
            <p:spPr>
              <a:xfrm>
                <a:off x="4228" y="1653"/>
                <a:ext cx="60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240" name="Google Shape;9240;p118"/>
              <p:cNvGrpSpPr/>
              <p:nvPr/>
            </p:nvGrpSpPr>
            <p:grpSpPr>
              <a:xfrm>
                <a:off x="4736" y="1636"/>
                <a:ext cx="576" cy="143"/>
                <a:chOff x="615" y="2576"/>
                <a:chExt cx="718" cy="132"/>
              </a:xfrm>
            </p:grpSpPr>
            <p:sp>
              <p:nvSpPr>
                <p:cNvPr id="9241" name="Google Shape;9241;p118"/>
                <p:cNvSpPr/>
                <p:nvPr/>
              </p:nvSpPr>
              <p:spPr>
                <a:xfrm>
                  <a:off x="615" y="2576"/>
                  <a:ext cx="718" cy="132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42" name="Google Shape;9242;p118"/>
                <p:cNvSpPr/>
                <p:nvPr/>
              </p:nvSpPr>
              <p:spPr>
                <a:xfrm>
                  <a:off x="630" y="2592"/>
                  <a:ext cx="687" cy="9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243" name="Google Shape;9243;p118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44" name="Google Shape;9244;p118"/>
              <p:cNvGrpSpPr/>
              <p:nvPr/>
            </p:nvGrpSpPr>
            <p:grpSpPr>
              <a:xfrm>
                <a:off x="4748" y="1325"/>
                <a:ext cx="582" cy="149"/>
                <a:chOff x="625" y="2566"/>
                <a:chExt cx="725" cy="149"/>
              </a:xfrm>
            </p:grpSpPr>
            <p:sp>
              <p:nvSpPr>
                <p:cNvPr id="9245" name="Google Shape;9245;p118"/>
                <p:cNvSpPr/>
                <p:nvPr/>
              </p:nvSpPr>
              <p:spPr>
                <a:xfrm>
                  <a:off x="625" y="2566"/>
                  <a:ext cx="725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46" name="Google Shape;9246;p118"/>
                <p:cNvSpPr/>
                <p:nvPr/>
              </p:nvSpPr>
              <p:spPr>
                <a:xfrm>
                  <a:off x="633" y="2584"/>
                  <a:ext cx="694" cy="11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247" name="Google Shape;9247;p118"/>
              <p:cNvSpPr/>
              <p:nvPr/>
            </p:nvSpPr>
            <p:spPr>
              <a:xfrm>
                <a:off x="5250" y="435"/>
                <a:ext cx="68" cy="2281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8" name="Google Shape;9248;p118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49" name="Google Shape;9249;p118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50" name="Google Shape;9250;p118"/>
              <p:cNvSpPr/>
              <p:nvPr/>
            </p:nvSpPr>
            <p:spPr>
              <a:xfrm>
                <a:off x="5516" y="2609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1" name="Google Shape;9251;p118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52" name="Google Shape;9252;p118"/>
              <p:cNvSpPr/>
              <p:nvPr/>
            </p:nvSpPr>
            <p:spPr>
              <a:xfrm>
                <a:off x="4141" y="2680"/>
                <a:ext cx="1202" cy="143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3" name="Google Shape;9253;p118"/>
              <p:cNvSpPr/>
              <p:nvPr/>
            </p:nvSpPr>
            <p:spPr>
              <a:xfrm>
                <a:off x="4203" y="2710"/>
                <a:ext cx="1078" cy="7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4" name="Google Shape;9254;p118"/>
              <p:cNvSpPr/>
              <p:nvPr/>
            </p:nvSpPr>
            <p:spPr>
              <a:xfrm>
                <a:off x="4308" y="2382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5" name="Google Shape;9255;p118"/>
              <p:cNvSpPr/>
              <p:nvPr/>
            </p:nvSpPr>
            <p:spPr>
              <a:xfrm>
                <a:off x="4488" y="2382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6" name="Google Shape;9256;p118"/>
              <p:cNvSpPr/>
              <p:nvPr/>
            </p:nvSpPr>
            <p:spPr>
              <a:xfrm>
                <a:off x="4661" y="2382"/>
                <a:ext cx="161" cy="137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7" name="Google Shape;9257;p118"/>
              <p:cNvSpPr/>
              <p:nvPr/>
            </p:nvSpPr>
            <p:spPr>
              <a:xfrm>
                <a:off x="5064" y="1832"/>
                <a:ext cx="87" cy="764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58" name="Google Shape;9258;p118"/>
            <p:cNvSpPr txBox="1"/>
            <p:nvPr/>
          </p:nvSpPr>
          <p:spPr>
            <a:xfrm>
              <a:off x="7600043" y="1655943"/>
              <a:ext cx="806842" cy="617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CDN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server </a:t>
              </a:r>
              <a:endParaRPr/>
            </a:p>
          </p:txBody>
        </p:sp>
      </p:grpSp>
      <p:grpSp>
        <p:nvGrpSpPr>
          <p:cNvPr id="9259" name="Google Shape;9259;p118"/>
          <p:cNvGrpSpPr/>
          <p:nvPr/>
        </p:nvGrpSpPr>
        <p:grpSpPr>
          <a:xfrm>
            <a:off x="7966126" y="4447601"/>
            <a:ext cx="1376362" cy="1355725"/>
            <a:chOff x="7030938" y="1184076"/>
            <a:chExt cx="1375947" cy="1355492"/>
          </a:xfrm>
        </p:grpSpPr>
        <p:sp>
          <p:nvSpPr>
            <p:cNvPr id="9260" name="Google Shape;9260;p118"/>
            <p:cNvSpPr/>
            <p:nvPr/>
          </p:nvSpPr>
          <p:spPr>
            <a:xfrm rot="10800000">
              <a:off x="7030938" y="1184076"/>
              <a:ext cx="1300345" cy="1355492"/>
            </a:xfrm>
            <a:custGeom>
              <a:rect b="b" l="l" r="r" t="t"/>
              <a:pathLst>
                <a:path extrusionOk="0" h="10000" w="10000">
                  <a:moveTo>
                    <a:pt x="6270" y="126"/>
                  </a:moveTo>
                  <a:cubicBezTo>
                    <a:pt x="5642" y="245"/>
                    <a:pt x="4469" y="528"/>
                    <a:pt x="3738" y="756"/>
                  </a:cubicBezTo>
                  <a:cubicBezTo>
                    <a:pt x="3007" y="984"/>
                    <a:pt x="2405" y="1322"/>
                    <a:pt x="1887" y="1495"/>
                  </a:cubicBezTo>
                  <a:cubicBezTo>
                    <a:pt x="1369" y="1668"/>
                    <a:pt x="1195" y="1105"/>
                    <a:pt x="629" y="1793"/>
                  </a:cubicBezTo>
                  <a:cubicBezTo>
                    <a:pt x="63" y="2481"/>
                    <a:pt x="218" y="3574"/>
                    <a:pt x="128" y="4417"/>
                  </a:cubicBezTo>
                  <a:cubicBezTo>
                    <a:pt x="39" y="5260"/>
                    <a:pt x="-87" y="6368"/>
                    <a:pt x="89" y="6848"/>
                  </a:cubicBezTo>
                  <a:cubicBezTo>
                    <a:pt x="265" y="7328"/>
                    <a:pt x="491" y="7223"/>
                    <a:pt x="1207" y="7298"/>
                  </a:cubicBezTo>
                  <a:cubicBezTo>
                    <a:pt x="1924" y="7374"/>
                    <a:pt x="3641" y="7133"/>
                    <a:pt x="4406" y="7298"/>
                  </a:cubicBezTo>
                  <a:cubicBezTo>
                    <a:pt x="5171" y="7463"/>
                    <a:pt x="5298" y="7868"/>
                    <a:pt x="5779" y="8288"/>
                  </a:cubicBezTo>
                  <a:cubicBezTo>
                    <a:pt x="6260" y="8709"/>
                    <a:pt x="6848" y="9549"/>
                    <a:pt x="7290" y="9819"/>
                  </a:cubicBezTo>
                  <a:cubicBezTo>
                    <a:pt x="7731" y="10089"/>
                    <a:pt x="8124" y="10014"/>
                    <a:pt x="8448" y="9879"/>
                  </a:cubicBezTo>
                  <a:cubicBezTo>
                    <a:pt x="8771" y="9744"/>
                    <a:pt x="9056" y="9549"/>
                    <a:pt x="9252" y="9008"/>
                  </a:cubicBezTo>
                  <a:cubicBezTo>
                    <a:pt x="9448" y="8469"/>
                    <a:pt x="9537" y="7418"/>
                    <a:pt x="9644" y="6639"/>
                  </a:cubicBezTo>
                  <a:cubicBezTo>
                    <a:pt x="9752" y="5858"/>
                    <a:pt x="9851" y="5168"/>
                    <a:pt x="9899" y="4327"/>
                  </a:cubicBezTo>
                  <a:cubicBezTo>
                    <a:pt x="9949" y="3486"/>
                    <a:pt x="10076" y="2256"/>
                    <a:pt x="9939" y="1566"/>
                  </a:cubicBezTo>
                  <a:cubicBezTo>
                    <a:pt x="9802" y="876"/>
                    <a:pt x="9478" y="471"/>
                    <a:pt x="9075" y="216"/>
                  </a:cubicBezTo>
                  <a:cubicBezTo>
                    <a:pt x="8674" y="-39"/>
                    <a:pt x="7997" y="20"/>
                    <a:pt x="7525" y="5"/>
                  </a:cubicBezTo>
                  <a:cubicBezTo>
                    <a:pt x="7055" y="-9"/>
                    <a:pt x="6898" y="5"/>
                    <a:pt x="6270" y="1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61" name="Google Shape;9261;p118"/>
            <p:cNvGrpSpPr/>
            <p:nvPr/>
          </p:nvGrpSpPr>
          <p:grpSpPr>
            <a:xfrm>
              <a:off x="7191141" y="1666633"/>
              <a:ext cx="365020" cy="636487"/>
              <a:chOff x="4140" y="433"/>
              <a:chExt cx="1423" cy="2392"/>
            </a:xfrm>
          </p:grpSpPr>
          <p:sp>
            <p:nvSpPr>
              <p:cNvPr id="9262" name="Google Shape;9262;p118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63" name="Google Shape;9263;p118"/>
              <p:cNvSpPr/>
              <p:nvPr/>
            </p:nvSpPr>
            <p:spPr>
              <a:xfrm>
                <a:off x="4202" y="433"/>
                <a:ext cx="1052" cy="2279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64" name="Google Shape;9264;p118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65" name="Google Shape;9265;p118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66" name="Google Shape;9266;p118"/>
              <p:cNvSpPr/>
              <p:nvPr/>
            </p:nvSpPr>
            <p:spPr>
              <a:xfrm>
                <a:off x="4215" y="695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267" name="Google Shape;9267;p118"/>
              <p:cNvGrpSpPr/>
              <p:nvPr/>
            </p:nvGrpSpPr>
            <p:grpSpPr>
              <a:xfrm>
                <a:off x="4747" y="671"/>
                <a:ext cx="582" cy="131"/>
                <a:chOff x="611" y="2571"/>
                <a:chExt cx="726" cy="126"/>
              </a:xfrm>
            </p:grpSpPr>
            <p:sp>
              <p:nvSpPr>
                <p:cNvPr id="9268" name="Google Shape;9268;p118"/>
                <p:cNvSpPr/>
                <p:nvPr/>
              </p:nvSpPr>
              <p:spPr>
                <a:xfrm>
                  <a:off x="611" y="2571"/>
                  <a:ext cx="726" cy="12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69" name="Google Shape;9269;p118"/>
                <p:cNvSpPr/>
                <p:nvPr/>
              </p:nvSpPr>
              <p:spPr>
                <a:xfrm>
                  <a:off x="627" y="2583"/>
                  <a:ext cx="695" cy="9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270" name="Google Shape;9270;p118"/>
              <p:cNvSpPr/>
              <p:nvPr/>
            </p:nvSpPr>
            <p:spPr>
              <a:xfrm>
                <a:off x="4227" y="1023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271" name="Google Shape;9271;p118"/>
              <p:cNvGrpSpPr/>
              <p:nvPr/>
            </p:nvGrpSpPr>
            <p:grpSpPr>
              <a:xfrm>
                <a:off x="4747" y="1000"/>
                <a:ext cx="582" cy="125"/>
                <a:chOff x="614" y="2574"/>
                <a:chExt cx="726" cy="130"/>
              </a:xfrm>
            </p:grpSpPr>
            <p:sp>
              <p:nvSpPr>
                <p:cNvPr id="9272" name="Google Shape;9272;p118"/>
                <p:cNvSpPr/>
                <p:nvPr/>
              </p:nvSpPr>
              <p:spPr>
                <a:xfrm>
                  <a:off x="614" y="2574"/>
                  <a:ext cx="726" cy="13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73" name="Google Shape;9273;p118"/>
                <p:cNvSpPr/>
                <p:nvPr/>
              </p:nvSpPr>
              <p:spPr>
                <a:xfrm>
                  <a:off x="629" y="2592"/>
                  <a:ext cx="695" cy="9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274" name="Google Shape;9274;p118"/>
              <p:cNvSpPr/>
              <p:nvPr/>
            </p:nvSpPr>
            <p:spPr>
              <a:xfrm>
                <a:off x="4215" y="1357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75" name="Google Shape;9275;p118"/>
              <p:cNvSpPr/>
              <p:nvPr/>
            </p:nvSpPr>
            <p:spPr>
              <a:xfrm>
                <a:off x="4227" y="1656"/>
                <a:ext cx="600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276" name="Google Shape;9276;p118"/>
              <p:cNvGrpSpPr/>
              <p:nvPr/>
            </p:nvGrpSpPr>
            <p:grpSpPr>
              <a:xfrm>
                <a:off x="4734" y="1631"/>
                <a:ext cx="576" cy="137"/>
                <a:chOff x="613" y="2572"/>
                <a:chExt cx="717" cy="126"/>
              </a:xfrm>
            </p:grpSpPr>
            <p:sp>
              <p:nvSpPr>
                <p:cNvPr id="9277" name="Google Shape;9277;p118"/>
                <p:cNvSpPr/>
                <p:nvPr/>
              </p:nvSpPr>
              <p:spPr>
                <a:xfrm>
                  <a:off x="613" y="2572"/>
                  <a:ext cx="717" cy="12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78" name="Google Shape;9278;p118"/>
                <p:cNvSpPr/>
                <p:nvPr/>
              </p:nvSpPr>
              <p:spPr>
                <a:xfrm>
                  <a:off x="629" y="2589"/>
                  <a:ext cx="686" cy="9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279" name="Google Shape;9279;p118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80" name="Google Shape;9280;p118"/>
              <p:cNvGrpSpPr/>
              <p:nvPr/>
            </p:nvGrpSpPr>
            <p:grpSpPr>
              <a:xfrm>
                <a:off x="4741" y="1328"/>
                <a:ext cx="581" cy="143"/>
                <a:chOff x="616" y="2569"/>
                <a:chExt cx="724" cy="143"/>
              </a:xfrm>
            </p:grpSpPr>
            <p:sp>
              <p:nvSpPr>
                <p:cNvPr id="9281" name="Google Shape;9281;p118"/>
                <p:cNvSpPr/>
                <p:nvPr/>
              </p:nvSpPr>
              <p:spPr>
                <a:xfrm>
                  <a:off x="616" y="2569"/>
                  <a:ext cx="724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82" name="Google Shape;9282;p118"/>
                <p:cNvSpPr/>
                <p:nvPr/>
              </p:nvSpPr>
              <p:spPr>
                <a:xfrm>
                  <a:off x="631" y="2586"/>
                  <a:ext cx="694" cy="11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283" name="Google Shape;9283;p118"/>
              <p:cNvSpPr/>
              <p:nvPr/>
            </p:nvSpPr>
            <p:spPr>
              <a:xfrm>
                <a:off x="5248" y="433"/>
                <a:ext cx="68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84" name="Google Shape;9284;p118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5" name="Google Shape;9285;p118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6" name="Google Shape;9286;p118"/>
              <p:cNvSpPr/>
              <p:nvPr/>
            </p:nvSpPr>
            <p:spPr>
              <a:xfrm>
                <a:off x="5514" y="2610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87" name="Google Shape;9287;p118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8" name="Google Shape;9288;p118"/>
              <p:cNvSpPr/>
              <p:nvPr/>
            </p:nvSpPr>
            <p:spPr>
              <a:xfrm>
                <a:off x="4140" y="2682"/>
                <a:ext cx="1200" cy="143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89" name="Google Shape;9289;p118"/>
              <p:cNvSpPr/>
              <p:nvPr/>
            </p:nvSpPr>
            <p:spPr>
              <a:xfrm>
                <a:off x="4202" y="2711"/>
                <a:ext cx="1077" cy="7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90" name="Google Shape;9290;p118"/>
              <p:cNvSpPr/>
              <p:nvPr/>
            </p:nvSpPr>
            <p:spPr>
              <a:xfrm>
                <a:off x="4307" y="2383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91" name="Google Shape;9291;p118"/>
              <p:cNvSpPr/>
              <p:nvPr/>
            </p:nvSpPr>
            <p:spPr>
              <a:xfrm>
                <a:off x="4487" y="2383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92" name="Google Shape;9292;p118"/>
              <p:cNvSpPr/>
              <p:nvPr/>
            </p:nvSpPr>
            <p:spPr>
              <a:xfrm>
                <a:off x="4660" y="2383"/>
                <a:ext cx="161" cy="137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93" name="Google Shape;9293;p118"/>
              <p:cNvSpPr/>
              <p:nvPr/>
            </p:nvSpPr>
            <p:spPr>
              <a:xfrm>
                <a:off x="5062" y="1835"/>
                <a:ext cx="87" cy="764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94" name="Google Shape;9294;p118"/>
            <p:cNvSpPr txBox="1"/>
            <p:nvPr/>
          </p:nvSpPr>
          <p:spPr>
            <a:xfrm>
              <a:off x="7600043" y="1655943"/>
              <a:ext cx="806842" cy="617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CDN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server </a:t>
              </a:r>
              <a:endParaRPr/>
            </a:p>
          </p:txBody>
        </p:sp>
      </p:grpSp>
      <p:cxnSp>
        <p:nvCxnSpPr>
          <p:cNvPr id="9295" name="Google Shape;9295;p118"/>
          <p:cNvCxnSpPr/>
          <p:nvPr/>
        </p:nvCxnSpPr>
        <p:spPr>
          <a:xfrm rot="10800000">
            <a:off x="5509310" y="2754538"/>
            <a:ext cx="3175" cy="235267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9296" name="Google Shape;9296;p118"/>
          <p:cNvGrpSpPr/>
          <p:nvPr/>
        </p:nvGrpSpPr>
        <p:grpSpPr>
          <a:xfrm>
            <a:off x="5403711" y="4070974"/>
            <a:ext cx="313443" cy="369887"/>
            <a:chOff x="1628337" y="4280420"/>
            <a:chExt cx="313454" cy="369332"/>
          </a:xfrm>
        </p:grpSpPr>
        <p:sp>
          <p:nvSpPr>
            <p:cNvPr id="9297" name="Google Shape;9297;p118"/>
            <p:cNvSpPr/>
            <p:nvPr/>
          </p:nvSpPr>
          <p:spPr>
            <a:xfrm>
              <a:off x="1628337" y="4321838"/>
              <a:ext cx="303707" cy="303707"/>
            </a:xfrm>
            <a:prstGeom prst="ellipse">
              <a:avLst/>
            </a:prstGeom>
            <a:solidFill>
              <a:schemeClr val="lt1"/>
            </a:solidFill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8" name="Google Shape;9298;p118"/>
            <p:cNvSpPr txBox="1"/>
            <p:nvPr/>
          </p:nvSpPr>
          <p:spPr>
            <a:xfrm>
              <a:off x="1628747" y="4280420"/>
              <a:ext cx="31304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9299" name="Google Shape;9299;p118"/>
          <p:cNvGrpSpPr/>
          <p:nvPr/>
        </p:nvGrpSpPr>
        <p:grpSpPr>
          <a:xfrm>
            <a:off x="6589730" y="5116123"/>
            <a:ext cx="313033" cy="368300"/>
            <a:chOff x="1624009" y="4280420"/>
            <a:chExt cx="313044" cy="369332"/>
          </a:xfrm>
        </p:grpSpPr>
        <p:sp>
          <p:nvSpPr>
            <p:cNvPr id="9300" name="Google Shape;9300;p118"/>
            <p:cNvSpPr/>
            <p:nvPr/>
          </p:nvSpPr>
          <p:spPr>
            <a:xfrm>
              <a:off x="1628337" y="4321838"/>
              <a:ext cx="303707" cy="303707"/>
            </a:xfrm>
            <a:prstGeom prst="ellipse">
              <a:avLst/>
            </a:prstGeom>
            <a:solidFill>
              <a:schemeClr val="lt1"/>
            </a:solidFill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1" name="Google Shape;9301;p118"/>
            <p:cNvSpPr txBox="1"/>
            <p:nvPr/>
          </p:nvSpPr>
          <p:spPr>
            <a:xfrm>
              <a:off x="1624009" y="4280420"/>
              <a:ext cx="31304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9302" name="Google Shape;9302;p1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6" name="Shape 9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7" name="Google Shape;9307;p119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4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9308" name="Google Shape;9308;p11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Additional Materials</a:t>
            </a:r>
            <a:endParaRPr/>
          </a:p>
        </p:txBody>
      </p:sp>
      <p:sp>
        <p:nvSpPr>
          <p:cNvPr id="9309" name="Google Shape;9309;p11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4" name="Shape 9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5" name="Google Shape;9315;p1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40"/>
              <a:buFont typeface="Calibri"/>
              <a:buNone/>
            </a:pPr>
            <a:r>
              <a:rPr lang="en-US" sz="3240"/>
              <a:t>Representational State Transfer (REST): </a:t>
            </a:r>
            <a:br>
              <a:rPr lang="en-US" sz="3240"/>
            </a:br>
            <a:r>
              <a:rPr lang="en-US" sz="3240"/>
              <a:t>Representing Information in Web 2.0 Applications</a:t>
            </a:r>
            <a:endParaRPr/>
          </a:p>
        </p:txBody>
      </p:sp>
      <p:sp>
        <p:nvSpPr>
          <p:cNvPr id="9316" name="Google Shape;9316;p1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0" name="Shape 9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1" name="Google Shape;9321;p121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2" name="Google Shape;9322;p12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Hypertext Transfer Protocol (HTTP)</a:t>
            </a:r>
            <a:endParaRPr/>
          </a:p>
        </p:txBody>
      </p:sp>
      <p:sp>
        <p:nvSpPr>
          <p:cNvPr id="9323" name="Google Shape;9323;p121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2250" lvl="0" marL="35242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100000"/>
              <a:buChar char="▪"/>
            </a:pPr>
            <a:r>
              <a:rPr lang="en-US" sz="2520"/>
              <a:t>A communications protocol</a:t>
            </a:r>
            <a:endParaRPr/>
          </a:p>
          <a:p>
            <a:pPr indent="-74231" lvl="0" marL="352425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2520"/>
              <a:t>Allows retrieving inter-linked text documents (hypertext) </a:t>
            </a:r>
            <a:endParaRPr/>
          </a:p>
          <a:p>
            <a:pPr indent="-231775" lvl="1" marL="6953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520"/>
              <a:t>World Wide Web.</a:t>
            </a:r>
            <a:endParaRPr/>
          </a:p>
          <a:p>
            <a:pPr indent="-83756" lvl="1" marL="6953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2520"/>
              <a:t>HTTP Verbs</a:t>
            </a:r>
            <a:endParaRPr/>
          </a:p>
          <a:p>
            <a:pPr indent="-74231" lvl="0" marL="352425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520"/>
          </a:p>
          <a:p>
            <a:pPr indent="-231775" lvl="1" marL="6953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1800"/>
              <a:t>HEAD</a:t>
            </a:r>
            <a:endParaRPr/>
          </a:p>
          <a:p>
            <a:pPr indent="-231775" lvl="1" marL="6953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b="1" lang="en-US" sz="1800"/>
              <a:t>GET</a:t>
            </a:r>
            <a:endParaRPr/>
          </a:p>
          <a:p>
            <a:pPr indent="-231775" lvl="1" marL="6953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b="1" lang="en-US" sz="1800"/>
              <a:t>POST</a:t>
            </a:r>
            <a:endParaRPr/>
          </a:p>
          <a:p>
            <a:pPr indent="-231775" lvl="1" marL="6953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1800"/>
              <a:t>PUT</a:t>
            </a:r>
            <a:endParaRPr/>
          </a:p>
          <a:p>
            <a:pPr indent="-231775" lvl="1" marL="6953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1800"/>
              <a:t>DELETE</a:t>
            </a:r>
            <a:endParaRPr/>
          </a:p>
          <a:p>
            <a:pPr indent="-231775" lvl="1" marL="6953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1800"/>
              <a:t>TRACE</a:t>
            </a:r>
            <a:endParaRPr/>
          </a:p>
          <a:p>
            <a:pPr indent="-231775" lvl="1" marL="6953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1800"/>
              <a:t>OPTIONS</a:t>
            </a:r>
            <a:endParaRPr/>
          </a:p>
          <a:p>
            <a:pPr indent="-231775" lvl="1" marL="6953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1800"/>
              <a:t>CONNECT</a:t>
            </a:r>
            <a:endParaRPr/>
          </a:p>
          <a:p>
            <a:pPr indent="-74231" lvl="0" marL="352425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520"/>
          </a:p>
        </p:txBody>
      </p:sp>
      <p:sp>
        <p:nvSpPr>
          <p:cNvPr id="9324" name="Google Shape;9324;p121"/>
          <p:cNvSpPr txBox="1"/>
          <p:nvPr/>
        </p:nvSpPr>
        <p:spPr>
          <a:xfrm>
            <a:off x="5067300" y="3909060"/>
            <a:ext cx="1097280" cy="85867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Browser</a:t>
            </a:r>
            <a:endParaRPr/>
          </a:p>
        </p:txBody>
      </p:sp>
      <p:sp>
        <p:nvSpPr>
          <p:cNvPr id="9325" name="Google Shape;9325;p121"/>
          <p:cNvSpPr txBox="1"/>
          <p:nvPr/>
        </p:nvSpPr>
        <p:spPr>
          <a:xfrm>
            <a:off x="8839200" y="3909060"/>
            <a:ext cx="1251585" cy="82296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Server</a:t>
            </a:r>
            <a:endParaRPr/>
          </a:p>
        </p:txBody>
      </p:sp>
      <p:cxnSp>
        <p:nvCxnSpPr>
          <p:cNvPr id="9326" name="Google Shape;9326;p121"/>
          <p:cNvCxnSpPr/>
          <p:nvPr/>
        </p:nvCxnSpPr>
        <p:spPr>
          <a:xfrm>
            <a:off x="6164580" y="4046220"/>
            <a:ext cx="267462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27" name="Google Shape;9327;p121"/>
          <p:cNvSpPr txBox="1"/>
          <p:nvPr/>
        </p:nvSpPr>
        <p:spPr>
          <a:xfrm>
            <a:off x="6370320" y="3566160"/>
            <a:ext cx="2194560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/index.html HTTP/1.1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Host: www.pitt.edu</a:t>
            </a:r>
            <a:endParaRPr/>
          </a:p>
        </p:txBody>
      </p:sp>
      <p:cxnSp>
        <p:nvCxnSpPr>
          <p:cNvPr id="9328" name="Google Shape;9328;p121"/>
          <p:cNvCxnSpPr/>
          <p:nvPr/>
        </p:nvCxnSpPr>
        <p:spPr>
          <a:xfrm rot="10800000">
            <a:off x="6164580" y="4457700"/>
            <a:ext cx="267462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29" name="Google Shape;9329;p121"/>
          <p:cNvSpPr txBox="1"/>
          <p:nvPr/>
        </p:nvSpPr>
        <p:spPr>
          <a:xfrm>
            <a:off x="6507481" y="4526280"/>
            <a:ext cx="1768689" cy="867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HTTP/1.1 200 OK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Content-Type: text/html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&lt;html&gt;&lt;head&gt;…</a:t>
            </a:r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4" name="Shape 9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5" name="Google Shape;9335;p122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6" name="Google Shape;9336;p12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40"/>
              <a:buFont typeface="Calibri"/>
              <a:buNone/>
            </a:pPr>
            <a:r>
              <a:rPr lang="en-US" sz="3240"/>
              <a:t>Representational State Transfer (REST)</a:t>
            </a:r>
            <a:endParaRPr/>
          </a:p>
        </p:txBody>
      </p:sp>
      <p:sp>
        <p:nvSpPr>
          <p:cNvPr id="9337" name="Google Shape;9337;p122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A style of software architecture for distributed hypermedia systems such as the World Wide Web. 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Introduced in the doctoral dissertation of Roy Fielding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/>
              <a:t>One of the principal authors of the HTTP specification. 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Font typeface="Calibri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A collection of network architecture principles which outline how resources are defined and addressed 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Font typeface="Calibri"/>
              <a:buNone/>
            </a:pPr>
            <a:r>
              <a:t/>
            </a:r>
            <a:endParaRPr sz="252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1" name="Shape 9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2" name="Google Shape;9342;p123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3" name="Google Shape;9343;p12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REST and HTTP</a:t>
            </a:r>
            <a:endParaRPr/>
          </a:p>
        </p:txBody>
      </p:sp>
      <p:sp>
        <p:nvSpPr>
          <p:cNvPr id="9344" name="Google Shape;9344;p123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The motivation for REST was to capture the characteristics of the Web which made the Web successful. 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/>
              <a:t>URI Addressable resources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/>
              <a:t>HTTP Protocol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/>
              <a:t>Make a Request – Receive Response – Display Response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Exploits the use of the HTTP protocol beyond HTTP POST and HTTP GET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20"/>
              <a:buChar char="•"/>
            </a:pPr>
            <a:r>
              <a:rPr lang="en-US" sz="2520"/>
              <a:t>HTTP PUT, HTTP DELETE</a:t>
            </a:r>
            <a:endParaRPr/>
          </a:p>
          <a:p>
            <a:pPr indent="-7175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8" name="Shape 9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9" name="Google Shape;9349;p124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0" name="Google Shape;9350;p12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REST - not a Standard</a:t>
            </a:r>
            <a:endParaRPr/>
          </a:p>
        </p:txBody>
      </p:sp>
      <p:sp>
        <p:nvSpPr>
          <p:cNvPr id="9351" name="Google Shape;9351;p12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REST is not a standard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/>
              <a:t>JSR 311: JAX-RS: The Java</a:t>
            </a:r>
            <a:r>
              <a:rPr baseline="30000" lang="en-US" sz="1979"/>
              <a:t>TM</a:t>
            </a:r>
            <a:r>
              <a:rPr lang="en-US" sz="1979"/>
              <a:t> API for RESTful Web Services</a:t>
            </a:r>
            <a:endParaRPr sz="1620"/>
          </a:p>
          <a:p>
            <a:pPr indent="-1174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But it uses several standards: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HTTP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URL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XML/HTML/GIF/JPEG/etc (Resource Representations)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text/xml, text/html, image/gif, image/jpeg, etc  (Resource Types, MIME Types)</a:t>
            </a:r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6" name="Shape 9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7" name="Google Shape;9357;p125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8" name="Google Shape;9358;p12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Main Concepts</a:t>
            </a:r>
            <a:endParaRPr/>
          </a:p>
        </p:txBody>
      </p:sp>
      <p:sp>
        <p:nvSpPr>
          <p:cNvPr id="9359" name="Google Shape;9359;p125"/>
          <p:cNvSpPr/>
          <p:nvPr/>
        </p:nvSpPr>
        <p:spPr>
          <a:xfrm>
            <a:off x="4655820" y="2700338"/>
            <a:ext cx="3040380" cy="2511743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30"/>
              <a:buFont typeface="Noto Sans Symbols"/>
              <a:buNone/>
            </a:pPr>
            <a:r>
              <a:t/>
            </a:r>
            <a:endParaRPr sz="24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0" name="Google Shape;9360;p125"/>
          <p:cNvSpPr txBox="1"/>
          <p:nvPr/>
        </p:nvSpPr>
        <p:spPr>
          <a:xfrm>
            <a:off x="4724400" y="1675925"/>
            <a:ext cx="4879856" cy="1006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79"/>
              <a:buFont typeface="Noto Sans Symbols"/>
              <a:buNone/>
            </a:pPr>
            <a:r>
              <a:rPr b="1"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Nouns (Resources)</a:t>
            </a:r>
            <a:br>
              <a:rPr b="1"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unconstrained</a:t>
            </a:r>
            <a:br>
              <a:rPr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i.e., http://example.com/employees/12345</a:t>
            </a:r>
            <a:endParaRPr/>
          </a:p>
        </p:txBody>
      </p:sp>
      <p:sp>
        <p:nvSpPr>
          <p:cNvPr id="9361" name="Google Shape;9361;p125"/>
          <p:cNvSpPr txBox="1"/>
          <p:nvPr/>
        </p:nvSpPr>
        <p:spPr>
          <a:xfrm>
            <a:off x="3078480" y="5074920"/>
            <a:ext cx="1495916" cy="1006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79"/>
              <a:buFont typeface="Noto Sans Symbols"/>
              <a:buNone/>
            </a:pPr>
            <a:r>
              <a:rPr b="1"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Verbs</a:t>
            </a:r>
            <a:br>
              <a:rPr b="1"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constrained</a:t>
            </a:r>
            <a:br>
              <a:rPr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i.e., GET</a:t>
            </a:r>
            <a:endParaRPr/>
          </a:p>
        </p:txBody>
      </p:sp>
      <p:sp>
        <p:nvSpPr>
          <p:cNvPr id="9362" name="Google Shape;9362;p125"/>
          <p:cNvSpPr txBox="1"/>
          <p:nvPr/>
        </p:nvSpPr>
        <p:spPr>
          <a:xfrm>
            <a:off x="7810500" y="5074920"/>
            <a:ext cx="2175590" cy="1006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79"/>
              <a:buFont typeface="Noto Sans Symbols"/>
              <a:buNone/>
            </a:pPr>
            <a:r>
              <a:rPr b="1"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Representations</a:t>
            </a:r>
            <a:br>
              <a:rPr b="1"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constrained</a:t>
            </a:r>
            <a:br>
              <a:rPr i="1"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i.e., XML</a:t>
            </a:r>
            <a:endParaRPr/>
          </a:p>
        </p:txBody>
      </p:sp>
      <p:sp>
        <p:nvSpPr>
          <p:cNvPr id="9363" name="Google Shape;9363;p125"/>
          <p:cNvSpPr txBox="1"/>
          <p:nvPr/>
        </p:nvSpPr>
        <p:spPr>
          <a:xfrm>
            <a:off x="5615940" y="3909060"/>
            <a:ext cx="909544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</a:t>
            </a: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7" name="Shape 9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8" name="Google Shape;9368;p126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9" name="Google Shape;9369;p12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Resources</a:t>
            </a:r>
            <a:endParaRPr/>
          </a:p>
        </p:txBody>
      </p:sp>
      <p:sp>
        <p:nvSpPr>
          <p:cNvPr id="9370" name="Google Shape;9370;p126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The key abstraction of information in REST is a resource.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A resource is a conceptual mapping to a set of entities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60"/>
              <a:buChar char="•"/>
            </a:pPr>
            <a:r>
              <a:rPr lang="en-US" sz="2160"/>
              <a:t>Any information that can be named can be a resource: a document or image, a temporal service (e.g. "today's weather in Los Angeles"), a collection of other resources, a non-virtual object (e.g. a person), and so on</a:t>
            </a:r>
            <a:endParaRPr/>
          </a:p>
          <a:p>
            <a:pPr indent="-9461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sz="216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Represented with a global identifier (URI in HTTP)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60"/>
              <a:buChar char="•"/>
            </a:pPr>
            <a:r>
              <a:rPr lang="en-US" sz="2160"/>
              <a:t>http://www.boeing.com/aircraft/747</a:t>
            </a:r>
            <a:endParaRPr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4" name="Shape 9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5" name="Google Shape;9375;p127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6" name="Google Shape;9376;p12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Naming Resources</a:t>
            </a:r>
            <a:endParaRPr/>
          </a:p>
        </p:txBody>
      </p:sp>
      <p:sp>
        <p:nvSpPr>
          <p:cNvPr id="9377" name="Google Shape;9377;p127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REST uses URI to identify resources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 u="sng">
                <a:solidFill>
                  <a:schemeClr val="hlink"/>
                </a:solidFill>
                <a:hlinkClick r:id="rId3"/>
              </a:rPr>
              <a:t>http://localhost/books/</a:t>
            </a:r>
            <a:endParaRPr sz="1979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 u="sng">
                <a:solidFill>
                  <a:schemeClr val="hlink"/>
                </a:solidFill>
                <a:hlinkClick r:id="rId4"/>
              </a:rPr>
              <a:t>http://localhost/books/ISBN-0011</a:t>
            </a:r>
            <a:endParaRPr sz="1979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 u="sng">
                <a:solidFill>
                  <a:schemeClr val="hlink"/>
                </a:solidFill>
                <a:hlinkClick r:id="rId5"/>
              </a:rPr>
              <a:t>http://localhost/books/ISBN-0011/authors</a:t>
            </a:r>
            <a:endParaRPr sz="1979"/>
          </a:p>
          <a:p>
            <a:pPr indent="-106044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 sz="1979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 u="sng">
                <a:solidFill>
                  <a:schemeClr val="hlink"/>
                </a:solidFill>
                <a:hlinkClick r:id="rId6"/>
              </a:rPr>
              <a:t>http://localhost/classes</a:t>
            </a:r>
            <a:endParaRPr sz="1979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 u="sng">
                <a:solidFill>
                  <a:schemeClr val="hlink"/>
                </a:solidFill>
                <a:hlinkClick r:id="rId7"/>
              </a:rPr>
              <a:t>http://localhost/classes/cs2650</a:t>
            </a:r>
            <a:endParaRPr sz="1979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 u="sng">
                <a:solidFill>
                  <a:schemeClr val="hlink"/>
                </a:solidFill>
                <a:hlinkClick r:id="rId8"/>
              </a:rPr>
              <a:t>http://localhost/classes/cs2650/students</a:t>
            </a:r>
            <a:endParaRPr sz="1979"/>
          </a:p>
          <a:p>
            <a:pPr indent="-106044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 sz="1979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As you traverse the path from more generic to more specific, you are navigating the data</a:t>
            </a:r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1" name="Shape 9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2" name="Google Shape;9382;p128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3" name="Google Shape;9383;p12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Verbs</a:t>
            </a:r>
            <a:endParaRPr/>
          </a:p>
        </p:txBody>
      </p:sp>
      <p:sp>
        <p:nvSpPr>
          <p:cNvPr id="9384" name="Google Shape;9384;p128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Represent the actions to be performed on resources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HTTP GET 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HTTP POST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HTTP PUT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HTTP DELETE</a:t>
            </a:r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8" name="Shape 9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9" name="Google Shape;9389;p129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0" name="Google Shape;9390;p12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HTTP GET</a:t>
            </a:r>
            <a:endParaRPr/>
          </a:p>
        </p:txBody>
      </p:sp>
      <p:sp>
        <p:nvSpPr>
          <p:cNvPr id="9391" name="Google Shape;9391;p129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▪"/>
            </a:pPr>
            <a:r>
              <a:rPr lang="en-US" sz="2520"/>
              <a:t>How clients ask for the information they seek.</a:t>
            </a:r>
            <a:endParaRPr/>
          </a:p>
          <a:p>
            <a:pPr indent="-74231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2520"/>
              <a:t>Issuing a GET request transfers the data from the server to the client in some representation</a:t>
            </a:r>
            <a:endParaRPr/>
          </a:p>
          <a:p>
            <a:pPr indent="-74231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1800"/>
              <a:t>GET </a:t>
            </a:r>
            <a:r>
              <a:rPr lang="en-US" sz="1800" u="sng">
                <a:solidFill>
                  <a:schemeClr val="hlink"/>
                </a:solidFill>
                <a:hlinkClick r:id="rId3"/>
              </a:rPr>
              <a:t>http://localhost/books</a:t>
            </a:r>
            <a:endParaRPr sz="1800"/>
          </a:p>
          <a:p>
            <a:pPr indent="-231822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1710"/>
              <a:t>Retrieve all books</a:t>
            </a:r>
            <a:endParaRPr/>
          </a:p>
          <a:p>
            <a:pPr indent="-131381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71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1800"/>
              <a:t>GET </a:t>
            </a:r>
            <a:r>
              <a:rPr lang="en-US" sz="1800" u="sng">
                <a:solidFill>
                  <a:schemeClr val="hlink"/>
                </a:solidFill>
                <a:hlinkClick r:id="rId4"/>
              </a:rPr>
              <a:t>http://localhost/books/ISBN-0011021</a:t>
            </a:r>
            <a:endParaRPr sz="1800"/>
          </a:p>
          <a:p>
            <a:pPr indent="-231822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1710"/>
              <a:t>Retrieve book identified with ISBN-0011021</a:t>
            </a:r>
            <a:endParaRPr/>
          </a:p>
          <a:p>
            <a:pPr indent="-131381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71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1800"/>
              <a:t>GET </a:t>
            </a:r>
            <a:r>
              <a:rPr lang="en-US" sz="1800" u="sng">
                <a:solidFill>
                  <a:schemeClr val="hlink"/>
                </a:solidFill>
                <a:hlinkClick r:id="rId5"/>
              </a:rPr>
              <a:t>http://localhost/books/ISBN-0011021/authors</a:t>
            </a:r>
            <a:endParaRPr sz="1800"/>
          </a:p>
          <a:p>
            <a:pPr indent="-231822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1710"/>
              <a:t>Retrieve authors for book identified with ISBN-0011021</a:t>
            </a:r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5" name="Shape 9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6" name="Google Shape;9396;p130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7" name="Google Shape;9397;p13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HTTP PUT, HTTP POST</a:t>
            </a:r>
            <a:endParaRPr/>
          </a:p>
        </p:txBody>
      </p:sp>
      <p:sp>
        <p:nvSpPr>
          <p:cNvPr id="9398" name="Google Shape;9398;p130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HTTP POST creates a resource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HTTP PUT updates a resource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POST </a:t>
            </a:r>
            <a:r>
              <a:rPr lang="en-US" sz="2520" u="sng">
                <a:solidFill>
                  <a:schemeClr val="hlink"/>
                </a:solidFill>
                <a:hlinkClick r:id="rId3"/>
              </a:rPr>
              <a:t>http://localhost/books/</a:t>
            </a:r>
            <a:r>
              <a:rPr lang="en-US" sz="2520"/>
              <a:t>  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Content: {title, authors[], …}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Creates a new book with given properties</a:t>
            </a:r>
            <a:endParaRPr/>
          </a:p>
          <a:p>
            <a:pPr indent="-1174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PUT </a:t>
            </a:r>
            <a:r>
              <a:rPr lang="en-US" sz="2520" u="sng">
                <a:solidFill>
                  <a:schemeClr val="hlink"/>
                </a:solidFill>
                <a:hlinkClick r:id="rId4"/>
              </a:rPr>
              <a:t>http://localhost/books/isbn-111</a:t>
            </a:r>
            <a:r>
              <a:rPr lang="en-US" sz="2520"/>
              <a:t> 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Content: {isbn, title, authors[], …}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Updates book identified by isbn-111 with submitted properties</a:t>
            </a:r>
            <a:endParaRPr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2" name="Shape 9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3" name="Google Shape;9403;p131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4" name="Google Shape;9404;p13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HTTP DELETE</a:t>
            </a:r>
            <a:endParaRPr/>
          </a:p>
        </p:txBody>
      </p:sp>
      <p:sp>
        <p:nvSpPr>
          <p:cNvPr id="9405" name="Google Shape;9405;p131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Removes the resource identified by the URI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DELETE </a:t>
            </a:r>
            <a:r>
              <a:rPr lang="en-US" sz="2520" u="sng">
                <a:solidFill>
                  <a:schemeClr val="hlink"/>
                </a:solidFill>
                <a:hlinkClick r:id="rId3"/>
              </a:rPr>
              <a:t>http://localhost/books/ISBN-0011</a:t>
            </a:r>
            <a:endParaRPr sz="2520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60"/>
              <a:buChar char="•"/>
            </a:pPr>
            <a:r>
              <a:rPr lang="en-US" sz="2160"/>
              <a:t>Delete book identified by ISBN-0011</a:t>
            </a:r>
            <a:endParaRPr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9" name="Shape 9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0" name="Google Shape;9410;p132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1" name="Google Shape;9411;p13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Representations</a:t>
            </a:r>
            <a:endParaRPr/>
          </a:p>
        </p:txBody>
      </p:sp>
      <p:sp>
        <p:nvSpPr>
          <p:cNvPr id="9412" name="Google Shape;9412;p132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How data is represented or returned to the client for presentation.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Two main formats: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20"/>
              <a:buChar char="•"/>
            </a:pPr>
            <a:r>
              <a:rPr lang="en-US" sz="2520"/>
              <a:t>JavaScript Object Notation (JSON)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20"/>
              <a:buChar char="•"/>
            </a:pPr>
            <a:r>
              <a:rPr lang="en-US" sz="2520"/>
              <a:t>XML</a:t>
            </a:r>
            <a:endParaRPr/>
          </a:p>
          <a:p>
            <a:pPr indent="-7175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It is common to have multiple representations of the same data</a:t>
            </a:r>
            <a:endParaRPr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6" name="Shape 9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7" name="Google Shape;9417;p133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8" name="Google Shape;9418;p13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Representations</a:t>
            </a:r>
            <a:endParaRPr/>
          </a:p>
        </p:txBody>
      </p:sp>
      <p:sp>
        <p:nvSpPr>
          <p:cNvPr id="9419" name="Google Shape;9419;p133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XML</a:t>
            </a:r>
            <a:endParaRPr/>
          </a:p>
          <a:p>
            <a:pPr indent="-13080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1440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•"/>
            </a:pPr>
            <a:r>
              <a:rPr lang="en-US" sz="1620"/>
              <a:t>&lt;COURSE&gt;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</a:pPr>
            <a:r>
              <a:rPr lang="en-US" sz="1620"/>
              <a:t>&lt;ID&gt;CS2650&lt;/ID&gt;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</a:pPr>
            <a:r>
              <a:rPr lang="en-US" sz="1620"/>
              <a:t>&lt;NAME&gt;Distributed Multimedia Software&lt;/NAME&gt;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•"/>
            </a:pPr>
            <a:r>
              <a:rPr lang="en-US" sz="1620"/>
              <a:t>&lt;/COURSE&gt;</a:t>
            </a:r>
            <a:endParaRPr/>
          </a:p>
          <a:p>
            <a:pPr indent="-15176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26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JSON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•"/>
            </a:pPr>
            <a:r>
              <a:rPr lang="en-US" sz="1620"/>
              <a:t>{course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</a:pPr>
            <a:r>
              <a:rPr lang="en-US" sz="1620"/>
              <a:t>{id: CS2650}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</a:pPr>
            <a:r>
              <a:rPr lang="en-US" sz="1620"/>
              <a:t>{name: Distributed Multimedia Sofware}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•"/>
            </a:pPr>
            <a:r>
              <a:rPr lang="en-US" sz="1620"/>
              <a:t>}</a:t>
            </a:r>
            <a:endParaRPr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3" name="Shape 9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4" name="Google Shape;9424;p134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5" name="Google Shape;9425;p13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Why is it called </a:t>
            </a:r>
            <a:br>
              <a:rPr lang="en-US"/>
            </a:br>
            <a:r>
              <a:rPr lang="en-US"/>
              <a:t>"Representational State Transfer"?</a:t>
            </a:r>
            <a:endParaRPr/>
          </a:p>
        </p:txBody>
      </p:sp>
      <p:sp>
        <p:nvSpPr>
          <p:cNvPr id="9426" name="Google Shape;9426;p134"/>
          <p:cNvSpPr/>
          <p:nvPr/>
        </p:nvSpPr>
        <p:spPr>
          <a:xfrm>
            <a:off x="7840504" y="2001679"/>
            <a:ext cx="1558766" cy="1471613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</a:t>
            </a:r>
            <a:endParaRPr/>
          </a:p>
        </p:txBody>
      </p:sp>
      <p:sp>
        <p:nvSpPr>
          <p:cNvPr id="9427" name="Google Shape;9427;p134"/>
          <p:cNvSpPr/>
          <p:nvPr/>
        </p:nvSpPr>
        <p:spPr>
          <a:xfrm>
            <a:off x="2681288" y="2244567"/>
            <a:ext cx="1284447" cy="102584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</a:t>
            </a:r>
            <a:endParaRPr/>
          </a:p>
        </p:txBody>
      </p:sp>
      <p:cxnSp>
        <p:nvCxnSpPr>
          <p:cNvPr id="9428" name="Google Shape;9428;p134"/>
          <p:cNvCxnSpPr/>
          <p:nvPr/>
        </p:nvCxnSpPr>
        <p:spPr>
          <a:xfrm>
            <a:off x="3965735" y="2691765"/>
            <a:ext cx="379618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29" name="Google Shape;9429;p134"/>
          <p:cNvSpPr txBox="1"/>
          <p:nvPr/>
        </p:nvSpPr>
        <p:spPr>
          <a:xfrm>
            <a:off x="4091464" y="2340293"/>
            <a:ext cx="3503906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http://www.boeing.com/aircraft/747</a:t>
            </a:r>
            <a:endParaRPr/>
          </a:p>
        </p:txBody>
      </p:sp>
      <p:cxnSp>
        <p:nvCxnSpPr>
          <p:cNvPr id="9430" name="Google Shape;9430;p134"/>
          <p:cNvCxnSpPr/>
          <p:nvPr/>
        </p:nvCxnSpPr>
        <p:spPr>
          <a:xfrm rot="10800000">
            <a:off x="3995738" y="2851785"/>
            <a:ext cx="382333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31" name="Google Shape;9431;p134"/>
          <p:cNvCxnSpPr/>
          <p:nvPr/>
        </p:nvCxnSpPr>
        <p:spPr>
          <a:xfrm>
            <a:off x="4977289" y="2883218"/>
            <a:ext cx="0" cy="103727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32" name="Google Shape;9432;p134"/>
          <p:cNvCxnSpPr/>
          <p:nvPr/>
        </p:nvCxnSpPr>
        <p:spPr>
          <a:xfrm>
            <a:off x="6743224" y="3034665"/>
            <a:ext cx="0" cy="103870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33" name="Google Shape;9433;p134"/>
          <p:cNvSpPr txBox="1"/>
          <p:nvPr/>
        </p:nvSpPr>
        <p:spPr>
          <a:xfrm>
            <a:off x="4970145" y="4071938"/>
            <a:ext cx="1678663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Boeing747.html</a:t>
            </a:r>
            <a:endParaRPr/>
          </a:p>
        </p:txBody>
      </p:sp>
      <p:sp>
        <p:nvSpPr>
          <p:cNvPr id="9434" name="Google Shape;9434;p134"/>
          <p:cNvSpPr/>
          <p:nvPr/>
        </p:nvSpPr>
        <p:spPr>
          <a:xfrm>
            <a:off x="4870133" y="2847500"/>
            <a:ext cx="1851660" cy="252888"/>
          </a:xfrm>
          <a:custGeom>
            <a:rect b="b" l="l" r="r" t="t"/>
            <a:pathLst>
              <a:path extrusionOk="0" h="159" w="1166">
                <a:moveTo>
                  <a:pt x="76" y="22"/>
                </a:moveTo>
                <a:cubicBezTo>
                  <a:pt x="218" y="58"/>
                  <a:pt x="0" y="0"/>
                  <a:pt x="148" y="49"/>
                </a:cubicBezTo>
                <a:cubicBezTo>
                  <a:pt x="199" y="66"/>
                  <a:pt x="261" y="70"/>
                  <a:pt x="312" y="76"/>
                </a:cubicBezTo>
                <a:cubicBezTo>
                  <a:pt x="333" y="73"/>
                  <a:pt x="355" y="62"/>
                  <a:pt x="376" y="67"/>
                </a:cubicBezTo>
                <a:cubicBezTo>
                  <a:pt x="385" y="69"/>
                  <a:pt x="377" y="90"/>
                  <a:pt x="385" y="94"/>
                </a:cubicBezTo>
                <a:cubicBezTo>
                  <a:pt x="410" y="107"/>
                  <a:pt x="440" y="105"/>
                  <a:pt x="467" y="113"/>
                </a:cubicBezTo>
                <a:cubicBezTo>
                  <a:pt x="513" y="126"/>
                  <a:pt x="557" y="137"/>
                  <a:pt x="603" y="149"/>
                </a:cubicBezTo>
                <a:cubicBezTo>
                  <a:pt x="630" y="68"/>
                  <a:pt x="762" y="119"/>
                  <a:pt x="821" y="122"/>
                </a:cubicBezTo>
                <a:cubicBezTo>
                  <a:pt x="916" y="153"/>
                  <a:pt x="1004" y="159"/>
                  <a:pt x="1103" y="149"/>
                </a:cubicBezTo>
                <a:cubicBezTo>
                  <a:pt x="1160" y="130"/>
                  <a:pt x="1138" y="131"/>
                  <a:pt x="1166" y="131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5" name="Google Shape;9435;p134"/>
          <p:cNvSpPr/>
          <p:nvPr/>
        </p:nvSpPr>
        <p:spPr>
          <a:xfrm>
            <a:off x="4864418" y="3880485"/>
            <a:ext cx="1850232" cy="251460"/>
          </a:xfrm>
          <a:custGeom>
            <a:rect b="b" l="l" r="r" t="t"/>
            <a:pathLst>
              <a:path extrusionOk="0" h="159" w="1166">
                <a:moveTo>
                  <a:pt x="76" y="22"/>
                </a:moveTo>
                <a:cubicBezTo>
                  <a:pt x="218" y="58"/>
                  <a:pt x="0" y="0"/>
                  <a:pt x="148" y="49"/>
                </a:cubicBezTo>
                <a:cubicBezTo>
                  <a:pt x="199" y="66"/>
                  <a:pt x="261" y="70"/>
                  <a:pt x="312" y="76"/>
                </a:cubicBezTo>
                <a:cubicBezTo>
                  <a:pt x="333" y="73"/>
                  <a:pt x="355" y="62"/>
                  <a:pt x="376" y="67"/>
                </a:cubicBezTo>
                <a:cubicBezTo>
                  <a:pt x="385" y="69"/>
                  <a:pt x="377" y="90"/>
                  <a:pt x="385" y="94"/>
                </a:cubicBezTo>
                <a:cubicBezTo>
                  <a:pt x="410" y="107"/>
                  <a:pt x="440" y="105"/>
                  <a:pt x="467" y="113"/>
                </a:cubicBezTo>
                <a:cubicBezTo>
                  <a:pt x="513" y="126"/>
                  <a:pt x="557" y="137"/>
                  <a:pt x="603" y="149"/>
                </a:cubicBezTo>
                <a:cubicBezTo>
                  <a:pt x="630" y="68"/>
                  <a:pt x="762" y="119"/>
                  <a:pt x="821" y="122"/>
                </a:cubicBezTo>
                <a:cubicBezTo>
                  <a:pt x="916" y="153"/>
                  <a:pt x="1004" y="159"/>
                  <a:pt x="1103" y="149"/>
                </a:cubicBezTo>
                <a:cubicBezTo>
                  <a:pt x="1160" y="130"/>
                  <a:pt x="1138" y="131"/>
                  <a:pt x="1166" y="131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6" name="Google Shape;9436;p134"/>
          <p:cNvSpPr txBox="1"/>
          <p:nvPr/>
        </p:nvSpPr>
        <p:spPr>
          <a:xfrm>
            <a:off x="2244090" y="4657725"/>
            <a:ext cx="7829550" cy="142192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Client references a Web</a:t>
            </a:r>
            <a:r>
              <a:rPr b="1"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 using a URL.  A </a:t>
            </a:r>
            <a:r>
              <a:rPr b="1"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representation</a:t>
            </a: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resource is returned (in this case as an HTML document).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representation (e.g., Boeing747.html) places the client application in a </a:t>
            </a:r>
            <a:r>
              <a:rPr b="1"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</a:t>
            </a: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The result of the client traversing a hyperlink in Boeing747.html is another resource accessed.  The new representation places the client application into yet another state.  Thus, the client application changes (</a:t>
            </a:r>
            <a:r>
              <a:rPr b="1"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</a:t>
            </a: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s) state with each resource representation --&gt; Representation State Transfer!</a:t>
            </a:r>
            <a:endParaRPr/>
          </a:p>
        </p:txBody>
      </p:sp>
      <p:sp>
        <p:nvSpPr>
          <p:cNvPr id="9437" name="Google Shape;9437;p134"/>
          <p:cNvSpPr txBox="1"/>
          <p:nvPr/>
        </p:nvSpPr>
        <p:spPr>
          <a:xfrm>
            <a:off x="4998721" y="3174683"/>
            <a:ext cx="1832551" cy="757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 u="sng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Fuel requirements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 u="sng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Maintenance schedule</a:t>
            </a:r>
            <a:endParaRPr sz="14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</a:t>
            </a:r>
            <a:endParaRPr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1" name="Shape 9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2" name="Google Shape;9442;p135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3" name="Google Shape;9443;p135"/>
          <p:cNvSpPr/>
          <p:nvPr/>
        </p:nvSpPr>
        <p:spPr>
          <a:xfrm>
            <a:off x="2209800" y="287179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D1D7C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44" name="Google Shape;9444;p135"/>
          <p:cNvGrpSpPr/>
          <p:nvPr/>
        </p:nvGrpSpPr>
        <p:grpSpPr>
          <a:xfrm>
            <a:off x="2598420" y="1920240"/>
            <a:ext cx="897255" cy="407194"/>
            <a:chOff x="363" y="1476"/>
            <a:chExt cx="477" cy="257"/>
          </a:xfrm>
        </p:grpSpPr>
        <p:sp>
          <p:nvSpPr>
            <p:cNvPr id="9445" name="Google Shape;9445;p135"/>
            <p:cNvSpPr/>
            <p:nvPr/>
          </p:nvSpPr>
          <p:spPr>
            <a:xfrm>
              <a:off x="410" y="1476"/>
              <a:ext cx="384" cy="25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6" name="Google Shape;9446;p135"/>
            <p:cNvSpPr txBox="1"/>
            <p:nvPr/>
          </p:nvSpPr>
          <p:spPr>
            <a:xfrm>
              <a:off x="363" y="1478"/>
              <a:ext cx="477" cy="2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Request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(XML doc)</a:t>
              </a:r>
              <a:endParaRPr sz="19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9447" name="Google Shape;9447;p135"/>
          <p:cNvCxnSpPr/>
          <p:nvPr/>
        </p:nvCxnSpPr>
        <p:spPr>
          <a:xfrm>
            <a:off x="6627495" y="2288858"/>
            <a:ext cx="104155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48" name="Google Shape;9448;p135"/>
          <p:cNvCxnSpPr/>
          <p:nvPr/>
        </p:nvCxnSpPr>
        <p:spPr>
          <a:xfrm>
            <a:off x="6623210" y="2668905"/>
            <a:ext cx="1041558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grpSp>
        <p:nvGrpSpPr>
          <p:cNvPr id="9449" name="Google Shape;9449;p135"/>
          <p:cNvGrpSpPr/>
          <p:nvPr/>
        </p:nvGrpSpPr>
        <p:grpSpPr>
          <a:xfrm>
            <a:off x="2653258" y="2537460"/>
            <a:ext cx="787581" cy="408623"/>
            <a:chOff x="392" y="1476"/>
            <a:chExt cx="421" cy="257"/>
          </a:xfrm>
        </p:grpSpPr>
        <p:sp>
          <p:nvSpPr>
            <p:cNvPr id="9450" name="Google Shape;9450;p135"/>
            <p:cNvSpPr/>
            <p:nvPr/>
          </p:nvSpPr>
          <p:spPr>
            <a:xfrm>
              <a:off x="410" y="1476"/>
              <a:ext cx="384" cy="25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1" name="Google Shape;9451;p135"/>
            <p:cNvSpPr txBox="1"/>
            <p:nvPr/>
          </p:nvSpPr>
          <p:spPr>
            <a:xfrm>
              <a:off x="392" y="1478"/>
              <a:ext cx="421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Response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1"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XML doc</a:t>
              </a: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 sz="19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9452" name="Google Shape;9452;p135"/>
          <p:cNvGrpSpPr/>
          <p:nvPr/>
        </p:nvGrpSpPr>
        <p:grpSpPr>
          <a:xfrm>
            <a:off x="5857399" y="1975962"/>
            <a:ext cx="758666" cy="3777615"/>
            <a:chOff x="2778" y="1755"/>
            <a:chExt cx="478" cy="1156"/>
          </a:xfrm>
        </p:grpSpPr>
        <p:sp>
          <p:nvSpPr>
            <p:cNvPr id="9453" name="Google Shape;9453;p135"/>
            <p:cNvSpPr/>
            <p:nvPr/>
          </p:nvSpPr>
          <p:spPr>
            <a:xfrm>
              <a:off x="2778" y="1755"/>
              <a:ext cx="478" cy="115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4" name="Google Shape;9454;p135"/>
            <p:cNvSpPr txBox="1"/>
            <p:nvPr/>
          </p:nvSpPr>
          <p:spPr>
            <a:xfrm rot="-5400000">
              <a:off x="2597" y="2221"/>
              <a:ext cx="78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7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Web/Proxy Server</a:t>
              </a:r>
              <a:endParaRPr/>
            </a:p>
          </p:txBody>
        </p:sp>
      </p:grpSp>
      <p:grpSp>
        <p:nvGrpSpPr>
          <p:cNvPr id="9455" name="Google Shape;9455;p135"/>
          <p:cNvGrpSpPr/>
          <p:nvPr/>
        </p:nvGrpSpPr>
        <p:grpSpPr>
          <a:xfrm>
            <a:off x="7673340" y="2004537"/>
            <a:ext cx="1678782" cy="3739038"/>
            <a:chOff x="3634" y="2055"/>
            <a:chExt cx="1056" cy="489"/>
          </a:xfrm>
        </p:grpSpPr>
        <p:sp>
          <p:nvSpPr>
            <p:cNvPr id="9456" name="Google Shape;9456;p135"/>
            <p:cNvSpPr/>
            <p:nvPr/>
          </p:nvSpPr>
          <p:spPr>
            <a:xfrm>
              <a:off x="3634" y="2055"/>
              <a:ext cx="1056" cy="48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7" name="Google Shape;9457;p135"/>
            <p:cNvSpPr txBox="1"/>
            <p:nvPr/>
          </p:nvSpPr>
          <p:spPr>
            <a:xfrm>
              <a:off x="4103" y="2136"/>
              <a:ext cx="116" cy="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9458" name="Google Shape;9458;p135"/>
          <p:cNvSpPr txBox="1"/>
          <p:nvPr/>
        </p:nvSpPr>
        <p:spPr>
          <a:xfrm>
            <a:off x="3479960" y="1955959"/>
            <a:ext cx="888379" cy="27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 GET</a:t>
            </a:r>
            <a:endParaRPr/>
          </a:p>
        </p:txBody>
      </p:sp>
      <p:sp>
        <p:nvSpPr>
          <p:cNvPr id="9459" name="Google Shape;9459;p135"/>
          <p:cNvSpPr txBox="1"/>
          <p:nvPr/>
        </p:nvSpPr>
        <p:spPr>
          <a:xfrm>
            <a:off x="4615816" y="2068830"/>
            <a:ext cx="685951" cy="31392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URL 1</a:t>
            </a:r>
            <a:endParaRPr/>
          </a:p>
        </p:txBody>
      </p:sp>
      <p:cxnSp>
        <p:nvCxnSpPr>
          <p:cNvPr id="9460" name="Google Shape;9460;p135"/>
          <p:cNvCxnSpPr/>
          <p:nvPr/>
        </p:nvCxnSpPr>
        <p:spPr>
          <a:xfrm>
            <a:off x="5311617" y="2228850"/>
            <a:ext cx="55578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61" name="Google Shape;9461;p135"/>
          <p:cNvSpPr txBox="1"/>
          <p:nvPr/>
        </p:nvSpPr>
        <p:spPr>
          <a:xfrm>
            <a:off x="4707255" y="2577465"/>
            <a:ext cx="1172110" cy="27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 Response</a:t>
            </a:r>
            <a:endParaRPr/>
          </a:p>
        </p:txBody>
      </p:sp>
      <p:cxnSp>
        <p:nvCxnSpPr>
          <p:cNvPr id="9462" name="Google Shape;9462;p135"/>
          <p:cNvCxnSpPr/>
          <p:nvPr/>
        </p:nvCxnSpPr>
        <p:spPr>
          <a:xfrm>
            <a:off x="9372125" y="2268855"/>
            <a:ext cx="21288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63" name="Google Shape;9463;p135"/>
          <p:cNvSpPr/>
          <p:nvPr/>
        </p:nvSpPr>
        <p:spPr>
          <a:xfrm>
            <a:off x="9523572" y="2097405"/>
            <a:ext cx="758535" cy="3139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doGet()</a:t>
            </a:r>
            <a:endParaRPr/>
          </a:p>
        </p:txBody>
      </p:sp>
      <p:grpSp>
        <p:nvGrpSpPr>
          <p:cNvPr id="9464" name="Google Shape;9464;p135"/>
          <p:cNvGrpSpPr/>
          <p:nvPr/>
        </p:nvGrpSpPr>
        <p:grpSpPr>
          <a:xfrm>
            <a:off x="2639232" y="3223260"/>
            <a:ext cx="765626" cy="408623"/>
            <a:chOff x="381" y="1476"/>
            <a:chExt cx="440" cy="257"/>
          </a:xfrm>
        </p:grpSpPr>
        <p:sp>
          <p:nvSpPr>
            <p:cNvPr id="9465" name="Google Shape;9465;p135"/>
            <p:cNvSpPr/>
            <p:nvPr/>
          </p:nvSpPr>
          <p:spPr>
            <a:xfrm>
              <a:off x="410" y="1476"/>
              <a:ext cx="384" cy="25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6" name="Google Shape;9466;p135"/>
            <p:cNvSpPr txBox="1"/>
            <p:nvPr/>
          </p:nvSpPr>
          <p:spPr>
            <a:xfrm>
              <a:off x="381" y="1478"/>
              <a:ext cx="44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Request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(XML doc)</a:t>
              </a:r>
              <a:endParaRPr sz="19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9467" name="Google Shape;9467;p135"/>
          <p:cNvGrpSpPr/>
          <p:nvPr/>
        </p:nvGrpSpPr>
        <p:grpSpPr>
          <a:xfrm>
            <a:off x="2579955" y="3840480"/>
            <a:ext cx="816586" cy="408623"/>
            <a:chOff x="384" y="1476"/>
            <a:chExt cx="437" cy="257"/>
          </a:xfrm>
        </p:grpSpPr>
        <p:sp>
          <p:nvSpPr>
            <p:cNvPr id="9468" name="Google Shape;9468;p135"/>
            <p:cNvSpPr/>
            <p:nvPr/>
          </p:nvSpPr>
          <p:spPr>
            <a:xfrm>
              <a:off x="410" y="1476"/>
              <a:ext cx="384" cy="25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9" name="Google Shape;9469;p135"/>
            <p:cNvSpPr txBox="1"/>
            <p:nvPr/>
          </p:nvSpPr>
          <p:spPr>
            <a:xfrm>
              <a:off x="384" y="1478"/>
              <a:ext cx="437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Response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1"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JSON doc</a:t>
              </a: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 sz="19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9470" name="Google Shape;9470;p135"/>
          <p:cNvCxnSpPr/>
          <p:nvPr/>
        </p:nvCxnSpPr>
        <p:spPr>
          <a:xfrm flipH="1" rot="10800000">
            <a:off x="3352800" y="3491865"/>
            <a:ext cx="1254443" cy="571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71" name="Google Shape;9471;p135"/>
          <p:cNvCxnSpPr/>
          <p:nvPr/>
        </p:nvCxnSpPr>
        <p:spPr>
          <a:xfrm rot="10800000">
            <a:off x="3352800" y="3977640"/>
            <a:ext cx="1414463" cy="1000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72" name="Google Shape;9472;p135"/>
          <p:cNvSpPr txBox="1"/>
          <p:nvPr/>
        </p:nvSpPr>
        <p:spPr>
          <a:xfrm>
            <a:off x="3479959" y="3223260"/>
            <a:ext cx="963719" cy="27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 POST</a:t>
            </a:r>
            <a:endParaRPr/>
          </a:p>
        </p:txBody>
      </p:sp>
      <p:sp>
        <p:nvSpPr>
          <p:cNvPr id="9473" name="Google Shape;9473;p135"/>
          <p:cNvSpPr txBox="1"/>
          <p:nvPr/>
        </p:nvSpPr>
        <p:spPr>
          <a:xfrm>
            <a:off x="4615816" y="3334703"/>
            <a:ext cx="685951" cy="31392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URL 1</a:t>
            </a:r>
            <a:endParaRPr/>
          </a:p>
        </p:txBody>
      </p:sp>
      <p:cxnSp>
        <p:nvCxnSpPr>
          <p:cNvPr id="9474" name="Google Shape;9474;p135"/>
          <p:cNvCxnSpPr/>
          <p:nvPr/>
        </p:nvCxnSpPr>
        <p:spPr>
          <a:xfrm>
            <a:off x="5324475" y="3496152"/>
            <a:ext cx="5429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75" name="Google Shape;9475;p135"/>
          <p:cNvSpPr txBox="1"/>
          <p:nvPr/>
        </p:nvSpPr>
        <p:spPr>
          <a:xfrm>
            <a:off x="4707255" y="3844767"/>
            <a:ext cx="1172110" cy="27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 Response</a:t>
            </a:r>
            <a:endParaRPr/>
          </a:p>
        </p:txBody>
      </p:sp>
      <p:cxnSp>
        <p:nvCxnSpPr>
          <p:cNvPr id="9476" name="Google Shape;9476;p135"/>
          <p:cNvCxnSpPr/>
          <p:nvPr/>
        </p:nvCxnSpPr>
        <p:spPr>
          <a:xfrm>
            <a:off x="9373553" y="3188970"/>
            <a:ext cx="2128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77" name="Google Shape;9477;p135"/>
          <p:cNvSpPr/>
          <p:nvPr/>
        </p:nvSpPr>
        <p:spPr>
          <a:xfrm>
            <a:off x="9525000" y="3017520"/>
            <a:ext cx="955705" cy="3139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doPost(id)</a:t>
            </a:r>
            <a:endParaRPr/>
          </a:p>
        </p:txBody>
      </p:sp>
      <p:cxnSp>
        <p:nvCxnSpPr>
          <p:cNvPr id="9478" name="Google Shape;9478;p135"/>
          <p:cNvCxnSpPr/>
          <p:nvPr/>
        </p:nvCxnSpPr>
        <p:spPr>
          <a:xfrm>
            <a:off x="6647498" y="3556159"/>
            <a:ext cx="104013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79" name="Google Shape;9479;p135"/>
          <p:cNvCxnSpPr/>
          <p:nvPr/>
        </p:nvCxnSpPr>
        <p:spPr>
          <a:xfrm>
            <a:off x="6641783" y="3934778"/>
            <a:ext cx="104155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480" name="Google Shape;9480;p135"/>
          <p:cNvSpPr txBox="1"/>
          <p:nvPr/>
        </p:nvSpPr>
        <p:spPr>
          <a:xfrm>
            <a:off x="7793355" y="3223260"/>
            <a:ext cx="1457325" cy="1144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 Engine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locate resource and generate response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grpSp>
        <p:nvGrpSpPr>
          <p:cNvPr id="9481" name="Google Shape;9481;p135"/>
          <p:cNvGrpSpPr/>
          <p:nvPr/>
        </p:nvGrpSpPr>
        <p:grpSpPr>
          <a:xfrm>
            <a:off x="2596098" y="4526280"/>
            <a:ext cx="765186" cy="408623"/>
            <a:chOff x="398" y="1476"/>
            <a:chExt cx="408" cy="257"/>
          </a:xfrm>
        </p:grpSpPr>
        <p:sp>
          <p:nvSpPr>
            <p:cNvPr id="9482" name="Google Shape;9482;p135"/>
            <p:cNvSpPr/>
            <p:nvPr/>
          </p:nvSpPr>
          <p:spPr>
            <a:xfrm>
              <a:off x="410" y="1476"/>
              <a:ext cx="384" cy="25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3" name="Google Shape;9483;p135"/>
            <p:cNvSpPr txBox="1"/>
            <p:nvPr/>
          </p:nvSpPr>
          <p:spPr>
            <a:xfrm>
              <a:off x="398" y="1478"/>
              <a:ext cx="40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PO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(XML doc)</a:t>
              </a:r>
              <a:endParaRPr sz="19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9484" name="Google Shape;9484;p135"/>
          <p:cNvCxnSpPr/>
          <p:nvPr/>
        </p:nvCxnSpPr>
        <p:spPr>
          <a:xfrm>
            <a:off x="3441383" y="4770597"/>
            <a:ext cx="1160145" cy="285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85" name="Google Shape;9485;p135"/>
          <p:cNvSpPr txBox="1"/>
          <p:nvPr/>
        </p:nvSpPr>
        <p:spPr>
          <a:xfrm>
            <a:off x="3475673" y="4503420"/>
            <a:ext cx="1162492" cy="27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 DELETE</a:t>
            </a:r>
            <a:endParaRPr/>
          </a:p>
        </p:txBody>
      </p:sp>
      <p:sp>
        <p:nvSpPr>
          <p:cNvPr id="9486" name="Google Shape;9486;p135"/>
          <p:cNvSpPr txBox="1"/>
          <p:nvPr/>
        </p:nvSpPr>
        <p:spPr>
          <a:xfrm>
            <a:off x="4611530" y="4616292"/>
            <a:ext cx="685951" cy="31392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URL 1</a:t>
            </a:r>
            <a:endParaRPr/>
          </a:p>
        </p:txBody>
      </p:sp>
      <p:cxnSp>
        <p:nvCxnSpPr>
          <p:cNvPr id="9487" name="Google Shape;9487;p135"/>
          <p:cNvCxnSpPr/>
          <p:nvPr/>
        </p:nvCxnSpPr>
        <p:spPr>
          <a:xfrm>
            <a:off x="5320189" y="4776312"/>
            <a:ext cx="5429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88" name="Google Shape;9488;p135"/>
          <p:cNvCxnSpPr/>
          <p:nvPr/>
        </p:nvCxnSpPr>
        <p:spPr>
          <a:xfrm>
            <a:off x="6641783" y="4807744"/>
            <a:ext cx="104155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89" name="Google Shape;9489;p135"/>
          <p:cNvCxnSpPr/>
          <p:nvPr/>
        </p:nvCxnSpPr>
        <p:spPr>
          <a:xfrm>
            <a:off x="9387840" y="4183380"/>
            <a:ext cx="2128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90" name="Google Shape;9490;p135"/>
          <p:cNvSpPr/>
          <p:nvPr/>
        </p:nvSpPr>
        <p:spPr>
          <a:xfrm>
            <a:off x="9525000" y="3977640"/>
            <a:ext cx="973337" cy="3139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doDelete()</a:t>
            </a:r>
            <a:endParaRPr/>
          </a:p>
        </p:txBody>
      </p:sp>
      <p:grpSp>
        <p:nvGrpSpPr>
          <p:cNvPr id="9491" name="Google Shape;9491;p135"/>
          <p:cNvGrpSpPr/>
          <p:nvPr/>
        </p:nvGrpSpPr>
        <p:grpSpPr>
          <a:xfrm>
            <a:off x="2582985" y="5143500"/>
            <a:ext cx="837262" cy="407194"/>
            <a:chOff x="393" y="1476"/>
            <a:chExt cx="418" cy="257"/>
          </a:xfrm>
        </p:grpSpPr>
        <p:sp>
          <p:nvSpPr>
            <p:cNvPr id="9492" name="Google Shape;9492;p135"/>
            <p:cNvSpPr/>
            <p:nvPr/>
          </p:nvSpPr>
          <p:spPr>
            <a:xfrm>
              <a:off x="410" y="1476"/>
              <a:ext cx="384" cy="25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3" name="Google Shape;9493;p135"/>
            <p:cNvSpPr txBox="1"/>
            <p:nvPr/>
          </p:nvSpPr>
          <p:spPr>
            <a:xfrm>
              <a:off x="393" y="1478"/>
              <a:ext cx="418" cy="2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Response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1"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TEXT doc</a:t>
              </a: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 sz="19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9494" name="Google Shape;9494;p135"/>
          <p:cNvCxnSpPr/>
          <p:nvPr/>
        </p:nvCxnSpPr>
        <p:spPr>
          <a:xfrm rot="10800000">
            <a:off x="3404235" y="5294948"/>
            <a:ext cx="1337310" cy="142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95" name="Google Shape;9495;p135"/>
          <p:cNvSpPr txBox="1"/>
          <p:nvPr/>
        </p:nvSpPr>
        <p:spPr>
          <a:xfrm>
            <a:off x="4681538" y="5153502"/>
            <a:ext cx="1172110" cy="27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 Response</a:t>
            </a:r>
            <a:endParaRPr/>
          </a:p>
        </p:txBody>
      </p:sp>
      <p:cxnSp>
        <p:nvCxnSpPr>
          <p:cNvPr id="9496" name="Google Shape;9496;p135"/>
          <p:cNvCxnSpPr/>
          <p:nvPr/>
        </p:nvCxnSpPr>
        <p:spPr>
          <a:xfrm>
            <a:off x="6616065" y="5243513"/>
            <a:ext cx="104155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497" name="Google Shape;9497;p135"/>
          <p:cNvCxnSpPr/>
          <p:nvPr/>
        </p:nvCxnSpPr>
        <p:spPr>
          <a:xfrm rot="10800000">
            <a:off x="3395663" y="2696052"/>
            <a:ext cx="1338739" cy="142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98" name="Google Shape;9498;p135"/>
          <p:cNvCxnSpPr/>
          <p:nvPr/>
        </p:nvCxnSpPr>
        <p:spPr>
          <a:xfrm>
            <a:off x="3437097" y="2208848"/>
            <a:ext cx="1160145" cy="285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99" name="Google Shape;9499;p13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Architecture Style</a:t>
            </a:r>
            <a:endParaRPr/>
          </a:p>
        </p:txBody>
      </p:sp>
      <p:sp>
        <p:nvSpPr>
          <p:cNvPr id="9500" name="Google Shape;9500;p135"/>
          <p:cNvSpPr/>
          <p:nvPr/>
        </p:nvSpPr>
        <p:spPr>
          <a:xfrm>
            <a:off x="9867900" y="4869180"/>
            <a:ext cx="480060" cy="617220"/>
          </a:xfrm>
          <a:prstGeom prst="flowChartMagneticDisk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1" name="Google Shape;9501;p135"/>
          <p:cNvSpPr/>
          <p:nvPr/>
        </p:nvSpPr>
        <p:spPr>
          <a:xfrm>
            <a:off x="10073640" y="5143500"/>
            <a:ext cx="480060" cy="617220"/>
          </a:xfrm>
          <a:prstGeom prst="can">
            <a:avLst>
              <a:gd fmla="val 32143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02" name="Google Shape;9502;p135"/>
          <p:cNvCxnSpPr/>
          <p:nvPr/>
        </p:nvCxnSpPr>
        <p:spPr>
          <a:xfrm>
            <a:off x="9319260" y="5074920"/>
            <a:ext cx="54864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6" name="Shape 9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7" name="Google Shape;9507;p136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8" name="Google Shape;9508;p13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Real Life Examples</a:t>
            </a:r>
            <a:endParaRPr/>
          </a:p>
        </p:txBody>
      </p:sp>
      <p:sp>
        <p:nvSpPr>
          <p:cNvPr id="9509" name="Google Shape;9509;p136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Google Maps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Google AJAX Search API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Yahoo Search API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Amazon WebServices</a:t>
            </a:r>
            <a:endParaRPr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3" name="Shape 9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4" name="Google Shape;9514;p137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5" name="Google Shape;9515;p13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REST and the Web</a:t>
            </a:r>
            <a:endParaRPr/>
          </a:p>
        </p:txBody>
      </p:sp>
      <p:sp>
        <p:nvSpPr>
          <p:cNvPr id="9516" name="Google Shape;9516;p137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The Web is an example of a REST system!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All of those Web services that you have been using all these many years - book ordering services, search services,  online dictionary services, etc - are REST-based Web services.  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Alas, you have been using REST, building REST services and you didn't even know it. </a:t>
            </a:r>
            <a:endParaRPr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0" name="Shape 9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1" name="Google Shape;9521;p138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2" name="Google Shape;9522;p13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REST Implementations</a:t>
            </a:r>
            <a:endParaRPr/>
          </a:p>
        </p:txBody>
      </p:sp>
      <p:sp>
        <p:nvSpPr>
          <p:cNvPr id="9523" name="Google Shape;9523;p138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▪"/>
            </a:pPr>
            <a:r>
              <a:rPr lang="en-US" sz="2520"/>
              <a:t>Restlet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520" u="sng">
                <a:solidFill>
                  <a:schemeClr val="hlink"/>
                </a:solidFill>
                <a:hlinkClick r:id="rId3"/>
              </a:rPr>
              <a:t>http://www.restlet.org/</a:t>
            </a:r>
            <a:endParaRPr sz="2520"/>
          </a:p>
          <a:p>
            <a:pPr indent="-83756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2520"/>
              <a:t>Project Zero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520" u="sng">
                <a:solidFill>
                  <a:schemeClr val="hlink"/>
                </a:solidFill>
                <a:hlinkClick r:id="rId4"/>
              </a:rPr>
              <a:t>http://www.projectzero.org</a:t>
            </a:r>
            <a:endParaRPr sz="2520"/>
          </a:p>
          <a:p>
            <a:pPr indent="-74231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2520"/>
              <a:t>GlassFish Jersey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520" u="sng">
                <a:solidFill>
                  <a:schemeClr val="hlink"/>
                </a:solidFill>
                <a:hlinkClick r:id="rId5"/>
              </a:rPr>
              <a:t>https://jersey.dev.java.net/</a:t>
            </a:r>
            <a:endParaRPr sz="2520"/>
          </a:p>
          <a:p>
            <a:pPr indent="-83756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2520"/>
              <a:t>JBoss RESTeasy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520" u="sng">
                <a:solidFill>
                  <a:schemeClr val="hlink"/>
                </a:solidFill>
                <a:hlinkClick r:id="rId6"/>
              </a:rPr>
              <a:t>http://www.jboss.org/resteasy/</a:t>
            </a:r>
            <a:endParaRPr sz="2520"/>
          </a:p>
          <a:p>
            <a:pPr indent="-74231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52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7" name="Shape 9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8" name="Google Shape;9528;p139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9" name="Google Shape;9529;p13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My Project - Web 2.0 IC Card</a:t>
            </a:r>
            <a:endParaRPr/>
          </a:p>
        </p:txBody>
      </p:sp>
      <p:sp>
        <p:nvSpPr>
          <p:cNvPr id="9530" name="Google Shape;9530;p139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Objective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Transform the IC Card Application to support REST resources</a:t>
            </a:r>
            <a:endParaRPr/>
          </a:p>
          <a:p>
            <a:pPr indent="-793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793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http://www.cs.pitt.edu/icms/iccards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http://www.cs.pitt.edu/icms/iccards/001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http://www.cs.pitt.edu/icms/groups/1/users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4" name="Shape 9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5" name="Google Shape;9535;p140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36" name="Google Shape;9536;p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0440" y="2125980"/>
            <a:ext cx="3193257" cy="1540193"/>
          </a:xfrm>
          <a:prstGeom prst="rect">
            <a:avLst/>
          </a:prstGeom>
          <a:noFill/>
          <a:ln>
            <a:noFill/>
          </a:ln>
        </p:spPr>
      </p:pic>
      <p:sp>
        <p:nvSpPr>
          <p:cNvPr id="9537" name="Google Shape;9537;p140"/>
          <p:cNvSpPr/>
          <p:nvPr/>
        </p:nvSpPr>
        <p:spPr>
          <a:xfrm>
            <a:off x="4587240" y="1645920"/>
            <a:ext cx="1234440" cy="4183380"/>
          </a:xfrm>
          <a:prstGeom prst="rect">
            <a:avLst/>
          </a:prstGeom>
          <a:noFill/>
          <a:ln cap="flat" cmpd="sng" w="76200">
            <a:solidFill>
              <a:srgbClr val="D1D7C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8" name="Google Shape;9538;p14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Invocation Model</a:t>
            </a:r>
            <a:endParaRPr/>
          </a:p>
        </p:txBody>
      </p:sp>
      <p:sp>
        <p:nvSpPr>
          <p:cNvPr id="9539" name="Google Shape;9539;p140"/>
          <p:cNvSpPr txBox="1"/>
          <p:nvPr/>
        </p:nvSpPr>
        <p:spPr>
          <a:xfrm>
            <a:off x="1789748" y="3666173"/>
            <a:ext cx="1331595" cy="250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/>
          </a:p>
        </p:txBody>
      </p:sp>
      <p:sp>
        <p:nvSpPr>
          <p:cNvPr id="9540" name="Google Shape;9540;p140"/>
          <p:cNvSpPr txBox="1"/>
          <p:nvPr/>
        </p:nvSpPr>
        <p:spPr>
          <a:xfrm>
            <a:off x="8153400" y="3566160"/>
            <a:ext cx="1695927" cy="250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 Service</a:t>
            </a:r>
            <a:endParaRPr/>
          </a:p>
        </p:txBody>
      </p:sp>
      <p:sp>
        <p:nvSpPr>
          <p:cNvPr id="9541" name="Google Shape;9541;p140"/>
          <p:cNvSpPr txBox="1"/>
          <p:nvPr/>
        </p:nvSpPr>
        <p:spPr>
          <a:xfrm>
            <a:off x="8359140" y="6172200"/>
            <a:ext cx="1363028" cy="250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/>
          </a:p>
        </p:txBody>
      </p:sp>
      <p:pic>
        <p:nvPicPr>
          <p:cNvPr id="9542" name="Google Shape;9542;p1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28312" y="2340293"/>
            <a:ext cx="1481613" cy="1240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3" name="Google Shape;9543;p1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92980" y="4869180"/>
            <a:ext cx="822960" cy="670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4" name="Google Shape;9544;p1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87240" y="1920240"/>
            <a:ext cx="1154430" cy="494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5" name="Google Shape;9545;p1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27720" y="5143500"/>
            <a:ext cx="1054418" cy="1052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6" name="Google Shape;9546;p1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27420" y="2880360"/>
            <a:ext cx="1180148" cy="232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7" name="Google Shape;9547;p14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70620" y="3909060"/>
            <a:ext cx="234315" cy="1180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8" name="Google Shape;9548;p1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84220" y="2948940"/>
            <a:ext cx="1057275" cy="234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9" name="Google Shape;9549;p14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30140" y="2743200"/>
            <a:ext cx="657225" cy="794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0" name="Google Shape;9550;p14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92980" y="3840480"/>
            <a:ext cx="854393" cy="668655"/>
          </a:xfrm>
          <a:prstGeom prst="rect">
            <a:avLst/>
          </a:prstGeom>
          <a:noFill/>
          <a:ln>
            <a:noFill/>
          </a:ln>
        </p:spPr>
      </p:pic>
      <p:sp>
        <p:nvSpPr>
          <p:cNvPr id="9551" name="Google Shape;9551;p140"/>
          <p:cNvSpPr txBox="1"/>
          <p:nvPr/>
        </p:nvSpPr>
        <p:spPr>
          <a:xfrm>
            <a:off x="4710113" y="5930742"/>
            <a:ext cx="954107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Channels</a:t>
            </a:r>
            <a:endParaRPr/>
          </a:p>
        </p:txBody>
      </p:sp>
      <p:sp>
        <p:nvSpPr>
          <p:cNvPr id="9552" name="Google Shape;9552;p140"/>
          <p:cNvSpPr txBox="1"/>
          <p:nvPr/>
        </p:nvSpPr>
        <p:spPr>
          <a:xfrm>
            <a:off x="3421381" y="2674620"/>
            <a:ext cx="535659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endParaRPr/>
          </a:p>
        </p:txBody>
      </p:sp>
      <p:sp>
        <p:nvSpPr>
          <p:cNvPr id="9553" name="Google Shape;9553;p140"/>
          <p:cNvSpPr txBox="1"/>
          <p:nvPr/>
        </p:nvSpPr>
        <p:spPr>
          <a:xfrm>
            <a:off x="6233161" y="2606040"/>
            <a:ext cx="535659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endParaRPr/>
          </a:p>
        </p:txBody>
      </p:sp>
      <p:sp>
        <p:nvSpPr>
          <p:cNvPr id="9554" name="Google Shape;9554;p140"/>
          <p:cNvSpPr txBox="1"/>
          <p:nvPr/>
        </p:nvSpPr>
        <p:spPr>
          <a:xfrm>
            <a:off x="8907780" y="4251960"/>
            <a:ext cx="577215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8" name="Shape 9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9" name="Google Shape;9559;p141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0" name="Google Shape;9560;p14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9561" name="Google Shape;9561;p141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Representational State Transfer</a:t>
            </a:r>
            <a:br>
              <a:rPr lang="en-US" sz="2520"/>
            </a:br>
            <a:r>
              <a:rPr lang="en-US" sz="2520" u="sng">
                <a:solidFill>
                  <a:schemeClr val="hlink"/>
                </a:solidFill>
                <a:hlinkClick r:id="rId3"/>
              </a:rPr>
              <a:t>http://en.wikipedia.org/wiki/Representational_State_Transfer</a:t>
            </a:r>
            <a:endParaRPr sz="2520"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Roy Fieldings Thesis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Font typeface="Calibri"/>
              <a:buNone/>
            </a:pPr>
            <a:r>
              <a:rPr lang="en-US" sz="2520"/>
              <a:t>	</a:t>
            </a:r>
            <a:r>
              <a:rPr lang="en-US" sz="2520" u="sng">
                <a:solidFill>
                  <a:schemeClr val="hlink"/>
                </a:solidFill>
                <a:hlinkClick r:id="rId4"/>
              </a:rPr>
              <a:t>http://www.ics.uci.edu/~fielding/pubs/dissertation/top.htm</a:t>
            </a:r>
            <a:endParaRPr sz="2520"/>
          </a:p>
          <a:p>
            <a:pPr indent="-7175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7175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7175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