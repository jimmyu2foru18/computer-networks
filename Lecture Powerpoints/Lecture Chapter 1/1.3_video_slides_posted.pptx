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Gill Sans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42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429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Gill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Gill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8" name="Google Shape;66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4" name="Google Shape;7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0" name="Google Shape;8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2" name="Google Shape;9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2" name="Google Shape;10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8" name="Google Shape;110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6" name="Google Shape;11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5" name="Google Shape;11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4" name="Google Shape;157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6" name="Google Shape;163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2" name="Google Shape;175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6" name="Google Shape;190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7" name="Google Shape;190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7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9" name="Google Shape;220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0" name="Google Shape;221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3" name="Shape 2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4" name="Google Shape;253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5" name="Google Shape;253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6" name="Google Shape;253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7" name="Shape 2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Google Shape;285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9" name="Google Shape;285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0" name="Google Shape;286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8" name="Shape 3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9" name="Google Shape;324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0" name="Google Shape;325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1" name="Google Shape;325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2" name="Shape 3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3" name="Google Shape;331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4" name="Google Shape;331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5" name="Google Shape;331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8" name="Shape 3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" name="Google Shape;339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0" name="Google Shape;340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1" name="Google Shape;340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6.jp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5.png"/><Relationship Id="rId11" Type="http://schemas.openxmlformats.org/officeDocument/2006/relationships/image" Target="../media/image11.png"/><Relationship Id="rId22" Type="http://schemas.openxmlformats.org/officeDocument/2006/relationships/image" Target="../media/image24.png"/><Relationship Id="rId10" Type="http://schemas.openxmlformats.org/officeDocument/2006/relationships/image" Target="../media/image8.png"/><Relationship Id="rId21" Type="http://schemas.openxmlformats.org/officeDocument/2006/relationships/image" Target="../media/image27.png"/><Relationship Id="rId13" Type="http://schemas.openxmlformats.org/officeDocument/2006/relationships/image" Target="../media/image12.png"/><Relationship Id="rId12" Type="http://schemas.openxmlformats.org/officeDocument/2006/relationships/image" Target="../media/image9.png"/><Relationship Id="rId23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4.png"/><Relationship Id="rId4" Type="http://schemas.openxmlformats.org/officeDocument/2006/relationships/image" Target="../media/image6.png"/><Relationship Id="rId9" Type="http://schemas.openxmlformats.org/officeDocument/2006/relationships/image" Target="../media/image5.png"/><Relationship Id="rId15" Type="http://schemas.openxmlformats.org/officeDocument/2006/relationships/image" Target="../media/image17.png"/><Relationship Id="rId14" Type="http://schemas.openxmlformats.org/officeDocument/2006/relationships/image" Target="../media/image35.png"/><Relationship Id="rId17" Type="http://schemas.openxmlformats.org/officeDocument/2006/relationships/image" Target="../media/image21.png"/><Relationship Id="rId16" Type="http://schemas.openxmlformats.org/officeDocument/2006/relationships/image" Target="../media/image14.png"/><Relationship Id="rId5" Type="http://schemas.openxmlformats.org/officeDocument/2006/relationships/image" Target="../media/image2.png"/><Relationship Id="rId19" Type="http://schemas.openxmlformats.org/officeDocument/2006/relationships/image" Target="../media/image20.png"/><Relationship Id="rId6" Type="http://schemas.openxmlformats.org/officeDocument/2006/relationships/image" Target="../media/image7.png"/><Relationship Id="rId18" Type="http://schemas.openxmlformats.org/officeDocument/2006/relationships/image" Target="../media/image22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2.png"/><Relationship Id="rId4" Type="http://schemas.openxmlformats.org/officeDocument/2006/relationships/image" Target="../media/image59.jpg"/><Relationship Id="rId5" Type="http://schemas.openxmlformats.org/officeDocument/2006/relationships/image" Target="../media/image6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5.png"/><Relationship Id="rId4" Type="http://schemas.openxmlformats.org/officeDocument/2006/relationships/image" Target="../media/image49.png"/><Relationship Id="rId5" Type="http://schemas.openxmlformats.org/officeDocument/2006/relationships/image" Target="../media/image53.png"/><Relationship Id="rId6" Type="http://schemas.openxmlformats.org/officeDocument/2006/relationships/image" Target="../media/image45.png"/><Relationship Id="rId7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Relationship Id="rId4" Type="http://schemas.openxmlformats.org/officeDocument/2006/relationships/image" Target="../media/image58.png"/><Relationship Id="rId5" Type="http://schemas.openxmlformats.org/officeDocument/2006/relationships/image" Target="../media/image63.png"/><Relationship Id="rId6" Type="http://schemas.openxmlformats.org/officeDocument/2006/relationships/image" Target="../media/image5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5.png"/><Relationship Id="rId11" Type="http://schemas.openxmlformats.org/officeDocument/2006/relationships/image" Target="../media/image11.png"/><Relationship Id="rId22" Type="http://schemas.openxmlformats.org/officeDocument/2006/relationships/image" Target="../media/image24.png"/><Relationship Id="rId10" Type="http://schemas.openxmlformats.org/officeDocument/2006/relationships/image" Target="../media/image8.png"/><Relationship Id="rId21" Type="http://schemas.openxmlformats.org/officeDocument/2006/relationships/image" Target="../media/image27.png"/><Relationship Id="rId13" Type="http://schemas.openxmlformats.org/officeDocument/2006/relationships/image" Target="../media/image12.png"/><Relationship Id="rId12" Type="http://schemas.openxmlformats.org/officeDocument/2006/relationships/image" Target="../media/image9.png"/><Relationship Id="rId23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Relationship Id="rId4" Type="http://schemas.openxmlformats.org/officeDocument/2006/relationships/image" Target="../media/image6.png"/><Relationship Id="rId9" Type="http://schemas.openxmlformats.org/officeDocument/2006/relationships/image" Target="../media/image5.png"/><Relationship Id="rId15" Type="http://schemas.openxmlformats.org/officeDocument/2006/relationships/image" Target="../media/image17.png"/><Relationship Id="rId14" Type="http://schemas.openxmlformats.org/officeDocument/2006/relationships/image" Target="../media/image35.png"/><Relationship Id="rId17" Type="http://schemas.openxmlformats.org/officeDocument/2006/relationships/image" Target="../media/image21.png"/><Relationship Id="rId16" Type="http://schemas.openxmlformats.org/officeDocument/2006/relationships/image" Target="../media/image14.png"/><Relationship Id="rId5" Type="http://schemas.openxmlformats.org/officeDocument/2006/relationships/image" Target="../media/image2.png"/><Relationship Id="rId19" Type="http://schemas.openxmlformats.org/officeDocument/2006/relationships/image" Target="../media/image20.png"/><Relationship Id="rId6" Type="http://schemas.openxmlformats.org/officeDocument/2006/relationships/image" Target="../media/image7.png"/><Relationship Id="rId18" Type="http://schemas.openxmlformats.org/officeDocument/2006/relationships/image" Target="../media/image22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56.jpg"/><Relationship Id="rId5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546662" y="15240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Introduction</a:t>
            </a:r>
            <a:endParaRPr sz="6000"/>
          </a:p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61783" y="1582421"/>
            <a:ext cx="7677223" cy="4978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200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Overview. What </a:t>
            </a:r>
            <a:r>
              <a:rPr i="1"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the Internet? What</a:t>
            </a:r>
            <a:r>
              <a:rPr i="1"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200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edge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3600"/>
              <a:buChar char="▪"/>
            </a:pPr>
            <a:r>
              <a:rPr lang="en-US" sz="36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core: </a:t>
            </a: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200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200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200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200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</p:txBody>
      </p:sp>
      <p:grpSp>
        <p:nvGrpSpPr>
          <p:cNvPr id="36" name="Google Shape;36;p6"/>
          <p:cNvGrpSpPr/>
          <p:nvPr/>
        </p:nvGrpSpPr>
        <p:grpSpPr>
          <a:xfrm>
            <a:off x="7421880" y="45382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37" name="Google Shape;3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Google Shape;38;p6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39" name="Google Shape;39;p6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40" name="Google Shape;40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" name="Google Shape;41;p6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7"/>
          <p:cNvSpPr txBox="1"/>
          <p:nvPr>
            <p:ph type="title"/>
          </p:nvPr>
        </p:nvSpPr>
        <p:spPr>
          <a:xfrm>
            <a:off x="763273" y="41368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The network core</a:t>
            </a:r>
            <a:endParaRPr sz="4800"/>
          </a:p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676092" y="1531645"/>
            <a:ext cx="6282647" cy="461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412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mesh of interconnected routers</a:t>
            </a:r>
            <a:endParaRPr/>
          </a:p>
          <a:p>
            <a:pPr indent="-282575" lvl="0" marL="412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C0000"/>
                </a:solidFill>
              </a:rPr>
              <a:t>packet-switching: </a:t>
            </a:r>
            <a:r>
              <a:rPr lang="en-US"/>
              <a:t>hosts break application-layer messages into </a:t>
            </a:r>
            <a:r>
              <a:rPr i="1" lang="en-US">
                <a:solidFill>
                  <a:srgbClr val="CC0000"/>
                </a:solidFill>
              </a:rPr>
              <a:t>packets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network </a:t>
            </a:r>
            <a:r>
              <a:rPr lang="en-US" sz="2800">
                <a:solidFill>
                  <a:srgbClr val="0000A3"/>
                </a:solidFill>
              </a:rPr>
              <a:t>forwards</a:t>
            </a:r>
            <a:r>
              <a:rPr lang="en-US" sz="2800"/>
              <a:t> packets</a:t>
            </a:r>
            <a:r>
              <a:rPr i="1" lang="en-US" sz="2800"/>
              <a:t> </a:t>
            </a:r>
            <a:r>
              <a:rPr lang="en-US" sz="2800"/>
              <a:t>from one router to the next, across links on path from </a:t>
            </a:r>
            <a:r>
              <a:rPr lang="en-US" sz="2800">
                <a:solidFill>
                  <a:srgbClr val="0000A3"/>
                </a:solidFill>
              </a:rPr>
              <a:t>source to destination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0" name="Google Shape;50;p7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55" name="Google Shape;55;p7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56" name="Google Shape;56;p7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" name="Google Shape;58;p7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59" name="Google Shape;59;p7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7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" name="Google Shape;61;p7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" name="Google Shape;62;p7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3" name="Google Shape;63;p7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" name="Google Shape;64;p7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" name="Google Shape;65;p7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" name="Google Shape;66;p7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7" name="Google Shape;67;p7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68" name="Google Shape;68;p7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0" name="Google Shape;70;p7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" name="Google Shape;71;p7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" name="Google Shape;72;p7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" name="Google Shape;73;p7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" name="Google Shape;74;p7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" name="Google Shape;75;p7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6" name="Google Shape;76;p7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80" name="Google Shape;80;p7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81" name="Google Shape;81;p7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7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" name="Google Shape;83;p7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" name="Google Shape;84;p7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" name="Google Shape;85;p7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" name="Google Shape;86;p7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" name="Google Shape;87;p7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" name="Google Shape;88;p7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" name="Google Shape;89;p7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7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" name="Google Shape;91;p7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" name="Google Shape;92;p7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" name="Google Shape;93;p7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" name="Google Shape;94;p7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" name="Google Shape;95;p7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" name="Google Shape;96;p7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" name="Google Shape;97;p7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" name="Google Shape;98;p7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" name="Google Shape;99;p7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" name="Google Shape;100;p7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" name="Google Shape;101;p7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7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7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" name="Google Shape;104;p7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105" name="Google Shape;105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7" name="Google Shape;107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8" name="Google Shape;108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2" name="Google Shape;112;p7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113" name="Google Shape;113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5" name="Google Shape;115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6" name="Google Shape;116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0" name="Google Shape;120;p7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121" name="Google Shape;121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3" name="Google Shape;123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4" name="Google Shape;124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8" name="Google Shape;128;p7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129" name="Google Shape;129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31" name="Google Shape;131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2" name="Google Shape;132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6" name="Google Shape;136;p7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137" name="Google Shape;137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39" name="Google Shape;139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0" name="Google Shape;140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4" name="Google Shape;144;p7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145" name="Google Shape;145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7" name="Google Shape;147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8" name="Google Shape;148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2" name="Google Shape;152;p7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153" name="Google Shape;153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55" name="Google Shape;155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6" name="Google Shape;156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0" name="Google Shape;160;p7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161" name="Google Shape;161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63" name="Google Shape;163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4" name="Google Shape;164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8" name="Google Shape;168;p7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169" name="Google Shape;169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71" name="Google Shape;171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2" name="Google Shape;172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176" name="Google Shape;1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177" name="Google Shape;17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7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179" name="Google Shape;17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7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187" name="Google Shape;187;p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p7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199" name="Google Shape;19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200" name="Google Shape;20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201" name="Google Shape;201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7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03" name="Google Shape;203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7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0" name="Google Shape;210;p7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211" name="Google Shape;211;p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" name="Google Shape;217;p7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223" name="Google Shape;223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7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225" name="Google Shape;225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7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27" name="Google Shape;227;p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2" name="Google Shape;232;p7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233" name="Google Shape;233;p7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7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5" name="Google Shape;235;p7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6" name="Google Shape;236;p7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237" name="Google Shape;237;p7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7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9" name="Google Shape;239;p7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1" name="Google Shape;241;p7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242" name="Google Shape;242;p7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7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4" name="Google Shape;244;p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5" name="Google Shape;245;p7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246" name="Google Shape;246;p7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7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8" name="Google Shape;248;p7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7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7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" name="Google Shape;259;p7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260" name="Google Shape;260;p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262" name="Google Shape;262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7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64" name="Google Shape;264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7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1" name="Google Shape;271;p7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272" name="Google Shape;272;p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8" name="Google Shape;278;p7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4" name="Google Shape;284;p7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285" name="Google Shape;285;p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" name="Google Shape;286;p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p7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288" name="Google Shape;288;p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9" name="Google Shape;289;p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290" name="Google Shape;290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7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92" name="Google Shape;292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7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9" name="Google Shape;299;p7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300" name="Google Shape;300;p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6" name="Google Shape;306;p7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2" name="Google Shape;312;p7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313" name="Google Shape;313;p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8" name="Google Shape;318;p7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319" name="Google Shape;319;p7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7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1" name="Google Shape;321;p7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2" name="Google Shape;322;p7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323" name="Google Shape;323;p7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7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5" name="Google Shape;325;p7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7" name="Google Shape;327;p7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328" name="Google Shape;328;p7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7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0" name="Google Shape;330;p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1" name="Google Shape;331;p7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332" name="Google Shape;332;p7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7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4" name="Google Shape;334;p7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5" name="Google Shape;345;p7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346" name="Google Shape;346;p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" name="Google Shape;347;p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" name="Google Shape;348;p7"/>
          <p:cNvGrpSpPr/>
          <p:nvPr/>
        </p:nvGrpSpPr>
        <p:grpSpPr>
          <a:xfrm>
            <a:off x="7439074" y="1859725"/>
            <a:ext cx="4144321" cy="4127477"/>
            <a:chOff x="7439074" y="1859725"/>
            <a:chExt cx="4144321" cy="4127477"/>
          </a:xfrm>
        </p:grpSpPr>
        <p:grpSp>
          <p:nvGrpSpPr>
            <p:cNvPr id="349" name="Google Shape;349;p7"/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descr="cell_tower_radiation copy" id="350" name="Google Shape;350;p7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51" name="Google Shape;351;p7"/>
              <p:cNvCxnSpPr/>
              <p:nvPr/>
            </p:nvCxnSpPr>
            <p:spPr>
              <a:xfrm>
                <a:off x="8207860" y="2700359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52" name="Google Shape;352;p7"/>
              <p:cNvGrpSpPr/>
              <p:nvPr/>
            </p:nvGrpSpPr>
            <p:grpSpPr>
              <a:xfrm>
                <a:off x="8050698" y="2309376"/>
                <a:ext cx="298450" cy="464008"/>
                <a:chOff x="3130" y="3288"/>
                <a:chExt cx="410" cy="742"/>
              </a:xfrm>
            </p:grpSpPr>
            <p:cxnSp>
              <p:nvCxnSpPr>
                <p:cNvPr id="353" name="Google Shape;353;p7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4" name="Google Shape;354;p7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5" name="Google Shape;355;p7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6" name="Google Shape;356;p7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7" name="Google Shape;357;p7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8" name="Google Shape;358;p7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9" name="Google Shape;359;p7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0" name="Google Shape;360;p7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1" name="Google Shape;361;p7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2" name="Google Shape;362;p7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" name="Google Shape;363;p7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4" name="Google Shape;364;p7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5" name="Google Shape;365;p7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6" name="Google Shape;366;p7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7" name="Google Shape;367;p7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68" name="Google Shape;368;p7"/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369" name="Google Shape;369;p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70" name="Google Shape;370;p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71" name="Google Shape;371;p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72" name="Google Shape;372;p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3" name="Google Shape;373;p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4" name="Google Shape;374;p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5" name="Google Shape;375;p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radiation_stylized" id="376" name="Google Shape;376;p7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77" name="Google Shape;377;p7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78" name="Google Shape;378;p7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79" name="Google Shape;379;p7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80" name="Google Shape;380;p7"/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descr="access_point_stylized_small" id="381" name="Google Shape;381;p7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82" name="Google Shape;382;p7"/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cxnSp>
              <p:nvCxnSpPr>
                <p:cNvPr id="383" name="Google Shape;383;p7"/>
                <p:cNvCxnSpPr/>
                <p:nvPr/>
              </p:nvCxnSpPr>
              <p:spPr>
                <a:xfrm>
                  <a:off x="8247778" y="3829970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4" name="Google Shape;384;p7"/>
                <p:cNvCxnSpPr/>
                <p:nvPr/>
              </p:nvCxnSpPr>
              <p:spPr>
                <a:xfrm flipH="1" rot="10800000">
                  <a:off x="7857253" y="4041107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385" name="Google Shape;385;p7"/>
                <p:cNvPicPr preferRelativeResize="0"/>
                <p:nvPr/>
              </p:nvPicPr>
              <p:blipFill rotWithShape="1">
                <a:blip r:embed="rId19">
                  <a:alphaModFix/>
                </a:blip>
                <a:srcRect b="0" l="0" r="0" t="0"/>
                <a:stretch/>
              </p:blipFill>
              <p:spPr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86" name="Google Shape;386;p7"/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387" name="Google Shape;387;p7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88" name="Google Shape;388;p7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89" name="Google Shape;389;p7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90" name="Google Shape;390;p7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1" name="Google Shape;391;p7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2" name="Google Shape;392;p7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3" name="Google Shape;393;p7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394" name="Google Shape;394;p7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95" name="Google Shape;395;p7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96" name="Google Shape;396;p7"/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397" name="Google Shape;397;p7"/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398" name="Google Shape;398;p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99" name="Google Shape;399;p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00" name="Google Shape;400;p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01" name="Google Shape;401;p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2" name="Google Shape;402;p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3" name="Google Shape;403;p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4" name="Google Shape;404;p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05" name="Google Shape;405;p7"/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406" name="Google Shape;406;p7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407" name="Google Shape;407;p7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408" name="Google Shape;408;p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409" name="Google Shape;409;p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410" name="Google Shape;410;p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411" name="Google Shape;411;p7"/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cxnSp>
            <p:nvCxnSpPr>
              <p:cNvPr id="412" name="Google Shape;412;p7"/>
              <p:cNvCxnSpPr/>
              <p:nvPr/>
            </p:nvCxnSpPr>
            <p:spPr>
              <a:xfrm flipH="1" rot="5400000">
                <a:off x="9789609" y="5251739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" name="Google Shape;413;p7"/>
              <p:cNvCxnSpPr/>
              <p:nvPr/>
            </p:nvCxnSpPr>
            <p:spPr>
              <a:xfrm>
                <a:off x="8210207" y="5117334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4" name="Google Shape;414;p7"/>
              <p:cNvCxnSpPr/>
              <p:nvPr/>
            </p:nvCxnSpPr>
            <p:spPr>
              <a:xfrm flipH="1" rot="10800000">
                <a:off x="8459425" y="5036562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415" name="Google Shape;415;p7"/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cxnSp>
              <p:nvCxnSpPr>
                <p:cNvPr id="416" name="Google Shape;416;p7"/>
                <p:cNvCxnSpPr/>
                <p:nvPr/>
              </p:nvCxnSpPr>
              <p:spPr>
                <a:xfrm rot="10800000">
                  <a:off x="10209926" y="5405286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7" name="Google Shape;417;p7"/>
                <p:cNvCxnSpPr/>
                <p:nvPr/>
              </p:nvCxnSpPr>
              <p:spPr>
                <a:xfrm>
                  <a:off x="9432959" y="4838517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8" name="Google Shape;418;p7"/>
                <p:cNvCxnSpPr/>
                <p:nvPr/>
              </p:nvCxnSpPr>
              <p:spPr>
                <a:xfrm flipH="1" rot="10800000">
                  <a:off x="8850066" y="4838517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" name="Google Shape;419;p7"/>
                <p:cNvCxnSpPr/>
                <p:nvPr/>
              </p:nvCxnSpPr>
              <p:spPr>
                <a:xfrm>
                  <a:off x="8821744" y="5108876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" name="Google Shape;420;p7"/>
                <p:cNvCxnSpPr/>
                <p:nvPr/>
              </p:nvCxnSpPr>
              <p:spPr>
                <a:xfrm flipH="1" rot="10800000">
                  <a:off x="7948367" y="5290470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1" name="Google Shape;421;p7"/>
                <p:cNvCxnSpPr/>
                <p:nvPr/>
              </p:nvCxnSpPr>
              <p:spPr>
                <a:xfrm flipH="1">
                  <a:off x="8373817" y="5282252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2" name="Google Shape;422;p7"/>
                <p:cNvCxnSpPr/>
                <p:nvPr/>
              </p:nvCxnSpPr>
              <p:spPr>
                <a:xfrm rot="10800000">
                  <a:off x="8488731" y="5307931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3" name="Google Shape;423;p7"/>
                <p:cNvCxnSpPr/>
                <p:nvPr/>
              </p:nvCxnSpPr>
              <p:spPr>
                <a:xfrm>
                  <a:off x="8488731" y="5258048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4" name="Google Shape;424;p7"/>
                <p:cNvCxnSpPr/>
                <p:nvPr/>
              </p:nvCxnSpPr>
              <p:spPr>
                <a:xfrm flipH="1" rot="5400000">
                  <a:off x="9885545" y="5583471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425" name="Google Shape;425;p7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ccess_point_stylized_small" id="426" name="Google Shape;426;p7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427" name="Google Shape;427;p7"/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428" name="Google Shape;428;p7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429" name="Google Shape;429;p7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430" name="Google Shape;430;p7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431" name="Google Shape;431;p7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2" name="Google Shape;432;p7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3" name="Google Shape;433;p7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4" name="Google Shape;434;p7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435" name="Google Shape;435;p7"/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436" name="Google Shape;436;p7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7" name="Google Shape;437;p7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38" name="Google Shape;438;p7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439" name="Google Shape;439;p7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40" name="Google Shape;440;p7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41" name="Google Shape;441;p7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42" name="Google Shape;442;p7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443" name="Google Shape;443;p7"/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444" name="Google Shape;444;p7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445" name="Google Shape;445;p7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446" name="Google Shape;446;p7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447" name="Google Shape;447;p7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48" name="Google Shape;448;p7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49" name="Google Shape;449;p7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0" name="Google Shape;450;p7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451" name="Google Shape;451;p7"/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452" name="Google Shape;452;p7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3" name="Google Shape;453;p7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54" name="Google Shape;454;p7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455" name="Google Shape;455;p7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6" name="Google Shape;456;p7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7" name="Google Shape;457;p7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8" name="Google Shape;458;p7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459" name="Google Shape;459;p7"/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460" name="Google Shape;460;p7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461" name="Google Shape;461;p7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462" name="Google Shape;462;p7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463" name="Google Shape;463;p7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4" name="Google Shape;464;p7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5" name="Google Shape;465;p7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6" name="Google Shape;466;p7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467" name="Google Shape;467;p7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468" name="Google Shape;468;p7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469" name="Google Shape;469;p7"/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470" name="Google Shape;470;p7"/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471" name="Google Shape;471;p7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472" name="Google Shape;472;p7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473" name="Google Shape;473;p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474" name="Google Shape;474;p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475" name="Google Shape;475;p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476" name="Google Shape;476;p7"/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477" name="Google Shape;477;p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78" name="Google Shape;478;p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79" name="Google Shape;479;p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80" name="Google Shape;480;p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1" name="Google Shape;481;p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2" name="Google Shape;482;p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" name="Google Shape;483;p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484" name="Google Shape;484;p7"/>
          <p:cNvGrpSpPr/>
          <p:nvPr/>
        </p:nvGrpSpPr>
        <p:grpSpPr>
          <a:xfrm>
            <a:off x="8694912" y="1702617"/>
            <a:ext cx="2658888" cy="2831440"/>
            <a:chOff x="17449127" y="2067553"/>
            <a:chExt cx="2658888" cy="2831440"/>
          </a:xfrm>
        </p:grpSpPr>
        <p:sp>
          <p:nvSpPr>
            <p:cNvPr id="485" name="Google Shape;485;p7"/>
            <p:cNvSpPr/>
            <p:nvPr/>
          </p:nvSpPr>
          <p:spPr>
            <a:xfrm>
              <a:off x="18054808" y="2067553"/>
              <a:ext cx="2053207" cy="139951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7"/>
            <p:cNvSpPr/>
            <p:nvPr/>
          </p:nvSpPr>
          <p:spPr>
            <a:xfrm>
              <a:off x="17449127" y="3391110"/>
              <a:ext cx="2173774" cy="1507883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7" name="Google Shape;487;p7"/>
          <p:cNvSpPr/>
          <p:nvPr/>
        </p:nvSpPr>
        <p:spPr>
          <a:xfrm>
            <a:off x="7157545" y="1523999"/>
            <a:ext cx="4550979" cy="4897821"/>
          </a:xfrm>
          <a:custGeom>
            <a:rect b="b" l="l" r="r" t="t"/>
            <a:pathLst>
              <a:path extrusionOk="0" h="4897821" w="4550979">
                <a:moveTo>
                  <a:pt x="21020" y="178677"/>
                </a:moveTo>
                <a:cubicBezTo>
                  <a:pt x="1030013" y="42043"/>
                  <a:pt x="1453930" y="54304"/>
                  <a:pt x="2270234" y="0"/>
                </a:cubicBezTo>
                <a:cubicBezTo>
                  <a:pt x="2291255" y="476469"/>
                  <a:pt x="1902372" y="963447"/>
                  <a:pt x="2333296" y="1429406"/>
                </a:cubicBezTo>
                <a:lnTo>
                  <a:pt x="1587062" y="1881352"/>
                </a:lnTo>
                <a:lnTo>
                  <a:pt x="1450427" y="2427889"/>
                </a:lnTo>
                <a:cubicBezTo>
                  <a:pt x="1681655" y="2998951"/>
                  <a:pt x="2604013" y="3143444"/>
                  <a:pt x="3109710" y="2969623"/>
                </a:cubicBezTo>
                <a:cubicBezTo>
                  <a:pt x="3247046" y="2914919"/>
                  <a:pt x="3336483" y="2864569"/>
                  <a:pt x="3447693" y="2801156"/>
                </a:cubicBezTo>
                <a:lnTo>
                  <a:pt x="3699641" y="2554013"/>
                </a:lnTo>
                <a:lnTo>
                  <a:pt x="3720662" y="2217683"/>
                </a:lnTo>
                <a:lnTo>
                  <a:pt x="3678621" y="2017986"/>
                </a:lnTo>
                <a:lnTo>
                  <a:pt x="3584027" y="1839310"/>
                </a:lnTo>
                <a:lnTo>
                  <a:pt x="3342289" y="1681655"/>
                </a:lnTo>
                <a:lnTo>
                  <a:pt x="4393324" y="1545021"/>
                </a:lnTo>
                <a:lnTo>
                  <a:pt x="4550979" y="2879834"/>
                </a:lnTo>
                <a:lnTo>
                  <a:pt x="4403834" y="4519448"/>
                </a:lnTo>
                <a:lnTo>
                  <a:pt x="3394841" y="4897821"/>
                </a:lnTo>
                <a:lnTo>
                  <a:pt x="0" y="4855779"/>
                </a:lnTo>
                <a:cubicBezTo>
                  <a:pt x="7007" y="3296745"/>
                  <a:pt x="14013" y="1737711"/>
                  <a:pt x="21020" y="178677"/>
                </a:cubicBezTo>
                <a:close/>
              </a:path>
            </a:pathLst>
          </a:custGeom>
          <a:solidFill>
            <a:schemeClr val="lt1">
              <a:alpha val="7098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Two key network-core functions</a:t>
            </a:r>
            <a:endParaRPr/>
          </a:p>
        </p:txBody>
      </p:sp>
      <p:sp>
        <p:nvSpPr>
          <p:cNvPr id="494" name="Google Shape;494;p8"/>
          <p:cNvSpPr/>
          <p:nvPr/>
        </p:nvSpPr>
        <p:spPr>
          <a:xfrm>
            <a:off x="5006052" y="4251228"/>
            <a:ext cx="2848871" cy="1480906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8"/>
          <p:cNvSpPr/>
          <p:nvPr/>
        </p:nvSpPr>
        <p:spPr>
          <a:xfrm>
            <a:off x="5644427" y="4554393"/>
            <a:ext cx="543096" cy="295229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8"/>
          <p:cNvSpPr/>
          <p:nvPr/>
        </p:nvSpPr>
        <p:spPr>
          <a:xfrm>
            <a:off x="6686155" y="4548044"/>
            <a:ext cx="504984" cy="307927"/>
          </a:xfrm>
          <a:custGeom>
            <a:rect b="b" l="l" r="r" t="t"/>
            <a:pathLst>
              <a:path extrusionOk="0" h="194" w="318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8"/>
          <p:cNvSpPr/>
          <p:nvPr/>
        </p:nvSpPr>
        <p:spPr>
          <a:xfrm>
            <a:off x="5620607" y="4940095"/>
            <a:ext cx="481164" cy="238088"/>
          </a:xfrm>
          <a:custGeom>
            <a:rect b="b" l="l" r="r" t="t"/>
            <a:pathLst>
              <a:path extrusionOk="0" h="174" w="29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8"/>
          <p:cNvSpPr/>
          <p:nvPr/>
        </p:nvSpPr>
        <p:spPr>
          <a:xfrm>
            <a:off x="6568643" y="4916286"/>
            <a:ext cx="628848" cy="247611"/>
          </a:xfrm>
          <a:custGeom>
            <a:rect b="b" l="l" r="r" t="t"/>
            <a:pathLst>
              <a:path extrusionOk="0" h="174" w="378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8"/>
          <p:cNvSpPr/>
          <p:nvPr/>
        </p:nvSpPr>
        <p:spPr>
          <a:xfrm>
            <a:off x="7235603" y="4970253"/>
            <a:ext cx="206440" cy="507920"/>
          </a:xfrm>
          <a:custGeom>
            <a:rect b="b" l="l" r="r" t="t"/>
            <a:pathLst>
              <a:path extrusionOk="0" h="500" w="118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8"/>
          <p:cNvSpPr/>
          <p:nvPr/>
        </p:nvSpPr>
        <p:spPr>
          <a:xfrm>
            <a:off x="6000139" y="5503569"/>
            <a:ext cx="736832" cy="74601"/>
          </a:xfrm>
          <a:custGeom>
            <a:rect b="b" l="l" r="r" t="t"/>
            <a:pathLst>
              <a:path extrusionOk="0" h="32" w="370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8"/>
          <p:cNvSpPr/>
          <p:nvPr/>
        </p:nvSpPr>
        <p:spPr>
          <a:xfrm>
            <a:off x="5463395" y="4963904"/>
            <a:ext cx="193736" cy="425383"/>
          </a:xfrm>
          <a:custGeom>
            <a:rect b="b" l="l" r="r" t="t"/>
            <a:pathLst>
              <a:path extrusionOk="0" h="412" w="176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2" name="Google Shape;502;p8"/>
          <p:cNvGrpSpPr/>
          <p:nvPr/>
        </p:nvGrpSpPr>
        <p:grpSpPr>
          <a:xfrm>
            <a:off x="5240209" y="4473413"/>
            <a:ext cx="623918" cy="823754"/>
            <a:chOff x="5240209" y="4473413"/>
            <a:chExt cx="623918" cy="823754"/>
          </a:xfrm>
        </p:grpSpPr>
        <p:sp>
          <p:nvSpPr>
            <p:cNvPr id="503" name="Google Shape;503;p8"/>
            <p:cNvSpPr txBox="1"/>
            <p:nvPr/>
          </p:nvSpPr>
          <p:spPr>
            <a:xfrm>
              <a:off x="5552962" y="4473413"/>
              <a:ext cx="311165" cy="3666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04" name="Google Shape;504;p8"/>
            <p:cNvSpPr txBox="1"/>
            <p:nvPr/>
          </p:nvSpPr>
          <p:spPr>
            <a:xfrm>
              <a:off x="5491046" y="4887671"/>
              <a:ext cx="296876" cy="336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505" name="Google Shape;505;p8"/>
            <p:cNvSpPr txBox="1"/>
            <p:nvPr/>
          </p:nvSpPr>
          <p:spPr>
            <a:xfrm>
              <a:off x="5240209" y="4960682"/>
              <a:ext cx="296876" cy="336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cxnSp>
        <p:nvCxnSpPr>
          <p:cNvPr id="506" name="Google Shape;506;p8"/>
          <p:cNvCxnSpPr/>
          <p:nvPr/>
        </p:nvCxnSpPr>
        <p:spPr>
          <a:xfrm flipH="1">
            <a:off x="3738363" y="4863862"/>
            <a:ext cx="1408179" cy="91422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7" name="Google Shape;507;p8"/>
          <p:cNvGrpSpPr/>
          <p:nvPr/>
        </p:nvGrpSpPr>
        <p:grpSpPr>
          <a:xfrm>
            <a:off x="2749550" y="4990185"/>
            <a:ext cx="2699778" cy="1631390"/>
            <a:chOff x="2749550" y="4990185"/>
            <a:chExt cx="2699778" cy="1631390"/>
          </a:xfrm>
        </p:grpSpPr>
        <p:grpSp>
          <p:nvGrpSpPr>
            <p:cNvPr id="508" name="Google Shape;508;p8"/>
            <p:cNvGrpSpPr/>
            <p:nvPr/>
          </p:nvGrpSpPr>
          <p:grpSpPr>
            <a:xfrm rot="-2012368">
              <a:off x="3755686" y="5363530"/>
              <a:ext cx="1447107" cy="317452"/>
              <a:chOff x="2437928" y="4562790"/>
              <a:chExt cx="1446652" cy="317502"/>
            </a:xfrm>
          </p:grpSpPr>
          <p:sp>
            <p:nvSpPr>
              <p:cNvPr id="509" name="Google Shape;509;p8"/>
              <p:cNvSpPr/>
              <p:nvPr/>
            </p:nvSpPr>
            <p:spPr>
              <a:xfrm>
                <a:off x="2437928" y="4606491"/>
                <a:ext cx="1147455" cy="238116"/>
              </a:xfrm>
              <a:prstGeom prst="rect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10" name="Google Shape;510;p8"/>
              <p:cNvCxnSpPr/>
              <p:nvPr/>
            </p:nvCxnSpPr>
            <p:spPr>
              <a:xfrm>
                <a:off x="3462418" y="4739659"/>
                <a:ext cx="42216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511" name="Google Shape;511;p8"/>
              <p:cNvSpPr/>
              <p:nvPr/>
            </p:nvSpPr>
            <p:spPr>
              <a:xfrm>
                <a:off x="3067594" y="4610052"/>
                <a:ext cx="426923" cy="239704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8"/>
              <p:cNvSpPr txBox="1"/>
              <p:nvPr/>
            </p:nvSpPr>
            <p:spPr>
              <a:xfrm rot="289934">
                <a:off x="3019653" y="4584228"/>
                <a:ext cx="520561" cy="274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0111</a:t>
                </a:r>
                <a:endParaRPr/>
              </a:p>
            </p:txBody>
          </p:sp>
        </p:grpSp>
        <p:sp>
          <p:nvSpPr>
            <p:cNvPr id="513" name="Google Shape;513;p8"/>
            <p:cNvSpPr txBox="1"/>
            <p:nvPr/>
          </p:nvSpPr>
          <p:spPr>
            <a:xfrm>
              <a:off x="2749550" y="6036800"/>
              <a:ext cx="269977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destination address in arriving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packet’s header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14" name="Google Shape;514;p8"/>
            <p:cNvCxnSpPr/>
            <p:nvPr/>
          </p:nvCxnSpPr>
          <p:spPr>
            <a:xfrm rot="10800000">
              <a:off x="4633924" y="5622613"/>
              <a:ext cx="0" cy="50157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15" name="Google Shape;515;p8"/>
          <p:cNvGrpSpPr/>
          <p:nvPr/>
        </p:nvGrpSpPr>
        <p:grpSpPr>
          <a:xfrm>
            <a:off x="6355851" y="3632200"/>
            <a:ext cx="578032" cy="815847"/>
            <a:chOff x="6355851" y="3632200"/>
            <a:chExt cx="578032" cy="815847"/>
          </a:xfrm>
        </p:grpSpPr>
        <p:sp>
          <p:nvSpPr>
            <p:cNvPr id="516" name="Google Shape;516;p8"/>
            <p:cNvSpPr/>
            <p:nvPr/>
          </p:nvSpPr>
          <p:spPr>
            <a:xfrm flipH="1">
              <a:off x="6355851" y="4076630"/>
              <a:ext cx="578032" cy="371417"/>
            </a:xfrm>
            <a:custGeom>
              <a:rect b="b" l="l" r="r" t="t"/>
              <a:pathLst>
                <a:path extrusionOk="0" h="816" w="1443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7" name="Google Shape;517;p8"/>
            <p:cNvGrpSpPr/>
            <p:nvPr/>
          </p:nvGrpSpPr>
          <p:grpSpPr>
            <a:xfrm>
              <a:off x="6363791" y="3632200"/>
              <a:ext cx="551036" cy="452367"/>
              <a:chOff x="2886" y="1668"/>
              <a:chExt cx="347" cy="285"/>
            </a:xfrm>
          </p:grpSpPr>
          <p:sp>
            <p:nvSpPr>
              <p:cNvPr id="518" name="Google Shape;518;p8"/>
              <p:cNvSpPr/>
              <p:nvPr/>
            </p:nvSpPr>
            <p:spPr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8"/>
              <p:cNvSpPr/>
              <p:nvPr/>
            </p:nvSpPr>
            <p:spPr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8"/>
              <p:cNvSpPr/>
              <p:nvPr/>
            </p:nvSpPr>
            <p:spPr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21" name="Google Shape;521;p8"/>
              <p:cNvCxnSpPr/>
              <p:nvPr/>
            </p:nvCxnSpPr>
            <p:spPr>
              <a:xfrm>
                <a:off x="3082" y="1811"/>
                <a:ext cx="1" cy="1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2" name="Google Shape;522;p8"/>
              <p:cNvCxnSpPr/>
              <p:nvPr/>
            </p:nvCxnSpPr>
            <p:spPr>
              <a:xfrm>
                <a:off x="2913" y="184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3" name="Google Shape;523;p8"/>
              <p:cNvCxnSpPr/>
              <p:nvPr/>
            </p:nvCxnSpPr>
            <p:spPr>
              <a:xfrm>
                <a:off x="2912" y="18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24" name="Google Shape;524;p8"/>
              <p:cNvSpPr/>
              <p:nvPr/>
            </p:nvSpPr>
            <p:spPr>
              <a:xfrm rot="5400000">
                <a:off x="3051" y="1745"/>
                <a:ext cx="29" cy="41"/>
              </a:xfrm>
              <a:prstGeom prst="rightArrow">
                <a:avLst>
                  <a:gd fmla="val 51167" name="adj1"/>
                  <a:gd fmla="val 39736" name="adj2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25" name="Google Shape;525;p8"/>
          <p:cNvGrpSpPr/>
          <p:nvPr/>
        </p:nvGrpSpPr>
        <p:grpSpPr>
          <a:xfrm>
            <a:off x="7355160" y="3958273"/>
            <a:ext cx="578032" cy="822878"/>
            <a:chOff x="7355160" y="3958273"/>
            <a:chExt cx="578032" cy="822878"/>
          </a:xfrm>
        </p:grpSpPr>
        <p:sp>
          <p:nvSpPr>
            <p:cNvPr id="526" name="Google Shape;526;p8"/>
            <p:cNvSpPr/>
            <p:nvPr/>
          </p:nvSpPr>
          <p:spPr>
            <a:xfrm flipH="1">
              <a:off x="7355160" y="4409734"/>
              <a:ext cx="578032" cy="371417"/>
            </a:xfrm>
            <a:custGeom>
              <a:rect b="b" l="l" r="r" t="t"/>
              <a:pathLst>
                <a:path extrusionOk="0" h="816" w="1443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7" name="Google Shape;527;p8"/>
            <p:cNvGrpSpPr/>
            <p:nvPr/>
          </p:nvGrpSpPr>
          <p:grpSpPr>
            <a:xfrm>
              <a:off x="7360606" y="3958273"/>
              <a:ext cx="551036" cy="452367"/>
              <a:chOff x="2886" y="1668"/>
              <a:chExt cx="347" cy="285"/>
            </a:xfrm>
          </p:grpSpPr>
          <p:sp>
            <p:nvSpPr>
              <p:cNvPr id="528" name="Google Shape;528;p8"/>
              <p:cNvSpPr/>
              <p:nvPr/>
            </p:nvSpPr>
            <p:spPr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8"/>
              <p:cNvSpPr/>
              <p:nvPr/>
            </p:nvSpPr>
            <p:spPr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8"/>
              <p:cNvSpPr/>
              <p:nvPr/>
            </p:nvSpPr>
            <p:spPr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31" name="Google Shape;531;p8"/>
              <p:cNvCxnSpPr/>
              <p:nvPr/>
            </p:nvCxnSpPr>
            <p:spPr>
              <a:xfrm>
                <a:off x="3082" y="1811"/>
                <a:ext cx="1" cy="1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2" name="Google Shape;532;p8"/>
              <p:cNvCxnSpPr/>
              <p:nvPr/>
            </p:nvCxnSpPr>
            <p:spPr>
              <a:xfrm>
                <a:off x="2913" y="184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3" name="Google Shape;533;p8"/>
              <p:cNvCxnSpPr/>
              <p:nvPr/>
            </p:nvCxnSpPr>
            <p:spPr>
              <a:xfrm>
                <a:off x="2912" y="18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34" name="Google Shape;534;p8"/>
              <p:cNvSpPr/>
              <p:nvPr/>
            </p:nvSpPr>
            <p:spPr>
              <a:xfrm rot="5400000">
                <a:off x="3051" y="1745"/>
                <a:ext cx="29" cy="41"/>
              </a:xfrm>
              <a:prstGeom prst="rightArrow">
                <a:avLst>
                  <a:gd fmla="val 51167" name="adj1"/>
                  <a:gd fmla="val 39736" name="adj2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35" name="Google Shape;535;p8"/>
          <p:cNvGrpSpPr/>
          <p:nvPr/>
        </p:nvGrpSpPr>
        <p:grpSpPr>
          <a:xfrm>
            <a:off x="7006931" y="5622613"/>
            <a:ext cx="560563" cy="811086"/>
            <a:chOff x="7006931" y="5622613"/>
            <a:chExt cx="560563" cy="811086"/>
          </a:xfrm>
        </p:grpSpPr>
        <p:sp>
          <p:nvSpPr>
            <p:cNvPr id="536" name="Google Shape;536;p8"/>
            <p:cNvSpPr/>
            <p:nvPr/>
          </p:nvSpPr>
          <p:spPr>
            <a:xfrm rot="10800000">
              <a:off x="7024398" y="5622613"/>
              <a:ext cx="543096" cy="371417"/>
            </a:xfrm>
            <a:custGeom>
              <a:rect b="b" l="l" r="r" t="t"/>
              <a:pathLst>
                <a:path extrusionOk="0" h="816" w="1443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8"/>
            <p:cNvSpPr/>
            <p:nvPr/>
          </p:nvSpPr>
          <p:spPr>
            <a:xfrm>
              <a:off x="7006931" y="5981332"/>
              <a:ext cx="551036" cy="452367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8"/>
            <p:cNvSpPr/>
            <p:nvPr/>
          </p:nvSpPr>
          <p:spPr>
            <a:xfrm>
              <a:off x="7037103" y="5990856"/>
              <a:ext cx="498632" cy="117457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8"/>
            <p:cNvSpPr/>
            <p:nvPr/>
          </p:nvSpPr>
          <p:spPr>
            <a:xfrm>
              <a:off x="7049807" y="6167041"/>
              <a:ext cx="476400" cy="24761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0" name="Google Shape;540;p8"/>
            <p:cNvCxnSpPr/>
            <p:nvPr/>
          </p:nvCxnSpPr>
          <p:spPr>
            <a:xfrm>
              <a:off x="7318179" y="6208309"/>
              <a:ext cx="1588" cy="2063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1" name="Google Shape;541;p8"/>
            <p:cNvCxnSpPr/>
            <p:nvPr/>
          </p:nvCxnSpPr>
          <p:spPr>
            <a:xfrm>
              <a:off x="7049807" y="6257514"/>
              <a:ext cx="47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2" name="Google Shape;542;p8"/>
            <p:cNvCxnSpPr/>
            <p:nvPr/>
          </p:nvCxnSpPr>
          <p:spPr>
            <a:xfrm>
              <a:off x="7048219" y="6209896"/>
              <a:ext cx="47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3" name="Google Shape;543;p8"/>
            <p:cNvSpPr/>
            <p:nvPr/>
          </p:nvSpPr>
          <p:spPr>
            <a:xfrm rot="5400000">
              <a:off x="7268962" y="6103535"/>
              <a:ext cx="46030" cy="65108"/>
            </a:xfrm>
            <a:prstGeom prst="rightArrow">
              <a:avLst>
                <a:gd fmla="val 51167" name="adj1"/>
                <a:gd fmla="val 39736" name="adj2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4" name="Google Shape;544;p8"/>
          <p:cNvGrpSpPr/>
          <p:nvPr/>
        </p:nvGrpSpPr>
        <p:grpSpPr>
          <a:xfrm>
            <a:off x="6311387" y="5299841"/>
            <a:ext cx="553609" cy="931601"/>
            <a:chOff x="6311387" y="5299841"/>
            <a:chExt cx="553609" cy="931601"/>
          </a:xfrm>
        </p:grpSpPr>
        <p:sp>
          <p:nvSpPr>
            <p:cNvPr id="545" name="Google Shape;545;p8"/>
            <p:cNvSpPr/>
            <p:nvPr/>
          </p:nvSpPr>
          <p:spPr>
            <a:xfrm rot="10800000">
              <a:off x="6312396" y="5299841"/>
              <a:ext cx="552600" cy="477654"/>
            </a:xfrm>
            <a:custGeom>
              <a:rect b="b" l="l" r="r" t="t"/>
              <a:pathLst>
                <a:path extrusionOk="0" h="10559" w="10175">
                  <a:moveTo>
                    <a:pt x="0" y="9"/>
                  </a:moveTo>
                  <a:cubicBezTo>
                    <a:pt x="3957" y="3502"/>
                    <a:pt x="6049" y="5781"/>
                    <a:pt x="7574" y="10364"/>
                  </a:cubicBezTo>
                  <a:cubicBezTo>
                    <a:pt x="8329" y="10279"/>
                    <a:pt x="8572" y="10781"/>
                    <a:pt x="9265" y="10438"/>
                  </a:cubicBezTo>
                  <a:cubicBezTo>
                    <a:pt x="8877" y="5033"/>
                    <a:pt x="9018" y="4253"/>
                    <a:pt x="10175" y="0"/>
                  </a:cubicBezTo>
                  <a:lnTo>
                    <a:pt x="0" y="9"/>
                  </a:ln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6" name="Google Shape;546;p8"/>
            <p:cNvGrpSpPr/>
            <p:nvPr/>
          </p:nvGrpSpPr>
          <p:grpSpPr>
            <a:xfrm>
              <a:off x="6311387" y="5779075"/>
              <a:ext cx="551036" cy="452367"/>
              <a:chOff x="2886" y="1668"/>
              <a:chExt cx="347" cy="285"/>
            </a:xfrm>
          </p:grpSpPr>
          <p:sp>
            <p:nvSpPr>
              <p:cNvPr id="547" name="Google Shape;547;p8"/>
              <p:cNvSpPr/>
              <p:nvPr/>
            </p:nvSpPr>
            <p:spPr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8"/>
              <p:cNvSpPr/>
              <p:nvPr/>
            </p:nvSpPr>
            <p:spPr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8"/>
              <p:cNvSpPr/>
              <p:nvPr/>
            </p:nvSpPr>
            <p:spPr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50" name="Google Shape;550;p8"/>
              <p:cNvCxnSpPr/>
              <p:nvPr/>
            </p:nvCxnSpPr>
            <p:spPr>
              <a:xfrm>
                <a:off x="3082" y="1811"/>
                <a:ext cx="1" cy="1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1" name="Google Shape;551;p8"/>
              <p:cNvCxnSpPr/>
              <p:nvPr/>
            </p:nvCxnSpPr>
            <p:spPr>
              <a:xfrm>
                <a:off x="2913" y="184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2" name="Google Shape;552;p8"/>
              <p:cNvCxnSpPr/>
              <p:nvPr/>
            </p:nvCxnSpPr>
            <p:spPr>
              <a:xfrm>
                <a:off x="2912" y="18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53" name="Google Shape;553;p8"/>
              <p:cNvSpPr/>
              <p:nvPr/>
            </p:nvSpPr>
            <p:spPr>
              <a:xfrm rot="5400000">
                <a:off x="3051" y="1745"/>
                <a:ext cx="29" cy="41"/>
              </a:xfrm>
              <a:prstGeom prst="rightArrow">
                <a:avLst>
                  <a:gd fmla="val 51167" name="adj1"/>
                  <a:gd fmla="val 39736" name="adj2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54" name="Google Shape;554;p8"/>
          <p:cNvGrpSpPr/>
          <p:nvPr/>
        </p:nvGrpSpPr>
        <p:grpSpPr>
          <a:xfrm>
            <a:off x="5655543" y="5606741"/>
            <a:ext cx="562152" cy="799974"/>
            <a:chOff x="5655543" y="5606741"/>
            <a:chExt cx="562152" cy="799974"/>
          </a:xfrm>
        </p:grpSpPr>
        <p:sp>
          <p:nvSpPr>
            <p:cNvPr id="555" name="Google Shape;555;p8"/>
            <p:cNvSpPr/>
            <p:nvPr/>
          </p:nvSpPr>
          <p:spPr>
            <a:xfrm rot="10800000">
              <a:off x="5674599" y="5606741"/>
              <a:ext cx="543096" cy="371417"/>
            </a:xfrm>
            <a:custGeom>
              <a:rect b="b" l="l" r="r" t="t"/>
              <a:pathLst>
                <a:path extrusionOk="0" h="816" w="1443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6" name="Google Shape;556;p8"/>
            <p:cNvGrpSpPr/>
            <p:nvPr/>
          </p:nvGrpSpPr>
          <p:grpSpPr>
            <a:xfrm>
              <a:off x="5655543" y="5954348"/>
              <a:ext cx="551036" cy="452367"/>
              <a:chOff x="2886" y="1668"/>
              <a:chExt cx="347" cy="285"/>
            </a:xfrm>
          </p:grpSpPr>
          <p:sp>
            <p:nvSpPr>
              <p:cNvPr id="557" name="Google Shape;557;p8"/>
              <p:cNvSpPr/>
              <p:nvPr/>
            </p:nvSpPr>
            <p:spPr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8"/>
              <p:cNvSpPr/>
              <p:nvPr/>
            </p:nvSpPr>
            <p:spPr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8"/>
              <p:cNvSpPr/>
              <p:nvPr/>
            </p:nvSpPr>
            <p:spPr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60" name="Google Shape;560;p8"/>
              <p:cNvCxnSpPr/>
              <p:nvPr/>
            </p:nvCxnSpPr>
            <p:spPr>
              <a:xfrm>
                <a:off x="3082" y="1811"/>
                <a:ext cx="1" cy="1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1" name="Google Shape;561;p8"/>
              <p:cNvCxnSpPr/>
              <p:nvPr/>
            </p:nvCxnSpPr>
            <p:spPr>
              <a:xfrm>
                <a:off x="2913" y="184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2" name="Google Shape;562;p8"/>
              <p:cNvCxnSpPr/>
              <p:nvPr/>
            </p:nvCxnSpPr>
            <p:spPr>
              <a:xfrm>
                <a:off x="2912" y="18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3" name="Google Shape;563;p8"/>
              <p:cNvSpPr/>
              <p:nvPr/>
            </p:nvSpPr>
            <p:spPr>
              <a:xfrm rot="5400000">
                <a:off x="3051" y="1745"/>
                <a:ext cx="29" cy="41"/>
              </a:xfrm>
              <a:prstGeom prst="rightArrow">
                <a:avLst>
                  <a:gd fmla="val 51167" name="adj1"/>
                  <a:gd fmla="val 39736" name="adj2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64" name="Google Shape;564;p8"/>
          <p:cNvGrpSpPr/>
          <p:nvPr/>
        </p:nvGrpSpPr>
        <p:grpSpPr>
          <a:xfrm>
            <a:off x="7049868" y="4738514"/>
            <a:ext cx="578032" cy="285706"/>
            <a:chOff x="7493876" y="2774731"/>
            <a:chExt cx="1481958" cy="894622"/>
          </a:xfrm>
        </p:grpSpPr>
        <p:sp>
          <p:nvSpPr>
            <p:cNvPr id="565" name="Google Shape;565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66" name="Google Shape;566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67" name="Google Shape;567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68" name="Google Shape;568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2" name="Google Shape;572;p8"/>
          <p:cNvGrpSpPr/>
          <p:nvPr/>
        </p:nvGrpSpPr>
        <p:grpSpPr>
          <a:xfrm>
            <a:off x="6681740" y="5392274"/>
            <a:ext cx="578032" cy="285706"/>
            <a:chOff x="7493876" y="2774731"/>
            <a:chExt cx="1481958" cy="894622"/>
          </a:xfrm>
        </p:grpSpPr>
        <p:sp>
          <p:nvSpPr>
            <p:cNvPr id="573" name="Google Shape;573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74" name="Google Shape;574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75" name="Google Shape;575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76" name="Google Shape;576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0" name="Google Shape;580;p8"/>
          <p:cNvGrpSpPr/>
          <p:nvPr/>
        </p:nvGrpSpPr>
        <p:grpSpPr>
          <a:xfrm>
            <a:off x="5525266" y="5343605"/>
            <a:ext cx="578032" cy="285706"/>
            <a:chOff x="7493876" y="2774731"/>
            <a:chExt cx="1481958" cy="894622"/>
          </a:xfrm>
        </p:grpSpPr>
        <p:sp>
          <p:nvSpPr>
            <p:cNvPr id="581" name="Google Shape;581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82" name="Google Shape;582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83" name="Google Shape;583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4" name="Google Shape;584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8" name="Google Shape;588;p8"/>
          <p:cNvGrpSpPr/>
          <p:nvPr/>
        </p:nvGrpSpPr>
        <p:grpSpPr>
          <a:xfrm>
            <a:off x="6130766" y="4428206"/>
            <a:ext cx="578032" cy="285706"/>
            <a:chOff x="7493876" y="2774731"/>
            <a:chExt cx="1481958" cy="894622"/>
          </a:xfrm>
        </p:grpSpPr>
        <p:sp>
          <p:nvSpPr>
            <p:cNvPr id="589" name="Google Shape;589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91" name="Google Shape;591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2" name="Google Shape;592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6" name="Google Shape;596;p8"/>
          <p:cNvGrpSpPr/>
          <p:nvPr/>
        </p:nvGrpSpPr>
        <p:grpSpPr>
          <a:xfrm>
            <a:off x="6041427" y="5026045"/>
            <a:ext cx="578032" cy="285706"/>
            <a:chOff x="7493876" y="2774731"/>
            <a:chExt cx="1481958" cy="894622"/>
          </a:xfrm>
        </p:grpSpPr>
        <p:sp>
          <p:nvSpPr>
            <p:cNvPr id="597" name="Google Shape;597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99" name="Google Shape;599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0" name="Google Shape;600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04" name="Google Shape;604;p8"/>
          <p:cNvGrpSpPr/>
          <p:nvPr/>
        </p:nvGrpSpPr>
        <p:grpSpPr>
          <a:xfrm>
            <a:off x="5094748" y="4736342"/>
            <a:ext cx="578032" cy="285706"/>
            <a:chOff x="7493876" y="2774731"/>
            <a:chExt cx="1481958" cy="894622"/>
          </a:xfrm>
        </p:grpSpPr>
        <p:sp>
          <p:nvSpPr>
            <p:cNvPr id="605" name="Google Shape;605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07" name="Google Shape;607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8" name="Google Shape;608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" name="Google Shape;611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12" name="Google Shape;612;p8"/>
          <p:cNvGrpSpPr/>
          <p:nvPr/>
        </p:nvGrpSpPr>
        <p:grpSpPr>
          <a:xfrm>
            <a:off x="3563785" y="1706808"/>
            <a:ext cx="2317750" cy="3038266"/>
            <a:chOff x="3563785" y="1706808"/>
            <a:chExt cx="2317750" cy="3038266"/>
          </a:xfrm>
        </p:grpSpPr>
        <p:sp>
          <p:nvSpPr>
            <p:cNvPr id="613" name="Google Shape;613;p8"/>
            <p:cNvSpPr/>
            <p:nvPr/>
          </p:nvSpPr>
          <p:spPr>
            <a:xfrm rot="-5400000">
              <a:off x="4355018" y="3236963"/>
              <a:ext cx="721461" cy="2294761"/>
            </a:xfrm>
            <a:custGeom>
              <a:rect b="b" l="l" r="r" t="t"/>
              <a:pathLst>
                <a:path extrusionOk="0" h="10126" w="9799">
                  <a:moveTo>
                    <a:pt x="9563" y="0"/>
                  </a:moveTo>
                  <a:cubicBezTo>
                    <a:pt x="6380" y="3447"/>
                    <a:pt x="4378" y="4742"/>
                    <a:pt x="0" y="7515"/>
                  </a:cubicBezTo>
                  <a:cubicBezTo>
                    <a:pt x="19" y="7790"/>
                    <a:pt x="36" y="8067"/>
                    <a:pt x="55" y="8343"/>
                  </a:cubicBezTo>
                  <a:cubicBezTo>
                    <a:pt x="3592" y="8754"/>
                    <a:pt x="6787" y="8518"/>
                    <a:pt x="9611" y="10126"/>
                  </a:cubicBezTo>
                  <a:cubicBezTo>
                    <a:pt x="9580" y="4725"/>
                    <a:pt x="10082" y="3581"/>
                    <a:pt x="9563" y="0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75000">
                  <a:srgbClr val="D8D8D8"/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3563785" y="1706808"/>
              <a:ext cx="2317750" cy="2333625"/>
            </a:xfrm>
            <a:prstGeom prst="rect">
              <a:avLst/>
            </a:prstGeom>
            <a:solidFill>
              <a:srgbClr val="D8D8D8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3689197" y="1759196"/>
              <a:ext cx="2095500" cy="604837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8"/>
            <p:cNvSpPr txBox="1"/>
            <p:nvPr/>
          </p:nvSpPr>
          <p:spPr>
            <a:xfrm>
              <a:off x="3812415" y="1866181"/>
              <a:ext cx="18637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routing algorithm</a:t>
              </a: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3743172" y="2586219"/>
              <a:ext cx="2005013" cy="135737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8"/>
            <p:cNvSpPr txBox="1"/>
            <p:nvPr/>
          </p:nvSpPr>
          <p:spPr>
            <a:xfrm>
              <a:off x="3706660" y="2864096"/>
              <a:ext cx="1212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header value</a:t>
              </a:r>
              <a:endParaRPr/>
            </a:p>
          </p:txBody>
        </p:sp>
        <p:sp>
          <p:nvSpPr>
            <p:cNvPr id="619" name="Google Shape;619;p8"/>
            <p:cNvSpPr txBox="1"/>
            <p:nvPr/>
          </p:nvSpPr>
          <p:spPr>
            <a:xfrm>
              <a:off x="4773460" y="2865683"/>
              <a:ext cx="1041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output link</a:t>
              </a:r>
              <a:endParaRPr/>
            </a:p>
          </p:txBody>
        </p:sp>
        <p:cxnSp>
          <p:nvCxnSpPr>
            <p:cNvPr id="620" name="Google Shape;620;p8"/>
            <p:cNvCxnSpPr/>
            <p:nvPr/>
          </p:nvCxnSpPr>
          <p:spPr>
            <a:xfrm>
              <a:off x="4871885" y="2876796"/>
              <a:ext cx="7937" cy="1066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21" name="Google Shape;621;p8"/>
            <p:cNvSpPr txBox="1"/>
            <p:nvPr/>
          </p:nvSpPr>
          <p:spPr>
            <a:xfrm>
              <a:off x="4362297" y="3148258"/>
              <a:ext cx="5207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0100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0101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0111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1001</a:t>
              </a:r>
              <a:endParaRPr/>
            </a:p>
          </p:txBody>
        </p:sp>
        <p:sp>
          <p:nvSpPr>
            <p:cNvPr id="622" name="Google Shape;622;p8"/>
            <p:cNvSpPr txBox="1"/>
            <p:nvPr/>
          </p:nvSpPr>
          <p:spPr>
            <a:xfrm>
              <a:off x="4887760" y="3148258"/>
              <a:ext cx="268287" cy="822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cxnSp>
          <p:nvCxnSpPr>
            <p:cNvPr id="623" name="Google Shape;623;p8"/>
            <p:cNvCxnSpPr/>
            <p:nvPr/>
          </p:nvCxnSpPr>
          <p:spPr>
            <a:xfrm>
              <a:off x="3743172" y="3133971"/>
              <a:ext cx="2006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4" name="Google Shape;624;p8"/>
            <p:cNvCxnSpPr/>
            <p:nvPr/>
          </p:nvCxnSpPr>
          <p:spPr>
            <a:xfrm>
              <a:off x="3735235" y="2886321"/>
              <a:ext cx="2006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25" name="Google Shape;625;p8"/>
            <p:cNvSpPr txBox="1"/>
            <p:nvPr/>
          </p:nvSpPr>
          <p:spPr>
            <a:xfrm>
              <a:off x="3671421" y="2588130"/>
              <a:ext cx="21818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local forwarding table</a:t>
              </a:r>
              <a:endParaRPr/>
            </a:p>
          </p:txBody>
        </p:sp>
        <p:sp>
          <p:nvSpPr>
            <p:cNvPr id="626" name="Google Shape;626;p8"/>
            <p:cNvSpPr/>
            <p:nvPr/>
          </p:nvSpPr>
          <p:spPr>
            <a:xfrm rot="5400000">
              <a:off x="4641697" y="2356096"/>
              <a:ext cx="241300" cy="273050"/>
            </a:xfrm>
            <a:prstGeom prst="rightArrow">
              <a:avLst>
                <a:gd fmla="val 51167" name="adj1"/>
                <a:gd fmla="val 39736" name="adj2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7" name="Google Shape;627;p8"/>
          <p:cNvSpPr txBox="1"/>
          <p:nvPr>
            <p:ph idx="1" type="body"/>
          </p:nvPr>
        </p:nvSpPr>
        <p:spPr>
          <a:xfrm>
            <a:off x="332534" y="2514905"/>
            <a:ext cx="2930611" cy="3063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en-US" sz="3000">
                <a:solidFill>
                  <a:srgbClr val="C00000"/>
                </a:solidFill>
              </a:rPr>
              <a:t>Forwarding</a:t>
            </a:r>
            <a:r>
              <a:rPr i="1" lang="en-US">
                <a:solidFill>
                  <a:srgbClr val="C00000"/>
                </a:solidFill>
              </a:rPr>
              <a:t>:</a:t>
            </a:r>
            <a:r>
              <a:rPr lang="en-US">
                <a:solidFill>
                  <a:srgbClr val="C00000"/>
                </a:solidFill>
              </a:rPr>
              <a:t> 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aka “switching”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i="1" lang="en-US">
                <a:solidFill>
                  <a:srgbClr val="C00000"/>
                </a:solidFill>
              </a:rPr>
              <a:t>local</a:t>
            </a:r>
            <a:r>
              <a:rPr i="1" lang="en-US"/>
              <a:t> </a:t>
            </a:r>
            <a:r>
              <a:rPr lang="en-US"/>
              <a:t>action: move arriving packets from router’s input link to appropriate router output link</a:t>
            </a:r>
            <a:endParaRPr/>
          </a:p>
          <a:p>
            <a:pPr indent="-57784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cxnSp>
        <p:nvCxnSpPr>
          <p:cNvPr id="628" name="Google Shape;628;p8"/>
          <p:cNvCxnSpPr/>
          <p:nvPr/>
        </p:nvCxnSpPr>
        <p:spPr>
          <a:xfrm>
            <a:off x="2389758" y="2757407"/>
            <a:ext cx="1281663" cy="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29" name="Google Shape;629;p8"/>
          <p:cNvGrpSpPr/>
          <p:nvPr/>
        </p:nvGrpSpPr>
        <p:grpSpPr>
          <a:xfrm>
            <a:off x="3744796" y="2580320"/>
            <a:ext cx="2017520" cy="338554"/>
            <a:chOff x="6181202" y="4326532"/>
            <a:chExt cx="2017520" cy="338554"/>
          </a:xfrm>
        </p:grpSpPr>
        <p:sp>
          <p:nvSpPr>
            <p:cNvPr id="630" name="Google Shape;630;p8"/>
            <p:cNvSpPr/>
            <p:nvPr/>
          </p:nvSpPr>
          <p:spPr>
            <a:xfrm>
              <a:off x="6192122" y="4338108"/>
              <a:ext cx="2006600" cy="2959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8"/>
            <p:cNvSpPr txBox="1"/>
            <p:nvPr/>
          </p:nvSpPr>
          <p:spPr>
            <a:xfrm>
              <a:off x="6181202" y="4326532"/>
              <a:ext cx="200567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local forwarding table</a:t>
              </a:r>
              <a:endParaRPr/>
            </a:p>
          </p:txBody>
        </p:sp>
      </p:grpSp>
      <p:grpSp>
        <p:nvGrpSpPr>
          <p:cNvPr id="632" name="Google Shape;632;p8"/>
          <p:cNvGrpSpPr/>
          <p:nvPr/>
        </p:nvGrpSpPr>
        <p:grpSpPr>
          <a:xfrm>
            <a:off x="5698975" y="3819688"/>
            <a:ext cx="2183401" cy="2394971"/>
            <a:chOff x="5698975" y="3819688"/>
            <a:chExt cx="2183401" cy="2394971"/>
          </a:xfrm>
        </p:grpSpPr>
        <p:sp>
          <p:nvSpPr>
            <p:cNvPr id="633" name="Google Shape;633;p8"/>
            <p:cNvSpPr/>
            <p:nvPr/>
          </p:nvSpPr>
          <p:spPr>
            <a:xfrm>
              <a:off x="7050700" y="6168940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8"/>
            <p:cNvSpPr/>
            <p:nvPr/>
          </p:nvSpPr>
          <p:spPr>
            <a:xfrm>
              <a:off x="6359921" y="5968768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8"/>
            <p:cNvSpPr/>
            <p:nvPr/>
          </p:nvSpPr>
          <p:spPr>
            <a:xfrm>
              <a:off x="5698975" y="6141541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7405975" y="4146032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6407517" y="3819688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8" name="Google Shape;638;p8"/>
          <p:cNvSpPr txBox="1"/>
          <p:nvPr/>
        </p:nvSpPr>
        <p:spPr>
          <a:xfrm>
            <a:off x="8430283" y="1824271"/>
            <a:ext cx="3555414" cy="3006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1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None/>
            </a:pPr>
            <a:r>
              <a:rPr b="0" i="1" lang="en-US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Routing: </a:t>
            </a:r>
            <a:endParaRPr/>
          </a:p>
          <a:p>
            <a:pPr indent="-285750" lvl="0" marL="4000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action: determine source-destination paths taken by packets</a:t>
            </a:r>
            <a:endParaRPr/>
          </a:p>
          <a:p>
            <a:pPr indent="-285750" lvl="0" marL="4000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routing algorithms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8"/>
          <p:cNvSpPr/>
          <p:nvPr/>
        </p:nvSpPr>
        <p:spPr>
          <a:xfrm>
            <a:off x="4869344" y="4824326"/>
            <a:ext cx="1041867" cy="336451"/>
          </a:xfrm>
          <a:custGeom>
            <a:rect b="b" l="l" r="r" t="t"/>
            <a:pathLst>
              <a:path extrusionOk="0" h="14797" w="10844">
                <a:moveTo>
                  <a:pt x="0" y="14797"/>
                </a:moveTo>
                <a:cubicBezTo>
                  <a:pt x="2168" y="9517"/>
                  <a:pt x="5654" y="-1331"/>
                  <a:pt x="7042" y="135"/>
                </a:cubicBezTo>
                <a:cubicBezTo>
                  <a:pt x="8563" y="1950"/>
                  <a:pt x="9984" y="6698"/>
                  <a:pt x="10844" y="9978"/>
                </a:cubicBezTo>
              </a:path>
            </a:pathLst>
          </a:custGeom>
          <a:noFill/>
          <a:ln cap="flat" cmpd="sng" w="57150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0" name="Google Shape;640;p8"/>
          <p:cNvGrpSpPr/>
          <p:nvPr/>
        </p:nvGrpSpPr>
        <p:grpSpPr>
          <a:xfrm>
            <a:off x="3689197" y="1759195"/>
            <a:ext cx="2095500" cy="604837"/>
            <a:chOff x="3839579" y="1912090"/>
            <a:chExt cx="2095500" cy="604837"/>
          </a:xfrm>
        </p:grpSpPr>
        <p:sp>
          <p:nvSpPr>
            <p:cNvPr id="641" name="Google Shape;641;p8"/>
            <p:cNvSpPr/>
            <p:nvPr/>
          </p:nvSpPr>
          <p:spPr>
            <a:xfrm>
              <a:off x="3839579" y="1912090"/>
              <a:ext cx="2095500" cy="6048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8"/>
            <p:cNvSpPr txBox="1"/>
            <p:nvPr/>
          </p:nvSpPr>
          <p:spPr>
            <a:xfrm>
              <a:off x="3964815" y="2018581"/>
              <a:ext cx="18637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routing algorithm</a:t>
              </a:r>
              <a:endParaRPr/>
            </a:p>
          </p:txBody>
        </p:sp>
      </p:grpSp>
      <p:sp>
        <p:nvSpPr>
          <p:cNvPr id="643" name="Google Shape;643;p8"/>
          <p:cNvSpPr/>
          <p:nvPr/>
        </p:nvSpPr>
        <p:spPr>
          <a:xfrm>
            <a:off x="5748185" y="4775202"/>
            <a:ext cx="2423480" cy="399173"/>
          </a:xfrm>
          <a:custGeom>
            <a:rect b="b" l="l" r="r" t="t"/>
            <a:pathLst>
              <a:path extrusionOk="0" h="399173" w="2423480">
                <a:moveTo>
                  <a:pt x="0" y="142112"/>
                </a:moveTo>
                <a:cubicBezTo>
                  <a:pt x="175313" y="277993"/>
                  <a:pt x="350627" y="413874"/>
                  <a:pt x="613863" y="397888"/>
                </a:cubicBezTo>
                <a:cubicBezTo>
                  <a:pt x="877099" y="381902"/>
                  <a:pt x="1277816" y="112272"/>
                  <a:pt x="1579419" y="46196"/>
                </a:cubicBezTo>
                <a:cubicBezTo>
                  <a:pt x="1881022" y="-19880"/>
                  <a:pt x="2065394" y="5697"/>
                  <a:pt x="2423480" y="1434"/>
                </a:cubicBezTo>
              </a:path>
            </a:pathLst>
          </a:custGeom>
          <a:noFill/>
          <a:ln cap="flat" cmpd="sng" w="444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4" name="Google Shape;644;p8"/>
          <p:cNvGrpSpPr/>
          <p:nvPr/>
        </p:nvGrpSpPr>
        <p:grpSpPr>
          <a:xfrm>
            <a:off x="5600948" y="2059246"/>
            <a:ext cx="2852523" cy="3990269"/>
            <a:chOff x="5600948" y="2059246"/>
            <a:chExt cx="2852523" cy="3990269"/>
          </a:xfrm>
        </p:grpSpPr>
        <p:cxnSp>
          <p:nvCxnSpPr>
            <p:cNvPr id="645" name="Google Shape;645;p8"/>
            <p:cNvCxnSpPr/>
            <p:nvPr/>
          </p:nvCxnSpPr>
          <p:spPr>
            <a:xfrm rot="10800000">
              <a:off x="5600948" y="2062812"/>
              <a:ext cx="2852523" cy="0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6" name="Google Shape;646;p8"/>
            <p:cNvCxnSpPr/>
            <p:nvPr/>
          </p:nvCxnSpPr>
          <p:spPr>
            <a:xfrm flipH="1">
              <a:off x="6643279" y="2072337"/>
              <a:ext cx="1781930" cy="1569387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8"/>
            <p:cNvCxnSpPr/>
            <p:nvPr/>
          </p:nvCxnSpPr>
          <p:spPr>
            <a:xfrm flipH="1">
              <a:off x="7640094" y="2059246"/>
              <a:ext cx="802722" cy="1908551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48" name="Google Shape;648;p8"/>
            <p:cNvGrpSpPr/>
            <p:nvPr/>
          </p:nvGrpSpPr>
          <p:grpSpPr>
            <a:xfrm>
              <a:off x="6178887" y="2060294"/>
              <a:ext cx="2270632" cy="3989221"/>
              <a:chOff x="6178887" y="2060294"/>
              <a:chExt cx="2270632" cy="3989221"/>
            </a:xfrm>
          </p:grpSpPr>
          <p:sp>
            <p:nvSpPr>
              <p:cNvPr id="649" name="Google Shape;649;p8"/>
              <p:cNvSpPr/>
              <p:nvPr/>
            </p:nvSpPr>
            <p:spPr>
              <a:xfrm>
                <a:off x="6852213" y="2060294"/>
                <a:ext cx="1597306" cy="3796496"/>
              </a:xfrm>
              <a:custGeom>
                <a:rect b="b" l="l" r="r" t="t"/>
                <a:pathLst>
                  <a:path extrusionOk="0" h="3796496" w="1597306">
                    <a:moveTo>
                      <a:pt x="1597306" y="0"/>
                    </a:moveTo>
                    <a:lnTo>
                      <a:pt x="925974" y="3784921"/>
                    </a:lnTo>
                    <a:lnTo>
                      <a:pt x="0" y="3796496"/>
                    </a:lnTo>
                    <a:lnTo>
                      <a:pt x="0" y="3796496"/>
                    </a:lnTo>
                  </a:path>
                </a:pathLst>
              </a:cu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50" name="Google Shape;650;p8"/>
              <p:cNvCxnSpPr>
                <a:stCxn id="649" idx="1"/>
              </p:cNvCxnSpPr>
              <p:nvPr/>
            </p:nvCxnSpPr>
            <p:spPr>
              <a:xfrm flipH="1">
                <a:off x="7535787" y="5845215"/>
                <a:ext cx="242400" cy="204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1" name="Google Shape;651;p8"/>
              <p:cNvCxnSpPr>
                <a:stCxn id="649" idx="1"/>
              </p:cNvCxnSpPr>
              <p:nvPr/>
            </p:nvCxnSpPr>
            <p:spPr>
              <a:xfrm flipH="1">
                <a:off x="6178887" y="5845215"/>
                <a:ext cx="1599300" cy="182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52" name="Google Shape;652;p8"/>
          <p:cNvGrpSpPr/>
          <p:nvPr/>
        </p:nvGrpSpPr>
        <p:grpSpPr>
          <a:xfrm>
            <a:off x="5679271" y="3642935"/>
            <a:ext cx="2210121" cy="2467075"/>
            <a:chOff x="5679271" y="3642935"/>
            <a:chExt cx="2210121" cy="2467075"/>
          </a:xfrm>
        </p:grpSpPr>
        <p:sp>
          <p:nvSpPr>
            <p:cNvPr id="653" name="Google Shape;653;p8"/>
            <p:cNvSpPr/>
            <p:nvPr/>
          </p:nvSpPr>
          <p:spPr>
            <a:xfrm>
              <a:off x="7044350" y="5992553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6344311" y="5792457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5679271" y="5968768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8"/>
            <p:cNvSpPr/>
            <p:nvPr/>
          </p:nvSpPr>
          <p:spPr>
            <a:xfrm>
              <a:off x="7390760" y="3969843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8"/>
            <p:cNvSpPr/>
            <p:nvPr/>
          </p:nvSpPr>
          <p:spPr>
            <a:xfrm>
              <a:off x="6395551" y="3642935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" name="Google Shape;6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093" y="671089"/>
            <a:ext cx="10922758" cy="5252742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9"/>
          <p:cNvSpPr/>
          <p:nvPr/>
        </p:nvSpPr>
        <p:spPr>
          <a:xfrm>
            <a:off x="1445846" y="2196123"/>
            <a:ext cx="9159631" cy="1414585"/>
          </a:xfrm>
          <a:custGeom>
            <a:rect b="b" l="l" r="r" t="t"/>
            <a:pathLst>
              <a:path extrusionOk="0" h="1414585" w="9159631">
                <a:moveTo>
                  <a:pt x="39077" y="1414585"/>
                </a:moveTo>
                <a:lnTo>
                  <a:pt x="31262" y="1289539"/>
                </a:lnTo>
                <a:lnTo>
                  <a:pt x="0" y="1211385"/>
                </a:lnTo>
                <a:lnTo>
                  <a:pt x="39077" y="1148862"/>
                </a:lnTo>
                <a:lnTo>
                  <a:pt x="132862" y="1109785"/>
                </a:lnTo>
                <a:lnTo>
                  <a:pt x="242277" y="984739"/>
                </a:lnTo>
                <a:lnTo>
                  <a:pt x="296985" y="937846"/>
                </a:lnTo>
                <a:lnTo>
                  <a:pt x="375139" y="930031"/>
                </a:lnTo>
                <a:lnTo>
                  <a:pt x="445477" y="898769"/>
                </a:lnTo>
                <a:lnTo>
                  <a:pt x="523631" y="883139"/>
                </a:lnTo>
                <a:lnTo>
                  <a:pt x="601785" y="804985"/>
                </a:lnTo>
                <a:lnTo>
                  <a:pt x="687754" y="734646"/>
                </a:lnTo>
                <a:lnTo>
                  <a:pt x="726831" y="625231"/>
                </a:lnTo>
                <a:lnTo>
                  <a:pt x="804985" y="554892"/>
                </a:lnTo>
                <a:lnTo>
                  <a:pt x="828431" y="531446"/>
                </a:lnTo>
                <a:lnTo>
                  <a:pt x="930031" y="578339"/>
                </a:lnTo>
                <a:lnTo>
                  <a:pt x="930031" y="578339"/>
                </a:lnTo>
                <a:lnTo>
                  <a:pt x="1031631" y="617415"/>
                </a:lnTo>
                <a:lnTo>
                  <a:pt x="1031631" y="617415"/>
                </a:lnTo>
                <a:lnTo>
                  <a:pt x="1148862" y="601785"/>
                </a:lnTo>
                <a:lnTo>
                  <a:pt x="1148862" y="601785"/>
                </a:lnTo>
                <a:lnTo>
                  <a:pt x="1266092" y="508000"/>
                </a:lnTo>
                <a:lnTo>
                  <a:pt x="1422400" y="523631"/>
                </a:lnTo>
                <a:lnTo>
                  <a:pt x="1492739" y="593969"/>
                </a:lnTo>
                <a:lnTo>
                  <a:pt x="1672492" y="601785"/>
                </a:lnTo>
                <a:lnTo>
                  <a:pt x="1672492" y="601785"/>
                </a:lnTo>
                <a:lnTo>
                  <a:pt x="1844431" y="609600"/>
                </a:lnTo>
                <a:lnTo>
                  <a:pt x="1969477" y="593969"/>
                </a:lnTo>
                <a:lnTo>
                  <a:pt x="2008554" y="570523"/>
                </a:lnTo>
                <a:lnTo>
                  <a:pt x="2016369" y="508000"/>
                </a:lnTo>
                <a:lnTo>
                  <a:pt x="2078892" y="461108"/>
                </a:lnTo>
                <a:lnTo>
                  <a:pt x="2196123" y="453292"/>
                </a:lnTo>
                <a:lnTo>
                  <a:pt x="2274277" y="398585"/>
                </a:lnTo>
                <a:lnTo>
                  <a:pt x="2344616" y="398585"/>
                </a:lnTo>
                <a:lnTo>
                  <a:pt x="2383692" y="406400"/>
                </a:lnTo>
                <a:lnTo>
                  <a:pt x="2454031" y="367323"/>
                </a:lnTo>
                <a:lnTo>
                  <a:pt x="2563446" y="382954"/>
                </a:lnTo>
                <a:lnTo>
                  <a:pt x="2735385" y="359508"/>
                </a:lnTo>
                <a:lnTo>
                  <a:pt x="2735385" y="359508"/>
                </a:lnTo>
                <a:lnTo>
                  <a:pt x="2899508" y="351692"/>
                </a:lnTo>
                <a:lnTo>
                  <a:pt x="3118339" y="484554"/>
                </a:lnTo>
                <a:lnTo>
                  <a:pt x="3141785" y="531446"/>
                </a:lnTo>
                <a:lnTo>
                  <a:pt x="3485662" y="484554"/>
                </a:lnTo>
                <a:lnTo>
                  <a:pt x="3681046" y="515815"/>
                </a:lnTo>
                <a:lnTo>
                  <a:pt x="3915508" y="500185"/>
                </a:lnTo>
                <a:lnTo>
                  <a:pt x="4079631" y="547077"/>
                </a:lnTo>
                <a:lnTo>
                  <a:pt x="4196862" y="601785"/>
                </a:lnTo>
                <a:lnTo>
                  <a:pt x="4329723" y="617415"/>
                </a:lnTo>
                <a:lnTo>
                  <a:pt x="4415692" y="570523"/>
                </a:lnTo>
                <a:lnTo>
                  <a:pt x="4712677" y="578339"/>
                </a:lnTo>
                <a:lnTo>
                  <a:pt x="4837723" y="492369"/>
                </a:lnTo>
                <a:lnTo>
                  <a:pt x="4900246" y="468923"/>
                </a:lnTo>
                <a:lnTo>
                  <a:pt x="4939323" y="414215"/>
                </a:lnTo>
                <a:lnTo>
                  <a:pt x="5205046" y="406400"/>
                </a:lnTo>
                <a:lnTo>
                  <a:pt x="5330092" y="359508"/>
                </a:lnTo>
                <a:lnTo>
                  <a:pt x="5705231" y="367323"/>
                </a:lnTo>
                <a:lnTo>
                  <a:pt x="5838092" y="390769"/>
                </a:lnTo>
                <a:lnTo>
                  <a:pt x="5900616" y="429846"/>
                </a:lnTo>
                <a:lnTo>
                  <a:pt x="6252308" y="453292"/>
                </a:lnTo>
                <a:lnTo>
                  <a:pt x="6392985" y="382954"/>
                </a:lnTo>
                <a:lnTo>
                  <a:pt x="6557108" y="390769"/>
                </a:lnTo>
                <a:lnTo>
                  <a:pt x="6619631" y="351692"/>
                </a:lnTo>
                <a:lnTo>
                  <a:pt x="6900985" y="351692"/>
                </a:lnTo>
                <a:lnTo>
                  <a:pt x="6994769" y="382954"/>
                </a:lnTo>
                <a:lnTo>
                  <a:pt x="7119816" y="390769"/>
                </a:lnTo>
                <a:lnTo>
                  <a:pt x="7221416" y="398585"/>
                </a:lnTo>
                <a:lnTo>
                  <a:pt x="7323016" y="453292"/>
                </a:lnTo>
                <a:lnTo>
                  <a:pt x="7448062" y="445477"/>
                </a:lnTo>
                <a:lnTo>
                  <a:pt x="7721600" y="328246"/>
                </a:lnTo>
                <a:lnTo>
                  <a:pt x="7963877" y="187569"/>
                </a:lnTo>
                <a:lnTo>
                  <a:pt x="8073292" y="85969"/>
                </a:lnTo>
                <a:lnTo>
                  <a:pt x="8073292" y="85969"/>
                </a:lnTo>
                <a:lnTo>
                  <a:pt x="8088923" y="31262"/>
                </a:lnTo>
                <a:lnTo>
                  <a:pt x="8253046" y="31262"/>
                </a:lnTo>
                <a:lnTo>
                  <a:pt x="8346831" y="15631"/>
                </a:lnTo>
                <a:lnTo>
                  <a:pt x="8479692" y="39077"/>
                </a:lnTo>
                <a:lnTo>
                  <a:pt x="8565662" y="0"/>
                </a:lnTo>
                <a:lnTo>
                  <a:pt x="8721969" y="7815"/>
                </a:lnTo>
                <a:lnTo>
                  <a:pt x="8862646" y="46892"/>
                </a:lnTo>
                <a:lnTo>
                  <a:pt x="8932985" y="46892"/>
                </a:lnTo>
                <a:lnTo>
                  <a:pt x="9003323" y="109415"/>
                </a:lnTo>
                <a:lnTo>
                  <a:pt x="9018954" y="179754"/>
                </a:lnTo>
                <a:lnTo>
                  <a:pt x="9097108" y="211015"/>
                </a:lnTo>
                <a:lnTo>
                  <a:pt x="9159631" y="242277"/>
                </a:lnTo>
                <a:lnTo>
                  <a:pt x="9159631" y="242277"/>
                </a:lnTo>
              </a:path>
            </a:pathLst>
          </a:cu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9"/>
          <p:cNvSpPr txBox="1"/>
          <p:nvPr/>
        </p:nvSpPr>
        <p:spPr>
          <a:xfrm>
            <a:off x="4994031" y="2985477"/>
            <a:ext cx="200054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routing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1" name="Google Shape;6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093" y="671089"/>
            <a:ext cx="10922758" cy="5252742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10"/>
          <p:cNvSpPr/>
          <p:nvPr/>
        </p:nvSpPr>
        <p:spPr>
          <a:xfrm>
            <a:off x="1445846" y="2196123"/>
            <a:ext cx="9159631" cy="1414585"/>
          </a:xfrm>
          <a:custGeom>
            <a:rect b="b" l="l" r="r" t="t"/>
            <a:pathLst>
              <a:path extrusionOk="0" h="1414585" w="9159631">
                <a:moveTo>
                  <a:pt x="39077" y="1414585"/>
                </a:moveTo>
                <a:lnTo>
                  <a:pt x="31262" y="1289539"/>
                </a:lnTo>
                <a:lnTo>
                  <a:pt x="0" y="1211385"/>
                </a:lnTo>
                <a:lnTo>
                  <a:pt x="39077" y="1148862"/>
                </a:lnTo>
                <a:lnTo>
                  <a:pt x="132862" y="1109785"/>
                </a:lnTo>
                <a:lnTo>
                  <a:pt x="242277" y="984739"/>
                </a:lnTo>
                <a:lnTo>
                  <a:pt x="296985" y="937846"/>
                </a:lnTo>
                <a:lnTo>
                  <a:pt x="375139" y="930031"/>
                </a:lnTo>
                <a:lnTo>
                  <a:pt x="445477" y="898769"/>
                </a:lnTo>
                <a:lnTo>
                  <a:pt x="523631" y="883139"/>
                </a:lnTo>
                <a:lnTo>
                  <a:pt x="601785" y="804985"/>
                </a:lnTo>
                <a:lnTo>
                  <a:pt x="687754" y="734646"/>
                </a:lnTo>
                <a:lnTo>
                  <a:pt x="726831" y="625231"/>
                </a:lnTo>
                <a:lnTo>
                  <a:pt x="804985" y="554892"/>
                </a:lnTo>
                <a:lnTo>
                  <a:pt x="828431" y="531446"/>
                </a:lnTo>
                <a:lnTo>
                  <a:pt x="930031" y="578339"/>
                </a:lnTo>
                <a:lnTo>
                  <a:pt x="930031" y="578339"/>
                </a:lnTo>
                <a:lnTo>
                  <a:pt x="1031631" y="617415"/>
                </a:lnTo>
                <a:lnTo>
                  <a:pt x="1031631" y="617415"/>
                </a:lnTo>
                <a:lnTo>
                  <a:pt x="1148862" y="601785"/>
                </a:lnTo>
                <a:lnTo>
                  <a:pt x="1148862" y="601785"/>
                </a:lnTo>
                <a:lnTo>
                  <a:pt x="1266092" y="508000"/>
                </a:lnTo>
                <a:lnTo>
                  <a:pt x="1422400" y="523631"/>
                </a:lnTo>
                <a:lnTo>
                  <a:pt x="1492739" y="593969"/>
                </a:lnTo>
                <a:lnTo>
                  <a:pt x="1672492" y="601785"/>
                </a:lnTo>
                <a:lnTo>
                  <a:pt x="1672492" y="601785"/>
                </a:lnTo>
                <a:lnTo>
                  <a:pt x="1844431" y="609600"/>
                </a:lnTo>
                <a:lnTo>
                  <a:pt x="1969477" y="593969"/>
                </a:lnTo>
                <a:lnTo>
                  <a:pt x="2008554" y="570523"/>
                </a:lnTo>
                <a:lnTo>
                  <a:pt x="2016369" y="508000"/>
                </a:lnTo>
                <a:lnTo>
                  <a:pt x="2078892" y="461108"/>
                </a:lnTo>
                <a:lnTo>
                  <a:pt x="2196123" y="453292"/>
                </a:lnTo>
                <a:lnTo>
                  <a:pt x="2274277" y="398585"/>
                </a:lnTo>
                <a:lnTo>
                  <a:pt x="2344616" y="398585"/>
                </a:lnTo>
                <a:lnTo>
                  <a:pt x="2383692" y="406400"/>
                </a:lnTo>
                <a:lnTo>
                  <a:pt x="2454031" y="367323"/>
                </a:lnTo>
                <a:lnTo>
                  <a:pt x="2563446" y="382954"/>
                </a:lnTo>
                <a:lnTo>
                  <a:pt x="2735385" y="359508"/>
                </a:lnTo>
                <a:lnTo>
                  <a:pt x="2735385" y="359508"/>
                </a:lnTo>
                <a:lnTo>
                  <a:pt x="2899508" y="351692"/>
                </a:lnTo>
                <a:lnTo>
                  <a:pt x="3118339" y="484554"/>
                </a:lnTo>
                <a:lnTo>
                  <a:pt x="3141785" y="531446"/>
                </a:lnTo>
                <a:lnTo>
                  <a:pt x="3485662" y="484554"/>
                </a:lnTo>
                <a:lnTo>
                  <a:pt x="3681046" y="515815"/>
                </a:lnTo>
                <a:lnTo>
                  <a:pt x="3915508" y="500185"/>
                </a:lnTo>
                <a:lnTo>
                  <a:pt x="4079631" y="547077"/>
                </a:lnTo>
                <a:lnTo>
                  <a:pt x="4196862" y="601785"/>
                </a:lnTo>
                <a:lnTo>
                  <a:pt x="4329723" y="617415"/>
                </a:lnTo>
                <a:lnTo>
                  <a:pt x="4415692" y="570523"/>
                </a:lnTo>
                <a:lnTo>
                  <a:pt x="4712677" y="578339"/>
                </a:lnTo>
                <a:lnTo>
                  <a:pt x="4837723" y="492369"/>
                </a:lnTo>
                <a:lnTo>
                  <a:pt x="4900246" y="468923"/>
                </a:lnTo>
                <a:lnTo>
                  <a:pt x="4939323" y="414215"/>
                </a:lnTo>
                <a:lnTo>
                  <a:pt x="5205046" y="406400"/>
                </a:lnTo>
                <a:lnTo>
                  <a:pt x="5330092" y="359508"/>
                </a:lnTo>
                <a:lnTo>
                  <a:pt x="5705231" y="367323"/>
                </a:lnTo>
                <a:lnTo>
                  <a:pt x="5838092" y="390769"/>
                </a:lnTo>
                <a:lnTo>
                  <a:pt x="5900616" y="429846"/>
                </a:lnTo>
                <a:lnTo>
                  <a:pt x="6252308" y="453292"/>
                </a:lnTo>
                <a:lnTo>
                  <a:pt x="6392985" y="382954"/>
                </a:lnTo>
                <a:lnTo>
                  <a:pt x="6557108" y="390769"/>
                </a:lnTo>
                <a:lnTo>
                  <a:pt x="6619631" y="351692"/>
                </a:lnTo>
                <a:lnTo>
                  <a:pt x="6900985" y="351692"/>
                </a:lnTo>
                <a:lnTo>
                  <a:pt x="6994769" y="382954"/>
                </a:lnTo>
                <a:lnTo>
                  <a:pt x="7119816" y="390769"/>
                </a:lnTo>
                <a:lnTo>
                  <a:pt x="7221416" y="398585"/>
                </a:lnTo>
                <a:lnTo>
                  <a:pt x="7323016" y="453292"/>
                </a:lnTo>
                <a:lnTo>
                  <a:pt x="7448062" y="445477"/>
                </a:lnTo>
                <a:lnTo>
                  <a:pt x="7721600" y="328246"/>
                </a:lnTo>
                <a:lnTo>
                  <a:pt x="7963877" y="187569"/>
                </a:lnTo>
                <a:lnTo>
                  <a:pt x="8073292" y="85969"/>
                </a:lnTo>
                <a:lnTo>
                  <a:pt x="8073292" y="85969"/>
                </a:lnTo>
                <a:lnTo>
                  <a:pt x="8088923" y="31262"/>
                </a:lnTo>
                <a:lnTo>
                  <a:pt x="8253046" y="31262"/>
                </a:lnTo>
                <a:lnTo>
                  <a:pt x="8346831" y="15631"/>
                </a:lnTo>
                <a:lnTo>
                  <a:pt x="8479692" y="39077"/>
                </a:lnTo>
                <a:lnTo>
                  <a:pt x="8565662" y="0"/>
                </a:lnTo>
                <a:lnTo>
                  <a:pt x="8721969" y="7815"/>
                </a:lnTo>
                <a:lnTo>
                  <a:pt x="8862646" y="46892"/>
                </a:lnTo>
                <a:lnTo>
                  <a:pt x="8932985" y="46892"/>
                </a:lnTo>
                <a:lnTo>
                  <a:pt x="9003323" y="109415"/>
                </a:lnTo>
                <a:lnTo>
                  <a:pt x="9018954" y="179754"/>
                </a:lnTo>
                <a:lnTo>
                  <a:pt x="9097108" y="211015"/>
                </a:lnTo>
                <a:lnTo>
                  <a:pt x="9159631" y="242277"/>
                </a:lnTo>
                <a:lnTo>
                  <a:pt x="9159631" y="242277"/>
                </a:lnTo>
              </a:path>
            </a:pathLst>
          </a:cu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3" name="Google Shape;673;p10"/>
          <p:cNvGrpSpPr/>
          <p:nvPr/>
        </p:nvGrpSpPr>
        <p:grpSpPr>
          <a:xfrm>
            <a:off x="1527142" y="1131216"/>
            <a:ext cx="2243580" cy="2158739"/>
            <a:chOff x="1527142" y="1131216"/>
            <a:chExt cx="2243580" cy="2158739"/>
          </a:xfrm>
        </p:grpSpPr>
        <p:pic>
          <p:nvPicPr>
            <p:cNvPr descr="A close up of a map&#10;&#10;Description automatically generated" id="674" name="Google Shape;674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68543" y="1163561"/>
              <a:ext cx="2078994" cy="17870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5" name="Google Shape;675;p10"/>
            <p:cNvSpPr/>
            <p:nvPr/>
          </p:nvSpPr>
          <p:spPr>
            <a:xfrm>
              <a:off x="1527142" y="1131216"/>
              <a:ext cx="2243580" cy="2158739"/>
            </a:xfrm>
            <a:custGeom>
              <a:rect b="b" l="l" r="r" t="t"/>
              <a:pathLst>
                <a:path extrusionOk="0" h="2158739" w="2243580">
                  <a:moveTo>
                    <a:pt x="0" y="2158739"/>
                  </a:moveTo>
                  <a:cubicBezTo>
                    <a:pt x="84842" y="1552281"/>
                    <a:pt x="94268" y="719580"/>
                    <a:pt x="141402" y="0"/>
                  </a:cubicBezTo>
                  <a:lnTo>
                    <a:pt x="160256" y="1800520"/>
                  </a:lnTo>
                  <a:lnTo>
                    <a:pt x="2243580" y="1781666"/>
                  </a:lnTo>
                  <a:cubicBezTo>
                    <a:pt x="656735" y="1973345"/>
                    <a:pt x="568751" y="1995341"/>
                    <a:pt x="0" y="2158739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48000">
                  <a:srgbClr val="D6DCE0"/>
                </a:gs>
                <a:gs pos="100000">
                  <a:srgbClr val="595959"/>
                </a:gs>
              </a:gsLst>
              <a:lin ang="14400000" scaled="0"/>
            </a:gradFill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6" name="Google Shape;676;p10"/>
          <p:cNvSpPr txBox="1"/>
          <p:nvPr/>
        </p:nvSpPr>
        <p:spPr>
          <a:xfrm>
            <a:off x="1649047" y="2813539"/>
            <a:ext cx="22306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forwarding</a:t>
            </a:r>
            <a:endParaRPr/>
          </a:p>
        </p:txBody>
      </p:sp>
      <p:grpSp>
        <p:nvGrpSpPr>
          <p:cNvPr id="677" name="Google Shape;677;p10"/>
          <p:cNvGrpSpPr/>
          <p:nvPr/>
        </p:nvGrpSpPr>
        <p:grpSpPr>
          <a:xfrm>
            <a:off x="8758797" y="2608289"/>
            <a:ext cx="2771818" cy="2930576"/>
            <a:chOff x="8758797" y="2608289"/>
            <a:chExt cx="2771818" cy="2930576"/>
          </a:xfrm>
        </p:grpSpPr>
        <p:pic>
          <p:nvPicPr>
            <p:cNvPr id="678" name="Google Shape;678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58797" y="2998032"/>
              <a:ext cx="2771818" cy="25408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9" name="Google Shape;679;p10"/>
            <p:cNvSpPr/>
            <p:nvPr/>
          </p:nvSpPr>
          <p:spPr>
            <a:xfrm>
              <a:off x="8769246" y="2608289"/>
              <a:ext cx="2683239" cy="404734"/>
            </a:xfrm>
            <a:custGeom>
              <a:rect b="b" l="l" r="r" t="t"/>
              <a:pathLst>
                <a:path extrusionOk="0" h="404734" w="2683239">
                  <a:moveTo>
                    <a:pt x="239843" y="0"/>
                  </a:moveTo>
                  <a:cubicBezTo>
                    <a:pt x="234846" y="164891"/>
                    <a:pt x="259830" y="209862"/>
                    <a:pt x="0" y="404734"/>
                  </a:cubicBezTo>
                  <a:lnTo>
                    <a:pt x="2683239" y="389744"/>
                  </a:lnTo>
                  <a:cubicBezTo>
                    <a:pt x="969364" y="244839"/>
                    <a:pt x="1054308" y="189876"/>
                    <a:pt x="239843" y="0"/>
                  </a:cubicBezTo>
                  <a:close/>
                </a:path>
              </a:pathLst>
            </a:custGeom>
            <a:gradFill>
              <a:gsLst>
                <a:gs pos="0">
                  <a:srgbClr val="F5F7FC"/>
                </a:gs>
                <a:gs pos="100000">
                  <a:srgbClr val="A5A5A5"/>
                </a:gs>
              </a:gsLst>
              <a:lin ang="5400000" scaled="0"/>
            </a:gradFill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0" name="Google Shape;680;p10"/>
          <p:cNvSpPr txBox="1"/>
          <p:nvPr/>
        </p:nvSpPr>
        <p:spPr>
          <a:xfrm>
            <a:off x="9032426" y="2448581"/>
            <a:ext cx="22306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forwarding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1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Packet-switching: store-and-forward</a:t>
            </a:r>
            <a:endParaRPr/>
          </a:p>
        </p:txBody>
      </p:sp>
      <p:sp>
        <p:nvSpPr>
          <p:cNvPr id="687" name="Google Shape;687;p11"/>
          <p:cNvSpPr txBox="1"/>
          <p:nvPr>
            <p:ph idx="1" type="body"/>
          </p:nvPr>
        </p:nvSpPr>
        <p:spPr>
          <a:xfrm>
            <a:off x="546246" y="3960083"/>
            <a:ext cx="7063421" cy="1805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solidFill>
                  <a:srgbClr val="C00000"/>
                </a:solidFill>
              </a:rPr>
              <a:t>packet transmission delay: </a:t>
            </a:r>
            <a:r>
              <a:rPr lang="en-US" sz="2600"/>
              <a:t>takes </a:t>
            </a:r>
            <a:r>
              <a:rPr i="1" lang="en-US" sz="2600"/>
              <a:t>L</a:t>
            </a:r>
            <a:r>
              <a:rPr lang="en-US" sz="2600"/>
              <a:t>/</a:t>
            </a:r>
            <a:r>
              <a:rPr i="1" lang="en-US" sz="2600"/>
              <a:t>R</a:t>
            </a:r>
            <a:r>
              <a:rPr lang="en-US" sz="2600"/>
              <a:t> seconds to transmit (push out) </a:t>
            </a:r>
            <a:r>
              <a:rPr i="1" lang="en-US" sz="2600"/>
              <a:t>L</a:t>
            </a:r>
            <a:r>
              <a:rPr lang="en-US" sz="2600"/>
              <a:t>-bit packet into link at </a:t>
            </a:r>
            <a:r>
              <a:rPr i="1" lang="en-US" sz="2600"/>
              <a:t>R</a:t>
            </a:r>
            <a:r>
              <a:rPr lang="en-US" sz="2600"/>
              <a:t> bps</a:t>
            </a:r>
            <a:endParaRPr/>
          </a:p>
          <a:p>
            <a:pPr indent="-28733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600"/>
              <a:buChar char="▪"/>
            </a:pPr>
            <a:r>
              <a:rPr i="1" lang="en-US" sz="2600">
                <a:solidFill>
                  <a:srgbClr val="CC0000"/>
                </a:solidFill>
              </a:rPr>
              <a:t>store and forward:</a:t>
            </a:r>
            <a:r>
              <a:rPr i="1" lang="en-US" sz="2600">
                <a:solidFill>
                  <a:srgbClr val="FF0000"/>
                </a:solidFill>
              </a:rPr>
              <a:t> </a:t>
            </a:r>
            <a:r>
              <a:rPr i="1" lang="en-US" sz="2600"/>
              <a:t>entire</a:t>
            </a:r>
            <a:r>
              <a:rPr lang="en-US" sz="2600"/>
              <a:t> packet must  arrive at router before it can be transmitted on next link</a:t>
            </a:r>
            <a:endParaRPr/>
          </a:p>
          <a:p>
            <a:pPr indent="-109538" lvl="0" marL="28733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88" name="Google Shape;688;p11"/>
          <p:cNvSpPr txBox="1"/>
          <p:nvPr/>
        </p:nvSpPr>
        <p:spPr>
          <a:xfrm>
            <a:off x="2329483" y="2650664"/>
            <a:ext cx="8819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/>
          </a:p>
        </p:txBody>
      </p:sp>
      <p:grpSp>
        <p:nvGrpSpPr>
          <p:cNvPr id="689" name="Google Shape;689;p11"/>
          <p:cNvGrpSpPr/>
          <p:nvPr/>
        </p:nvGrpSpPr>
        <p:grpSpPr>
          <a:xfrm>
            <a:off x="3152334" y="2565134"/>
            <a:ext cx="1074738" cy="595118"/>
            <a:chOff x="1816230" y="5881653"/>
            <a:chExt cx="1843339" cy="976347"/>
          </a:xfrm>
        </p:grpSpPr>
        <p:pic>
          <p:nvPicPr>
            <p:cNvPr id="690" name="Google Shape;690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16230" y="6144002"/>
              <a:ext cx="1843339" cy="713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1" name="Google Shape;691;p11"/>
            <p:cNvSpPr/>
            <p:nvPr/>
          </p:nvSpPr>
          <p:spPr>
            <a:xfrm rot="1049095">
              <a:off x="1947488" y="6118900"/>
              <a:ext cx="1650399" cy="462656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92" name="Google Shape;692;p11"/>
          <p:cNvCxnSpPr/>
          <p:nvPr/>
        </p:nvCxnSpPr>
        <p:spPr>
          <a:xfrm>
            <a:off x="4115946" y="2845927"/>
            <a:ext cx="173831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3" name="Google Shape;693;p11"/>
          <p:cNvGrpSpPr/>
          <p:nvPr/>
        </p:nvGrpSpPr>
        <p:grpSpPr>
          <a:xfrm>
            <a:off x="5462146" y="2658602"/>
            <a:ext cx="1058862" cy="384175"/>
            <a:chOff x="5142253" y="5649029"/>
            <a:chExt cx="1304545" cy="695633"/>
          </a:xfrm>
        </p:grpSpPr>
        <p:grpSp>
          <p:nvGrpSpPr>
            <p:cNvPr id="694" name="Google Shape;694;p11"/>
            <p:cNvGrpSpPr/>
            <p:nvPr/>
          </p:nvGrpSpPr>
          <p:grpSpPr>
            <a:xfrm>
              <a:off x="5147271" y="5649029"/>
              <a:ext cx="1276350" cy="695633"/>
              <a:chOff x="4981575" y="5851547"/>
              <a:chExt cx="1276350" cy="695633"/>
            </a:xfrm>
          </p:grpSpPr>
          <p:pic>
            <p:nvPicPr>
              <p:cNvPr id="695" name="Google Shape;695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981575" y="5944151"/>
                <a:ext cx="1276350" cy="6030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6" name="Google Shape;696;p11"/>
              <p:cNvSpPr/>
              <p:nvPr/>
            </p:nvSpPr>
            <p:spPr>
              <a:xfrm>
                <a:off x="6065959" y="6205112"/>
                <a:ext cx="44985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11"/>
              <p:cNvSpPr/>
              <p:nvPr/>
            </p:nvSpPr>
            <p:spPr>
              <a:xfrm>
                <a:off x="5178008" y="6228108"/>
                <a:ext cx="62587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11"/>
              <p:cNvSpPr/>
              <p:nvPr/>
            </p:nvSpPr>
            <p:spPr>
              <a:xfrm>
                <a:off x="5023497" y="5851547"/>
                <a:ext cx="1196974" cy="494417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9" name="Google Shape;699;p11"/>
            <p:cNvSpPr/>
            <p:nvPr/>
          </p:nvSpPr>
          <p:spPr>
            <a:xfrm>
              <a:off x="6360741" y="5695021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11"/>
            <p:cNvSpPr/>
            <p:nvPr/>
          </p:nvSpPr>
          <p:spPr>
            <a:xfrm>
              <a:off x="5142253" y="5700770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1" name="Google Shape;701;p11"/>
          <p:cNvGrpSpPr/>
          <p:nvPr/>
        </p:nvGrpSpPr>
        <p:grpSpPr>
          <a:xfrm>
            <a:off x="5416108" y="1579102"/>
            <a:ext cx="1092200" cy="303212"/>
            <a:chOff x="5128542" y="4838701"/>
            <a:chExt cx="1300833" cy="530211"/>
          </a:xfrm>
        </p:grpSpPr>
        <p:pic>
          <p:nvPicPr>
            <p:cNvPr id="702" name="Google Shape;702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28542" y="4838701"/>
              <a:ext cx="1300833" cy="4913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3" name="Google Shape;703;p11"/>
            <p:cNvSpPr/>
            <p:nvPr/>
          </p:nvSpPr>
          <p:spPr>
            <a:xfrm>
              <a:off x="6327275" y="5219009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11"/>
            <p:cNvSpPr/>
            <p:nvPr/>
          </p:nvSpPr>
          <p:spPr>
            <a:xfrm>
              <a:off x="5158794" y="5241217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5" name="Google Shape;705;p11"/>
          <p:cNvGrpSpPr/>
          <p:nvPr/>
        </p:nvGrpSpPr>
        <p:grpSpPr>
          <a:xfrm>
            <a:off x="3317982" y="1241761"/>
            <a:ext cx="1122852" cy="737772"/>
            <a:chOff x="2363111" y="4309243"/>
            <a:chExt cx="1821512" cy="1441161"/>
          </a:xfrm>
        </p:grpSpPr>
        <p:pic>
          <p:nvPicPr>
            <p:cNvPr id="706" name="Google Shape;706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583481" y="4309243"/>
              <a:ext cx="1285463" cy="12822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7" name="Google Shape;707;p11"/>
            <p:cNvSpPr/>
            <p:nvPr/>
          </p:nvSpPr>
          <p:spPr>
            <a:xfrm rot="-9998178">
              <a:off x="2387973" y="5128665"/>
              <a:ext cx="1771787" cy="42270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8" name="Google Shape;708;p11"/>
          <p:cNvSpPr txBox="1"/>
          <p:nvPr/>
        </p:nvSpPr>
        <p:spPr>
          <a:xfrm>
            <a:off x="4474721" y="2879264"/>
            <a:ext cx="75212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bps</a:t>
            </a:r>
            <a:endParaRPr/>
          </a:p>
        </p:txBody>
      </p:sp>
      <p:cxnSp>
        <p:nvCxnSpPr>
          <p:cNvPr id="709" name="Google Shape;709;p11"/>
          <p:cNvCxnSpPr/>
          <p:nvPr/>
        </p:nvCxnSpPr>
        <p:spPr>
          <a:xfrm>
            <a:off x="6506721" y="2850689"/>
            <a:ext cx="173831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0" name="Google Shape;710;p11"/>
          <p:cNvGrpSpPr/>
          <p:nvPr/>
        </p:nvGrpSpPr>
        <p:grpSpPr>
          <a:xfrm>
            <a:off x="7484621" y="2042652"/>
            <a:ext cx="1477962" cy="1284287"/>
            <a:chOff x="-44" y="1473"/>
            <a:chExt cx="981" cy="1105"/>
          </a:xfrm>
        </p:grpSpPr>
        <p:pic>
          <p:nvPicPr>
            <p:cNvPr descr="desktop_computer_stylized_medium" id="711" name="Google Shape;711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2" name="Google Shape;712;p11"/>
            <p:cNvSpPr/>
            <p:nvPr/>
          </p:nvSpPr>
          <p:spPr>
            <a:xfrm flipH="1">
              <a:off x="374" y="1580"/>
              <a:ext cx="474" cy="505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3" name="Google Shape;713;p11"/>
          <p:cNvSpPr txBox="1"/>
          <p:nvPr/>
        </p:nvSpPr>
        <p:spPr>
          <a:xfrm>
            <a:off x="8967346" y="2656489"/>
            <a:ext cx="13676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1"/>
          <p:cNvSpPr txBox="1"/>
          <p:nvPr/>
        </p:nvSpPr>
        <p:spPr>
          <a:xfrm>
            <a:off x="3934971" y="2545889"/>
            <a:ext cx="2349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15" name="Google Shape;715;p11"/>
          <p:cNvSpPr txBox="1"/>
          <p:nvPr/>
        </p:nvSpPr>
        <p:spPr>
          <a:xfrm>
            <a:off x="3738121" y="2552239"/>
            <a:ext cx="2349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16" name="Google Shape;716;p11"/>
          <p:cNvSpPr txBox="1"/>
          <p:nvPr/>
        </p:nvSpPr>
        <p:spPr>
          <a:xfrm>
            <a:off x="3550796" y="2549064"/>
            <a:ext cx="2349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grpSp>
        <p:nvGrpSpPr>
          <p:cNvPr id="717" name="Google Shape;717;p11"/>
          <p:cNvGrpSpPr/>
          <p:nvPr/>
        </p:nvGrpSpPr>
        <p:grpSpPr>
          <a:xfrm>
            <a:off x="3284096" y="1844214"/>
            <a:ext cx="2940082" cy="841375"/>
            <a:chOff x="593766" y="5264055"/>
            <a:chExt cx="3603006" cy="1011695"/>
          </a:xfrm>
        </p:grpSpPr>
        <p:grpSp>
          <p:nvGrpSpPr>
            <p:cNvPr id="718" name="Google Shape;718;p11"/>
            <p:cNvGrpSpPr/>
            <p:nvPr/>
          </p:nvGrpSpPr>
          <p:grpSpPr>
            <a:xfrm>
              <a:off x="3527499" y="5264055"/>
              <a:ext cx="616705" cy="927705"/>
              <a:chOff x="2106358" y="5387204"/>
              <a:chExt cx="616705" cy="927705"/>
            </a:xfrm>
          </p:grpSpPr>
          <p:sp>
            <p:nvSpPr>
              <p:cNvPr id="719" name="Google Shape;719;p11"/>
              <p:cNvSpPr/>
              <p:nvPr/>
            </p:nvSpPr>
            <p:spPr>
              <a:xfrm>
                <a:off x="2577155" y="6049578"/>
                <a:ext cx="140072" cy="265331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11"/>
              <p:cNvSpPr/>
              <p:nvPr/>
            </p:nvSpPr>
            <p:spPr>
              <a:xfrm>
                <a:off x="2110248" y="5705984"/>
                <a:ext cx="466907" cy="608925"/>
              </a:xfrm>
              <a:custGeom>
                <a:rect b="b" l="l" r="r" t="t"/>
                <a:pathLst>
                  <a:path extrusionOk="0" h="1424095" w="967997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11"/>
              <p:cNvSpPr/>
              <p:nvPr/>
            </p:nvSpPr>
            <p:spPr>
              <a:xfrm>
                <a:off x="2106358" y="5688804"/>
                <a:ext cx="616705" cy="355048"/>
              </a:xfrm>
              <a:custGeom>
                <a:rect b="b" l="l" r="r" t="t"/>
                <a:pathLst>
                  <a:path extrusionOk="0" h="814795" w="1277416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11"/>
              <p:cNvSpPr/>
              <p:nvPr/>
            </p:nvSpPr>
            <p:spPr>
              <a:xfrm>
                <a:off x="2114139" y="5396749"/>
                <a:ext cx="595306" cy="647102"/>
              </a:xfrm>
              <a:custGeom>
                <a:rect b="b" l="l" r="r" t="t"/>
                <a:pathLst>
                  <a:path extrusionOk="0" h="646573" w="597877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23" name="Google Shape;723;p11"/>
              <p:cNvCxnSpPr>
                <a:stCxn id="722" idx="0"/>
              </p:cNvCxnSpPr>
              <p:nvPr/>
            </p:nvCxnSpPr>
            <p:spPr>
              <a:xfrm>
                <a:off x="2118270" y="5410651"/>
                <a:ext cx="446400" cy="3111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4" name="Google Shape;724;p11"/>
              <p:cNvCxnSpPr>
                <a:endCxn id="722" idx="4"/>
              </p:cNvCxnSpPr>
              <p:nvPr/>
            </p:nvCxnSpPr>
            <p:spPr>
              <a:xfrm flipH="1" rot="10800000">
                <a:off x="2567354" y="5719063"/>
                <a:ext cx="140700" cy="27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5" name="Google Shape;725;p11"/>
              <p:cNvCxnSpPr>
                <a:endCxn id="722" idx="2"/>
              </p:cNvCxnSpPr>
              <p:nvPr/>
            </p:nvCxnSpPr>
            <p:spPr>
              <a:xfrm flipH="1">
                <a:off x="2570064" y="5721763"/>
                <a:ext cx="2700" cy="3219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" name="Google Shape;726;p11"/>
              <p:cNvCxnSpPr/>
              <p:nvPr/>
            </p:nvCxnSpPr>
            <p:spPr>
              <a:xfrm flipH="1">
                <a:off x="2221974" y="5387204"/>
                <a:ext cx="2705" cy="321934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27" name="Google Shape;727;p11"/>
            <p:cNvGrpSpPr/>
            <p:nvPr/>
          </p:nvGrpSpPr>
          <p:grpSpPr>
            <a:xfrm>
              <a:off x="1327199" y="5273580"/>
              <a:ext cx="616707" cy="927726"/>
              <a:chOff x="2106333" y="5387204"/>
              <a:chExt cx="616707" cy="927726"/>
            </a:xfrm>
          </p:grpSpPr>
          <p:sp>
            <p:nvSpPr>
              <p:cNvPr id="728" name="Google Shape;728;p11"/>
              <p:cNvSpPr/>
              <p:nvPr/>
            </p:nvSpPr>
            <p:spPr>
              <a:xfrm>
                <a:off x="2110224" y="5706003"/>
                <a:ext cx="466907" cy="608926"/>
              </a:xfrm>
              <a:custGeom>
                <a:rect b="b" l="l" r="r" t="t"/>
                <a:pathLst>
                  <a:path extrusionOk="0" h="1424095" w="967997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11"/>
              <p:cNvSpPr/>
              <p:nvPr/>
            </p:nvSpPr>
            <p:spPr>
              <a:xfrm>
                <a:off x="2106333" y="5688824"/>
                <a:ext cx="616707" cy="355048"/>
              </a:xfrm>
              <a:custGeom>
                <a:rect b="b" l="l" r="r" t="t"/>
                <a:pathLst>
                  <a:path extrusionOk="0" h="814795" w="1277416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11"/>
              <p:cNvSpPr/>
              <p:nvPr/>
            </p:nvSpPr>
            <p:spPr>
              <a:xfrm>
                <a:off x="2577131" y="6049598"/>
                <a:ext cx="140072" cy="265332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11"/>
              <p:cNvSpPr/>
              <p:nvPr/>
            </p:nvSpPr>
            <p:spPr>
              <a:xfrm>
                <a:off x="2114115" y="5396768"/>
                <a:ext cx="595306" cy="647103"/>
              </a:xfrm>
              <a:custGeom>
                <a:rect b="b" l="l" r="r" t="t"/>
                <a:pathLst>
                  <a:path extrusionOk="0" h="646573" w="597877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32" name="Google Shape;732;p11"/>
              <p:cNvCxnSpPr>
                <a:stCxn id="731" idx="0"/>
              </p:cNvCxnSpPr>
              <p:nvPr/>
            </p:nvCxnSpPr>
            <p:spPr>
              <a:xfrm>
                <a:off x="2118270" y="5410651"/>
                <a:ext cx="446400" cy="3111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" name="Google Shape;733;p11"/>
              <p:cNvCxnSpPr>
                <a:endCxn id="731" idx="4"/>
              </p:cNvCxnSpPr>
              <p:nvPr/>
            </p:nvCxnSpPr>
            <p:spPr>
              <a:xfrm flipH="1" rot="10800000">
                <a:off x="2567354" y="5719063"/>
                <a:ext cx="140700" cy="27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" name="Google Shape;734;p11"/>
              <p:cNvCxnSpPr>
                <a:endCxn id="731" idx="2"/>
              </p:cNvCxnSpPr>
              <p:nvPr/>
            </p:nvCxnSpPr>
            <p:spPr>
              <a:xfrm flipH="1">
                <a:off x="2570064" y="5721763"/>
                <a:ext cx="2700" cy="3219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5" name="Google Shape;735;p11"/>
              <p:cNvCxnSpPr/>
              <p:nvPr/>
            </p:nvCxnSpPr>
            <p:spPr>
              <a:xfrm flipH="1">
                <a:off x="2221974" y="5387204"/>
                <a:ext cx="2705" cy="321934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6" name="Google Shape;736;p11"/>
            <p:cNvGrpSpPr/>
            <p:nvPr/>
          </p:nvGrpSpPr>
          <p:grpSpPr>
            <a:xfrm>
              <a:off x="971183" y="5294596"/>
              <a:ext cx="606979" cy="914343"/>
              <a:chOff x="333961" y="4406169"/>
              <a:chExt cx="1255305" cy="2136353"/>
            </a:xfrm>
          </p:grpSpPr>
          <p:sp>
            <p:nvSpPr>
              <p:cNvPr id="737" name="Google Shape;737;p11"/>
              <p:cNvSpPr/>
              <p:nvPr/>
            </p:nvSpPr>
            <p:spPr>
              <a:xfrm>
                <a:off x="333961" y="4406169"/>
                <a:ext cx="969641" cy="2136353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11"/>
              <p:cNvSpPr/>
              <p:nvPr/>
            </p:nvSpPr>
            <p:spPr>
              <a:xfrm>
                <a:off x="350055" y="4410631"/>
                <a:ext cx="1239211" cy="771583"/>
              </a:xfrm>
              <a:custGeom>
                <a:rect b="b" l="l" r="r" t="t"/>
                <a:pathLst>
                  <a:path extrusionOk="0" h="757496" w="1238250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11"/>
              <p:cNvSpPr/>
              <p:nvPr/>
            </p:nvSpPr>
            <p:spPr>
              <a:xfrm>
                <a:off x="1299580" y="5177755"/>
                <a:ext cx="289686" cy="1351386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0" name="Google Shape;740;p11"/>
            <p:cNvSpPr/>
            <p:nvPr/>
          </p:nvSpPr>
          <p:spPr>
            <a:xfrm>
              <a:off x="1838851" y="6126859"/>
              <a:ext cx="2180844" cy="64901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11"/>
            <p:cNvSpPr/>
            <p:nvPr/>
          </p:nvSpPr>
          <p:spPr>
            <a:xfrm>
              <a:off x="2556720" y="6056232"/>
              <a:ext cx="266527" cy="219518"/>
            </a:xfrm>
            <a:prstGeom prst="rightArrow">
              <a:avLst>
                <a:gd fmla="val 13889" name="adj1"/>
                <a:gd fmla="val 53703" name="adj2"/>
              </a:avLst>
            </a:prstGeom>
            <a:solidFill>
              <a:srgbClr val="33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42" name="Google Shape;742;p11"/>
            <p:cNvGrpSpPr/>
            <p:nvPr/>
          </p:nvGrpSpPr>
          <p:grpSpPr>
            <a:xfrm>
              <a:off x="593766" y="5285053"/>
              <a:ext cx="605033" cy="914342"/>
              <a:chOff x="335231" y="4406992"/>
              <a:chExt cx="1251280" cy="2136350"/>
            </a:xfrm>
          </p:grpSpPr>
          <p:sp>
            <p:nvSpPr>
              <p:cNvPr id="743" name="Google Shape;743;p11"/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11"/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rect b="b" l="l" r="r" t="t"/>
                <a:pathLst>
                  <a:path extrusionOk="0" h="757496" w="1238250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11"/>
              <p:cNvSpPr/>
              <p:nvPr/>
            </p:nvSpPr>
            <p:spPr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6" name="Google Shape;746;p11"/>
            <p:cNvSpPr/>
            <p:nvPr/>
          </p:nvSpPr>
          <p:spPr>
            <a:xfrm rot="-5245926">
              <a:off x="3947358" y="5684800"/>
              <a:ext cx="267240" cy="219835"/>
            </a:xfrm>
            <a:prstGeom prst="rightArrow">
              <a:avLst>
                <a:gd fmla="val 13889" name="adj1"/>
                <a:gd fmla="val 53702" name="adj2"/>
              </a:avLst>
            </a:prstGeom>
            <a:solidFill>
              <a:srgbClr val="33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7" name="Google Shape;747;p11"/>
          <p:cNvSpPr txBox="1"/>
          <p:nvPr/>
        </p:nvSpPr>
        <p:spPr>
          <a:xfrm>
            <a:off x="1931315" y="1919106"/>
            <a:ext cx="1293944" cy="5415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bits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 packet</a:t>
            </a:r>
            <a:endParaRPr/>
          </a:p>
        </p:txBody>
      </p:sp>
      <p:sp>
        <p:nvSpPr>
          <p:cNvPr id="748" name="Google Shape;748;p11"/>
          <p:cNvSpPr txBox="1"/>
          <p:nvPr/>
        </p:nvSpPr>
        <p:spPr>
          <a:xfrm>
            <a:off x="6873433" y="2869739"/>
            <a:ext cx="75212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bps</a:t>
            </a:r>
            <a:endParaRPr/>
          </a:p>
        </p:txBody>
      </p:sp>
      <p:grpSp>
        <p:nvGrpSpPr>
          <p:cNvPr id="749" name="Google Shape;749;p11"/>
          <p:cNvGrpSpPr/>
          <p:nvPr/>
        </p:nvGrpSpPr>
        <p:grpSpPr>
          <a:xfrm>
            <a:off x="7945714" y="3980381"/>
            <a:ext cx="3855279" cy="2295280"/>
            <a:chOff x="7836061" y="3795186"/>
            <a:chExt cx="3855279" cy="2295280"/>
          </a:xfrm>
        </p:grpSpPr>
        <p:sp>
          <p:nvSpPr>
            <p:cNvPr id="750" name="Google Shape;750;p11"/>
            <p:cNvSpPr/>
            <p:nvPr/>
          </p:nvSpPr>
          <p:spPr>
            <a:xfrm>
              <a:off x="7836061" y="3795186"/>
              <a:ext cx="3831220" cy="1969006"/>
            </a:xfrm>
            <a:prstGeom prst="rect">
              <a:avLst/>
            </a:prstGeom>
            <a:solidFill>
              <a:srgbClr val="D8E2F3">
                <a:alpha val="4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11"/>
            <p:cNvSpPr txBox="1"/>
            <p:nvPr/>
          </p:nvSpPr>
          <p:spPr>
            <a:xfrm>
              <a:off x="7836061" y="3858441"/>
              <a:ext cx="3855279" cy="2232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41313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rPr b="0" i="1" lang="en-US" sz="24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One-hop numerical example:</a:t>
              </a:r>
              <a:endParaRPr/>
            </a:p>
            <a:p>
              <a:pPr indent="-231775" lvl="0" marL="23177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= 10 Kbits</a:t>
              </a:r>
              <a:endParaRPr/>
            </a:p>
            <a:p>
              <a:pPr indent="-231775" lvl="0" marL="23177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= 100 Mbps</a:t>
              </a:r>
              <a:endParaRPr/>
            </a:p>
            <a:p>
              <a:pPr indent="-231775" lvl="0" marL="23177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one-hop transmission delay = 0.1 msec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2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Packet-switching: queueing</a:t>
            </a:r>
            <a:endParaRPr/>
          </a:p>
        </p:txBody>
      </p:sp>
      <p:grpSp>
        <p:nvGrpSpPr>
          <p:cNvPr id="758" name="Google Shape;758;p12"/>
          <p:cNvGrpSpPr/>
          <p:nvPr/>
        </p:nvGrpSpPr>
        <p:grpSpPr>
          <a:xfrm>
            <a:off x="8836206" y="2201232"/>
            <a:ext cx="779462" cy="679450"/>
            <a:chOff x="-44" y="1473"/>
            <a:chExt cx="981" cy="1105"/>
          </a:xfrm>
        </p:grpSpPr>
        <p:pic>
          <p:nvPicPr>
            <p:cNvPr descr="desktop_computer_stylized_medium" id="759" name="Google Shape;759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0" name="Google Shape;760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61" name="Google Shape;761;p12"/>
          <p:cNvCxnSpPr/>
          <p:nvPr/>
        </p:nvCxnSpPr>
        <p:spPr>
          <a:xfrm>
            <a:off x="3422622" y="1813032"/>
            <a:ext cx="984459" cy="43106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2" name="Google Shape;762;p12"/>
          <p:cNvCxnSpPr/>
          <p:nvPr/>
        </p:nvCxnSpPr>
        <p:spPr>
          <a:xfrm flipH="1" rot="10800000">
            <a:off x="3807005" y="2371933"/>
            <a:ext cx="722173" cy="47699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3" name="Google Shape;763;p12"/>
          <p:cNvCxnSpPr/>
          <p:nvPr/>
        </p:nvCxnSpPr>
        <p:spPr>
          <a:xfrm>
            <a:off x="5504043" y="2285370"/>
            <a:ext cx="2287168" cy="1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4" name="Google Shape;764;p12"/>
          <p:cNvCxnSpPr/>
          <p:nvPr/>
        </p:nvCxnSpPr>
        <p:spPr>
          <a:xfrm rot="10800000">
            <a:off x="8165418" y="2467932"/>
            <a:ext cx="9525" cy="36353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5" name="Google Shape;765;p12"/>
          <p:cNvCxnSpPr/>
          <p:nvPr/>
        </p:nvCxnSpPr>
        <p:spPr>
          <a:xfrm flipH="1" rot="10800000">
            <a:off x="8684793" y="1917070"/>
            <a:ext cx="604838" cy="3079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6" name="Google Shape;766;p12"/>
          <p:cNvSpPr/>
          <p:nvPr/>
        </p:nvSpPr>
        <p:spPr>
          <a:xfrm>
            <a:off x="5702481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2"/>
          <p:cNvSpPr/>
          <p:nvPr/>
        </p:nvSpPr>
        <p:spPr>
          <a:xfrm>
            <a:off x="5864406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2"/>
          <p:cNvSpPr/>
          <p:nvPr/>
        </p:nvSpPr>
        <p:spPr>
          <a:xfrm>
            <a:off x="6026331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2"/>
          <p:cNvSpPr/>
          <p:nvPr/>
        </p:nvSpPr>
        <p:spPr>
          <a:xfrm>
            <a:off x="6188256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2"/>
          <p:cNvSpPr/>
          <p:nvPr/>
        </p:nvSpPr>
        <p:spPr>
          <a:xfrm>
            <a:off x="6350181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2"/>
          <p:cNvSpPr/>
          <p:nvPr/>
        </p:nvSpPr>
        <p:spPr>
          <a:xfrm>
            <a:off x="6721656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2"/>
          <p:cNvSpPr/>
          <p:nvPr/>
        </p:nvSpPr>
        <p:spPr>
          <a:xfrm>
            <a:off x="7263981" y="2067882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2"/>
          <p:cNvSpPr/>
          <p:nvPr/>
        </p:nvSpPr>
        <p:spPr>
          <a:xfrm>
            <a:off x="4062595" y="2529818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4" name="Google Shape;774;p12"/>
          <p:cNvCxnSpPr/>
          <p:nvPr/>
        </p:nvCxnSpPr>
        <p:spPr>
          <a:xfrm>
            <a:off x="6083481" y="1963107"/>
            <a:ext cx="106203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5" name="Google Shape;775;p12"/>
          <p:cNvSpPr txBox="1"/>
          <p:nvPr/>
        </p:nvSpPr>
        <p:spPr>
          <a:xfrm>
            <a:off x="2827410" y="1545542"/>
            <a:ext cx="3337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2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2"/>
          <p:cNvSpPr txBox="1"/>
          <p:nvPr/>
        </p:nvSpPr>
        <p:spPr>
          <a:xfrm>
            <a:off x="3133638" y="2494764"/>
            <a:ext cx="3241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24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2"/>
          <p:cNvSpPr txBox="1"/>
          <p:nvPr/>
        </p:nvSpPr>
        <p:spPr>
          <a:xfrm>
            <a:off x="9575296" y="1479154"/>
            <a:ext cx="3209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2"/>
          <p:cNvSpPr txBox="1"/>
          <p:nvPr/>
        </p:nvSpPr>
        <p:spPr>
          <a:xfrm>
            <a:off x="3622531" y="1345724"/>
            <a:ext cx="156478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100 Mb/s</a:t>
            </a:r>
            <a:endParaRPr/>
          </a:p>
        </p:txBody>
      </p:sp>
      <p:sp>
        <p:nvSpPr>
          <p:cNvPr id="779" name="Google Shape;779;p12"/>
          <p:cNvSpPr txBox="1"/>
          <p:nvPr/>
        </p:nvSpPr>
        <p:spPr>
          <a:xfrm>
            <a:off x="5697718" y="2382932"/>
            <a:ext cx="14990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1.5 Mb/s</a:t>
            </a:r>
            <a:endParaRPr b="0" i="0" sz="24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2"/>
          <p:cNvSpPr txBox="1"/>
          <p:nvPr/>
        </p:nvSpPr>
        <p:spPr>
          <a:xfrm>
            <a:off x="8199018" y="2880682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1" name="Google Shape;781;p12"/>
          <p:cNvCxnSpPr/>
          <p:nvPr/>
        </p:nvCxnSpPr>
        <p:spPr>
          <a:xfrm>
            <a:off x="8734606" y="3033082"/>
            <a:ext cx="9842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" name="Google Shape;782;p12"/>
          <p:cNvCxnSpPr/>
          <p:nvPr/>
        </p:nvCxnSpPr>
        <p:spPr>
          <a:xfrm flipH="1">
            <a:off x="8244205" y="2736221"/>
            <a:ext cx="950175" cy="16837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3" name="Google Shape;783;p12"/>
          <p:cNvSpPr txBox="1"/>
          <p:nvPr/>
        </p:nvSpPr>
        <p:spPr>
          <a:xfrm>
            <a:off x="9499682" y="2250194"/>
            <a:ext cx="40481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20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2"/>
          <p:cNvSpPr txBox="1"/>
          <p:nvPr/>
        </p:nvSpPr>
        <p:spPr>
          <a:xfrm>
            <a:off x="10325847" y="2632972"/>
            <a:ext cx="3097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2"/>
          <p:cNvSpPr txBox="1"/>
          <p:nvPr/>
        </p:nvSpPr>
        <p:spPr>
          <a:xfrm>
            <a:off x="3869197" y="3030215"/>
            <a:ext cx="2686586" cy="800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packets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waiting for transmission over output link</a:t>
            </a:r>
            <a:endParaRPr b="0" i="0" sz="18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786" name="Google Shape;78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866218" y="1537657"/>
            <a:ext cx="779463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12"/>
          <p:cNvSpPr/>
          <p:nvPr/>
        </p:nvSpPr>
        <p:spPr>
          <a:xfrm flipH="1">
            <a:off x="3198344" y="1602835"/>
            <a:ext cx="379005" cy="31113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8" name="Google Shape;788;p12"/>
          <p:cNvGrpSpPr/>
          <p:nvPr/>
        </p:nvGrpSpPr>
        <p:grpSpPr>
          <a:xfrm>
            <a:off x="3157718" y="2512382"/>
            <a:ext cx="779463" cy="679450"/>
            <a:chOff x="-44" y="1473"/>
            <a:chExt cx="981" cy="1105"/>
          </a:xfrm>
        </p:grpSpPr>
        <p:pic>
          <p:nvPicPr>
            <p:cNvPr descr="desktop_computer_stylized_medium" id="789" name="Google Shape;789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0" name="Google Shape;790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1" name="Google Shape;791;p12"/>
          <p:cNvGrpSpPr/>
          <p:nvPr/>
        </p:nvGrpSpPr>
        <p:grpSpPr>
          <a:xfrm>
            <a:off x="9553756" y="2572707"/>
            <a:ext cx="779462" cy="679450"/>
            <a:chOff x="-44" y="1473"/>
            <a:chExt cx="981" cy="1105"/>
          </a:xfrm>
        </p:grpSpPr>
        <p:pic>
          <p:nvPicPr>
            <p:cNvPr descr="desktop_computer_stylized_medium" id="792" name="Google Shape;792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3" name="Google Shape;793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4" name="Google Shape;794;p12"/>
          <p:cNvGrpSpPr/>
          <p:nvPr/>
        </p:nvGrpSpPr>
        <p:grpSpPr>
          <a:xfrm>
            <a:off x="8918756" y="1380495"/>
            <a:ext cx="779462" cy="679450"/>
            <a:chOff x="-44" y="1473"/>
            <a:chExt cx="981" cy="1105"/>
          </a:xfrm>
        </p:grpSpPr>
        <p:pic>
          <p:nvPicPr>
            <p:cNvPr descr="desktop_computer_stylized_medium" id="795" name="Google Shape;795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6" name="Google Shape;796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7" name="Google Shape;797;p12"/>
          <p:cNvGrpSpPr/>
          <p:nvPr/>
        </p:nvGrpSpPr>
        <p:grpSpPr>
          <a:xfrm>
            <a:off x="7595249" y="2045192"/>
            <a:ext cx="1146494" cy="498545"/>
            <a:chOff x="7493876" y="2774731"/>
            <a:chExt cx="1481958" cy="894622"/>
          </a:xfrm>
        </p:grpSpPr>
        <p:sp>
          <p:nvSpPr>
            <p:cNvPr id="798" name="Google Shape;798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9" name="Google Shape;799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0" name="Google Shape;800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1" name="Google Shape;801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5" name="Google Shape;805;p12"/>
          <p:cNvGrpSpPr/>
          <p:nvPr/>
        </p:nvGrpSpPr>
        <p:grpSpPr>
          <a:xfrm>
            <a:off x="7621178" y="2733126"/>
            <a:ext cx="1146494" cy="498545"/>
            <a:chOff x="7493876" y="2774731"/>
            <a:chExt cx="1481958" cy="894622"/>
          </a:xfrm>
        </p:grpSpPr>
        <p:sp>
          <p:nvSpPr>
            <p:cNvPr id="806" name="Google Shape;806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7" name="Google Shape;807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8" name="Google Shape;808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9" name="Google Shape;809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13" name="Google Shape;813;p12"/>
          <p:cNvGrpSpPr/>
          <p:nvPr/>
        </p:nvGrpSpPr>
        <p:grpSpPr>
          <a:xfrm>
            <a:off x="4403089" y="2023615"/>
            <a:ext cx="1146494" cy="498545"/>
            <a:chOff x="7493876" y="2774731"/>
            <a:chExt cx="1481958" cy="894622"/>
          </a:xfrm>
        </p:grpSpPr>
        <p:sp>
          <p:nvSpPr>
            <p:cNvPr id="814" name="Google Shape;814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15" name="Google Shape;815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16" name="Google Shape;816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17" name="Google Shape;817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21" name="Google Shape;821;p12"/>
          <p:cNvCxnSpPr/>
          <p:nvPr/>
        </p:nvCxnSpPr>
        <p:spPr>
          <a:xfrm>
            <a:off x="5538968" y="2190120"/>
            <a:ext cx="0" cy="228600"/>
          </a:xfrm>
          <a:prstGeom prst="straightConnector1">
            <a:avLst/>
          </a:prstGeom>
          <a:noFill/>
          <a:ln>
            <a:noFill/>
          </a:ln>
        </p:spPr>
      </p:cxnSp>
      <p:grpSp>
        <p:nvGrpSpPr>
          <p:cNvPr id="822" name="Google Shape;822;p12"/>
          <p:cNvGrpSpPr/>
          <p:nvPr/>
        </p:nvGrpSpPr>
        <p:grpSpPr>
          <a:xfrm>
            <a:off x="4857931" y="2148845"/>
            <a:ext cx="633412" cy="200025"/>
            <a:chOff x="1800" y="1425"/>
            <a:chExt cx="399" cy="126"/>
          </a:xfrm>
        </p:grpSpPr>
        <p:sp>
          <p:nvSpPr>
            <p:cNvPr id="823" name="Google Shape;823;p12"/>
            <p:cNvSpPr/>
            <p:nvPr/>
          </p:nvSpPr>
          <p:spPr>
            <a:xfrm>
              <a:off x="1800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12"/>
            <p:cNvSpPr/>
            <p:nvPr/>
          </p:nvSpPr>
          <p:spPr>
            <a:xfrm>
              <a:off x="1902" y="1425"/>
              <a:ext cx="93" cy="12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12"/>
            <p:cNvSpPr/>
            <p:nvPr/>
          </p:nvSpPr>
          <p:spPr>
            <a:xfrm>
              <a:off x="2004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12"/>
            <p:cNvSpPr/>
            <p:nvPr/>
          </p:nvSpPr>
          <p:spPr>
            <a:xfrm>
              <a:off x="2106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7" name="Google Shape;827;p12"/>
          <p:cNvSpPr/>
          <p:nvPr/>
        </p:nvSpPr>
        <p:spPr>
          <a:xfrm>
            <a:off x="3841032" y="1971158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8" name="Google Shape;828;p12"/>
          <p:cNvCxnSpPr/>
          <p:nvPr/>
        </p:nvCxnSpPr>
        <p:spPr>
          <a:xfrm>
            <a:off x="4022858" y="2133026"/>
            <a:ext cx="227109" cy="1141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9" name="Google Shape;829;p12"/>
          <p:cNvCxnSpPr/>
          <p:nvPr/>
        </p:nvCxnSpPr>
        <p:spPr>
          <a:xfrm flipH="1" rot="10800000">
            <a:off x="4236079" y="2486552"/>
            <a:ext cx="248236" cy="15573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0" name="Google Shape;830;p12"/>
          <p:cNvCxnSpPr/>
          <p:nvPr/>
        </p:nvCxnSpPr>
        <p:spPr>
          <a:xfrm flipH="1" rot="10800000">
            <a:off x="5112260" y="2401255"/>
            <a:ext cx="17133" cy="641957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1" name="Google Shape;831;p12"/>
          <p:cNvCxnSpPr/>
          <p:nvPr/>
        </p:nvCxnSpPr>
        <p:spPr>
          <a:xfrm rot="10800000">
            <a:off x="3757081" y="1665193"/>
            <a:ext cx="0" cy="2210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2" name="Google Shape;832;p12"/>
          <p:cNvCxnSpPr/>
          <p:nvPr/>
        </p:nvCxnSpPr>
        <p:spPr>
          <a:xfrm rot="10800000">
            <a:off x="5850118" y="2346352"/>
            <a:ext cx="0" cy="1203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33" name="Google Shape;833;p12"/>
          <p:cNvGrpSpPr/>
          <p:nvPr/>
        </p:nvGrpSpPr>
        <p:grpSpPr>
          <a:xfrm>
            <a:off x="867906" y="3874035"/>
            <a:ext cx="9770367" cy="2270091"/>
            <a:chOff x="867905" y="3890077"/>
            <a:chExt cx="9770367" cy="2270091"/>
          </a:xfrm>
        </p:grpSpPr>
        <p:pic>
          <p:nvPicPr>
            <p:cNvPr id="834" name="Google Shape;83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2220" y="4680735"/>
              <a:ext cx="2211634" cy="14562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5" name="Google Shape;835;p12"/>
            <p:cNvSpPr txBox="1"/>
            <p:nvPr/>
          </p:nvSpPr>
          <p:spPr>
            <a:xfrm>
              <a:off x="867905" y="3890077"/>
              <a:ext cx="977036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Queueing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occurs when work arrives faster than it can be serviced:</a:t>
              </a:r>
              <a:endParaRPr/>
            </a:p>
          </p:txBody>
        </p:sp>
        <p:pic>
          <p:nvPicPr>
            <p:cNvPr id="836" name="Google Shape;836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87440" y="4679579"/>
              <a:ext cx="2575767" cy="1480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7" name="Google Shape;837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705104" y="4695225"/>
              <a:ext cx="2241534" cy="14489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3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Packet-switching: queueing</a:t>
            </a:r>
            <a:endParaRPr/>
          </a:p>
        </p:txBody>
      </p:sp>
      <p:grpSp>
        <p:nvGrpSpPr>
          <p:cNvPr id="844" name="Google Shape;844;p13"/>
          <p:cNvGrpSpPr/>
          <p:nvPr/>
        </p:nvGrpSpPr>
        <p:grpSpPr>
          <a:xfrm>
            <a:off x="8836206" y="2201232"/>
            <a:ext cx="779462" cy="679450"/>
            <a:chOff x="-44" y="1473"/>
            <a:chExt cx="981" cy="1105"/>
          </a:xfrm>
        </p:grpSpPr>
        <p:pic>
          <p:nvPicPr>
            <p:cNvPr descr="desktop_computer_stylized_medium" id="845" name="Google Shape;84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6" name="Google Shape;846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47" name="Google Shape;847;p13"/>
          <p:cNvCxnSpPr/>
          <p:nvPr/>
        </p:nvCxnSpPr>
        <p:spPr>
          <a:xfrm>
            <a:off x="3422622" y="1813032"/>
            <a:ext cx="984459" cy="43106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13"/>
          <p:cNvCxnSpPr/>
          <p:nvPr/>
        </p:nvCxnSpPr>
        <p:spPr>
          <a:xfrm flipH="1" rot="10800000">
            <a:off x="3807005" y="2371933"/>
            <a:ext cx="722173" cy="47699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9" name="Google Shape;849;p13"/>
          <p:cNvCxnSpPr/>
          <p:nvPr/>
        </p:nvCxnSpPr>
        <p:spPr>
          <a:xfrm>
            <a:off x="5504043" y="2285370"/>
            <a:ext cx="2287168" cy="1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0" name="Google Shape;850;p13"/>
          <p:cNvCxnSpPr/>
          <p:nvPr/>
        </p:nvCxnSpPr>
        <p:spPr>
          <a:xfrm rot="10800000">
            <a:off x="8165418" y="2467932"/>
            <a:ext cx="9525" cy="36353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1" name="Google Shape;851;p13"/>
          <p:cNvCxnSpPr/>
          <p:nvPr/>
        </p:nvCxnSpPr>
        <p:spPr>
          <a:xfrm flipH="1" rot="10800000">
            <a:off x="8684793" y="1917070"/>
            <a:ext cx="604838" cy="3079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2" name="Google Shape;852;p13"/>
          <p:cNvSpPr/>
          <p:nvPr/>
        </p:nvSpPr>
        <p:spPr>
          <a:xfrm>
            <a:off x="5702481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3"/>
          <p:cNvSpPr/>
          <p:nvPr/>
        </p:nvSpPr>
        <p:spPr>
          <a:xfrm>
            <a:off x="5864406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13"/>
          <p:cNvSpPr/>
          <p:nvPr/>
        </p:nvSpPr>
        <p:spPr>
          <a:xfrm>
            <a:off x="6026331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3"/>
          <p:cNvSpPr/>
          <p:nvPr/>
        </p:nvSpPr>
        <p:spPr>
          <a:xfrm>
            <a:off x="6188256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13"/>
          <p:cNvSpPr/>
          <p:nvPr/>
        </p:nvSpPr>
        <p:spPr>
          <a:xfrm>
            <a:off x="6350181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3"/>
          <p:cNvSpPr/>
          <p:nvPr/>
        </p:nvSpPr>
        <p:spPr>
          <a:xfrm>
            <a:off x="6721656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13"/>
          <p:cNvSpPr/>
          <p:nvPr/>
        </p:nvSpPr>
        <p:spPr>
          <a:xfrm>
            <a:off x="7263981" y="2067882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3"/>
          <p:cNvSpPr/>
          <p:nvPr/>
        </p:nvSpPr>
        <p:spPr>
          <a:xfrm>
            <a:off x="4062595" y="2529818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0" name="Google Shape;860;p13"/>
          <p:cNvCxnSpPr/>
          <p:nvPr/>
        </p:nvCxnSpPr>
        <p:spPr>
          <a:xfrm>
            <a:off x="6083481" y="1963107"/>
            <a:ext cx="106203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1" name="Google Shape;861;p13"/>
          <p:cNvSpPr txBox="1"/>
          <p:nvPr/>
        </p:nvSpPr>
        <p:spPr>
          <a:xfrm>
            <a:off x="2827410" y="1545542"/>
            <a:ext cx="3337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2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13"/>
          <p:cNvSpPr txBox="1"/>
          <p:nvPr/>
        </p:nvSpPr>
        <p:spPr>
          <a:xfrm>
            <a:off x="3133638" y="2494764"/>
            <a:ext cx="3241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24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13"/>
          <p:cNvSpPr txBox="1"/>
          <p:nvPr/>
        </p:nvSpPr>
        <p:spPr>
          <a:xfrm>
            <a:off x="9575296" y="1479154"/>
            <a:ext cx="3209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13"/>
          <p:cNvSpPr txBox="1"/>
          <p:nvPr/>
        </p:nvSpPr>
        <p:spPr>
          <a:xfrm>
            <a:off x="3622531" y="1345724"/>
            <a:ext cx="156478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100 Mb/s</a:t>
            </a:r>
            <a:endParaRPr/>
          </a:p>
        </p:txBody>
      </p:sp>
      <p:sp>
        <p:nvSpPr>
          <p:cNvPr id="865" name="Google Shape;865;p13"/>
          <p:cNvSpPr txBox="1"/>
          <p:nvPr/>
        </p:nvSpPr>
        <p:spPr>
          <a:xfrm>
            <a:off x="5697718" y="2382932"/>
            <a:ext cx="14990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1.5 Mb/s</a:t>
            </a:r>
            <a:endParaRPr b="0" i="0" sz="24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13"/>
          <p:cNvSpPr txBox="1"/>
          <p:nvPr/>
        </p:nvSpPr>
        <p:spPr>
          <a:xfrm>
            <a:off x="8199018" y="2880682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7" name="Google Shape;867;p13"/>
          <p:cNvCxnSpPr/>
          <p:nvPr/>
        </p:nvCxnSpPr>
        <p:spPr>
          <a:xfrm>
            <a:off x="8734606" y="3033082"/>
            <a:ext cx="9842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8" name="Google Shape;868;p13"/>
          <p:cNvCxnSpPr/>
          <p:nvPr/>
        </p:nvCxnSpPr>
        <p:spPr>
          <a:xfrm flipH="1">
            <a:off x="8244205" y="2736221"/>
            <a:ext cx="950175" cy="16837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9" name="Google Shape;869;p13"/>
          <p:cNvSpPr txBox="1"/>
          <p:nvPr/>
        </p:nvSpPr>
        <p:spPr>
          <a:xfrm>
            <a:off x="9499682" y="2250194"/>
            <a:ext cx="40481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20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13"/>
          <p:cNvSpPr txBox="1"/>
          <p:nvPr/>
        </p:nvSpPr>
        <p:spPr>
          <a:xfrm>
            <a:off x="10325847" y="2632972"/>
            <a:ext cx="3097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13"/>
          <p:cNvSpPr txBox="1"/>
          <p:nvPr/>
        </p:nvSpPr>
        <p:spPr>
          <a:xfrm>
            <a:off x="3869197" y="3030215"/>
            <a:ext cx="2686586" cy="800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packets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waiting for transmission over output link</a:t>
            </a:r>
            <a:endParaRPr b="0" i="0" sz="18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872" name="Google Shape;87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866218" y="1537657"/>
            <a:ext cx="779463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13"/>
          <p:cNvSpPr/>
          <p:nvPr/>
        </p:nvSpPr>
        <p:spPr>
          <a:xfrm flipH="1">
            <a:off x="3198344" y="1602835"/>
            <a:ext cx="379005" cy="31113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4" name="Google Shape;874;p13"/>
          <p:cNvGrpSpPr/>
          <p:nvPr/>
        </p:nvGrpSpPr>
        <p:grpSpPr>
          <a:xfrm>
            <a:off x="3157718" y="2512382"/>
            <a:ext cx="779463" cy="679450"/>
            <a:chOff x="-44" y="1473"/>
            <a:chExt cx="981" cy="1105"/>
          </a:xfrm>
        </p:grpSpPr>
        <p:pic>
          <p:nvPicPr>
            <p:cNvPr descr="desktop_computer_stylized_medium" id="875" name="Google Shape;87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6" name="Google Shape;876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7" name="Google Shape;877;p13"/>
          <p:cNvGrpSpPr/>
          <p:nvPr/>
        </p:nvGrpSpPr>
        <p:grpSpPr>
          <a:xfrm>
            <a:off x="9553756" y="2572707"/>
            <a:ext cx="779462" cy="679450"/>
            <a:chOff x="-44" y="1473"/>
            <a:chExt cx="981" cy="1105"/>
          </a:xfrm>
        </p:grpSpPr>
        <p:pic>
          <p:nvPicPr>
            <p:cNvPr descr="desktop_computer_stylized_medium" id="878" name="Google Shape;878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9" name="Google Shape;879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0" name="Google Shape;880;p13"/>
          <p:cNvGrpSpPr/>
          <p:nvPr/>
        </p:nvGrpSpPr>
        <p:grpSpPr>
          <a:xfrm>
            <a:off x="8918756" y="1380495"/>
            <a:ext cx="779462" cy="679450"/>
            <a:chOff x="-44" y="1473"/>
            <a:chExt cx="981" cy="1105"/>
          </a:xfrm>
        </p:grpSpPr>
        <p:pic>
          <p:nvPicPr>
            <p:cNvPr descr="desktop_computer_stylized_medium" id="881" name="Google Shape;88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2" name="Google Shape;882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3" name="Google Shape;883;p13"/>
          <p:cNvGrpSpPr/>
          <p:nvPr/>
        </p:nvGrpSpPr>
        <p:grpSpPr>
          <a:xfrm>
            <a:off x="7595249" y="2045192"/>
            <a:ext cx="1146494" cy="498545"/>
            <a:chOff x="7493876" y="2774731"/>
            <a:chExt cx="1481958" cy="894622"/>
          </a:xfrm>
        </p:grpSpPr>
        <p:sp>
          <p:nvSpPr>
            <p:cNvPr id="884" name="Google Shape;884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85" name="Google Shape;885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86" name="Google Shape;886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87" name="Google Shape;887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8" name="Google Shape;888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" name="Google Shape;889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" name="Google Shape;890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91" name="Google Shape;891;p13"/>
          <p:cNvGrpSpPr/>
          <p:nvPr/>
        </p:nvGrpSpPr>
        <p:grpSpPr>
          <a:xfrm>
            <a:off x="7621178" y="2733126"/>
            <a:ext cx="1146494" cy="498545"/>
            <a:chOff x="7493876" y="2774731"/>
            <a:chExt cx="1481958" cy="894622"/>
          </a:xfrm>
        </p:grpSpPr>
        <p:sp>
          <p:nvSpPr>
            <p:cNvPr id="892" name="Google Shape;892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93" name="Google Shape;893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94" name="Google Shape;894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95" name="Google Shape;895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6" name="Google Shape;896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" name="Google Shape;897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99" name="Google Shape;899;p13"/>
          <p:cNvGrpSpPr/>
          <p:nvPr/>
        </p:nvGrpSpPr>
        <p:grpSpPr>
          <a:xfrm>
            <a:off x="4403089" y="2023615"/>
            <a:ext cx="1146494" cy="498545"/>
            <a:chOff x="7493876" y="2774731"/>
            <a:chExt cx="1481958" cy="894622"/>
          </a:xfrm>
        </p:grpSpPr>
        <p:sp>
          <p:nvSpPr>
            <p:cNvPr id="900" name="Google Shape;900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01" name="Google Shape;901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02" name="Google Shape;902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03" name="Google Shape;903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" name="Google Shape;906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907" name="Google Shape;907;p13"/>
          <p:cNvCxnSpPr/>
          <p:nvPr/>
        </p:nvCxnSpPr>
        <p:spPr>
          <a:xfrm>
            <a:off x="5538968" y="2190120"/>
            <a:ext cx="0" cy="228600"/>
          </a:xfrm>
          <a:prstGeom prst="straightConnector1">
            <a:avLst/>
          </a:prstGeom>
          <a:noFill/>
          <a:ln>
            <a:noFill/>
          </a:ln>
        </p:spPr>
      </p:cxnSp>
      <p:grpSp>
        <p:nvGrpSpPr>
          <p:cNvPr id="908" name="Google Shape;908;p13"/>
          <p:cNvGrpSpPr/>
          <p:nvPr/>
        </p:nvGrpSpPr>
        <p:grpSpPr>
          <a:xfrm>
            <a:off x="4857931" y="2148845"/>
            <a:ext cx="633412" cy="200025"/>
            <a:chOff x="1800" y="1425"/>
            <a:chExt cx="399" cy="126"/>
          </a:xfrm>
        </p:grpSpPr>
        <p:sp>
          <p:nvSpPr>
            <p:cNvPr id="909" name="Google Shape;909;p13"/>
            <p:cNvSpPr/>
            <p:nvPr/>
          </p:nvSpPr>
          <p:spPr>
            <a:xfrm>
              <a:off x="1800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13"/>
            <p:cNvSpPr/>
            <p:nvPr/>
          </p:nvSpPr>
          <p:spPr>
            <a:xfrm>
              <a:off x="1902" y="1425"/>
              <a:ext cx="93" cy="12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13"/>
            <p:cNvSpPr/>
            <p:nvPr/>
          </p:nvSpPr>
          <p:spPr>
            <a:xfrm>
              <a:off x="2004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13"/>
            <p:cNvSpPr/>
            <p:nvPr/>
          </p:nvSpPr>
          <p:spPr>
            <a:xfrm>
              <a:off x="2106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3" name="Google Shape;913;p13"/>
          <p:cNvSpPr/>
          <p:nvPr/>
        </p:nvSpPr>
        <p:spPr>
          <a:xfrm>
            <a:off x="3841032" y="1971158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4" name="Google Shape;914;p13"/>
          <p:cNvCxnSpPr/>
          <p:nvPr/>
        </p:nvCxnSpPr>
        <p:spPr>
          <a:xfrm>
            <a:off x="4022858" y="2133026"/>
            <a:ext cx="227109" cy="1141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5" name="Google Shape;915;p13"/>
          <p:cNvCxnSpPr/>
          <p:nvPr/>
        </p:nvCxnSpPr>
        <p:spPr>
          <a:xfrm flipH="1" rot="10800000">
            <a:off x="4236079" y="2486552"/>
            <a:ext cx="248236" cy="15573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6" name="Google Shape;916;p13"/>
          <p:cNvCxnSpPr/>
          <p:nvPr/>
        </p:nvCxnSpPr>
        <p:spPr>
          <a:xfrm flipH="1" rot="10800000">
            <a:off x="5112260" y="2401255"/>
            <a:ext cx="17133" cy="641957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13"/>
          <p:cNvCxnSpPr/>
          <p:nvPr/>
        </p:nvCxnSpPr>
        <p:spPr>
          <a:xfrm rot="10800000">
            <a:off x="3757081" y="1665193"/>
            <a:ext cx="0" cy="2210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13"/>
          <p:cNvCxnSpPr/>
          <p:nvPr/>
        </p:nvCxnSpPr>
        <p:spPr>
          <a:xfrm rot="10800000">
            <a:off x="5850118" y="2346352"/>
            <a:ext cx="0" cy="1203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9" name="Google Shape;919;p13"/>
          <p:cNvSpPr txBox="1"/>
          <p:nvPr>
            <p:ph idx="1" type="body"/>
          </p:nvPr>
        </p:nvSpPr>
        <p:spPr>
          <a:xfrm>
            <a:off x="1353612" y="4213229"/>
            <a:ext cx="10347608" cy="22340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-US" sz="3200">
                <a:solidFill>
                  <a:srgbClr val="C00000"/>
                </a:solidFill>
              </a:rPr>
              <a:t>Packet queuing and loss: </a:t>
            </a:r>
            <a:r>
              <a:rPr lang="en-US" sz="3200"/>
              <a:t>i</a:t>
            </a:r>
            <a:r>
              <a:rPr lang="en-US"/>
              <a:t>f arrival rate (in bps) to link exceeds transmission rate (bps) of link for some period of time:</a:t>
            </a:r>
            <a:endParaRPr/>
          </a:p>
          <a:p>
            <a:pPr indent="-23018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packets will queue, waiting to be transmitted on output link </a:t>
            </a:r>
            <a:endParaRPr/>
          </a:p>
          <a:p>
            <a:pPr indent="-23018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packets can be dropped (lost) if memory (buffer) in router fills up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4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Alternative to packet switching: circuit switching</a:t>
            </a:r>
            <a:endParaRPr/>
          </a:p>
        </p:txBody>
      </p:sp>
      <p:sp>
        <p:nvSpPr>
          <p:cNvPr id="926" name="Google Shape;926;p14"/>
          <p:cNvSpPr txBox="1"/>
          <p:nvPr>
            <p:ph idx="1" type="body"/>
          </p:nvPr>
        </p:nvSpPr>
        <p:spPr>
          <a:xfrm>
            <a:off x="895788" y="1434849"/>
            <a:ext cx="5692665" cy="53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113" lvl="0" marL="1111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C00000"/>
                </a:solidFill>
              </a:rPr>
              <a:t>end-end resources allocated to, reserved for “call” between source and destination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 diagram, each link has four circuits. </a:t>
            </a:r>
            <a:endParaRPr/>
          </a:p>
          <a:p>
            <a:pPr indent="-225425" lvl="1" marL="6826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call gets 2</a:t>
            </a:r>
            <a:r>
              <a:rPr baseline="30000" lang="en-US"/>
              <a:t>nd</a:t>
            </a:r>
            <a:r>
              <a:rPr lang="en-US"/>
              <a:t> circuit in top link and 1</a:t>
            </a:r>
            <a:r>
              <a:rPr baseline="30000" lang="en-US"/>
              <a:t>st</a:t>
            </a:r>
            <a:r>
              <a:rPr lang="en-US"/>
              <a:t> circuit in right link.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dedicated resources: no sharing</a:t>
            </a:r>
            <a:endParaRPr/>
          </a:p>
          <a:p>
            <a:pPr indent="-225425" lvl="1" marL="6826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circuit-like (guaranteed) performance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circuit segment idle if not used by call </a:t>
            </a:r>
            <a:r>
              <a:rPr lang="en-US" sz="2400">
                <a:solidFill>
                  <a:srgbClr val="000099"/>
                </a:solidFill>
              </a:rPr>
              <a:t>(no sharing)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27" name="Google Shape;927;p14"/>
          <p:cNvSpPr/>
          <p:nvPr/>
        </p:nvSpPr>
        <p:spPr>
          <a:xfrm>
            <a:off x="8424977" y="2768303"/>
            <a:ext cx="1498678" cy="62755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14"/>
          <p:cNvSpPr/>
          <p:nvPr/>
        </p:nvSpPr>
        <p:spPr>
          <a:xfrm>
            <a:off x="8424977" y="2831058"/>
            <a:ext cx="1498678" cy="62756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14"/>
          <p:cNvSpPr/>
          <p:nvPr/>
        </p:nvSpPr>
        <p:spPr>
          <a:xfrm>
            <a:off x="8424977" y="2893815"/>
            <a:ext cx="1498678" cy="62755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14"/>
          <p:cNvSpPr/>
          <p:nvPr/>
        </p:nvSpPr>
        <p:spPr>
          <a:xfrm>
            <a:off x="8424977" y="2956570"/>
            <a:ext cx="1498678" cy="62756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1" name="Google Shape;931;p14"/>
          <p:cNvGrpSpPr/>
          <p:nvPr/>
        </p:nvGrpSpPr>
        <p:grpSpPr>
          <a:xfrm rot="5400000">
            <a:off x="7286178" y="3665819"/>
            <a:ext cx="1446965" cy="261561"/>
            <a:chOff x="4865941" y="1169772"/>
            <a:chExt cx="1752599" cy="304799"/>
          </a:xfrm>
        </p:grpSpPr>
        <p:sp>
          <p:nvSpPr>
            <p:cNvPr id="932" name="Google Shape;932;p14"/>
            <p:cNvSpPr/>
            <p:nvPr/>
          </p:nvSpPr>
          <p:spPr>
            <a:xfrm>
              <a:off x="4865941" y="1169772"/>
              <a:ext cx="1752599" cy="76201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14"/>
            <p:cNvSpPr/>
            <p:nvPr/>
          </p:nvSpPr>
          <p:spPr>
            <a:xfrm>
              <a:off x="4865941" y="1245972"/>
              <a:ext cx="1752599" cy="7619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14"/>
            <p:cNvSpPr/>
            <p:nvPr/>
          </p:nvSpPr>
          <p:spPr>
            <a:xfrm>
              <a:off x="4865941" y="1322172"/>
              <a:ext cx="1752599" cy="76201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14"/>
            <p:cNvSpPr/>
            <p:nvPr/>
          </p:nvSpPr>
          <p:spPr>
            <a:xfrm>
              <a:off x="4865941" y="1398372"/>
              <a:ext cx="1752599" cy="7619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" name="Google Shape;936;p14"/>
          <p:cNvGrpSpPr/>
          <p:nvPr/>
        </p:nvGrpSpPr>
        <p:grpSpPr>
          <a:xfrm>
            <a:off x="8509808" y="4656351"/>
            <a:ext cx="1479238" cy="251023"/>
            <a:chOff x="4876800" y="1143000"/>
            <a:chExt cx="1752600" cy="304800"/>
          </a:xfrm>
        </p:grpSpPr>
        <p:sp>
          <p:nvSpPr>
            <p:cNvPr id="937" name="Google Shape;937;p14"/>
            <p:cNvSpPr/>
            <p:nvPr/>
          </p:nvSpPr>
          <p:spPr>
            <a:xfrm>
              <a:off x="4876800" y="1143000"/>
              <a:ext cx="1752600" cy="76201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14"/>
            <p:cNvSpPr/>
            <p:nvPr/>
          </p:nvSpPr>
          <p:spPr>
            <a:xfrm>
              <a:off x="4876800" y="1219201"/>
              <a:ext cx="1752600" cy="7619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14"/>
            <p:cNvSpPr/>
            <p:nvPr/>
          </p:nvSpPr>
          <p:spPr>
            <a:xfrm>
              <a:off x="4876800" y="1295400"/>
              <a:ext cx="1752600" cy="76201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14"/>
            <p:cNvSpPr/>
            <p:nvPr/>
          </p:nvSpPr>
          <p:spPr>
            <a:xfrm>
              <a:off x="4876800" y="1371601"/>
              <a:ext cx="1752600" cy="7619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1" name="Google Shape;941;p14"/>
          <p:cNvSpPr/>
          <p:nvPr/>
        </p:nvSpPr>
        <p:spPr>
          <a:xfrm rot="5400000">
            <a:off x="9755990" y="3772869"/>
            <a:ext cx="1446966" cy="65391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14"/>
          <p:cNvSpPr/>
          <p:nvPr/>
        </p:nvSpPr>
        <p:spPr>
          <a:xfrm rot="5400000">
            <a:off x="9690600" y="3772869"/>
            <a:ext cx="1446966" cy="6539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14"/>
          <p:cNvSpPr/>
          <p:nvPr/>
        </p:nvSpPr>
        <p:spPr>
          <a:xfrm rot="5400000">
            <a:off x="9625209" y="3772869"/>
            <a:ext cx="1446966" cy="65391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14"/>
          <p:cNvSpPr/>
          <p:nvPr/>
        </p:nvSpPr>
        <p:spPr>
          <a:xfrm rot="5400000">
            <a:off x="9559819" y="3772869"/>
            <a:ext cx="1446966" cy="6539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5" name="Google Shape;945;p14"/>
          <p:cNvGrpSpPr/>
          <p:nvPr/>
        </p:nvGrpSpPr>
        <p:grpSpPr>
          <a:xfrm>
            <a:off x="10013910" y="1711520"/>
            <a:ext cx="701622" cy="568387"/>
            <a:chOff x="-44" y="1473"/>
            <a:chExt cx="981" cy="1105"/>
          </a:xfrm>
        </p:grpSpPr>
        <p:pic>
          <p:nvPicPr>
            <p:cNvPr descr="desktop_computer_stylized_medium" id="946" name="Google Shape;946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7" name="Google Shape;947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8" name="Google Shape;948;p14"/>
          <p:cNvSpPr/>
          <p:nvPr/>
        </p:nvSpPr>
        <p:spPr>
          <a:xfrm flipH="1" rot="-8334563">
            <a:off x="10213493" y="4720899"/>
            <a:ext cx="581445" cy="6454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14"/>
          <p:cNvSpPr/>
          <p:nvPr/>
        </p:nvSpPr>
        <p:spPr>
          <a:xfrm>
            <a:off x="7105364" y="4795380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14"/>
          <p:cNvSpPr/>
          <p:nvPr/>
        </p:nvSpPr>
        <p:spPr>
          <a:xfrm rot="5400000">
            <a:off x="7722581" y="2362276"/>
            <a:ext cx="513165" cy="69789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14"/>
          <p:cNvSpPr/>
          <p:nvPr/>
        </p:nvSpPr>
        <p:spPr>
          <a:xfrm rot="5400000">
            <a:off x="7825925" y="5242087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14"/>
          <p:cNvSpPr/>
          <p:nvPr/>
        </p:nvSpPr>
        <p:spPr>
          <a:xfrm rot="5400000">
            <a:off x="10201295" y="5217275"/>
            <a:ext cx="493905" cy="6833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14"/>
          <p:cNvSpPr/>
          <p:nvPr/>
        </p:nvSpPr>
        <p:spPr>
          <a:xfrm rot="10800000">
            <a:off x="10882518" y="4775822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14"/>
          <p:cNvSpPr/>
          <p:nvPr/>
        </p:nvSpPr>
        <p:spPr>
          <a:xfrm>
            <a:off x="7002625" y="2887816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4"/>
          <p:cNvSpPr/>
          <p:nvPr/>
        </p:nvSpPr>
        <p:spPr>
          <a:xfrm>
            <a:off x="10811014" y="2867389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14"/>
          <p:cNvSpPr/>
          <p:nvPr/>
        </p:nvSpPr>
        <p:spPr>
          <a:xfrm rot="5400000">
            <a:off x="10115327" y="2348120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7" name="Google Shape;957;p14"/>
          <p:cNvGrpSpPr/>
          <p:nvPr/>
        </p:nvGrpSpPr>
        <p:grpSpPr>
          <a:xfrm>
            <a:off x="9946631" y="5393995"/>
            <a:ext cx="703389" cy="568387"/>
            <a:chOff x="-44" y="1473"/>
            <a:chExt cx="981" cy="1105"/>
          </a:xfrm>
        </p:grpSpPr>
        <p:pic>
          <p:nvPicPr>
            <p:cNvPr descr="desktop_computer_stylized_medium" id="958" name="Google Shape;958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9" name="Google Shape;959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0" name="Google Shape;960;p14"/>
          <p:cNvGrpSpPr/>
          <p:nvPr/>
        </p:nvGrpSpPr>
        <p:grpSpPr>
          <a:xfrm>
            <a:off x="7560992" y="1744853"/>
            <a:ext cx="703389" cy="568387"/>
            <a:chOff x="-44" y="1473"/>
            <a:chExt cx="981" cy="1105"/>
          </a:xfrm>
        </p:grpSpPr>
        <p:pic>
          <p:nvPicPr>
            <p:cNvPr descr="desktop_computer_stylized_medium" id="961" name="Google Shape;96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2" name="Google Shape;962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3" name="Google Shape;963;p14"/>
          <p:cNvGrpSpPr/>
          <p:nvPr/>
        </p:nvGrpSpPr>
        <p:grpSpPr>
          <a:xfrm>
            <a:off x="7484685" y="2654601"/>
            <a:ext cx="946204" cy="493906"/>
            <a:chOff x="7493876" y="2774731"/>
            <a:chExt cx="1481958" cy="894622"/>
          </a:xfrm>
        </p:grpSpPr>
        <p:sp>
          <p:nvSpPr>
            <p:cNvPr id="964" name="Google Shape;964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65" name="Google Shape;965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66" name="Google Shape;966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67" name="Google Shape;967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71" name="Google Shape;971;p14"/>
          <p:cNvGrpSpPr/>
          <p:nvPr/>
        </p:nvGrpSpPr>
        <p:grpSpPr>
          <a:xfrm>
            <a:off x="7567435" y="4520082"/>
            <a:ext cx="946204" cy="493906"/>
            <a:chOff x="7493876" y="2774731"/>
            <a:chExt cx="1481958" cy="894622"/>
          </a:xfrm>
        </p:grpSpPr>
        <p:sp>
          <p:nvSpPr>
            <p:cNvPr id="972" name="Google Shape;972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73" name="Google Shape;973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74" name="Google Shape;974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75" name="Google Shape;975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79" name="Google Shape;979;p14"/>
          <p:cNvGrpSpPr/>
          <p:nvPr/>
        </p:nvGrpSpPr>
        <p:grpSpPr>
          <a:xfrm>
            <a:off x="9940980" y="4520082"/>
            <a:ext cx="946204" cy="493906"/>
            <a:chOff x="7493876" y="2774731"/>
            <a:chExt cx="1481958" cy="894622"/>
          </a:xfrm>
        </p:grpSpPr>
        <p:sp>
          <p:nvSpPr>
            <p:cNvPr id="980" name="Google Shape;980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81" name="Google Shape;981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82" name="Google Shape;982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83" name="Google Shape;983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" name="Google Shape;984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" name="Google Shape;985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" name="Google Shape;986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87" name="Google Shape;987;p14"/>
          <p:cNvGrpSpPr/>
          <p:nvPr/>
        </p:nvGrpSpPr>
        <p:grpSpPr>
          <a:xfrm>
            <a:off x="9889177" y="2634520"/>
            <a:ext cx="946204" cy="493906"/>
            <a:chOff x="7493876" y="2774731"/>
            <a:chExt cx="1481958" cy="894622"/>
          </a:xfrm>
        </p:grpSpPr>
        <p:sp>
          <p:nvSpPr>
            <p:cNvPr id="988" name="Google Shape;988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89" name="Google Shape;989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90" name="Google Shape;990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1" name="Google Shape;991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95" name="Google Shape;995;p14"/>
          <p:cNvSpPr/>
          <p:nvPr/>
        </p:nvSpPr>
        <p:spPr>
          <a:xfrm rot="1634516">
            <a:off x="7940837" y="2709093"/>
            <a:ext cx="535922" cy="73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14"/>
          <p:cNvSpPr/>
          <p:nvPr/>
        </p:nvSpPr>
        <p:spPr>
          <a:xfrm rot="2101064">
            <a:off x="9817292" y="2970721"/>
            <a:ext cx="535922" cy="73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14"/>
          <p:cNvSpPr/>
          <p:nvPr/>
        </p:nvSpPr>
        <p:spPr>
          <a:xfrm rot="4253584">
            <a:off x="10096993" y="4729744"/>
            <a:ext cx="547683" cy="757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14"/>
          <p:cNvSpPr txBox="1"/>
          <p:nvPr/>
        </p:nvSpPr>
        <p:spPr>
          <a:xfrm>
            <a:off x="990600" y="6354126"/>
            <a:ext cx="91471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</a:t>
            </a:r>
            <a:endParaRPr/>
          </a:p>
        </p:txBody>
      </p:sp>
      <p:sp>
        <p:nvSpPr>
          <p:cNvPr id="999" name="Google Shape;999;p14"/>
          <p:cNvSpPr txBox="1"/>
          <p:nvPr/>
        </p:nvSpPr>
        <p:spPr>
          <a:xfrm>
            <a:off x="893203" y="5522187"/>
            <a:ext cx="6884498" cy="904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commonly used in traditional telephone networks</a:t>
            </a:r>
            <a:endParaRPr/>
          </a:p>
          <a:p>
            <a:pPr indent="0" lvl="0" marL="1746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5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Circuit switching: FDM and TDM</a:t>
            </a:r>
            <a:endParaRPr/>
          </a:p>
        </p:txBody>
      </p:sp>
      <p:grpSp>
        <p:nvGrpSpPr>
          <p:cNvPr id="1006" name="Google Shape;1006;p15"/>
          <p:cNvGrpSpPr/>
          <p:nvPr/>
        </p:nvGrpSpPr>
        <p:grpSpPr>
          <a:xfrm>
            <a:off x="6233238" y="2058564"/>
            <a:ext cx="5507831" cy="1770857"/>
            <a:chOff x="1379" y="1353"/>
            <a:chExt cx="3469" cy="1116"/>
          </a:xfrm>
        </p:grpSpPr>
        <p:cxnSp>
          <p:nvCxnSpPr>
            <p:cNvPr id="1007" name="Google Shape;1007;p15"/>
            <p:cNvCxnSpPr/>
            <p:nvPr/>
          </p:nvCxnSpPr>
          <p:spPr>
            <a:xfrm rot="10800000">
              <a:off x="1728" y="1392"/>
              <a:ext cx="0" cy="816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08" name="Google Shape;1008;p15"/>
            <p:cNvSpPr txBox="1"/>
            <p:nvPr/>
          </p:nvSpPr>
          <p:spPr>
            <a:xfrm rot="-5400000">
              <a:off x="1069" y="1662"/>
              <a:ext cx="91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frequency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09" name="Google Shape;1009;p15"/>
            <p:cNvCxnSpPr/>
            <p:nvPr/>
          </p:nvCxnSpPr>
          <p:spPr>
            <a:xfrm>
              <a:off x="1728" y="2208"/>
              <a:ext cx="312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10" name="Google Shape;1010;p15"/>
            <p:cNvSpPr txBox="1"/>
            <p:nvPr/>
          </p:nvSpPr>
          <p:spPr>
            <a:xfrm>
              <a:off x="4376" y="2216"/>
              <a:ext cx="41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time</a:t>
              </a:r>
              <a:endParaRPr b="0" i="1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15"/>
            <p:cNvSpPr/>
            <p:nvPr/>
          </p:nvSpPr>
          <p:spPr>
            <a:xfrm>
              <a:off x="1776" y="1584"/>
              <a:ext cx="2880" cy="57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2" name="Google Shape;1012;p15"/>
          <p:cNvSpPr/>
          <p:nvPr/>
        </p:nvSpPr>
        <p:spPr>
          <a:xfrm>
            <a:off x="6851569" y="2438770"/>
            <a:ext cx="4572000" cy="228600"/>
          </a:xfrm>
          <a:prstGeom prst="rect">
            <a:avLst/>
          </a:prstGeom>
          <a:solidFill>
            <a:srgbClr val="3366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15"/>
          <p:cNvSpPr/>
          <p:nvPr/>
        </p:nvSpPr>
        <p:spPr>
          <a:xfrm>
            <a:off x="6851569" y="2667370"/>
            <a:ext cx="4572000" cy="228600"/>
          </a:xfrm>
          <a:prstGeom prst="rect">
            <a:avLst/>
          </a:prstGeom>
          <a:solidFill>
            <a:srgbClr val="99CC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15"/>
          <p:cNvSpPr/>
          <p:nvPr/>
        </p:nvSpPr>
        <p:spPr>
          <a:xfrm>
            <a:off x="6851569" y="2895970"/>
            <a:ext cx="4572000" cy="228600"/>
          </a:xfrm>
          <a:prstGeom prst="rect">
            <a:avLst/>
          </a:prstGeom>
          <a:solidFill>
            <a:srgbClr val="FFCC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15"/>
          <p:cNvSpPr/>
          <p:nvPr/>
        </p:nvSpPr>
        <p:spPr>
          <a:xfrm>
            <a:off x="6851569" y="3124570"/>
            <a:ext cx="4572000" cy="2286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6" name="Google Shape;1016;p15"/>
          <p:cNvGrpSpPr/>
          <p:nvPr/>
        </p:nvGrpSpPr>
        <p:grpSpPr>
          <a:xfrm>
            <a:off x="6249113" y="4360441"/>
            <a:ext cx="5479256" cy="1739107"/>
            <a:chOff x="1397" y="2977"/>
            <a:chExt cx="3452" cy="1096"/>
          </a:xfrm>
        </p:grpSpPr>
        <p:cxnSp>
          <p:nvCxnSpPr>
            <p:cNvPr id="1017" name="Google Shape;1017;p15"/>
            <p:cNvCxnSpPr/>
            <p:nvPr/>
          </p:nvCxnSpPr>
          <p:spPr>
            <a:xfrm rot="10800000">
              <a:off x="1728" y="2977"/>
              <a:ext cx="0" cy="816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18" name="Google Shape;1018;p15"/>
            <p:cNvSpPr txBox="1"/>
            <p:nvPr/>
          </p:nvSpPr>
          <p:spPr>
            <a:xfrm rot="-5400000">
              <a:off x="1087" y="3286"/>
              <a:ext cx="91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frequency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19" name="Google Shape;1019;p15"/>
            <p:cNvCxnSpPr/>
            <p:nvPr/>
          </p:nvCxnSpPr>
          <p:spPr>
            <a:xfrm>
              <a:off x="1728" y="3793"/>
              <a:ext cx="312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20" name="Google Shape;1020;p15"/>
            <p:cNvSpPr txBox="1"/>
            <p:nvPr/>
          </p:nvSpPr>
          <p:spPr>
            <a:xfrm>
              <a:off x="4385" y="3820"/>
              <a:ext cx="41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time</a:t>
              </a:r>
              <a:endParaRPr b="0" i="1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15"/>
            <p:cNvSpPr/>
            <p:nvPr/>
          </p:nvSpPr>
          <p:spPr>
            <a:xfrm>
              <a:off x="1776" y="3168"/>
              <a:ext cx="2880" cy="57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2" name="Google Shape;1022;p15"/>
          <p:cNvGrpSpPr/>
          <p:nvPr/>
        </p:nvGrpSpPr>
        <p:grpSpPr>
          <a:xfrm>
            <a:off x="6851569" y="4664445"/>
            <a:ext cx="3886200" cy="914400"/>
            <a:chOff x="1776" y="3168"/>
            <a:chExt cx="2448" cy="576"/>
          </a:xfrm>
        </p:grpSpPr>
        <p:sp>
          <p:nvSpPr>
            <p:cNvPr id="1023" name="Google Shape;1023;p15"/>
            <p:cNvSpPr/>
            <p:nvPr/>
          </p:nvSpPr>
          <p:spPr>
            <a:xfrm>
              <a:off x="1776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15"/>
            <p:cNvSpPr/>
            <p:nvPr/>
          </p:nvSpPr>
          <p:spPr>
            <a:xfrm>
              <a:off x="2352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15"/>
            <p:cNvSpPr/>
            <p:nvPr/>
          </p:nvSpPr>
          <p:spPr>
            <a:xfrm>
              <a:off x="2928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15"/>
            <p:cNvSpPr/>
            <p:nvPr/>
          </p:nvSpPr>
          <p:spPr>
            <a:xfrm>
              <a:off x="3504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15"/>
            <p:cNvSpPr/>
            <p:nvPr/>
          </p:nvSpPr>
          <p:spPr>
            <a:xfrm>
              <a:off x="4080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8" name="Google Shape;1028;p15"/>
          <p:cNvGrpSpPr/>
          <p:nvPr/>
        </p:nvGrpSpPr>
        <p:grpSpPr>
          <a:xfrm>
            <a:off x="7080169" y="4664445"/>
            <a:ext cx="3886200" cy="914400"/>
            <a:chOff x="1920" y="3168"/>
            <a:chExt cx="2448" cy="576"/>
          </a:xfrm>
        </p:grpSpPr>
        <p:sp>
          <p:nvSpPr>
            <p:cNvPr id="1029" name="Google Shape;1029;p15"/>
            <p:cNvSpPr/>
            <p:nvPr/>
          </p:nvSpPr>
          <p:spPr>
            <a:xfrm>
              <a:off x="1920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15"/>
            <p:cNvSpPr/>
            <p:nvPr/>
          </p:nvSpPr>
          <p:spPr>
            <a:xfrm>
              <a:off x="2496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15"/>
            <p:cNvSpPr/>
            <p:nvPr/>
          </p:nvSpPr>
          <p:spPr>
            <a:xfrm>
              <a:off x="3072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15"/>
            <p:cNvSpPr/>
            <p:nvPr/>
          </p:nvSpPr>
          <p:spPr>
            <a:xfrm>
              <a:off x="3648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15"/>
            <p:cNvSpPr/>
            <p:nvPr/>
          </p:nvSpPr>
          <p:spPr>
            <a:xfrm>
              <a:off x="4224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4" name="Google Shape;1034;p15"/>
          <p:cNvGrpSpPr/>
          <p:nvPr/>
        </p:nvGrpSpPr>
        <p:grpSpPr>
          <a:xfrm>
            <a:off x="7308769" y="4664445"/>
            <a:ext cx="3886200" cy="914400"/>
            <a:chOff x="2064" y="3168"/>
            <a:chExt cx="2448" cy="576"/>
          </a:xfrm>
        </p:grpSpPr>
        <p:sp>
          <p:nvSpPr>
            <p:cNvPr id="1035" name="Google Shape;1035;p15"/>
            <p:cNvSpPr/>
            <p:nvPr/>
          </p:nvSpPr>
          <p:spPr>
            <a:xfrm>
              <a:off x="2064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15"/>
            <p:cNvSpPr/>
            <p:nvPr/>
          </p:nvSpPr>
          <p:spPr>
            <a:xfrm>
              <a:off x="2640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15"/>
            <p:cNvSpPr/>
            <p:nvPr/>
          </p:nvSpPr>
          <p:spPr>
            <a:xfrm>
              <a:off x="3216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15"/>
            <p:cNvSpPr/>
            <p:nvPr/>
          </p:nvSpPr>
          <p:spPr>
            <a:xfrm>
              <a:off x="3792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15"/>
            <p:cNvSpPr/>
            <p:nvPr/>
          </p:nvSpPr>
          <p:spPr>
            <a:xfrm>
              <a:off x="4368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0" name="Google Shape;1040;p15"/>
          <p:cNvGrpSpPr/>
          <p:nvPr/>
        </p:nvGrpSpPr>
        <p:grpSpPr>
          <a:xfrm>
            <a:off x="7537369" y="4664445"/>
            <a:ext cx="3886200" cy="914400"/>
            <a:chOff x="2208" y="3168"/>
            <a:chExt cx="2448" cy="576"/>
          </a:xfrm>
        </p:grpSpPr>
        <p:sp>
          <p:nvSpPr>
            <p:cNvPr id="1041" name="Google Shape;1041;p15"/>
            <p:cNvSpPr/>
            <p:nvPr/>
          </p:nvSpPr>
          <p:spPr>
            <a:xfrm>
              <a:off x="2208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15"/>
            <p:cNvSpPr/>
            <p:nvPr/>
          </p:nvSpPr>
          <p:spPr>
            <a:xfrm>
              <a:off x="2784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15"/>
            <p:cNvSpPr/>
            <p:nvPr/>
          </p:nvSpPr>
          <p:spPr>
            <a:xfrm>
              <a:off x="3360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15"/>
            <p:cNvSpPr/>
            <p:nvPr/>
          </p:nvSpPr>
          <p:spPr>
            <a:xfrm>
              <a:off x="3936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15"/>
            <p:cNvSpPr/>
            <p:nvPr/>
          </p:nvSpPr>
          <p:spPr>
            <a:xfrm>
              <a:off x="4512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6" name="Google Shape;1046;p15"/>
          <p:cNvGrpSpPr/>
          <p:nvPr/>
        </p:nvGrpSpPr>
        <p:grpSpPr>
          <a:xfrm>
            <a:off x="6851569" y="2667370"/>
            <a:ext cx="4572000" cy="457200"/>
            <a:chOff x="1776" y="1728"/>
            <a:chExt cx="2880" cy="288"/>
          </a:xfrm>
        </p:grpSpPr>
        <p:cxnSp>
          <p:nvCxnSpPr>
            <p:cNvPr id="1047" name="Google Shape;1047;p15"/>
            <p:cNvCxnSpPr/>
            <p:nvPr/>
          </p:nvCxnSpPr>
          <p:spPr>
            <a:xfrm>
              <a:off x="1776" y="1728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8" name="Google Shape;1048;p15"/>
            <p:cNvCxnSpPr/>
            <p:nvPr/>
          </p:nvCxnSpPr>
          <p:spPr>
            <a:xfrm>
              <a:off x="1776" y="1872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9" name="Google Shape;1049;p15"/>
            <p:cNvCxnSpPr/>
            <p:nvPr/>
          </p:nvCxnSpPr>
          <p:spPr>
            <a:xfrm>
              <a:off x="1776" y="2016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50" name="Google Shape;1050;p15"/>
          <p:cNvGrpSpPr/>
          <p:nvPr/>
        </p:nvGrpSpPr>
        <p:grpSpPr>
          <a:xfrm>
            <a:off x="7080169" y="4664445"/>
            <a:ext cx="4114800" cy="914400"/>
            <a:chOff x="1920" y="3168"/>
            <a:chExt cx="2592" cy="576"/>
          </a:xfrm>
        </p:grpSpPr>
        <p:cxnSp>
          <p:nvCxnSpPr>
            <p:cNvPr id="1051" name="Google Shape;1051;p15"/>
            <p:cNvCxnSpPr/>
            <p:nvPr/>
          </p:nvCxnSpPr>
          <p:spPr>
            <a:xfrm>
              <a:off x="192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2" name="Google Shape;1052;p15"/>
            <p:cNvCxnSpPr/>
            <p:nvPr/>
          </p:nvCxnSpPr>
          <p:spPr>
            <a:xfrm>
              <a:off x="206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3" name="Google Shape;1053;p15"/>
            <p:cNvCxnSpPr/>
            <p:nvPr/>
          </p:nvCxnSpPr>
          <p:spPr>
            <a:xfrm>
              <a:off x="220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4" name="Google Shape;1054;p15"/>
            <p:cNvCxnSpPr/>
            <p:nvPr/>
          </p:nvCxnSpPr>
          <p:spPr>
            <a:xfrm>
              <a:off x="235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5" name="Google Shape;1055;p15"/>
            <p:cNvCxnSpPr/>
            <p:nvPr/>
          </p:nvCxnSpPr>
          <p:spPr>
            <a:xfrm>
              <a:off x="249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6" name="Google Shape;1056;p15"/>
            <p:cNvCxnSpPr/>
            <p:nvPr/>
          </p:nvCxnSpPr>
          <p:spPr>
            <a:xfrm>
              <a:off x="264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7" name="Google Shape;1057;p15"/>
            <p:cNvCxnSpPr/>
            <p:nvPr/>
          </p:nvCxnSpPr>
          <p:spPr>
            <a:xfrm>
              <a:off x="278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8" name="Google Shape;1058;p15"/>
            <p:cNvCxnSpPr/>
            <p:nvPr/>
          </p:nvCxnSpPr>
          <p:spPr>
            <a:xfrm>
              <a:off x="292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9" name="Google Shape;1059;p15"/>
            <p:cNvCxnSpPr/>
            <p:nvPr/>
          </p:nvCxnSpPr>
          <p:spPr>
            <a:xfrm>
              <a:off x="307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0" name="Google Shape;1060;p15"/>
            <p:cNvCxnSpPr/>
            <p:nvPr/>
          </p:nvCxnSpPr>
          <p:spPr>
            <a:xfrm>
              <a:off x="321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1" name="Google Shape;1061;p15"/>
            <p:cNvCxnSpPr/>
            <p:nvPr/>
          </p:nvCxnSpPr>
          <p:spPr>
            <a:xfrm>
              <a:off x="336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2" name="Google Shape;1062;p15"/>
            <p:cNvCxnSpPr/>
            <p:nvPr/>
          </p:nvCxnSpPr>
          <p:spPr>
            <a:xfrm>
              <a:off x="350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3" name="Google Shape;1063;p15"/>
            <p:cNvCxnSpPr/>
            <p:nvPr/>
          </p:nvCxnSpPr>
          <p:spPr>
            <a:xfrm>
              <a:off x="364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4" name="Google Shape;1064;p15"/>
            <p:cNvCxnSpPr/>
            <p:nvPr/>
          </p:nvCxnSpPr>
          <p:spPr>
            <a:xfrm>
              <a:off x="379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5" name="Google Shape;1065;p15"/>
            <p:cNvCxnSpPr/>
            <p:nvPr/>
          </p:nvCxnSpPr>
          <p:spPr>
            <a:xfrm>
              <a:off x="393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15"/>
            <p:cNvCxnSpPr/>
            <p:nvPr/>
          </p:nvCxnSpPr>
          <p:spPr>
            <a:xfrm>
              <a:off x="408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7" name="Google Shape;1067;p15"/>
            <p:cNvCxnSpPr/>
            <p:nvPr/>
          </p:nvCxnSpPr>
          <p:spPr>
            <a:xfrm>
              <a:off x="422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" name="Google Shape;1068;p15"/>
            <p:cNvCxnSpPr/>
            <p:nvPr/>
          </p:nvCxnSpPr>
          <p:spPr>
            <a:xfrm>
              <a:off x="436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9" name="Google Shape;1069;p15"/>
            <p:cNvCxnSpPr/>
            <p:nvPr/>
          </p:nvCxnSpPr>
          <p:spPr>
            <a:xfrm>
              <a:off x="451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70" name="Google Shape;1070;p15"/>
          <p:cNvGrpSpPr/>
          <p:nvPr/>
        </p:nvGrpSpPr>
        <p:grpSpPr>
          <a:xfrm>
            <a:off x="6851569" y="2553070"/>
            <a:ext cx="4572000" cy="685800"/>
            <a:chOff x="1776" y="1656"/>
            <a:chExt cx="2880" cy="432"/>
          </a:xfrm>
        </p:grpSpPr>
        <p:cxnSp>
          <p:nvCxnSpPr>
            <p:cNvPr id="1071" name="Google Shape;1071;p15"/>
            <p:cNvCxnSpPr/>
            <p:nvPr/>
          </p:nvCxnSpPr>
          <p:spPr>
            <a:xfrm>
              <a:off x="1776" y="1656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72" name="Google Shape;1072;p15"/>
            <p:cNvCxnSpPr/>
            <p:nvPr/>
          </p:nvCxnSpPr>
          <p:spPr>
            <a:xfrm>
              <a:off x="1776" y="1800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73" name="Google Shape;1073;p15"/>
            <p:cNvCxnSpPr/>
            <p:nvPr/>
          </p:nvCxnSpPr>
          <p:spPr>
            <a:xfrm>
              <a:off x="1776" y="1944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74" name="Google Shape;1074;p15"/>
            <p:cNvCxnSpPr/>
            <p:nvPr/>
          </p:nvCxnSpPr>
          <p:spPr>
            <a:xfrm>
              <a:off x="1776" y="2088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75" name="Google Shape;1075;p15"/>
          <p:cNvGrpSpPr/>
          <p:nvPr/>
        </p:nvGrpSpPr>
        <p:grpSpPr>
          <a:xfrm>
            <a:off x="6965869" y="4664445"/>
            <a:ext cx="4343400" cy="914400"/>
            <a:chOff x="1848" y="3168"/>
            <a:chExt cx="2736" cy="576"/>
          </a:xfrm>
        </p:grpSpPr>
        <p:cxnSp>
          <p:nvCxnSpPr>
            <p:cNvPr id="1076" name="Google Shape;1076;p15"/>
            <p:cNvCxnSpPr/>
            <p:nvPr/>
          </p:nvCxnSpPr>
          <p:spPr>
            <a:xfrm>
              <a:off x="184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77" name="Google Shape;1077;p15"/>
            <p:cNvCxnSpPr/>
            <p:nvPr/>
          </p:nvCxnSpPr>
          <p:spPr>
            <a:xfrm>
              <a:off x="199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78" name="Google Shape;1078;p15"/>
            <p:cNvCxnSpPr/>
            <p:nvPr/>
          </p:nvCxnSpPr>
          <p:spPr>
            <a:xfrm>
              <a:off x="213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79" name="Google Shape;1079;p15"/>
            <p:cNvCxnSpPr/>
            <p:nvPr/>
          </p:nvCxnSpPr>
          <p:spPr>
            <a:xfrm>
              <a:off x="228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80" name="Google Shape;1080;p15"/>
            <p:cNvCxnSpPr/>
            <p:nvPr/>
          </p:nvCxnSpPr>
          <p:spPr>
            <a:xfrm>
              <a:off x="242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81" name="Google Shape;1081;p15"/>
            <p:cNvCxnSpPr/>
            <p:nvPr/>
          </p:nvCxnSpPr>
          <p:spPr>
            <a:xfrm>
              <a:off x="256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82" name="Google Shape;1082;p15"/>
            <p:cNvCxnSpPr/>
            <p:nvPr/>
          </p:nvCxnSpPr>
          <p:spPr>
            <a:xfrm>
              <a:off x="271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83" name="Google Shape;1083;p15"/>
            <p:cNvCxnSpPr/>
            <p:nvPr/>
          </p:nvCxnSpPr>
          <p:spPr>
            <a:xfrm>
              <a:off x="285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84" name="Google Shape;1084;p15"/>
            <p:cNvCxnSpPr/>
            <p:nvPr/>
          </p:nvCxnSpPr>
          <p:spPr>
            <a:xfrm>
              <a:off x="300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85" name="Google Shape;1085;p15"/>
            <p:cNvCxnSpPr/>
            <p:nvPr/>
          </p:nvCxnSpPr>
          <p:spPr>
            <a:xfrm>
              <a:off x="314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86" name="Google Shape;1086;p15"/>
            <p:cNvCxnSpPr/>
            <p:nvPr/>
          </p:nvCxnSpPr>
          <p:spPr>
            <a:xfrm>
              <a:off x="328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87" name="Google Shape;1087;p15"/>
            <p:cNvCxnSpPr/>
            <p:nvPr/>
          </p:nvCxnSpPr>
          <p:spPr>
            <a:xfrm>
              <a:off x="343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88" name="Google Shape;1088;p15"/>
            <p:cNvCxnSpPr/>
            <p:nvPr/>
          </p:nvCxnSpPr>
          <p:spPr>
            <a:xfrm>
              <a:off x="357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89" name="Google Shape;1089;p15"/>
            <p:cNvCxnSpPr/>
            <p:nvPr/>
          </p:nvCxnSpPr>
          <p:spPr>
            <a:xfrm>
              <a:off x="372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90" name="Google Shape;1090;p15"/>
            <p:cNvCxnSpPr/>
            <p:nvPr/>
          </p:nvCxnSpPr>
          <p:spPr>
            <a:xfrm>
              <a:off x="386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91" name="Google Shape;1091;p15"/>
            <p:cNvCxnSpPr/>
            <p:nvPr/>
          </p:nvCxnSpPr>
          <p:spPr>
            <a:xfrm>
              <a:off x="400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92" name="Google Shape;1092;p15"/>
            <p:cNvCxnSpPr/>
            <p:nvPr/>
          </p:nvCxnSpPr>
          <p:spPr>
            <a:xfrm>
              <a:off x="415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93" name="Google Shape;1093;p15"/>
            <p:cNvCxnSpPr/>
            <p:nvPr/>
          </p:nvCxnSpPr>
          <p:spPr>
            <a:xfrm>
              <a:off x="429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94" name="Google Shape;1094;p15"/>
            <p:cNvCxnSpPr/>
            <p:nvPr/>
          </p:nvCxnSpPr>
          <p:spPr>
            <a:xfrm>
              <a:off x="444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95" name="Google Shape;1095;p15"/>
            <p:cNvCxnSpPr/>
            <p:nvPr/>
          </p:nvCxnSpPr>
          <p:spPr>
            <a:xfrm>
              <a:off x="458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96" name="Google Shape;1096;p15"/>
          <p:cNvGrpSpPr/>
          <p:nvPr/>
        </p:nvGrpSpPr>
        <p:grpSpPr>
          <a:xfrm>
            <a:off x="8985169" y="1632322"/>
            <a:ext cx="2438400" cy="523876"/>
            <a:chOff x="3648" y="266"/>
            <a:chExt cx="1536" cy="330"/>
          </a:xfrm>
        </p:grpSpPr>
        <p:sp>
          <p:nvSpPr>
            <p:cNvPr id="1097" name="Google Shape;1097;p15"/>
            <p:cNvSpPr txBox="1"/>
            <p:nvPr/>
          </p:nvSpPr>
          <p:spPr>
            <a:xfrm>
              <a:off x="3648" y="266"/>
              <a:ext cx="767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 users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15"/>
            <p:cNvSpPr/>
            <p:nvPr/>
          </p:nvSpPr>
          <p:spPr>
            <a:xfrm>
              <a:off x="4464" y="352"/>
              <a:ext cx="144" cy="144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15"/>
            <p:cNvSpPr/>
            <p:nvPr/>
          </p:nvSpPr>
          <p:spPr>
            <a:xfrm>
              <a:off x="4656" y="352"/>
              <a:ext cx="144" cy="144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15"/>
            <p:cNvSpPr/>
            <p:nvPr/>
          </p:nvSpPr>
          <p:spPr>
            <a:xfrm>
              <a:off x="4848" y="352"/>
              <a:ext cx="144" cy="144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15"/>
            <p:cNvSpPr/>
            <p:nvPr/>
          </p:nvSpPr>
          <p:spPr>
            <a:xfrm>
              <a:off x="5040" y="352"/>
              <a:ext cx="144" cy="144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2" name="Google Shape;1102;p15"/>
          <p:cNvSpPr txBox="1"/>
          <p:nvPr>
            <p:ph idx="1" type="body"/>
          </p:nvPr>
        </p:nvSpPr>
        <p:spPr>
          <a:xfrm>
            <a:off x="768431" y="1448157"/>
            <a:ext cx="5265052" cy="1980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113" lvl="0" marL="1111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CC0000"/>
                </a:solidFill>
              </a:rPr>
              <a:t>F</a:t>
            </a:r>
            <a:r>
              <a:rPr lang="en-US">
                <a:solidFill>
                  <a:srgbClr val="CC0000"/>
                </a:solidFill>
              </a:rPr>
              <a:t>requency Division Multiplexing </a:t>
            </a:r>
            <a:r>
              <a:rPr lang="en-US" sz="2400">
                <a:solidFill>
                  <a:srgbClr val="CC0000"/>
                </a:solidFill>
              </a:rPr>
              <a:t>(FDM)</a:t>
            </a:r>
            <a:endParaRPr sz="2400"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optical, electromagnetic frequencies divided into (narrow) frequency bands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03" name="Google Shape;1103;p15"/>
          <p:cNvSpPr txBox="1"/>
          <p:nvPr/>
        </p:nvSpPr>
        <p:spPr>
          <a:xfrm>
            <a:off x="851118" y="4389639"/>
            <a:ext cx="5276102" cy="2468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113" lvl="0" marL="111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Division Multiplexing 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(TDM)</a:t>
            </a:r>
            <a:endParaRPr b="0" i="0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divided into slots</a:t>
            </a:r>
            <a:endParaRPr/>
          </a:p>
        </p:txBody>
      </p:sp>
      <p:sp>
        <p:nvSpPr>
          <p:cNvPr id="1104" name="Google Shape;1104;p15"/>
          <p:cNvSpPr txBox="1"/>
          <p:nvPr/>
        </p:nvSpPr>
        <p:spPr>
          <a:xfrm>
            <a:off x="758125" y="3253122"/>
            <a:ext cx="5265052" cy="1039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call allocated its own band, can transmit at max rate of that narrow band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784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15"/>
          <p:cNvSpPr txBox="1"/>
          <p:nvPr/>
        </p:nvSpPr>
        <p:spPr>
          <a:xfrm>
            <a:off x="848536" y="5261674"/>
            <a:ext cx="5276102" cy="2468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call allocated periodic slot(s), can transmit at maximum rate of (wider) frequency band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only)  during its time slot(s)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6"/>
          <p:cNvSpPr txBox="1"/>
          <p:nvPr>
            <p:ph type="title"/>
          </p:nvPr>
        </p:nvSpPr>
        <p:spPr>
          <a:xfrm>
            <a:off x="838200" y="24422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 switching versus circuit switching</a:t>
            </a:r>
            <a:endParaRPr/>
          </a:p>
        </p:txBody>
      </p:sp>
      <p:sp>
        <p:nvSpPr>
          <p:cNvPr id="1112" name="Google Shape;1112;p16"/>
          <p:cNvSpPr txBox="1"/>
          <p:nvPr/>
        </p:nvSpPr>
        <p:spPr>
          <a:xfrm>
            <a:off x="1798051" y="1331088"/>
            <a:ext cx="4938590" cy="1938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Gb/s link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user: </a:t>
            </a:r>
            <a:endParaRPr/>
          </a:p>
          <a:p>
            <a:pPr indent="-217487" lvl="1" marL="5143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Mb/s when “active”</a:t>
            </a:r>
            <a:endParaRPr/>
          </a:p>
          <a:p>
            <a:pPr indent="-217487" lvl="1" marL="5143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active 10% of time</a:t>
            </a:r>
            <a:endParaRPr/>
          </a:p>
          <a:p>
            <a:pPr indent="-92075" lvl="1" marL="5667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16"/>
          <p:cNvSpPr txBox="1"/>
          <p:nvPr/>
        </p:nvSpPr>
        <p:spPr>
          <a:xfrm>
            <a:off x="770020" y="3313964"/>
            <a:ext cx="1108509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b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many users can use this network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under circuit-switching and packet switching?</a:t>
            </a:r>
            <a:endParaRPr b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16"/>
          <p:cNvSpPr txBox="1"/>
          <p:nvPr/>
        </p:nvSpPr>
        <p:spPr>
          <a:xfrm>
            <a:off x="876491" y="6199144"/>
            <a:ext cx="91471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</a:t>
            </a:r>
            <a:endParaRPr/>
          </a:p>
        </p:txBody>
      </p:sp>
      <p:grpSp>
        <p:nvGrpSpPr>
          <p:cNvPr id="1115" name="Google Shape;1115;p16"/>
          <p:cNvGrpSpPr/>
          <p:nvPr/>
        </p:nvGrpSpPr>
        <p:grpSpPr>
          <a:xfrm>
            <a:off x="5274718" y="1427105"/>
            <a:ext cx="4284372" cy="1665011"/>
            <a:chOff x="6463839" y="2201136"/>
            <a:chExt cx="5112300" cy="2005013"/>
          </a:xfrm>
        </p:grpSpPr>
        <p:cxnSp>
          <p:nvCxnSpPr>
            <p:cNvPr id="1116" name="Google Shape;1116;p16"/>
            <p:cNvCxnSpPr/>
            <p:nvPr/>
          </p:nvCxnSpPr>
          <p:spPr>
            <a:xfrm>
              <a:off x="7197264" y="2684966"/>
              <a:ext cx="838200" cy="457200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7" name="Google Shape;1117;p16"/>
            <p:cNvCxnSpPr/>
            <p:nvPr/>
          </p:nvCxnSpPr>
          <p:spPr>
            <a:xfrm>
              <a:off x="8027887" y="3142166"/>
              <a:ext cx="2038350" cy="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18" name="Google Shape;1118;p16"/>
            <p:cNvCxnSpPr/>
            <p:nvPr/>
          </p:nvCxnSpPr>
          <p:spPr>
            <a:xfrm>
              <a:off x="8027887" y="3317507"/>
              <a:ext cx="2038350" cy="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19" name="Google Shape;1119;p16"/>
            <p:cNvCxnSpPr/>
            <p:nvPr/>
          </p:nvCxnSpPr>
          <p:spPr>
            <a:xfrm flipH="1" rot="10800000">
              <a:off x="7273464" y="3317507"/>
              <a:ext cx="761999" cy="609599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20" name="Google Shape;1120;p16"/>
            <p:cNvSpPr txBox="1"/>
            <p:nvPr/>
          </p:nvSpPr>
          <p:spPr>
            <a:xfrm>
              <a:off x="6979492" y="2909443"/>
              <a:ext cx="876970" cy="6819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users</a:t>
              </a:r>
              <a:endParaRPr/>
            </a:p>
          </p:txBody>
        </p:sp>
        <p:sp>
          <p:nvSpPr>
            <p:cNvPr id="1121" name="Google Shape;1121;p16"/>
            <p:cNvSpPr txBox="1"/>
            <p:nvPr/>
          </p:nvSpPr>
          <p:spPr>
            <a:xfrm>
              <a:off x="10245005" y="3251831"/>
              <a:ext cx="133113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 Gbps link</a:t>
              </a:r>
              <a:endParaRPr/>
            </a:p>
          </p:txBody>
        </p:sp>
        <p:cxnSp>
          <p:nvCxnSpPr>
            <p:cNvPr id="1122" name="Google Shape;1122;p16"/>
            <p:cNvCxnSpPr/>
            <p:nvPr/>
          </p:nvCxnSpPr>
          <p:spPr>
            <a:xfrm>
              <a:off x="9308639" y="3234599"/>
              <a:ext cx="1409700" cy="0"/>
            </a:xfrm>
            <a:prstGeom prst="straightConnector1">
              <a:avLst/>
            </a:prstGeom>
            <a:noFill/>
            <a:ln cap="flat" cmpd="sng" w="444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23" name="Google Shape;1123;p16"/>
            <p:cNvSpPr txBox="1"/>
            <p:nvPr/>
          </p:nvSpPr>
          <p:spPr>
            <a:xfrm rot="5273514">
              <a:off x="6621034" y="2903648"/>
              <a:ext cx="736600" cy="519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…..</a:t>
              </a:r>
              <a:endParaRPr/>
            </a:p>
          </p:txBody>
        </p:sp>
        <p:grpSp>
          <p:nvGrpSpPr>
            <p:cNvPr id="1124" name="Google Shape;1124;p16"/>
            <p:cNvGrpSpPr/>
            <p:nvPr/>
          </p:nvGrpSpPr>
          <p:grpSpPr>
            <a:xfrm>
              <a:off x="6463839" y="2201136"/>
              <a:ext cx="779462" cy="679450"/>
              <a:chOff x="-44" y="1473"/>
              <a:chExt cx="981" cy="1105"/>
            </a:xfrm>
          </p:grpSpPr>
          <p:pic>
            <p:nvPicPr>
              <p:cNvPr descr="desktop_computer_stylized_medium" id="1125" name="Google Shape;1125;p1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26" name="Google Shape;1126;p1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7" name="Google Shape;1127;p16"/>
            <p:cNvGrpSpPr/>
            <p:nvPr/>
          </p:nvGrpSpPr>
          <p:grpSpPr>
            <a:xfrm>
              <a:off x="6468601" y="3526699"/>
              <a:ext cx="779463" cy="679450"/>
              <a:chOff x="-44" y="1473"/>
              <a:chExt cx="981" cy="1105"/>
            </a:xfrm>
          </p:grpSpPr>
          <p:pic>
            <p:nvPicPr>
              <p:cNvPr descr="desktop_computer_stylized_medium" id="1128" name="Google Shape;1128;p1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29" name="Google Shape;1129;p1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0" name="Google Shape;1130;p16"/>
            <p:cNvGrpSpPr/>
            <p:nvPr/>
          </p:nvGrpSpPr>
          <p:grpSpPr>
            <a:xfrm>
              <a:off x="8273141" y="2958864"/>
              <a:ext cx="1158784" cy="572412"/>
              <a:chOff x="7493876" y="2774731"/>
              <a:chExt cx="1481958" cy="894622"/>
            </a:xfrm>
          </p:grpSpPr>
          <p:sp>
            <p:nvSpPr>
              <p:cNvPr id="1131" name="Google Shape;1131;p1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32" name="Google Shape;1132;p1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33" name="Google Shape;1133;p1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34" name="Google Shape;1134;p1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5" name="Google Shape;1135;p1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6" name="Google Shape;1136;p1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7" name="Google Shape;1137;p1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138" name="Google Shape;1138;p16"/>
          <p:cNvSpPr txBox="1"/>
          <p:nvPr/>
        </p:nvSpPr>
        <p:spPr>
          <a:xfrm>
            <a:off x="908221" y="3603662"/>
            <a:ext cx="4938590" cy="964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92075" lvl="1" marL="5667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circuit-switching: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 users</a:t>
            </a:r>
            <a:endParaRPr/>
          </a:p>
          <a:p>
            <a:pPr indent="-793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9" name="Google Shape;1139;p16"/>
          <p:cNvGrpSpPr/>
          <p:nvPr/>
        </p:nvGrpSpPr>
        <p:grpSpPr>
          <a:xfrm>
            <a:off x="914111" y="4198445"/>
            <a:ext cx="10214966" cy="2164114"/>
            <a:chOff x="949766" y="3703137"/>
            <a:chExt cx="10214966" cy="2164114"/>
          </a:xfrm>
        </p:grpSpPr>
        <p:grpSp>
          <p:nvGrpSpPr>
            <p:cNvPr id="1140" name="Google Shape;1140;p16"/>
            <p:cNvGrpSpPr/>
            <p:nvPr/>
          </p:nvGrpSpPr>
          <p:grpSpPr>
            <a:xfrm>
              <a:off x="6219664" y="4101095"/>
              <a:ext cx="4945068" cy="1295399"/>
              <a:chOff x="2915" y="2642"/>
              <a:chExt cx="3115" cy="816"/>
            </a:xfrm>
          </p:grpSpPr>
          <p:sp>
            <p:nvSpPr>
              <p:cNvPr id="1141" name="Google Shape;1141;p16"/>
              <p:cNvSpPr txBox="1"/>
              <p:nvPr/>
            </p:nvSpPr>
            <p:spPr>
              <a:xfrm>
                <a:off x="2915" y="2642"/>
                <a:ext cx="3115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Q:</a:t>
                </a: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how did we get value 0.0004?</a:t>
                </a:r>
                <a:endParaRPr/>
              </a:p>
            </p:txBody>
          </p:sp>
          <p:sp>
            <p:nvSpPr>
              <p:cNvPr id="1142" name="Google Shape;1142;p16"/>
              <p:cNvSpPr txBox="1"/>
              <p:nvPr/>
            </p:nvSpPr>
            <p:spPr>
              <a:xfrm>
                <a:off x="2930" y="2935"/>
                <a:ext cx="2986" cy="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A:</a:t>
                </a: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HW problem </a:t>
                </a: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(for those with course in probability only)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43" name="Google Shape;1143;p16"/>
            <p:cNvSpPr txBox="1"/>
            <p:nvPr/>
          </p:nvSpPr>
          <p:spPr>
            <a:xfrm>
              <a:off x="949766" y="3703137"/>
              <a:ext cx="4938590" cy="21641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92075" lvl="1" marL="5667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31775" lvl="0" marL="23177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packet switching: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with 35 users, probability &gt; 10 active at same time is less than .0004 *</a:t>
              </a:r>
              <a:endParaRPr/>
            </a:p>
            <a:p>
              <a:pPr indent="-79375" lvl="0" marL="23177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17"/>
          <p:cNvSpPr txBox="1"/>
          <p:nvPr>
            <p:ph type="title"/>
          </p:nvPr>
        </p:nvSpPr>
        <p:spPr>
          <a:xfrm>
            <a:off x="838200" y="24422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 switching versus circuit switching</a:t>
            </a:r>
            <a:endParaRPr/>
          </a:p>
        </p:txBody>
      </p:sp>
      <p:sp>
        <p:nvSpPr>
          <p:cNvPr id="1150" name="Google Shape;1150;p17"/>
          <p:cNvSpPr txBox="1"/>
          <p:nvPr/>
        </p:nvSpPr>
        <p:spPr>
          <a:xfrm>
            <a:off x="867714" y="1869451"/>
            <a:ext cx="1047058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great for “bursty” data – sometimes has data to send, but at other times not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resource sharing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simpler, no call setup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excessive congestion possible: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packet delay and loss due to buffer overflow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protocols needed for reliable data transfer, congestion control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How to provide circuit-like behavior with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packet-switching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“It’s complicated.” We’ll study various techniques that try to make packet switching as “circuit-like” as possible.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17"/>
          <p:cNvSpPr txBox="1"/>
          <p:nvPr/>
        </p:nvSpPr>
        <p:spPr>
          <a:xfrm>
            <a:off x="726050" y="1206091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packet switching a “slam dunk winner”?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17"/>
          <p:cNvSpPr txBox="1"/>
          <p:nvPr/>
        </p:nvSpPr>
        <p:spPr>
          <a:xfrm>
            <a:off x="989983" y="5381704"/>
            <a:ext cx="1047133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human analogies of reserved resources (circuit switching) versus on-demand allocation (packet switching)?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18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sp>
        <p:nvSpPr>
          <p:cNvPr id="1159" name="Google Shape;1159;p18"/>
          <p:cNvSpPr txBox="1"/>
          <p:nvPr>
            <p:ph idx="1" type="body"/>
          </p:nvPr>
        </p:nvSpPr>
        <p:spPr>
          <a:xfrm>
            <a:off x="676092" y="1485150"/>
            <a:ext cx="6220653" cy="4776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4667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000"/>
              <a:buChar char="▪"/>
            </a:pPr>
            <a:r>
              <a:rPr lang="en-US" sz="3000"/>
              <a:t>hosts connect to Internet via </a:t>
            </a:r>
            <a:r>
              <a:rPr lang="en-US" sz="3000">
                <a:solidFill>
                  <a:srgbClr val="C00000"/>
                </a:solidFill>
              </a:rPr>
              <a:t>access </a:t>
            </a:r>
            <a:r>
              <a:rPr lang="en-US" sz="3000"/>
              <a:t>Internet Service Providers (ISPs)</a:t>
            </a:r>
            <a:endParaRPr/>
          </a:p>
          <a:p>
            <a:pPr indent="-336550" lvl="0" marL="4667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3000"/>
              <a:buChar char="▪"/>
            </a:pPr>
            <a:r>
              <a:rPr lang="en-US" sz="3000"/>
              <a:t>access ISPs in turn must be interconnected</a:t>
            </a:r>
            <a:endParaRPr/>
          </a:p>
          <a:p>
            <a:pPr indent="-269875" lvl="2" marL="84772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Char char="•"/>
            </a:pPr>
            <a:r>
              <a:rPr lang="en-US" sz="2800"/>
              <a:t>so that </a:t>
            </a:r>
            <a:r>
              <a:rPr i="1" lang="en-US" sz="2800"/>
              <a:t>any</a:t>
            </a:r>
            <a:r>
              <a:rPr lang="en-US" sz="2800"/>
              <a:t> two hosts </a:t>
            </a:r>
            <a:r>
              <a:rPr i="1" lang="en-US" sz="2800"/>
              <a:t>(anywhere!) </a:t>
            </a:r>
            <a:r>
              <a:rPr lang="en-US" sz="2800"/>
              <a:t>can send packets to each other</a:t>
            </a:r>
            <a:endParaRPr/>
          </a:p>
          <a:p>
            <a:pPr indent="-336550" lvl="0" marL="466725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3000"/>
              <a:buChar char="▪"/>
            </a:pPr>
            <a:r>
              <a:rPr lang="en-US" sz="3000"/>
              <a:t>resulting network of networks is very complex</a:t>
            </a:r>
            <a:endParaRPr/>
          </a:p>
          <a:p>
            <a:pPr indent="-269875" lvl="2" marL="84772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Char char="•"/>
            </a:pPr>
            <a:r>
              <a:rPr lang="en-US" sz="2800"/>
              <a:t>evolution driven by </a:t>
            </a:r>
            <a:r>
              <a:rPr lang="en-US" sz="2800">
                <a:solidFill>
                  <a:srgbClr val="C00000"/>
                </a:solidFill>
              </a:rPr>
              <a:t>economics,</a:t>
            </a:r>
            <a:r>
              <a:rPr lang="en-US" sz="2800"/>
              <a:t> </a:t>
            </a:r>
            <a:r>
              <a:rPr lang="en-US" sz="2800">
                <a:solidFill>
                  <a:srgbClr val="C00000"/>
                </a:solidFill>
              </a:rPr>
              <a:t>national policies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60" name="Google Shape;1160;p18"/>
          <p:cNvSpPr txBox="1"/>
          <p:nvPr/>
        </p:nvSpPr>
        <p:spPr>
          <a:xfrm>
            <a:off x="645762" y="6138841"/>
            <a:ext cx="11732217" cy="541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000"/>
              <a:buFont typeface="Noto Sans Symbols"/>
              <a:buNone/>
            </a:pPr>
            <a:r>
              <a:rPr i="1" lang="en-US" sz="30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Let’s take a stepwise approach to describe current Internet structure</a:t>
            </a:r>
            <a:endParaRPr i="1" sz="3000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1" name="Google Shape;1161;p18"/>
          <p:cNvGrpSpPr/>
          <p:nvPr/>
        </p:nvGrpSpPr>
        <p:grpSpPr>
          <a:xfrm>
            <a:off x="6864725" y="1395473"/>
            <a:ext cx="4866085" cy="4498682"/>
            <a:chOff x="6864725" y="1395473"/>
            <a:chExt cx="4866085" cy="4498682"/>
          </a:xfrm>
        </p:grpSpPr>
        <p:sp>
          <p:nvSpPr>
            <p:cNvPr id="1162" name="Google Shape;1162;p18"/>
            <p:cNvSpPr/>
            <p:nvPr/>
          </p:nvSpPr>
          <p:spPr>
            <a:xfrm>
              <a:off x="7439074" y="3460091"/>
              <a:ext cx="986999" cy="669622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18"/>
            <p:cNvSpPr/>
            <p:nvPr/>
          </p:nvSpPr>
          <p:spPr>
            <a:xfrm>
              <a:off x="8985188" y="2972790"/>
              <a:ext cx="1124807" cy="1337915"/>
            </a:xfrm>
            <a:custGeom>
              <a:rect b="b" l="l" r="r" t="t"/>
              <a:pathLst>
                <a:path extrusionOk="0" h="1800235" w="1549812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18"/>
            <p:cNvSpPr/>
            <p:nvPr/>
          </p:nvSpPr>
          <p:spPr>
            <a:xfrm>
              <a:off x="7274076" y="1733047"/>
              <a:ext cx="1736725" cy="1317704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18"/>
            <p:cNvSpPr/>
            <p:nvPr/>
          </p:nvSpPr>
          <p:spPr>
            <a:xfrm>
              <a:off x="7205350" y="3196263"/>
              <a:ext cx="1458912" cy="317850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18"/>
            <p:cNvSpPr/>
            <p:nvPr/>
          </p:nvSpPr>
          <p:spPr>
            <a:xfrm>
              <a:off x="7712401" y="4590146"/>
              <a:ext cx="3079750" cy="1304009"/>
            </a:xfrm>
            <a:custGeom>
              <a:rect b="b" l="l" r="r" t="t"/>
              <a:pathLst>
                <a:path extrusionOk="0" h="1049" w="1940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18"/>
            <p:cNvSpPr txBox="1"/>
            <p:nvPr/>
          </p:nvSpPr>
          <p:spPr>
            <a:xfrm>
              <a:off x="7679274" y="1395473"/>
              <a:ext cx="13394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mobile network</a:t>
              </a:r>
              <a:endParaRPr/>
            </a:p>
          </p:txBody>
        </p:sp>
        <p:sp>
          <p:nvSpPr>
            <p:cNvPr id="1168" name="Google Shape;1168;p18"/>
            <p:cNvSpPr txBox="1"/>
            <p:nvPr/>
          </p:nvSpPr>
          <p:spPr>
            <a:xfrm>
              <a:off x="7330835" y="4098934"/>
              <a:ext cx="1955646" cy="268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1169" name="Google Shape;1169;p18"/>
            <p:cNvSpPr txBox="1"/>
            <p:nvPr/>
          </p:nvSpPr>
          <p:spPr>
            <a:xfrm>
              <a:off x="6864725" y="5209416"/>
              <a:ext cx="1657490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enterprise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       network</a:t>
              </a:r>
              <a:endParaRPr/>
            </a:p>
          </p:txBody>
        </p:sp>
        <p:sp>
          <p:nvSpPr>
            <p:cNvPr id="1170" name="Google Shape;1170;p18"/>
            <p:cNvSpPr/>
            <p:nvPr/>
          </p:nvSpPr>
          <p:spPr>
            <a:xfrm>
              <a:off x="10222146" y="3086552"/>
              <a:ext cx="1273167" cy="1935748"/>
            </a:xfrm>
            <a:custGeom>
              <a:rect b="b" l="l" r="r" t="t"/>
              <a:pathLst>
                <a:path extrusionOk="0" h="1952840" w="1447873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8999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71" name="Google Shape;1171;p18"/>
            <p:cNvGrpSpPr/>
            <p:nvPr/>
          </p:nvGrpSpPr>
          <p:grpSpPr>
            <a:xfrm>
              <a:off x="10837700" y="3835062"/>
              <a:ext cx="687393" cy="721548"/>
              <a:chOff x="5203089" y="1751190"/>
              <a:chExt cx="858331" cy="662414"/>
            </a:xfrm>
          </p:grpSpPr>
          <p:sp>
            <p:nvSpPr>
              <p:cNvPr id="1172" name="Google Shape;1172;p18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18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74" name="Google Shape;1174;p18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5" name="Google Shape;1175;p18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6" name="Google Shape;1176;p18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7" name="Google Shape;1177;p18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8" name="Google Shape;1178;p18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9" name="Google Shape;1179;p18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80" name="Google Shape;1180;p18"/>
            <p:cNvGrpSpPr/>
            <p:nvPr/>
          </p:nvGrpSpPr>
          <p:grpSpPr>
            <a:xfrm>
              <a:off x="10771171" y="3101183"/>
              <a:ext cx="594613" cy="648336"/>
              <a:chOff x="5203089" y="1751190"/>
              <a:chExt cx="858331" cy="662414"/>
            </a:xfrm>
          </p:grpSpPr>
          <p:sp>
            <p:nvSpPr>
              <p:cNvPr id="1181" name="Google Shape;1181;p18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18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83" name="Google Shape;1183;p18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84" name="Google Shape;1184;p18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85" name="Google Shape;1185;p18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86" name="Google Shape;1186;p18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87" name="Google Shape;1187;p18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88" name="Google Shape;1188;p18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189" name="Google Shape;1189;p18"/>
            <p:cNvSpPr/>
            <p:nvPr/>
          </p:nvSpPr>
          <p:spPr>
            <a:xfrm>
              <a:off x="9540813" y="1689054"/>
              <a:ext cx="1497864" cy="1386455"/>
            </a:xfrm>
            <a:custGeom>
              <a:rect b="b" l="l" r="r" t="t"/>
              <a:pathLst>
                <a:path extrusionOk="0" h="1796376" w="1634267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7000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18"/>
            <p:cNvSpPr txBox="1"/>
            <p:nvPr/>
          </p:nvSpPr>
          <p:spPr>
            <a:xfrm>
              <a:off x="9427201" y="1758207"/>
              <a:ext cx="1725088" cy="286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national or global ISP</a:t>
              </a:r>
              <a:endParaRPr/>
            </a:p>
          </p:txBody>
        </p:sp>
        <p:sp>
          <p:nvSpPr>
            <p:cNvPr id="1191" name="Google Shape;1191;p18"/>
            <p:cNvSpPr/>
            <p:nvPr/>
          </p:nvSpPr>
          <p:spPr>
            <a:xfrm>
              <a:off x="9279068" y="3584920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18"/>
            <p:cNvSpPr txBox="1"/>
            <p:nvPr/>
          </p:nvSpPr>
          <p:spPr>
            <a:xfrm>
              <a:off x="8766162" y="3354931"/>
              <a:ext cx="1040639" cy="4801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local or regional ISP</a:t>
              </a:r>
              <a:endParaRPr/>
            </a:p>
          </p:txBody>
        </p:sp>
        <p:sp>
          <p:nvSpPr>
            <p:cNvPr id="1193" name="Google Shape;1193;p18"/>
            <p:cNvSpPr txBox="1"/>
            <p:nvPr/>
          </p:nvSpPr>
          <p:spPr>
            <a:xfrm>
              <a:off x="10917767" y="4584949"/>
              <a:ext cx="813043" cy="383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datacenter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sp>
          <p:nvSpPr>
            <p:cNvPr id="1194" name="Google Shape;1194;p18"/>
            <p:cNvSpPr txBox="1"/>
            <p:nvPr/>
          </p:nvSpPr>
          <p:spPr>
            <a:xfrm>
              <a:off x="10063018" y="4135260"/>
              <a:ext cx="843051" cy="674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content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95" name="Google Shape;1195;p18"/>
            <p:cNvCxnSpPr/>
            <p:nvPr/>
          </p:nvCxnSpPr>
          <p:spPr>
            <a:xfrm rot="10800000">
              <a:off x="10559920" y="3487137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6" name="Google Shape;1196;p18"/>
            <p:cNvCxnSpPr/>
            <p:nvPr/>
          </p:nvCxnSpPr>
          <p:spPr>
            <a:xfrm rot="10800000">
              <a:off x="10660835" y="3547696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7" name="Google Shape;1197;p18"/>
            <p:cNvCxnSpPr/>
            <p:nvPr/>
          </p:nvCxnSpPr>
          <p:spPr>
            <a:xfrm flipH="1" rot="10800000">
              <a:off x="10636897" y="3540433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8" name="Google Shape;1198;p18"/>
            <p:cNvCxnSpPr/>
            <p:nvPr/>
          </p:nvCxnSpPr>
          <p:spPr>
            <a:xfrm rot="10800000">
              <a:off x="10570774" y="3501908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9" name="Google Shape;1199;p18"/>
            <p:cNvCxnSpPr/>
            <p:nvPr/>
          </p:nvCxnSpPr>
          <p:spPr>
            <a:xfrm rot="10800000">
              <a:off x="10550620" y="3978654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0" name="Google Shape;1200;p18"/>
            <p:cNvCxnSpPr/>
            <p:nvPr/>
          </p:nvCxnSpPr>
          <p:spPr>
            <a:xfrm rot="10800000">
              <a:off x="9895195" y="3994754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1" name="Google Shape;1201;p18"/>
            <p:cNvCxnSpPr/>
            <p:nvPr/>
          </p:nvCxnSpPr>
          <p:spPr>
            <a:xfrm rot="10800000">
              <a:off x="9219616" y="3994754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2" name="Google Shape;1202;p18"/>
            <p:cNvCxnSpPr/>
            <p:nvPr/>
          </p:nvCxnSpPr>
          <p:spPr>
            <a:xfrm flipH="1">
              <a:off x="9276868" y="3414684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3" name="Google Shape;1203;p18"/>
            <p:cNvCxnSpPr/>
            <p:nvPr/>
          </p:nvCxnSpPr>
          <p:spPr>
            <a:xfrm>
              <a:off x="9733069" y="3414684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4" name="Google Shape;1204;p18"/>
            <p:cNvCxnSpPr/>
            <p:nvPr/>
          </p:nvCxnSpPr>
          <p:spPr>
            <a:xfrm>
              <a:off x="10137668" y="2661704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5" name="Google Shape;1205;p18"/>
            <p:cNvCxnSpPr/>
            <p:nvPr/>
          </p:nvCxnSpPr>
          <p:spPr>
            <a:xfrm flipH="1">
              <a:off x="9798719" y="2602025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6" name="Google Shape;1206;p18"/>
            <p:cNvCxnSpPr/>
            <p:nvPr/>
          </p:nvCxnSpPr>
          <p:spPr>
            <a:xfrm flipH="1">
              <a:off x="10100635" y="2076444"/>
              <a:ext cx="761467" cy="57735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7" name="Google Shape;1207;p18"/>
            <p:cNvCxnSpPr/>
            <p:nvPr/>
          </p:nvCxnSpPr>
          <p:spPr>
            <a:xfrm flipH="1">
              <a:off x="10100635" y="2175325"/>
              <a:ext cx="3970" cy="51846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8" name="Google Shape;1208;p18"/>
            <p:cNvCxnSpPr/>
            <p:nvPr/>
          </p:nvCxnSpPr>
          <p:spPr>
            <a:xfrm flipH="1">
              <a:off x="10672135" y="2107518"/>
              <a:ext cx="149360" cy="51846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9" name="Google Shape;1209;p18"/>
            <p:cNvCxnSpPr/>
            <p:nvPr/>
          </p:nvCxnSpPr>
          <p:spPr>
            <a:xfrm flipH="1">
              <a:off x="10142166" y="2625979"/>
              <a:ext cx="574283" cy="2782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0" name="Google Shape;1210;p18"/>
            <p:cNvCxnSpPr/>
            <p:nvPr/>
          </p:nvCxnSpPr>
          <p:spPr>
            <a:xfrm flipH="1">
              <a:off x="10069542" y="2076444"/>
              <a:ext cx="788589" cy="988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1" name="Google Shape;1211;p18"/>
            <p:cNvCxnSpPr/>
            <p:nvPr/>
          </p:nvCxnSpPr>
          <p:spPr>
            <a:xfrm flipH="1">
              <a:off x="10862103" y="2034337"/>
              <a:ext cx="279002" cy="421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2" name="Google Shape;1212;p18"/>
            <p:cNvCxnSpPr/>
            <p:nvPr/>
          </p:nvCxnSpPr>
          <p:spPr>
            <a:xfrm rot="10800000">
              <a:off x="10681994" y="2625979"/>
              <a:ext cx="353541" cy="67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3" name="Google Shape;1213;p18"/>
            <p:cNvCxnSpPr/>
            <p:nvPr/>
          </p:nvCxnSpPr>
          <p:spPr>
            <a:xfrm flipH="1">
              <a:off x="8769223" y="2175325"/>
              <a:ext cx="1300319" cy="60662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4" name="Google Shape;1214;p18"/>
            <p:cNvCxnSpPr/>
            <p:nvPr/>
          </p:nvCxnSpPr>
          <p:spPr>
            <a:xfrm flipH="1" rot="10800000">
              <a:off x="9378705" y="4020391"/>
              <a:ext cx="429324" cy="7056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5" name="Google Shape;1215;p18"/>
            <p:cNvCxnSpPr/>
            <p:nvPr/>
          </p:nvCxnSpPr>
          <p:spPr>
            <a:xfrm flipH="1" rot="10800000">
              <a:off x="8244554" y="3954468"/>
              <a:ext cx="969051" cy="3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16" name="Google Shape;1216;p18"/>
            <p:cNvSpPr/>
            <p:nvPr/>
          </p:nvSpPr>
          <p:spPr>
            <a:xfrm>
              <a:off x="8174541" y="2200007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7" name="Google Shape;1217;p18"/>
            <p:cNvGrpSpPr/>
            <p:nvPr/>
          </p:nvGrpSpPr>
          <p:grpSpPr>
            <a:xfrm>
              <a:off x="10410609" y="3403150"/>
              <a:ext cx="353678" cy="198344"/>
              <a:chOff x="7493876" y="2774731"/>
              <a:chExt cx="1481958" cy="894622"/>
            </a:xfrm>
          </p:grpSpPr>
          <p:sp>
            <p:nvSpPr>
              <p:cNvPr id="1218" name="Google Shape;1218;p1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219" name="Google Shape;1219;p1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220" name="Google Shape;1220;p1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221" name="Google Shape;1221;p1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2" name="Google Shape;1222;p1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3" name="Google Shape;1223;p1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4" name="Google Shape;1224;p1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25" name="Google Shape;1225;p18"/>
            <p:cNvGrpSpPr/>
            <p:nvPr/>
          </p:nvGrpSpPr>
          <p:grpSpPr>
            <a:xfrm>
              <a:off x="9948724" y="2109304"/>
              <a:ext cx="353678" cy="198344"/>
              <a:chOff x="7493876" y="2774731"/>
              <a:chExt cx="1481958" cy="894622"/>
            </a:xfrm>
          </p:grpSpPr>
          <p:sp>
            <p:nvSpPr>
              <p:cNvPr id="1226" name="Google Shape;1226;p1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227" name="Google Shape;1227;p1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228" name="Google Shape;1228;p1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229" name="Google Shape;1229;p1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0" name="Google Shape;1230;p1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1" name="Google Shape;1231;p1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2" name="Google Shape;1232;p1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33" name="Google Shape;1233;p18"/>
            <p:cNvGrpSpPr/>
            <p:nvPr/>
          </p:nvGrpSpPr>
          <p:grpSpPr>
            <a:xfrm>
              <a:off x="10527214" y="2520379"/>
              <a:ext cx="353678" cy="198344"/>
              <a:chOff x="7493876" y="2774731"/>
              <a:chExt cx="1481958" cy="894622"/>
            </a:xfrm>
          </p:grpSpPr>
          <p:sp>
            <p:nvSpPr>
              <p:cNvPr id="1234" name="Google Shape;1234;p1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235" name="Google Shape;1235;p1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236" name="Google Shape;1236;p1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237" name="Google Shape;1237;p1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8" name="Google Shape;1238;p1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9" name="Google Shape;1239;p1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0" name="Google Shape;1240;p1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41" name="Google Shape;1241;p18"/>
            <p:cNvGrpSpPr/>
            <p:nvPr/>
          </p:nvGrpSpPr>
          <p:grpSpPr>
            <a:xfrm>
              <a:off x="10643825" y="2014975"/>
              <a:ext cx="353678" cy="198344"/>
              <a:chOff x="7493876" y="2774731"/>
              <a:chExt cx="1481958" cy="894622"/>
            </a:xfrm>
          </p:grpSpPr>
          <p:sp>
            <p:nvSpPr>
              <p:cNvPr id="1242" name="Google Shape;1242;p1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243" name="Google Shape;1243;p1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244" name="Google Shape;1244;p1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245" name="Google Shape;1245;p1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6" name="Google Shape;1246;p1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7" name="Google Shape;1247;p1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8" name="Google Shape;1248;p1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49" name="Google Shape;1249;p18"/>
            <p:cNvGrpSpPr/>
            <p:nvPr/>
          </p:nvGrpSpPr>
          <p:grpSpPr>
            <a:xfrm>
              <a:off x="9098788" y="3863636"/>
              <a:ext cx="367224" cy="240304"/>
              <a:chOff x="7493876" y="2774731"/>
              <a:chExt cx="1481958" cy="894622"/>
            </a:xfrm>
          </p:grpSpPr>
          <p:sp>
            <p:nvSpPr>
              <p:cNvPr id="1250" name="Google Shape;1250;p1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251" name="Google Shape;1251;p1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252" name="Google Shape;1252;p1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253" name="Google Shape;1253;p1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4" name="Google Shape;1254;p1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5" name="Google Shape;1255;p1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6" name="Google Shape;1256;p1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57" name="Google Shape;1257;p18"/>
            <p:cNvGrpSpPr/>
            <p:nvPr/>
          </p:nvGrpSpPr>
          <p:grpSpPr>
            <a:xfrm>
              <a:off x="9980126" y="2568577"/>
              <a:ext cx="353678" cy="198344"/>
              <a:chOff x="7493876" y="2774731"/>
              <a:chExt cx="1481958" cy="894622"/>
            </a:xfrm>
          </p:grpSpPr>
          <p:sp>
            <p:nvSpPr>
              <p:cNvPr id="1258" name="Google Shape;1258;p1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259" name="Google Shape;1259;p1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260" name="Google Shape;1260;p1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261" name="Google Shape;1261;p1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2" name="Google Shape;1262;p1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3" name="Google Shape;1263;p1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4" name="Google Shape;1264;p1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65" name="Google Shape;1265;p18"/>
            <p:cNvGrpSpPr/>
            <p:nvPr/>
          </p:nvGrpSpPr>
          <p:grpSpPr>
            <a:xfrm>
              <a:off x="9497138" y="3301044"/>
              <a:ext cx="367224" cy="240304"/>
              <a:chOff x="7493876" y="2774731"/>
              <a:chExt cx="1481958" cy="894622"/>
            </a:xfrm>
          </p:grpSpPr>
          <p:sp>
            <p:nvSpPr>
              <p:cNvPr id="1266" name="Google Shape;1266;p1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267" name="Google Shape;1267;p1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268" name="Google Shape;1268;p1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269" name="Google Shape;1269;p1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0" name="Google Shape;1270;p1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1" name="Google Shape;1271;p1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2" name="Google Shape;1272;p1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73" name="Google Shape;1273;p18"/>
            <p:cNvGrpSpPr/>
            <p:nvPr/>
          </p:nvGrpSpPr>
          <p:grpSpPr>
            <a:xfrm>
              <a:off x="9601554" y="3906775"/>
              <a:ext cx="367224" cy="240304"/>
              <a:chOff x="7493876" y="2774731"/>
              <a:chExt cx="1481958" cy="894622"/>
            </a:xfrm>
          </p:grpSpPr>
          <p:sp>
            <p:nvSpPr>
              <p:cNvPr id="1274" name="Google Shape;1274;p1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275" name="Google Shape;1275;p1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276" name="Google Shape;1276;p1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277" name="Google Shape;1277;p1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8" name="Google Shape;1278;p1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9" name="Google Shape;1279;p1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0" name="Google Shape;1280;p1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81" name="Google Shape;1281;p18"/>
            <p:cNvGrpSpPr/>
            <p:nvPr/>
          </p:nvGrpSpPr>
          <p:grpSpPr>
            <a:xfrm>
              <a:off x="10375259" y="3899337"/>
              <a:ext cx="353678" cy="198344"/>
              <a:chOff x="7493876" y="2774731"/>
              <a:chExt cx="1481958" cy="894622"/>
            </a:xfrm>
          </p:grpSpPr>
          <p:sp>
            <p:nvSpPr>
              <p:cNvPr id="1282" name="Google Shape;1282;p1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283" name="Google Shape;1283;p1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284" name="Google Shape;1284;p1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285" name="Google Shape;1285;p1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6" name="Google Shape;1286;p1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7" name="Google Shape;1287;p1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8" name="Google Shape;1288;p1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iphone_stylized_small" id="1289" name="Google Shape;1289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09572" y="1824037"/>
              <a:ext cx="136841" cy="3284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290" name="Google Shape;1290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109064">
              <a:off x="7464781" y="2512102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1" name="Google Shape;1291;p18"/>
            <p:cNvSpPr/>
            <p:nvPr/>
          </p:nvSpPr>
          <p:spPr>
            <a:xfrm>
              <a:off x="7609678" y="2357316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292" name="Google Shape;1292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27011" y="2362670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3" name="Google Shape;1293;p18"/>
            <p:cNvSpPr/>
            <p:nvPr/>
          </p:nvSpPr>
          <p:spPr>
            <a:xfrm>
              <a:off x="7673752" y="2351175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18"/>
            <p:cNvSpPr/>
            <p:nvPr/>
          </p:nvSpPr>
          <p:spPr>
            <a:xfrm>
              <a:off x="7606562" y="2350860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18"/>
            <p:cNvSpPr/>
            <p:nvPr/>
          </p:nvSpPr>
          <p:spPr>
            <a:xfrm>
              <a:off x="7880579" y="2379676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18"/>
            <p:cNvSpPr/>
            <p:nvPr/>
          </p:nvSpPr>
          <p:spPr>
            <a:xfrm>
              <a:off x="7605588" y="2503914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18"/>
            <p:cNvSpPr/>
            <p:nvPr/>
          </p:nvSpPr>
          <p:spPr>
            <a:xfrm>
              <a:off x="7890512" y="2381250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18"/>
            <p:cNvSpPr/>
            <p:nvPr/>
          </p:nvSpPr>
          <p:spPr>
            <a:xfrm>
              <a:off x="7605977" y="2512260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99" name="Google Shape;1299;p18"/>
            <p:cNvGrpSpPr/>
            <p:nvPr/>
          </p:nvGrpSpPr>
          <p:grpSpPr>
            <a:xfrm>
              <a:off x="7601109" y="2578552"/>
              <a:ext cx="98740" cy="36846"/>
              <a:chOff x="1740" y="2642"/>
              <a:chExt cx="752" cy="327"/>
            </a:xfrm>
          </p:grpSpPr>
          <p:sp>
            <p:nvSpPr>
              <p:cNvPr id="1300" name="Google Shape;1300;p1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1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1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1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1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1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06" name="Google Shape;1306;p18"/>
            <p:cNvSpPr/>
            <p:nvPr/>
          </p:nvSpPr>
          <p:spPr>
            <a:xfrm>
              <a:off x="7770154" y="2584063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18"/>
            <p:cNvSpPr/>
            <p:nvPr/>
          </p:nvSpPr>
          <p:spPr>
            <a:xfrm>
              <a:off x="7464976" y="2590519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1308;p18"/>
            <p:cNvSpPr/>
            <p:nvPr/>
          </p:nvSpPr>
          <p:spPr>
            <a:xfrm>
              <a:off x="7465171" y="2576977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18"/>
            <p:cNvSpPr/>
            <p:nvPr/>
          </p:nvSpPr>
          <p:spPr>
            <a:xfrm>
              <a:off x="7465366" y="2516039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18"/>
            <p:cNvSpPr/>
            <p:nvPr/>
          </p:nvSpPr>
          <p:spPr>
            <a:xfrm>
              <a:off x="7474909" y="2580127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18"/>
            <p:cNvSpPr/>
            <p:nvPr/>
          </p:nvSpPr>
          <p:spPr>
            <a:xfrm flipH="1" rot="10800000">
              <a:off x="7764701" y="2575088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ight2.png" id="1312" name="Google Shape;1312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8831667" y="2299301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ar_icon_small" id="1313" name="Google Shape;1313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499539" y="2023970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314" name="Google Shape;1314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510375" y="3512221"/>
              <a:ext cx="286699" cy="1194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5" name="Google Shape;1315;p18"/>
            <p:cNvSpPr/>
            <p:nvPr/>
          </p:nvSpPr>
          <p:spPr>
            <a:xfrm>
              <a:off x="7605388" y="3396311"/>
              <a:ext cx="230764" cy="155883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316" name="Google Shape;1316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16754" y="3400320"/>
              <a:ext cx="209692" cy="141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7" name="Google Shape;1317;p18"/>
            <p:cNvSpPr/>
            <p:nvPr/>
          </p:nvSpPr>
          <p:spPr>
            <a:xfrm>
              <a:off x="7647403" y="3391713"/>
              <a:ext cx="195517" cy="29007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18"/>
            <p:cNvSpPr/>
            <p:nvPr/>
          </p:nvSpPr>
          <p:spPr>
            <a:xfrm>
              <a:off x="7603345" y="3391477"/>
              <a:ext cx="54275" cy="120745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18"/>
            <p:cNvSpPr/>
            <p:nvPr/>
          </p:nvSpPr>
          <p:spPr>
            <a:xfrm>
              <a:off x="7783026" y="3413055"/>
              <a:ext cx="58489" cy="139375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18"/>
            <p:cNvSpPr/>
            <p:nvPr/>
          </p:nvSpPr>
          <p:spPr>
            <a:xfrm>
              <a:off x="7602706" y="3506090"/>
              <a:ext cx="214545" cy="4704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18"/>
            <p:cNvSpPr/>
            <p:nvPr/>
          </p:nvSpPr>
          <p:spPr>
            <a:xfrm>
              <a:off x="7789539" y="3414234"/>
              <a:ext cx="54786" cy="139965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18"/>
            <p:cNvSpPr/>
            <p:nvPr/>
          </p:nvSpPr>
          <p:spPr>
            <a:xfrm>
              <a:off x="7602962" y="3512339"/>
              <a:ext cx="190792" cy="46458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3" name="Google Shape;1323;p18"/>
            <p:cNvGrpSpPr/>
            <p:nvPr/>
          </p:nvGrpSpPr>
          <p:grpSpPr>
            <a:xfrm>
              <a:off x="7599769" y="3561981"/>
              <a:ext cx="64747" cy="27592"/>
              <a:chOff x="1740" y="2642"/>
              <a:chExt cx="752" cy="327"/>
            </a:xfrm>
          </p:grpSpPr>
          <p:sp>
            <p:nvSpPr>
              <p:cNvPr id="1324" name="Google Shape;1324;p1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1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1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1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1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1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30" name="Google Shape;1330;p18"/>
            <p:cNvSpPr/>
            <p:nvPr/>
          </p:nvSpPr>
          <p:spPr>
            <a:xfrm>
              <a:off x="7710617" y="3566108"/>
              <a:ext cx="78411" cy="60608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18"/>
            <p:cNvSpPr/>
            <p:nvPr/>
          </p:nvSpPr>
          <p:spPr>
            <a:xfrm>
              <a:off x="7510503" y="3570943"/>
              <a:ext cx="200625" cy="5530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18"/>
            <p:cNvSpPr/>
            <p:nvPr/>
          </p:nvSpPr>
          <p:spPr>
            <a:xfrm>
              <a:off x="7510631" y="3560802"/>
              <a:ext cx="2171" cy="11202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18"/>
            <p:cNvSpPr/>
            <p:nvPr/>
          </p:nvSpPr>
          <p:spPr>
            <a:xfrm>
              <a:off x="7510758" y="3515169"/>
              <a:ext cx="93225" cy="46340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18"/>
            <p:cNvSpPr/>
            <p:nvPr/>
          </p:nvSpPr>
          <p:spPr>
            <a:xfrm>
              <a:off x="7517016" y="3563161"/>
              <a:ext cx="190281" cy="5318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18"/>
            <p:cNvSpPr/>
            <p:nvPr/>
          </p:nvSpPr>
          <p:spPr>
            <a:xfrm flipH="1" rot="10800000">
              <a:off x="7707042" y="3559387"/>
              <a:ext cx="77645" cy="5506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desktop_computer_stylized_medium" id="1336" name="Google Shape;1336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7991996" y="3474155"/>
              <a:ext cx="359261" cy="342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7" name="Google Shape;1337;p18"/>
            <p:cNvSpPr/>
            <p:nvPr/>
          </p:nvSpPr>
          <p:spPr>
            <a:xfrm flipH="1">
              <a:off x="8145217" y="3506954"/>
              <a:ext cx="169400" cy="156753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fridge2.png" id="1338" name="Google Shape;1338;p1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903199" y="3292029"/>
              <a:ext cx="189578" cy="33702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39" name="Google Shape;1339;p18"/>
            <p:cNvGrpSpPr/>
            <p:nvPr/>
          </p:nvGrpSpPr>
          <p:grpSpPr>
            <a:xfrm>
              <a:off x="10241851" y="5180963"/>
              <a:ext cx="177192" cy="330833"/>
              <a:chOff x="4140" y="429"/>
              <a:chExt cx="1425" cy="2396"/>
            </a:xfrm>
          </p:grpSpPr>
          <p:sp>
            <p:nvSpPr>
              <p:cNvPr id="1340" name="Google Shape;1340;p1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18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2" name="Google Shape;1342;p1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1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18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45" name="Google Shape;1345;p18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1346" name="Google Shape;1346;p18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7" name="Google Shape;1347;p18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48" name="Google Shape;1348;p18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49" name="Google Shape;1349;p18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1350" name="Google Shape;1350;p18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1" name="Google Shape;1351;p18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52" name="Google Shape;1352;p18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3" name="Google Shape;1353;p18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54" name="Google Shape;1354;p18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1355" name="Google Shape;1355;p18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6" name="Google Shape;1356;p18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57" name="Google Shape;1357;p1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58" name="Google Shape;1358;p18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1359" name="Google Shape;1359;p18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0" name="Google Shape;1360;p18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61" name="Google Shape;1361;p18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p1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3" name="Google Shape;1363;p1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4" name="Google Shape;1364;p18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1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6" name="Google Shape;1366;p18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7" name="Google Shape;1367;p18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p18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18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p18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1" name="Google Shape;1371;p18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2" name="Google Shape;1372;p18"/>
            <p:cNvGrpSpPr/>
            <p:nvPr/>
          </p:nvGrpSpPr>
          <p:grpSpPr>
            <a:xfrm flipH="1">
              <a:off x="7980855" y="4807173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1373" name="Google Shape;1373;p1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74" name="Google Shape;1374;p18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5" name="Google Shape;1375;p18"/>
            <p:cNvGrpSpPr/>
            <p:nvPr/>
          </p:nvGrpSpPr>
          <p:grpSpPr>
            <a:xfrm flipH="1">
              <a:off x="8552134" y="5433142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1376" name="Google Shape;1376;p1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77" name="Google Shape;1377;p18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laptop_keyboard" id="1378" name="Google Shape;1378;p1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 flipH="1" rot="109064">
              <a:off x="9550087" y="5762330"/>
              <a:ext cx="260920" cy="990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9" name="Google Shape;1379;p18"/>
            <p:cNvSpPr/>
            <p:nvPr/>
          </p:nvSpPr>
          <p:spPr>
            <a:xfrm>
              <a:off x="9636557" y="5666200"/>
              <a:ext cx="210015" cy="129281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380" name="Google Shape;1380;p18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646901" y="5669525"/>
              <a:ext cx="190838" cy="1176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1" name="Google Shape;1381;p18"/>
            <p:cNvSpPr/>
            <p:nvPr/>
          </p:nvSpPr>
          <p:spPr>
            <a:xfrm>
              <a:off x="9674794" y="5662386"/>
              <a:ext cx="177937" cy="24057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18"/>
            <p:cNvSpPr/>
            <p:nvPr/>
          </p:nvSpPr>
          <p:spPr>
            <a:xfrm>
              <a:off x="9634698" y="5662191"/>
              <a:ext cx="49395" cy="100139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18"/>
            <p:cNvSpPr/>
            <p:nvPr/>
          </p:nvSpPr>
          <p:spPr>
            <a:xfrm>
              <a:off x="9798223" y="5680087"/>
              <a:ext cx="53230" cy="115590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18"/>
            <p:cNvSpPr/>
            <p:nvPr/>
          </p:nvSpPr>
          <p:spPr>
            <a:xfrm>
              <a:off x="9634116" y="5757245"/>
              <a:ext cx="195254" cy="3901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5" name="Google Shape;1385;p18"/>
            <p:cNvSpPr/>
            <p:nvPr/>
          </p:nvSpPr>
          <p:spPr>
            <a:xfrm>
              <a:off x="9804150" y="5681065"/>
              <a:ext cx="49860" cy="11607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18"/>
            <p:cNvSpPr/>
            <p:nvPr/>
          </p:nvSpPr>
          <p:spPr>
            <a:xfrm>
              <a:off x="9634349" y="5762428"/>
              <a:ext cx="173637" cy="38530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87" name="Google Shape;1387;p18"/>
            <p:cNvGrpSpPr/>
            <p:nvPr/>
          </p:nvGrpSpPr>
          <p:grpSpPr>
            <a:xfrm>
              <a:off x="9631443" y="5803598"/>
              <a:ext cx="58925" cy="22883"/>
              <a:chOff x="1740" y="2642"/>
              <a:chExt cx="752" cy="327"/>
            </a:xfrm>
          </p:grpSpPr>
          <p:sp>
            <p:nvSpPr>
              <p:cNvPr id="1388" name="Google Shape;1388;p1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1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0" name="Google Shape;1390;p1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1" name="Google Shape;1391;p1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2" name="Google Shape;1392;p1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3" name="Google Shape;1393;p1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4" name="Google Shape;1394;p18"/>
            <p:cNvSpPr/>
            <p:nvPr/>
          </p:nvSpPr>
          <p:spPr>
            <a:xfrm>
              <a:off x="9732325" y="5807021"/>
              <a:ext cx="71361" cy="50265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9550204" y="5811030"/>
              <a:ext cx="182586" cy="45864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9556131" y="5804576"/>
              <a:ext cx="173172" cy="44104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18"/>
            <p:cNvSpPr/>
            <p:nvPr/>
          </p:nvSpPr>
          <p:spPr>
            <a:xfrm flipH="1" rot="10800000">
              <a:off x="9729071" y="5801447"/>
              <a:ext cx="70663" cy="456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98" name="Google Shape;1398;p18"/>
            <p:cNvGrpSpPr/>
            <p:nvPr/>
          </p:nvGrpSpPr>
          <p:grpSpPr>
            <a:xfrm>
              <a:off x="7439074" y="1766737"/>
              <a:ext cx="4144321" cy="4013060"/>
              <a:chOff x="7439074" y="1859725"/>
              <a:chExt cx="4144321" cy="4013060"/>
            </a:xfrm>
          </p:grpSpPr>
          <p:grpSp>
            <p:nvGrpSpPr>
              <p:cNvPr id="1399" name="Google Shape;1399;p18"/>
              <p:cNvGrpSpPr/>
              <p:nvPr/>
            </p:nvGrpSpPr>
            <p:grpSpPr>
              <a:xfrm>
                <a:off x="7439074" y="1859725"/>
                <a:ext cx="1802647" cy="1120859"/>
                <a:chOff x="7439074" y="1859725"/>
                <a:chExt cx="1802647" cy="1120859"/>
              </a:xfrm>
            </p:grpSpPr>
            <p:pic>
              <p:nvPicPr>
                <p:cNvPr descr="cell_tower_radiation copy" id="1400" name="Google Shape;1400;p18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7980866" y="2158167"/>
                  <a:ext cx="457200" cy="3327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401" name="Google Shape;1401;p18"/>
                <p:cNvCxnSpPr/>
                <p:nvPr/>
              </p:nvCxnSpPr>
              <p:spPr>
                <a:xfrm>
                  <a:off x="8207860" y="2700359"/>
                  <a:ext cx="227964" cy="17435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1402" name="Google Shape;1402;p18"/>
                <p:cNvGrpSpPr/>
                <p:nvPr/>
              </p:nvGrpSpPr>
              <p:grpSpPr>
                <a:xfrm>
                  <a:off x="8050698" y="2309376"/>
                  <a:ext cx="298450" cy="464008"/>
                  <a:chOff x="3130" y="3288"/>
                  <a:chExt cx="410" cy="742"/>
                </a:xfrm>
              </p:grpSpPr>
              <p:cxnSp>
                <p:nvCxnSpPr>
                  <p:cNvPr id="1403" name="Google Shape;1403;p18"/>
                  <p:cNvCxnSpPr/>
                  <p:nvPr/>
                </p:nvCxnSpPr>
                <p:spPr>
                  <a:xfrm flipH="1">
                    <a:off x="3130" y="3288"/>
                    <a:ext cx="205" cy="6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04" name="Google Shape;1404;p18"/>
                  <p:cNvCxnSpPr/>
                  <p:nvPr/>
                </p:nvCxnSpPr>
                <p:spPr>
                  <a:xfrm>
                    <a:off x="3335" y="3288"/>
                    <a:ext cx="205" cy="6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05" name="Google Shape;1405;p18"/>
                  <p:cNvCxnSpPr/>
                  <p:nvPr/>
                </p:nvCxnSpPr>
                <p:spPr>
                  <a:xfrm>
                    <a:off x="3130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06" name="Google Shape;1406;p18"/>
                  <p:cNvCxnSpPr/>
                  <p:nvPr/>
                </p:nvCxnSpPr>
                <p:spPr>
                  <a:xfrm flipH="1">
                    <a:off x="3335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07" name="Google Shape;1407;p18"/>
                  <p:cNvCxnSpPr/>
                  <p:nvPr/>
                </p:nvCxnSpPr>
                <p:spPr>
                  <a:xfrm>
                    <a:off x="3335" y="3303"/>
                    <a:ext cx="0" cy="7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08" name="Google Shape;1408;p18"/>
                  <p:cNvCxnSpPr/>
                  <p:nvPr/>
                </p:nvCxnSpPr>
                <p:spPr>
                  <a:xfrm flipH="1" rot="10800000">
                    <a:off x="3130" y="3888"/>
                    <a:ext cx="205" cy="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09" name="Google Shape;1409;p18"/>
                  <p:cNvCxnSpPr/>
                  <p:nvPr/>
                </p:nvCxnSpPr>
                <p:spPr>
                  <a:xfrm rot="10800000">
                    <a:off x="3335" y="3888"/>
                    <a:ext cx="205" cy="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10" name="Google Shape;1410;p18"/>
                  <p:cNvCxnSpPr/>
                  <p:nvPr/>
                </p:nvCxnSpPr>
                <p:spPr>
                  <a:xfrm>
                    <a:off x="3217" y="3668"/>
                    <a:ext cx="118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11" name="Google Shape;1411;p18"/>
                  <p:cNvCxnSpPr/>
                  <p:nvPr/>
                </p:nvCxnSpPr>
                <p:spPr>
                  <a:xfrm flipH="1" rot="10800000">
                    <a:off x="3335" y="3668"/>
                    <a:ext cx="124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12" name="Google Shape;1412;p18"/>
                  <p:cNvCxnSpPr/>
                  <p:nvPr/>
                </p:nvCxnSpPr>
                <p:spPr>
                  <a:xfrm>
                    <a:off x="3178" y="3766"/>
                    <a:ext cx="152" cy="7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13" name="Google Shape;1413;p18"/>
                  <p:cNvCxnSpPr/>
                  <p:nvPr/>
                </p:nvCxnSpPr>
                <p:spPr>
                  <a:xfrm flipH="1" rot="10800000">
                    <a:off x="3335" y="3781"/>
                    <a:ext cx="153" cy="6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14" name="Google Shape;1414;p18"/>
                  <p:cNvCxnSpPr/>
                  <p:nvPr/>
                </p:nvCxnSpPr>
                <p:spPr>
                  <a:xfrm flipH="1" rot="10800000">
                    <a:off x="3335" y="3567"/>
                    <a:ext cx="78" cy="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15" name="Google Shape;1415;p18"/>
                  <p:cNvCxnSpPr/>
                  <p:nvPr/>
                </p:nvCxnSpPr>
                <p:spPr>
                  <a:xfrm flipH="1" rot="10800000">
                    <a:off x="3335" y="3428"/>
                    <a:ext cx="49" cy="21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16" name="Google Shape;1416;p18"/>
                  <p:cNvCxnSpPr/>
                  <p:nvPr/>
                </p:nvCxnSpPr>
                <p:spPr>
                  <a:xfrm>
                    <a:off x="3247" y="3558"/>
                    <a:ext cx="9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17" name="Google Shape;1417;p18"/>
                  <p:cNvCxnSpPr/>
                  <p:nvPr/>
                </p:nvCxnSpPr>
                <p:spPr>
                  <a:xfrm>
                    <a:off x="3289" y="3422"/>
                    <a:ext cx="5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1418" name="Google Shape;1418;p18"/>
                <p:cNvGrpSpPr/>
                <p:nvPr/>
              </p:nvGrpSpPr>
              <p:grpSpPr>
                <a:xfrm>
                  <a:off x="8439827" y="2812309"/>
                  <a:ext cx="353678" cy="168275"/>
                  <a:chOff x="7493876" y="2774731"/>
                  <a:chExt cx="1481958" cy="894622"/>
                </a:xfrm>
              </p:grpSpPr>
              <p:sp>
                <p:nvSpPr>
                  <p:cNvPr id="1419" name="Google Shape;1419;p1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1420" name="Google Shape;1420;p1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1421" name="Google Shape;1421;p1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1422" name="Google Shape;1422;p1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23" name="Google Shape;1423;p1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24" name="Google Shape;1424;p1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25" name="Google Shape;1425;p1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radiation_stylized" id="1426" name="Google Shape;1426;p18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>
                  <a:off x="7750224" y="1859725"/>
                  <a:ext cx="415925" cy="8877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1427" name="Google Shape;1427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7439074" y="235661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1428" name="Google Shape;1428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637781" y="231972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1429" name="Google Shape;1429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711019" y="205912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430" name="Google Shape;1430;p18"/>
              <p:cNvGrpSpPr/>
              <p:nvPr/>
            </p:nvGrpSpPr>
            <p:grpSpPr>
              <a:xfrm>
                <a:off x="7493518" y="3325424"/>
                <a:ext cx="911538" cy="843226"/>
                <a:chOff x="7493518" y="3325424"/>
                <a:chExt cx="911538" cy="843226"/>
              </a:xfrm>
            </p:grpSpPr>
            <p:pic>
              <p:nvPicPr>
                <p:cNvPr descr="access_point_stylized_small" id="1431" name="Google Shape;1431;p18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7613882" y="3861899"/>
                  <a:ext cx="370169" cy="3067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1432" name="Google Shape;1432;p18"/>
                <p:cNvGrpSpPr/>
                <p:nvPr/>
              </p:nvGrpSpPr>
              <p:grpSpPr>
                <a:xfrm>
                  <a:off x="7493518" y="3325424"/>
                  <a:ext cx="911538" cy="816238"/>
                  <a:chOff x="7493518" y="3325424"/>
                  <a:chExt cx="911538" cy="816238"/>
                </a:xfrm>
              </p:grpSpPr>
              <p:cxnSp>
                <p:nvCxnSpPr>
                  <p:cNvPr id="1433" name="Google Shape;1433;p18"/>
                  <p:cNvCxnSpPr/>
                  <p:nvPr/>
                </p:nvCxnSpPr>
                <p:spPr>
                  <a:xfrm>
                    <a:off x="8247778" y="3829970"/>
                    <a:ext cx="0" cy="13176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34" name="Google Shape;1434;p18"/>
                  <p:cNvCxnSpPr/>
                  <p:nvPr/>
                </p:nvCxnSpPr>
                <p:spPr>
                  <a:xfrm flipH="1" rot="10800000">
                    <a:off x="7857253" y="4041107"/>
                    <a:ext cx="168275" cy="317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antenna_radiation_stylized" id="1435" name="Google Shape;1435;p18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7562238" y="3813930"/>
                    <a:ext cx="506412" cy="1060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grpSp>
                <p:nvGrpSpPr>
                  <p:cNvPr id="1436" name="Google Shape;1436;p18"/>
                  <p:cNvGrpSpPr/>
                  <p:nvPr/>
                </p:nvGrpSpPr>
                <p:grpSpPr>
                  <a:xfrm>
                    <a:off x="8050070" y="3965994"/>
                    <a:ext cx="354986" cy="175668"/>
                    <a:chOff x="7493876" y="2774731"/>
                    <a:chExt cx="1481958" cy="894622"/>
                  </a:xfrm>
                </p:grpSpPr>
                <p:sp>
                  <p:nvSpPr>
                    <p:cNvPr id="1437" name="Google Shape;1437;p18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1438" name="Google Shape;1438;p18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1439" name="Google Shape;1439;p18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1440" name="Google Shape;1440;p18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441" name="Google Shape;1441;p18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442" name="Google Shape;1442;p18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443" name="Google Shape;1443;p18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pic>
                <p:nvPicPr>
                  <p:cNvPr descr="antenna_stylized" id="1444" name="Google Shape;1444;p18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7493518" y="3419140"/>
                    <a:ext cx="347997" cy="1675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antenna_stylized" id="1445" name="Google Shape;1445;p18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7803435" y="3325424"/>
                    <a:ext cx="347997" cy="1675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1446" name="Google Shape;1446;p18"/>
              <p:cNvGrpSpPr/>
              <p:nvPr/>
            </p:nvGrpSpPr>
            <p:grpSpPr>
              <a:xfrm>
                <a:off x="10884085" y="3428485"/>
                <a:ext cx="604586" cy="405973"/>
                <a:chOff x="10884085" y="3428485"/>
                <a:chExt cx="604586" cy="405973"/>
              </a:xfrm>
            </p:grpSpPr>
            <p:grpSp>
              <p:nvGrpSpPr>
                <p:cNvPr id="1447" name="Google Shape;1447;p18"/>
                <p:cNvGrpSpPr/>
                <p:nvPr/>
              </p:nvGrpSpPr>
              <p:grpSpPr>
                <a:xfrm>
                  <a:off x="10884085" y="3601365"/>
                  <a:ext cx="170989" cy="97052"/>
                  <a:chOff x="7493876" y="2774731"/>
                  <a:chExt cx="1481958" cy="894622"/>
                </a:xfrm>
              </p:grpSpPr>
              <p:sp>
                <p:nvSpPr>
                  <p:cNvPr id="1448" name="Google Shape;1448;p1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1449" name="Google Shape;1449;p1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1450" name="Google Shape;1450;p1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1451" name="Google Shape;1451;p1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52" name="Google Shape;1452;p1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53" name="Google Shape;1453;p1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54" name="Google Shape;1454;p1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455" name="Google Shape;1455;p18"/>
                <p:cNvGrpSpPr/>
                <p:nvPr/>
              </p:nvGrpSpPr>
              <p:grpSpPr>
                <a:xfrm>
                  <a:off x="11064947" y="3428485"/>
                  <a:ext cx="423724" cy="405973"/>
                  <a:chOff x="5103720" y="2693365"/>
                  <a:chExt cx="611650" cy="414788"/>
                </a:xfrm>
              </p:grpSpPr>
              <p:cxnSp>
                <p:nvCxnSpPr>
                  <p:cNvPr id="1456" name="Google Shape;1456;p18"/>
                  <p:cNvCxnSpPr/>
                  <p:nvPr/>
                </p:nvCxnSpPr>
                <p:spPr>
                  <a:xfrm>
                    <a:off x="5103720" y="2914214"/>
                    <a:ext cx="232559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1457" name="Google Shape;1457;p18"/>
                  <p:cNvGrpSpPr/>
                  <p:nvPr/>
                </p:nvGrpSpPr>
                <p:grpSpPr>
                  <a:xfrm>
                    <a:off x="5275406" y="2693365"/>
                    <a:ext cx="439964" cy="414788"/>
                    <a:chOff x="5275406" y="2711455"/>
                    <a:chExt cx="452949" cy="405518"/>
                  </a:xfrm>
                </p:grpSpPr>
                <p:pic>
                  <p:nvPicPr>
                    <p:cNvPr descr="server_rack.png" id="1458" name="Google Shape;1458;p18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1459" name="Google Shape;1459;p18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1460" name="Google Shape;1460;p18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</p:grpSp>
          <p:grpSp>
            <p:nvGrpSpPr>
              <p:cNvPr id="1461" name="Google Shape;1461;p18"/>
              <p:cNvGrpSpPr/>
              <p:nvPr/>
            </p:nvGrpSpPr>
            <p:grpSpPr>
              <a:xfrm>
                <a:off x="7975881" y="4741266"/>
                <a:ext cx="2318709" cy="1131519"/>
                <a:chOff x="7948367" y="4775686"/>
                <a:chExt cx="2318709" cy="1131519"/>
              </a:xfrm>
            </p:grpSpPr>
            <p:cxnSp>
              <p:nvCxnSpPr>
                <p:cNvPr id="1462" name="Google Shape;1462;p18"/>
                <p:cNvCxnSpPr/>
                <p:nvPr/>
              </p:nvCxnSpPr>
              <p:spPr>
                <a:xfrm flipH="1" rot="5400000">
                  <a:off x="9789609" y="5251739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63" name="Google Shape;1463;p18"/>
                <p:cNvCxnSpPr/>
                <p:nvPr/>
              </p:nvCxnSpPr>
              <p:spPr>
                <a:xfrm>
                  <a:off x="8210207" y="5117334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64" name="Google Shape;1464;p18"/>
                <p:cNvCxnSpPr/>
                <p:nvPr/>
              </p:nvCxnSpPr>
              <p:spPr>
                <a:xfrm flipH="1" rot="10800000">
                  <a:off x="8459425" y="5036562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1465" name="Google Shape;1465;p18"/>
                <p:cNvGrpSpPr/>
                <p:nvPr/>
              </p:nvGrpSpPr>
              <p:grpSpPr>
                <a:xfrm>
                  <a:off x="7948367" y="4775686"/>
                  <a:ext cx="2318709" cy="1131519"/>
                  <a:chOff x="7948367" y="4775686"/>
                  <a:chExt cx="2318709" cy="1131519"/>
                </a:xfrm>
              </p:grpSpPr>
              <p:cxnSp>
                <p:nvCxnSpPr>
                  <p:cNvPr id="1466" name="Google Shape;1466;p18"/>
                  <p:cNvCxnSpPr/>
                  <p:nvPr/>
                </p:nvCxnSpPr>
                <p:spPr>
                  <a:xfrm rot="10800000">
                    <a:off x="10209926" y="5405286"/>
                    <a:ext cx="0" cy="1143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67" name="Google Shape;1467;p18"/>
                  <p:cNvCxnSpPr/>
                  <p:nvPr/>
                </p:nvCxnSpPr>
                <p:spPr>
                  <a:xfrm>
                    <a:off x="9432959" y="4838517"/>
                    <a:ext cx="524483" cy="261537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68" name="Google Shape;1468;p18"/>
                  <p:cNvCxnSpPr/>
                  <p:nvPr/>
                </p:nvCxnSpPr>
                <p:spPr>
                  <a:xfrm flipH="1" rot="10800000">
                    <a:off x="8850066" y="4838517"/>
                    <a:ext cx="569255" cy="24626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69" name="Google Shape;1469;p18"/>
                  <p:cNvCxnSpPr/>
                  <p:nvPr/>
                </p:nvCxnSpPr>
                <p:spPr>
                  <a:xfrm>
                    <a:off x="8821744" y="5108876"/>
                    <a:ext cx="103050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70" name="Google Shape;1470;p18"/>
                  <p:cNvCxnSpPr/>
                  <p:nvPr/>
                </p:nvCxnSpPr>
                <p:spPr>
                  <a:xfrm flipH="1" rot="10800000">
                    <a:off x="7948367" y="5290470"/>
                    <a:ext cx="412750" cy="1270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71" name="Google Shape;1471;p18"/>
                  <p:cNvCxnSpPr/>
                  <p:nvPr/>
                </p:nvCxnSpPr>
                <p:spPr>
                  <a:xfrm flipH="1">
                    <a:off x="8373817" y="5282252"/>
                    <a:ext cx="68080" cy="29396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72" name="Google Shape;1472;p18"/>
                  <p:cNvCxnSpPr/>
                  <p:nvPr/>
                </p:nvCxnSpPr>
                <p:spPr>
                  <a:xfrm rot="10800000">
                    <a:off x="8488731" y="5307931"/>
                    <a:ext cx="280374" cy="26987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73" name="Google Shape;1473;p18"/>
                  <p:cNvCxnSpPr/>
                  <p:nvPr/>
                </p:nvCxnSpPr>
                <p:spPr>
                  <a:xfrm>
                    <a:off x="8488731" y="5258048"/>
                    <a:ext cx="914184" cy="46862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74" name="Google Shape;1474;p18"/>
                  <p:cNvCxnSpPr/>
                  <p:nvPr/>
                </p:nvCxnSpPr>
                <p:spPr>
                  <a:xfrm flipH="1" rot="5400000">
                    <a:off x="9885545" y="5583471"/>
                    <a:ext cx="366793" cy="1482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antenna_radiation_stylized" id="1475" name="Google Shape;1475;p18"/>
                  <p:cNvPicPr preferRelativeResize="0"/>
                  <p:nvPr/>
                </p:nvPicPr>
                <p:blipFill rotWithShape="1">
                  <a:blip r:embed="rId22">
                    <a:alphaModFix/>
                  </a:blip>
                  <a:srcRect b="0" l="0" r="0" t="0"/>
                  <a:stretch/>
                </p:blipFill>
                <p:spPr>
                  <a:xfrm>
                    <a:off x="9242073" y="5480938"/>
                    <a:ext cx="452014" cy="951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access_point_stylized_small" id="1476" name="Google Shape;1476;p18"/>
                  <p:cNvPicPr preferRelativeResize="0"/>
                  <p:nvPr/>
                </p:nvPicPr>
                <p:blipFill rotWithShape="1">
                  <a:blip r:embed="rId18">
                    <a:alphaModFix/>
                  </a:blip>
                  <a:srcRect b="0" l="0" r="0" t="0"/>
                  <a:stretch/>
                </p:blipFill>
                <p:spPr>
                  <a:xfrm>
                    <a:off x="9290610" y="5473433"/>
                    <a:ext cx="380935" cy="3174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grpSp>
                <p:nvGrpSpPr>
                  <p:cNvPr id="1477" name="Google Shape;1477;p18"/>
                  <p:cNvGrpSpPr/>
                  <p:nvPr/>
                </p:nvGrpSpPr>
                <p:grpSpPr>
                  <a:xfrm>
                    <a:off x="9783558" y="4989983"/>
                    <a:ext cx="393760" cy="218578"/>
                    <a:chOff x="7493876" y="2774731"/>
                    <a:chExt cx="1481958" cy="894622"/>
                  </a:xfrm>
                </p:grpSpPr>
                <p:sp>
                  <p:nvSpPr>
                    <p:cNvPr id="1478" name="Google Shape;1478;p18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1479" name="Google Shape;1479;p18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1480" name="Google Shape;1480;p18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1481" name="Google Shape;1481;p18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482" name="Google Shape;1482;p18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483" name="Google Shape;1483;p18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484" name="Google Shape;1484;p18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1485" name="Google Shape;1485;p18"/>
                  <p:cNvGrpSpPr/>
                  <p:nvPr/>
                </p:nvGrpSpPr>
                <p:grpSpPr>
                  <a:xfrm>
                    <a:off x="9849365" y="5339037"/>
                    <a:ext cx="309740" cy="190838"/>
                    <a:chOff x="3668110" y="2448910"/>
                    <a:chExt cx="3794234" cy="2165130"/>
                  </a:xfrm>
                </p:grpSpPr>
                <p:sp>
                  <p:nvSpPr>
                    <p:cNvPr id="1486" name="Google Shape;1486;p18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87" name="Google Shape;1487;p18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1488" name="Google Shape;1488;p18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1489" name="Google Shape;1489;p18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490" name="Google Shape;1490;p18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491" name="Google Shape;1491;p18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492" name="Google Shape;1492;p18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1493" name="Google Shape;1493;p18"/>
                  <p:cNvGrpSpPr/>
                  <p:nvPr/>
                </p:nvGrpSpPr>
                <p:grpSpPr>
                  <a:xfrm>
                    <a:off x="8676619" y="4967420"/>
                    <a:ext cx="393760" cy="218578"/>
                    <a:chOff x="7493876" y="2774731"/>
                    <a:chExt cx="1481958" cy="894622"/>
                  </a:xfrm>
                </p:grpSpPr>
                <p:sp>
                  <p:nvSpPr>
                    <p:cNvPr id="1494" name="Google Shape;1494;p18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1495" name="Google Shape;1495;p18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1496" name="Google Shape;1496;p18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1497" name="Google Shape;1497;p18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498" name="Google Shape;1498;p18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499" name="Google Shape;1499;p18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500" name="Google Shape;1500;p18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1501" name="Google Shape;1501;p18"/>
                  <p:cNvGrpSpPr/>
                  <p:nvPr/>
                </p:nvGrpSpPr>
                <p:grpSpPr>
                  <a:xfrm>
                    <a:off x="8311520" y="5194433"/>
                    <a:ext cx="309740" cy="190838"/>
                    <a:chOff x="3668110" y="2448910"/>
                    <a:chExt cx="3794234" cy="2165130"/>
                  </a:xfrm>
                </p:grpSpPr>
                <p:sp>
                  <p:nvSpPr>
                    <p:cNvPr id="1502" name="Google Shape;1502;p18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03" name="Google Shape;1503;p18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1504" name="Google Shape;1504;p18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1505" name="Google Shape;1505;p18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506" name="Google Shape;1506;p18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507" name="Google Shape;1507;p18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508" name="Google Shape;1508;p18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1509" name="Google Shape;1509;p18"/>
                  <p:cNvGrpSpPr/>
                  <p:nvPr/>
                </p:nvGrpSpPr>
                <p:grpSpPr>
                  <a:xfrm>
                    <a:off x="9247893" y="4775686"/>
                    <a:ext cx="393760" cy="218578"/>
                    <a:chOff x="7493876" y="2774731"/>
                    <a:chExt cx="1481958" cy="894622"/>
                  </a:xfrm>
                </p:grpSpPr>
                <p:sp>
                  <p:nvSpPr>
                    <p:cNvPr id="1510" name="Google Shape;1510;p18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1511" name="Google Shape;1511;p18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1512" name="Google Shape;1512;p18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1513" name="Google Shape;1513;p18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514" name="Google Shape;1514;p18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515" name="Google Shape;1515;p18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516" name="Google Shape;1516;p18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pic>
                <p:nvPicPr>
                  <p:cNvPr descr="antenna_stylized" id="1517" name="Google Shape;1517;p18"/>
                  <p:cNvPicPr preferRelativeResize="0"/>
                  <p:nvPr/>
                </p:nvPicPr>
                <p:blipFill rotWithShape="1">
                  <a:blip r:embed="rId23">
                    <a:alphaModFix/>
                  </a:blip>
                  <a:srcRect b="0" l="0" r="0" t="0"/>
                  <a:stretch/>
                </p:blipFill>
                <p:spPr>
                  <a:xfrm>
                    <a:off x="9570652" y="5742696"/>
                    <a:ext cx="374931" cy="1645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1518" name="Google Shape;1518;p18"/>
              <p:cNvGrpSpPr/>
              <p:nvPr/>
            </p:nvGrpSpPr>
            <p:grpSpPr>
              <a:xfrm>
                <a:off x="10925982" y="4188911"/>
                <a:ext cx="657413" cy="451816"/>
                <a:chOff x="10925982" y="4188911"/>
                <a:chExt cx="657413" cy="451816"/>
              </a:xfrm>
            </p:grpSpPr>
            <p:grpSp>
              <p:nvGrpSpPr>
                <p:cNvPr id="1519" name="Google Shape;1519;p18"/>
                <p:cNvGrpSpPr/>
                <p:nvPr/>
              </p:nvGrpSpPr>
              <p:grpSpPr>
                <a:xfrm>
                  <a:off x="11093556" y="4188911"/>
                  <a:ext cx="489839" cy="451816"/>
                  <a:chOff x="5103720" y="2693365"/>
                  <a:chExt cx="611650" cy="414788"/>
                </a:xfrm>
              </p:grpSpPr>
              <p:cxnSp>
                <p:nvCxnSpPr>
                  <p:cNvPr id="1520" name="Google Shape;1520;p18"/>
                  <p:cNvCxnSpPr/>
                  <p:nvPr/>
                </p:nvCxnSpPr>
                <p:spPr>
                  <a:xfrm>
                    <a:off x="5103720" y="2914214"/>
                    <a:ext cx="232559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1521" name="Google Shape;1521;p18"/>
                  <p:cNvGrpSpPr/>
                  <p:nvPr/>
                </p:nvGrpSpPr>
                <p:grpSpPr>
                  <a:xfrm>
                    <a:off x="5275406" y="2693365"/>
                    <a:ext cx="439964" cy="414788"/>
                    <a:chOff x="5275406" y="2711455"/>
                    <a:chExt cx="452949" cy="405518"/>
                  </a:xfrm>
                </p:grpSpPr>
                <p:pic>
                  <p:nvPicPr>
                    <p:cNvPr descr="server_rack.png" id="1522" name="Google Shape;1522;p18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1523" name="Google Shape;1523;p18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1524" name="Google Shape;1524;p18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  <p:grpSp>
              <p:nvGrpSpPr>
                <p:cNvPr id="1525" name="Google Shape;1525;p18"/>
                <p:cNvGrpSpPr/>
                <p:nvPr/>
              </p:nvGrpSpPr>
              <p:grpSpPr>
                <a:xfrm>
                  <a:off x="10925982" y="4369125"/>
                  <a:ext cx="228295" cy="120400"/>
                  <a:chOff x="7493876" y="2774731"/>
                  <a:chExt cx="1481958" cy="894622"/>
                </a:xfrm>
              </p:grpSpPr>
              <p:sp>
                <p:nvSpPr>
                  <p:cNvPr id="1526" name="Google Shape;1526;p1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1527" name="Google Shape;1527;p1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1528" name="Google Shape;1528;p1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1529" name="Google Shape;1529;p1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30" name="Google Shape;1530;p1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31" name="Google Shape;1531;p1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32" name="Google Shape;1532;p1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1533" name="Google Shape;1533;p18"/>
            <p:cNvGrpSpPr/>
            <p:nvPr/>
          </p:nvGrpSpPr>
          <p:grpSpPr>
            <a:xfrm flipH="1">
              <a:off x="8241315" y="5290645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1534" name="Google Shape;1534;p1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35" name="Google Shape;1535;p18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6" name="Google Shape;1536;p18"/>
            <p:cNvGrpSpPr/>
            <p:nvPr/>
          </p:nvGrpSpPr>
          <p:grpSpPr>
            <a:xfrm flipH="1">
              <a:off x="7807599" y="5100666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1537" name="Google Shape;1537;p1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38" name="Google Shape;1538;p18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9" name="Google Shape;1539;p18"/>
            <p:cNvGrpSpPr/>
            <p:nvPr/>
          </p:nvGrpSpPr>
          <p:grpSpPr>
            <a:xfrm>
              <a:off x="10024601" y="5489612"/>
              <a:ext cx="141376" cy="246700"/>
              <a:chOff x="4140" y="429"/>
              <a:chExt cx="1425" cy="2396"/>
            </a:xfrm>
          </p:grpSpPr>
          <p:sp>
            <p:nvSpPr>
              <p:cNvPr id="1540" name="Google Shape;1540;p1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1" name="Google Shape;1541;p18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2" name="Google Shape;1542;p1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3" name="Google Shape;1543;p1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4" name="Google Shape;1544;p18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45" name="Google Shape;1545;p18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1546" name="Google Shape;1546;p18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7" name="Google Shape;1547;p18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48" name="Google Shape;1548;p18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49" name="Google Shape;1549;p18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1550" name="Google Shape;1550;p18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51" name="Google Shape;1551;p18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52" name="Google Shape;1552;p18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3" name="Google Shape;1553;p18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54" name="Google Shape;1554;p18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1555" name="Google Shape;1555;p18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56" name="Google Shape;1556;p18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57" name="Google Shape;1557;p1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58" name="Google Shape;1558;p18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1559" name="Google Shape;1559;p18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60" name="Google Shape;1560;p18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61" name="Google Shape;1561;p18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p1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3" name="Google Shape;1563;p1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4" name="Google Shape;1564;p18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5" name="Google Shape;1565;p1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6" name="Google Shape;1566;p18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7" name="Google Shape;1567;p18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8" name="Google Shape;1568;p18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9" name="Google Shape;1569;p18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0" name="Google Shape;1570;p18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1" name="Google Shape;1571;p18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19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sp>
        <p:nvSpPr>
          <p:cNvPr id="1578" name="Google Shape;1578;p19"/>
          <p:cNvSpPr txBox="1"/>
          <p:nvPr/>
        </p:nvSpPr>
        <p:spPr>
          <a:xfrm>
            <a:off x="968218" y="1257581"/>
            <a:ext cx="10326105" cy="51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750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Question: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millions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access ISPs, how to connect them together?</a:t>
            </a:r>
            <a:endParaRPr/>
          </a:p>
        </p:txBody>
      </p:sp>
      <p:grpSp>
        <p:nvGrpSpPr>
          <p:cNvPr id="1579" name="Google Shape;1579;p19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1580" name="Google Shape;1580;p19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1581" name="Google Shape;1581;p19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2" name="Google Shape;1582;p19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583" name="Google Shape;1583;p19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1584" name="Google Shape;1584;p19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5" name="Google Shape;1585;p19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586" name="Google Shape;1586;p19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1587" name="Google Shape;1587;p19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8" name="Google Shape;1588;p19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589" name="Google Shape;1589;p19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1590" name="Google Shape;1590;p19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1" name="Google Shape;1591;p19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592" name="Google Shape;1592;p19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1593" name="Google Shape;1593;p19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4" name="Google Shape;1594;p19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595" name="Google Shape;1595;p19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1596" name="Google Shape;1596;p19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7" name="Google Shape;1597;p19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598" name="Google Shape;1598;p19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1599" name="Google Shape;1599;p19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0" name="Google Shape;1600;p19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601" name="Google Shape;1601;p19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1602" name="Google Shape;1602;p19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3" name="Google Shape;1603;p19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604" name="Google Shape;1604;p19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1605" name="Google Shape;1605;p19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6" name="Google Shape;1606;p19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607" name="Google Shape;1607;p19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1608" name="Google Shape;1608;p19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9" name="Google Shape;1609;p19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610" name="Google Shape;1610;p19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1611" name="Google Shape;1611;p19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2" name="Google Shape;1612;p19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613" name="Google Shape;1613;p19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1614" name="Google Shape;1614;p19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5" name="Google Shape;1615;p19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616" name="Google Shape;1616;p19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1617" name="Google Shape;1617;p19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8" name="Google Shape;1618;p19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619" name="Google Shape;1619;p19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1620" name="Google Shape;1620;p19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1" name="Google Shape;1621;p19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622" name="Google Shape;1622;p19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1623" name="Google Shape;1623;p19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4" name="Google Shape;1624;p19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625" name="Google Shape;1625;p19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1626" name="Google Shape;1626;p19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7" name="Google Shape;1627;p19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1628" name="Google Shape;1628;p19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629" name="Google Shape;1629;p19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630" name="Google Shape;1630;p19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631" name="Google Shape;1631;p19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632" name="Google Shape;1632;p19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633" name="Google Shape;1633;p19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9" name="Google Shape;1639;p20"/>
          <p:cNvGrpSpPr/>
          <p:nvPr/>
        </p:nvGrpSpPr>
        <p:grpSpPr>
          <a:xfrm>
            <a:off x="2167030" y="2360613"/>
            <a:ext cx="7377058" cy="3824137"/>
            <a:chOff x="872304" y="2295063"/>
            <a:chExt cx="7377592" cy="3825115"/>
          </a:xfrm>
        </p:grpSpPr>
        <p:cxnSp>
          <p:nvCxnSpPr>
            <p:cNvPr id="1640" name="Google Shape;1640;p20"/>
            <p:cNvCxnSpPr/>
            <p:nvPr/>
          </p:nvCxnSpPr>
          <p:spPr>
            <a:xfrm flipH="1" rot="10800000">
              <a:off x="1661409" y="2570969"/>
              <a:ext cx="577293" cy="28026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1" name="Google Shape;1641;p20"/>
            <p:cNvCxnSpPr/>
            <p:nvPr/>
          </p:nvCxnSpPr>
          <p:spPr>
            <a:xfrm rot="10800000">
              <a:off x="1509155" y="3032403"/>
              <a:ext cx="171469" cy="232712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2" name="Google Shape;1642;p20"/>
            <p:cNvCxnSpPr/>
            <p:nvPr/>
          </p:nvCxnSpPr>
          <p:spPr>
            <a:xfrm rot="10800000">
              <a:off x="1185287" y="3451504"/>
              <a:ext cx="495337" cy="19080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3" name="Google Shape;1643;p20"/>
            <p:cNvCxnSpPr/>
            <p:nvPr/>
          </p:nvCxnSpPr>
          <p:spPr>
            <a:xfrm rot="10800000">
              <a:off x="1181567" y="4298698"/>
              <a:ext cx="499057" cy="106082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4" name="Google Shape;1644;p20"/>
            <p:cNvCxnSpPr/>
            <p:nvPr/>
          </p:nvCxnSpPr>
          <p:spPr>
            <a:xfrm rot="10800000">
              <a:off x="1386886" y="4980292"/>
              <a:ext cx="293738" cy="37923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5" name="Google Shape;1645;p20"/>
            <p:cNvCxnSpPr/>
            <p:nvPr/>
          </p:nvCxnSpPr>
          <p:spPr>
            <a:xfrm rot="10800000">
              <a:off x="1661409" y="5373637"/>
              <a:ext cx="1526432" cy="5930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6" name="Google Shape;1646;p20"/>
            <p:cNvCxnSpPr/>
            <p:nvPr/>
          </p:nvCxnSpPr>
          <p:spPr>
            <a:xfrm rot="10800000">
              <a:off x="1680624" y="5359527"/>
              <a:ext cx="2723702" cy="70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7" name="Google Shape;1647;p20"/>
            <p:cNvCxnSpPr/>
            <p:nvPr/>
          </p:nvCxnSpPr>
          <p:spPr>
            <a:xfrm rot="10800000">
              <a:off x="1680624" y="5359527"/>
              <a:ext cx="3605885" cy="6190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8" name="Google Shape;1648;p20"/>
            <p:cNvCxnSpPr/>
            <p:nvPr/>
          </p:nvCxnSpPr>
          <p:spPr>
            <a:xfrm flipH="1">
              <a:off x="1680624" y="5184745"/>
              <a:ext cx="6569272" cy="1747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9" name="Google Shape;1649;p20"/>
            <p:cNvCxnSpPr/>
            <p:nvPr/>
          </p:nvCxnSpPr>
          <p:spPr>
            <a:xfrm rot="10800000">
              <a:off x="1680624" y="5359527"/>
              <a:ext cx="5742435" cy="4867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0" name="Google Shape;1650;p20"/>
            <p:cNvCxnSpPr/>
            <p:nvPr/>
          </p:nvCxnSpPr>
          <p:spPr>
            <a:xfrm flipH="1">
              <a:off x="1680624" y="4311835"/>
              <a:ext cx="6338019" cy="10476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1" name="Google Shape;1651;p20"/>
            <p:cNvCxnSpPr/>
            <p:nvPr/>
          </p:nvCxnSpPr>
          <p:spPr>
            <a:xfrm flipH="1">
              <a:off x="1680624" y="3273553"/>
              <a:ext cx="5749312" cy="20859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2" name="Google Shape;1652;p20"/>
            <p:cNvCxnSpPr/>
            <p:nvPr/>
          </p:nvCxnSpPr>
          <p:spPr>
            <a:xfrm flipH="1">
              <a:off x="1680624" y="2784308"/>
              <a:ext cx="4942318" cy="257521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3" name="Google Shape;1653;p20"/>
            <p:cNvCxnSpPr/>
            <p:nvPr/>
          </p:nvCxnSpPr>
          <p:spPr>
            <a:xfrm flipH="1">
              <a:off x="1680624" y="2295063"/>
              <a:ext cx="2971398" cy="30644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4" name="Google Shape;1654;p20"/>
            <p:cNvCxnSpPr/>
            <p:nvPr/>
          </p:nvCxnSpPr>
          <p:spPr>
            <a:xfrm flipH="1">
              <a:off x="1680624" y="2295321"/>
              <a:ext cx="2025496" cy="30642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55" name="Google Shape;1655;p20"/>
            <p:cNvSpPr txBox="1"/>
            <p:nvPr/>
          </p:nvSpPr>
          <p:spPr>
            <a:xfrm rot="5710989">
              <a:off x="859913" y="4114468"/>
              <a:ext cx="3642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656" name="Google Shape;1656;p20"/>
            <p:cNvSpPr txBox="1"/>
            <p:nvPr/>
          </p:nvSpPr>
          <p:spPr>
            <a:xfrm rot="7515077">
              <a:off x="4511491" y="5728762"/>
              <a:ext cx="3642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657" name="Google Shape;1657;p20"/>
            <p:cNvSpPr txBox="1"/>
            <p:nvPr/>
          </p:nvSpPr>
          <p:spPr>
            <a:xfrm rot="3940343">
              <a:off x="6392354" y="3846211"/>
              <a:ext cx="4924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658" name="Google Shape;1658;p20"/>
            <p:cNvSpPr txBox="1"/>
            <p:nvPr/>
          </p:nvSpPr>
          <p:spPr>
            <a:xfrm rot="2048420">
              <a:off x="4482993" y="2684685"/>
              <a:ext cx="4924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659" name="Google Shape;1659;p20"/>
            <p:cNvSpPr txBox="1"/>
            <p:nvPr/>
          </p:nvSpPr>
          <p:spPr>
            <a:xfrm rot="-316136">
              <a:off x="2189980" y="2687381"/>
              <a:ext cx="4924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grpSp>
        <p:nvGrpSpPr>
          <p:cNvPr id="1660" name="Google Shape;1660;p20"/>
          <p:cNvGrpSpPr/>
          <p:nvPr/>
        </p:nvGrpSpPr>
        <p:grpSpPr>
          <a:xfrm>
            <a:off x="2375578" y="2337843"/>
            <a:ext cx="7094538" cy="3695700"/>
            <a:chOff x="862570" y="2361120"/>
            <a:chExt cx="7094553" cy="3695520"/>
          </a:xfrm>
        </p:grpSpPr>
        <p:cxnSp>
          <p:nvCxnSpPr>
            <p:cNvPr id="1661" name="Google Shape;1661;p20"/>
            <p:cNvCxnSpPr/>
            <p:nvPr/>
          </p:nvCxnSpPr>
          <p:spPr>
            <a:xfrm flipH="1">
              <a:off x="1446332" y="2897188"/>
              <a:ext cx="4736982" cy="25351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2" name="Google Shape;1662;p20"/>
            <p:cNvCxnSpPr/>
            <p:nvPr/>
          </p:nvCxnSpPr>
          <p:spPr>
            <a:xfrm flipH="1">
              <a:off x="2972043" y="2885760"/>
              <a:ext cx="3213953" cy="30412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3" name="Google Shape;1663;p20"/>
            <p:cNvCxnSpPr/>
            <p:nvPr/>
          </p:nvCxnSpPr>
          <p:spPr>
            <a:xfrm flipH="1">
              <a:off x="4328465" y="2877120"/>
              <a:ext cx="1866171" cy="317952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4" name="Google Shape;1664;p20"/>
            <p:cNvCxnSpPr/>
            <p:nvPr/>
          </p:nvCxnSpPr>
          <p:spPr>
            <a:xfrm flipH="1">
              <a:off x="5270184" y="2877120"/>
              <a:ext cx="915812" cy="305856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5" name="Google Shape;1665;p20"/>
            <p:cNvCxnSpPr/>
            <p:nvPr/>
          </p:nvCxnSpPr>
          <p:spPr>
            <a:xfrm>
              <a:off x="6167438" y="2901156"/>
              <a:ext cx="1141702" cy="28012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6" name="Google Shape;1666;p20"/>
            <p:cNvCxnSpPr/>
            <p:nvPr/>
          </p:nvCxnSpPr>
          <p:spPr>
            <a:xfrm>
              <a:off x="6171406" y="2889250"/>
              <a:ext cx="1785717" cy="23552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7" name="Google Shape;1667;p20"/>
            <p:cNvCxnSpPr/>
            <p:nvPr/>
          </p:nvCxnSpPr>
          <p:spPr>
            <a:xfrm>
              <a:off x="6179344" y="2881313"/>
              <a:ext cx="1587707" cy="13868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8" name="Google Shape;1668;p20"/>
            <p:cNvCxnSpPr/>
            <p:nvPr/>
          </p:nvCxnSpPr>
          <p:spPr>
            <a:xfrm>
              <a:off x="6179344" y="2897188"/>
              <a:ext cx="602786" cy="2909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9" name="Google Shape;1669;p20"/>
            <p:cNvCxnSpPr/>
            <p:nvPr/>
          </p:nvCxnSpPr>
          <p:spPr>
            <a:xfrm>
              <a:off x="4584546" y="2364240"/>
              <a:ext cx="1558252" cy="5128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0" name="Google Shape;1670;p20"/>
            <p:cNvCxnSpPr/>
            <p:nvPr/>
          </p:nvCxnSpPr>
          <p:spPr>
            <a:xfrm>
              <a:off x="3691549" y="2361120"/>
              <a:ext cx="2485808" cy="5332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1" name="Google Shape;1671;p20"/>
            <p:cNvCxnSpPr/>
            <p:nvPr/>
          </p:nvCxnSpPr>
          <p:spPr>
            <a:xfrm>
              <a:off x="2081460" y="2548080"/>
              <a:ext cx="4078617" cy="3376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2" name="Google Shape;1672;p20"/>
            <p:cNvCxnSpPr/>
            <p:nvPr/>
          </p:nvCxnSpPr>
          <p:spPr>
            <a:xfrm flipH="1" rot="10800000">
              <a:off x="1309418" y="2903040"/>
              <a:ext cx="4842020" cy="3072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3" name="Google Shape;1673;p20"/>
            <p:cNvCxnSpPr/>
            <p:nvPr/>
          </p:nvCxnSpPr>
          <p:spPr>
            <a:xfrm flipH="1" rot="10800000">
              <a:off x="934801" y="2894400"/>
              <a:ext cx="5242556" cy="3770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4" name="Google Shape;1674;p20"/>
            <p:cNvCxnSpPr/>
            <p:nvPr/>
          </p:nvCxnSpPr>
          <p:spPr>
            <a:xfrm flipH="1" rot="10800000">
              <a:off x="862570" y="2901156"/>
              <a:ext cx="5296930" cy="13866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5" name="Google Shape;1675;p20"/>
            <p:cNvCxnSpPr/>
            <p:nvPr/>
          </p:nvCxnSpPr>
          <p:spPr>
            <a:xfrm flipH="1" rot="10800000">
              <a:off x="1101367" y="2901156"/>
              <a:ext cx="5077977" cy="20260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76" name="Google Shape;1676;p20"/>
          <p:cNvGrpSpPr/>
          <p:nvPr/>
        </p:nvGrpSpPr>
        <p:grpSpPr>
          <a:xfrm>
            <a:off x="2308603" y="2230021"/>
            <a:ext cx="7158038" cy="3798887"/>
            <a:chOff x="799176" y="2251902"/>
            <a:chExt cx="7158126" cy="3799069"/>
          </a:xfrm>
        </p:grpSpPr>
        <p:cxnSp>
          <p:nvCxnSpPr>
            <p:cNvPr id="1677" name="Google Shape;1677;p20"/>
            <p:cNvCxnSpPr/>
            <p:nvPr/>
          </p:nvCxnSpPr>
          <p:spPr>
            <a:xfrm>
              <a:off x="2012365" y="2732956"/>
              <a:ext cx="3121627" cy="3204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8" name="Google Shape;1678;p20"/>
            <p:cNvCxnSpPr/>
            <p:nvPr/>
          </p:nvCxnSpPr>
          <p:spPr>
            <a:xfrm>
              <a:off x="2009682" y="2721528"/>
              <a:ext cx="2384511" cy="332944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9" name="Google Shape;1679;p20"/>
            <p:cNvCxnSpPr/>
            <p:nvPr/>
          </p:nvCxnSpPr>
          <p:spPr>
            <a:xfrm>
              <a:off x="2001042" y="2712888"/>
              <a:ext cx="1091382" cy="31978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0" name="Google Shape;1680;p20"/>
            <p:cNvCxnSpPr/>
            <p:nvPr/>
          </p:nvCxnSpPr>
          <p:spPr>
            <a:xfrm flipH="1">
              <a:off x="1471306" y="2712888"/>
              <a:ext cx="538376" cy="2698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1" name="Google Shape;1681;p20"/>
            <p:cNvCxnSpPr/>
            <p:nvPr/>
          </p:nvCxnSpPr>
          <p:spPr>
            <a:xfrm flipH="1">
              <a:off x="1007181" y="2736924"/>
              <a:ext cx="1021059" cy="206956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2" name="Google Shape;1682;p20"/>
            <p:cNvCxnSpPr/>
            <p:nvPr/>
          </p:nvCxnSpPr>
          <p:spPr>
            <a:xfrm flipH="1">
              <a:off x="799176" y="2725018"/>
              <a:ext cx="1225097" cy="141359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3" name="Google Shape;1683;p20"/>
            <p:cNvCxnSpPr/>
            <p:nvPr/>
          </p:nvCxnSpPr>
          <p:spPr>
            <a:xfrm flipH="1">
              <a:off x="932218" y="2704755"/>
              <a:ext cx="1107153" cy="5889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4" name="Google Shape;1684;p20"/>
            <p:cNvCxnSpPr/>
            <p:nvPr/>
          </p:nvCxnSpPr>
          <p:spPr>
            <a:xfrm flipH="1">
              <a:off x="1293642" y="2704755"/>
              <a:ext cx="745729" cy="2167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5" name="Google Shape;1685;p20"/>
            <p:cNvCxnSpPr/>
            <p:nvPr/>
          </p:nvCxnSpPr>
          <p:spPr>
            <a:xfrm flipH="1">
              <a:off x="2052880" y="2251902"/>
              <a:ext cx="1141349" cy="46098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6" name="Google Shape;1686;p20"/>
            <p:cNvCxnSpPr/>
            <p:nvPr/>
          </p:nvCxnSpPr>
          <p:spPr>
            <a:xfrm flipH="1">
              <a:off x="2018321" y="2332076"/>
              <a:ext cx="2284094" cy="3980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7" name="Google Shape;1687;p20"/>
            <p:cNvCxnSpPr/>
            <p:nvPr/>
          </p:nvCxnSpPr>
          <p:spPr>
            <a:xfrm rot="10800000">
              <a:off x="2035602" y="2721528"/>
              <a:ext cx="4016700" cy="141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8" name="Google Shape;1688;p20"/>
            <p:cNvCxnSpPr/>
            <p:nvPr/>
          </p:nvCxnSpPr>
          <p:spPr>
            <a:xfrm rot="10800000">
              <a:off x="2044240" y="2738808"/>
              <a:ext cx="4755057" cy="5290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9" name="Google Shape;1689;p20"/>
            <p:cNvCxnSpPr/>
            <p:nvPr/>
          </p:nvCxnSpPr>
          <p:spPr>
            <a:xfrm rot="10800000">
              <a:off x="2018321" y="2730168"/>
              <a:ext cx="5710381" cy="15549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0" name="Google Shape;1690;p20"/>
            <p:cNvCxnSpPr/>
            <p:nvPr/>
          </p:nvCxnSpPr>
          <p:spPr>
            <a:xfrm rot="10800000">
              <a:off x="2036178" y="2736924"/>
              <a:ext cx="5921124" cy="24625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1" name="Google Shape;1691;p20"/>
            <p:cNvCxnSpPr/>
            <p:nvPr/>
          </p:nvCxnSpPr>
          <p:spPr>
            <a:xfrm rot="10800000">
              <a:off x="2016335" y="2736924"/>
              <a:ext cx="5165304" cy="30002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92" name="Google Shape;1692;p20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sp>
        <p:nvSpPr>
          <p:cNvPr id="1693" name="Google Shape;1693;p20"/>
          <p:cNvSpPr txBox="1"/>
          <p:nvPr/>
        </p:nvSpPr>
        <p:spPr>
          <a:xfrm>
            <a:off x="968218" y="1257581"/>
            <a:ext cx="10326105" cy="51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750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Question: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millions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access ISPs, how to connect them together?</a:t>
            </a:r>
            <a:endParaRPr/>
          </a:p>
        </p:txBody>
      </p:sp>
      <p:grpSp>
        <p:nvGrpSpPr>
          <p:cNvPr id="1694" name="Google Shape;1694;p20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1695" name="Google Shape;1695;p20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1696" name="Google Shape;1696;p20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7" name="Google Shape;1697;p20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698" name="Google Shape;1698;p20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1699" name="Google Shape;1699;p20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0" name="Google Shape;1700;p20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701" name="Google Shape;1701;p20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1702" name="Google Shape;1702;p20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3" name="Google Shape;1703;p20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704" name="Google Shape;1704;p20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1705" name="Google Shape;1705;p20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6" name="Google Shape;1706;p20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707" name="Google Shape;1707;p20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1708" name="Google Shape;1708;p20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20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710" name="Google Shape;1710;p20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1711" name="Google Shape;1711;p20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2" name="Google Shape;1712;p20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713" name="Google Shape;1713;p20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1714" name="Google Shape;1714;p20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5" name="Google Shape;1715;p20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716" name="Google Shape;1716;p20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1717" name="Google Shape;1717;p20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8" name="Google Shape;1718;p20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719" name="Google Shape;1719;p20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1720" name="Google Shape;1720;p20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1" name="Google Shape;1721;p20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722" name="Google Shape;1722;p20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1723" name="Google Shape;1723;p20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4" name="Google Shape;1724;p20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725" name="Google Shape;1725;p20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1726" name="Google Shape;1726;p20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7" name="Google Shape;1727;p20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728" name="Google Shape;1728;p20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1729" name="Google Shape;1729;p20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0" name="Google Shape;1730;p20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731" name="Google Shape;1731;p20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1732" name="Google Shape;1732;p20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3" name="Google Shape;1733;p20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734" name="Google Shape;1734;p20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1735" name="Google Shape;1735;p20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6" name="Google Shape;1736;p20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737" name="Google Shape;1737;p20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1738" name="Google Shape;1738;p20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9" name="Google Shape;1739;p20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740" name="Google Shape;1740;p20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1741" name="Google Shape;1741;p20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2" name="Google Shape;1742;p20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1743" name="Google Shape;1743;p20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744" name="Google Shape;1744;p20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745" name="Google Shape;1745;p20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746" name="Google Shape;1746;p20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747" name="Google Shape;1747;p20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748" name="Google Shape;1748;p20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1749" name="Google Shape;1749;p20"/>
          <p:cNvSpPr txBox="1"/>
          <p:nvPr/>
        </p:nvSpPr>
        <p:spPr>
          <a:xfrm>
            <a:off x="3524875" y="3367370"/>
            <a:ext cx="4268787" cy="1200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connecting each access ISP to each other directly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doesn’t scale: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30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connections.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600"/>
                                        <p:tgtEl>
                                          <p:spTgt spid="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21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sp>
        <p:nvSpPr>
          <p:cNvPr id="1756" name="Google Shape;1756;p21"/>
          <p:cNvSpPr txBox="1"/>
          <p:nvPr/>
        </p:nvSpPr>
        <p:spPr>
          <a:xfrm>
            <a:off x="2256991" y="1131358"/>
            <a:ext cx="82042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Option: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 each access ISP to one global transit ISP?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ISPs have economic agreement.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7" name="Google Shape;1757;p21"/>
          <p:cNvGrpSpPr/>
          <p:nvPr/>
        </p:nvGrpSpPr>
        <p:grpSpPr>
          <a:xfrm>
            <a:off x="2298266" y="2316723"/>
            <a:ext cx="7177087" cy="3750366"/>
            <a:chOff x="2298266" y="2316723"/>
            <a:chExt cx="7177087" cy="3750366"/>
          </a:xfrm>
        </p:grpSpPr>
        <p:sp>
          <p:nvSpPr>
            <p:cNvPr id="1758" name="Google Shape;1758;p21"/>
            <p:cNvSpPr/>
            <p:nvPr/>
          </p:nvSpPr>
          <p:spPr>
            <a:xfrm>
              <a:off x="3774557" y="3143854"/>
              <a:ext cx="3864121" cy="1970736"/>
            </a:xfrm>
            <a:prstGeom prst="ellipse">
              <a:avLst/>
            </a:prstGeom>
            <a:solidFill>
              <a:srgbClr val="3C6CD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59" name="Google Shape;1759;p21"/>
            <p:cNvCxnSpPr/>
            <p:nvPr/>
          </p:nvCxnSpPr>
          <p:spPr>
            <a:xfrm>
              <a:off x="5154178" y="3581064"/>
              <a:ext cx="1224000" cy="969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0" name="Google Shape;1760;p21"/>
            <p:cNvCxnSpPr/>
            <p:nvPr/>
          </p:nvCxnSpPr>
          <p:spPr>
            <a:xfrm>
              <a:off x="5787591" y="3984289"/>
              <a:ext cx="139700" cy="112713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1" name="Google Shape;1761;p21"/>
            <p:cNvCxnSpPr/>
            <p:nvPr/>
          </p:nvCxnSpPr>
          <p:spPr>
            <a:xfrm flipH="1" rot="10800000">
              <a:off x="5557403" y="4260514"/>
              <a:ext cx="280988" cy="61913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2" name="Google Shape;1762;p21"/>
            <p:cNvCxnSpPr/>
            <p:nvPr/>
          </p:nvCxnSpPr>
          <p:spPr>
            <a:xfrm flipH="1" rot="10800000">
              <a:off x="5214503" y="4022389"/>
              <a:ext cx="223838" cy="149225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3" name="Google Shape;1763;p21"/>
            <p:cNvCxnSpPr/>
            <p:nvPr/>
          </p:nvCxnSpPr>
          <p:spPr>
            <a:xfrm flipH="1" rot="10800000">
              <a:off x="4854141" y="4427052"/>
              <a:ext cx="238200" cy="1335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4" name="Google Shape;1764;p21"/>
            <p:cNvCxnSpPr/>
            <p:nvPr/>
          </p:nvCxnSpPr>
          <p:spPr>
            <a:xfrm flipH="1" rot="10800000">
              <a:off x="5806641" y="4327189"/>
              <a:ext cx="292100" cy="3429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5" name="Google Shape;1765;p21"/>
            <p:cNvCxnSpPr/>
            <p:nvPr/>
          </p:nvCxnSpPr>
          <p:spPr>
            <a:xfrm rot="10800000">
              <a:off x="6374966" y="4308139"/>
              <a:ext cx="412750" cy="168275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6" name="Google Shape;1766;p21"/>
            <p:cNvCxnSpPr/>
            <p:nvPr/>
          </p:nvCxnSpPr>
          <p:spPr>
            <a:xfrm flipH="1" rot="10800000">
              <a:off x="6359091" y="3836652"/>
              <a:ext cx="328612" cy="2667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7" name="Google Shape;1767;p21"/>
            <p:cNvCxnSpPr/>
            <p:nvPr/>
          </p:nvCxnSpPr>
          <p:spPr>
            <a:xfrm rot="10800000">
              <a:off x="5155803" y="3660402"/>
              <a:ext cx="261900" cy="1191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68" name="Google Shape;1768;p21"/>
            <p:cNvSpPr txBox="1"/>
            <p:nvPr/>
          </p:nvSpPr>
          <p:spPr>
            <a:xfrm>
              <a:off x="4019116" y="3644564"/>
              <a:ext cx="96051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global</a:t>
              </a:r>
              <a:br>
                <a:rPr b="0" i="1" lang="en-US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1" lang="en-US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cxnSp>
          <p:nvCxnSpPr>
            <p:cNvPr id="1769" name="Google Shape;1769;p21"/>
            <p:cNvCxnSpPr/>
            <p:nvPr/>
          </p:nvCxnSpPr>
          <p:spPr>
            <a:xfrm>
              <a:off x="2298266" y="4320839"/>
              <a:ext cx="1971675" cy="2111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0" name="Google Shape;1770;p21"/>
            <p:cNvCxnSpPr/>
            <p:nvPr/>
          </p:nvCxnSpPr>
          <p:spPr>
            <a:xfrm flipH="1" rot="10800000">
              <a:off x="2525278" y="4633577"/>
              <a:ext cx="1744663" cy="4111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1" name="Google Shape;1771;p21"/>
            <p:cNvCxnSpPr/>
            <p:nvPr/>
          </p:nvCxnSpPr>
          <p:spPr>
            <a:xfrm flipH="1" rot="10800000">
              <a:off x="2928503" y="4682789"/>
              <a:ext cx="1431925" cy="7556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2" name="Google Shape;1772;p21"/>
            <p:cNvCxnSpPr/>
            <p:nvPr/>
          </p:nvCxnSpPr>
          <p:spPr>
            <a:xfrm flipH="1" rot="10800000">
              <a:off x="4520766" y="4703427"/>
              <a:ext cx="57150" cy="12112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3" name="Google Shape;1773;p21"/>
            <p:cNvCxnSpPr/>
            <p:nvPr/>
          </p:nvCxnSpPr>
          <p:spPr>
            <a:xfrm flipH="1" rot="10800000">
              <a:off x="5747903" y="4932027"/>
              <a:ext cx="6350" cy="11350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4" name="Google Shape;1774;p21"/>
            <p:cNvCxnSpPr/>
            <p:nvPr/>
          </p:nvCxnSpPr>
          <p:spPr>
            <a:xfrm rot="10800000">
              <a:off x="6055878" y="4881227"/>
              <a:ext cx="506413" cy="10588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5" name="Google Shape;1775;p21"/>
            <p:cNvCxnSpPr/>
            <p:nvPr/>
          </p:nvCxnSpPr>
          <p:spPr>
            <a:xfrm rot="10800000">
              <a:off x="7173466" y="4646252"/>
              <a:ext cx="1512900" cy="1082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6" name="Google Shape;1776;p21"/>
            <p:cNvCxnSpPr/>
            <p:nvPr/>
          </p:nvCxnSpPr>
          <p:spPr>
            <a:xfrm rot="10800000">
              <a:off x="7230628" y="4524039"/>
              <a:ext cx="2244725" cy="609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7" name="Google Shape;1777;p21"/>
            <p:cNvCxnSpPr/>
            <p:nvPr/>
          </p:nvCxnSpPr>
          <p:spPr>
            <a:xfrm flipH="1">
              <a:off x="7172041" y="4219239"/>
              <a:ext cx="2076300" cy="193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8" name="Google Shape;1778;p21"/>
            <p:cNvCxnSpPr/>
            <p:nvPr/>
          </p:nvCxnSpPr>
          <p:spPr>
            <a:xfrm flipH="1">
              <a:off x="6992503" y="3287377"/>
              <a:ext cx="1422400" cy="4540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9" name="Google Shape;1779;p21"/>
            <p:cNvCxnSpPr/>
            <p:nvPr/>
          </p:nvCxnSpPr>
          <p:spPr>
            <a:xfrm flipH="1">
              <a:off x="6816291" y="2863514"/>
              <a:ext cx="898525" cy="7286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0" name="Google Shape;1780;p21"/>
            <p:cNvCxnSpPr/>
            <p:nvPr/>
          </p:nvCxnSpPr>
          <p:spPr>
            <a:xfrm>
              <a:off x="5981266" y="2441239"/>
              <a:ext cx="555625" cy="11255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1" name="Google Shape;1781;p21"/>
            <p:cNvCxnSpPr/>
            <p:nvPr/>
          </p:nvCxnSpPr>
          <p:spPr>
            <a:xfrm>
              <a:off x="3493653" y="2638089"/>
              <a:ext cx="1230313" cy="7969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2" name="Google Shape;1782;p21"/>
            <p:cNvCxnSpPr/>
            <p:nvPr/>
          </p:nvCxnSpPr>
          <p:spPr>
            <a:xfrm>
              <a:off x="2749116" y="2969877"/>
              <a:ext cx="1885950" cy="5191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3" name="Google Shape;1783;p21"/>
            <p:cNvCxnSpPr/>
            <p:nvPr/>
          </p:nvCxnSpPr>
          <p:spPr>
            <a:xfrm>
              <a:off x="2361766" y="3338177"/>
              <a:ext cx="2273300" cy="2603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784" name="Google Shape;1784;p21"/>
            <p:cNvGrpSpPr/>
            <p:nvPr/>
          </p:nvGrpSpPr>
          <p:grpSpPr>
            <a:xfrm>
              <a:off x="4279891" y="4448623"/>
              <a:ext cx="626338" cy="344849"/>
              <a:chOff x="7493876" y="2774731"/>
              <a:chExt cx="1481958" cy="894622"/>
            </a:xfrm>
          </p:grpSpPr>
          <p:sp>
            <p:nvSpPr>
              <p:cNvPr id="1785" name="Google Shape;1785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786" name="Google Shape;1786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787" name="Google Shape;1787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788" name="Google Shape;1788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9" name="Google Shape;1789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0" name="Google Shape;1790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1" name="Google Shape;1791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92" name="Google Shape;1792;p21"/>
            <p:cNvGrpSpPr/>
            <p:nvPr/>
          </p:nvGrpSpPr>
          <p:grpSpPr>
            <a:xfrm>
              <a:off x="6344372" y="3546134"/>
              <a:ext cx="626338" cy="344849"/>
              <a:chOff x="7493876" y="2774731"/>
              <a:chExt cx="1481958" cy="894622"/>
            </a:xfrm>
          </p:grpSpPr>
          <p:sp>
            <p:nvSpPr>
              <p:cNvPr id="1793" name="Google Shape;1793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794" name="Google Shape;1794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795" name="Google Shape;1795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796" name="Google Shape;1796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7" name="Google Shape;1797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8" name="Google Shape;1798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9" name="Google Shape;1799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00" name="Google Shape;1800;p21"/>
            <p:cNvGrpSpPr/>
            <p:nvPr/>
          </p:nvGrpSpPr>
          <p:grpSpPr>
            <a:xfrm>
              <a:off x="6727154" y="4298718"/>
              <a:ext cx="626338" cy="344849"/>
              <a:chOff x="7493876" y="2774731"/>
              <a:chExt cx="1481958" cy="894622"/>
            </a:xfrm>
          </p:grpSpPr>
          <p:sp>
            <p:nvSpPr>
              <p:cNvPr id="1801" name="Google Shape;1801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02" name="Google Shape;1802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03" name="Google Shape;1803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04" name="Google Shape;1804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5" name="Google Shape;1805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6" name="Google Shape;1806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7" name="Google Shape;1807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08" name="Google Shape;1808;p21"/>
            <p:cNvGrpSpPr/>
            <p:nvPr/>
          </p:nvGrpSpPr>
          <p:grpSpPr>
            <a:xfrm>
              <a:off x="5837682" y="4055837"/>
              <a:ext cx="626338" cy="344849"/>
              <a:chOff x="7493876" y="2774731"/>
              <a:chExt cx="1481958" cy="894622"/>
            </a:xfrm>
          </p:grpSpPr>
          <p:sp>
            <p:nvSpPr>
              <p:cNvPr id="1809" name="Google Shape;1809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10" name="Google Shape;1810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11" name="Google Shape;1811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12" name="Google Shape;1812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3" name="Google Shape;1813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4" name="Google Shape;1814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5" name="Google Shape;1815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16" name="Google Shape;1816;p21"/>
            <p:cNvGrpSpPr/>
            <p:nvPr/>
          </p:nvGrpSpPr>
          <p:grpSpPr>
            <a:xfrm>
              <a:off x="5550814" y="4588885"/>
              <a:ext cx="626338" cy="344849"/>
              <a:chOff x="7493876" y="2774731"/>
              <a:chExt cx="1481958" cy="894622"/>
            </a:xfrm>
          </p:grpSpPr>
          <p:sp>
            <p:nvSpPr>
              <p:cNvPr id="1817" name="Google Shape;1817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18" name="Google Shape;1818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19" name="Google Shape;1819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20" name="Google Shape;1820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1" name="Google Shape;1821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2" name="Google Shape;1822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3" name="Google Shape;1823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24" name="Google Shape;1824;p21"/>
            <p:cNvGrpSpPr/>
            <p:nvPr/>
          </p:nvGrpSpPr>
          <p:grpSpPr>
            <a:xfrm>
              <a:off x="4962853" y="4139117"/>
              <a:ext cx="626338" cy="344849"/>
              <a:chOff x="7493876" y="2774731"/>
              <a:chExt cx="1481958" cy="894622"/>
            </a:xfrm>
          </p:grpSpPr>
          <p:sp>
            <p:nvSpPr>
              <p:cNvPr id="1825" name="Google Shape;1825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26" name="Google Shape;1826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27" name="Google Shape;1827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28" name="Google Shape;1828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9" name="Google Shape;1829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0" name="Google Shape;1830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1" name="Google Shape;1831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32" name="Google Shape;1832;p21"/>
            <p:cNvGrpSpPr/>
            <p:nvPr/>
          </p:nvGrpSpPr>
          <p:grpSpPr>
            <a:xfrm>
              <a:off x="5243803" y="3734721"/>
              <a:ext cx="626338" cy="344849"/>
              <a:chOff x="7493876" y="2774731"/>
              <a:chExt cx="1481958" cy="894622"/>
            </a:xfrm>
          </p:grpSpPr>
          <p:sp>
            <p:nvSpPr>
              <p:cNvPr id="1833" name="Google Shape;1833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34" name="Google Shape;1834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35" name="Google Shape;1835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36" name="Google Shape;1836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7" name="Google Shape;1837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8" name="Google Shape;1838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9" name="Google Shape;1839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cxnSp>
          <p:nvCxnSpPr>
            <p:cNvPr id="1840" name="Google Shape;1840;p21"/>
            <p:cNvCxnSpPr>
              <a:endCxn id="1841" idx="9"/>
            </p:cNvCxnSpPr>
            <p:nvPr/>
          </p:nvCxnSpPr>
          <p:spPr>
            <a:xfrm flipH="1">
              <a:off x="4883202" y="2316723"/>
              <a:ext cx="105900" cy="1126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42" name="Google Shape;1842;p21"/>
            <p:cNvGrpSpPr/>
            <p:nvPr/>
          </p:nvGrpSpPr>
          <p:grpSpPr>
            <a:xfrm>
              <a:off x="4570926" y="3361080"/>
              <a:ext cx="626338" cy="344849"/>
              <a:chOff x="7493876" y="2774731"/>
              <a:chExt cx="1481958" cy="894622"/>
            </a:xfrm>
          </p:grpSpPr>
          <p:sp>
            <p:nvSpPr>
              <p:cNvPr id="1843" name="Google Shape;1843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44" name="Google Shape;1844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45" name="Google Shape;1845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41" name="Google Shape;1841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6" name="Google Shape;1846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7" name="Google Shape;1847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8" name="Google Shape;1848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849" name="Google Shape;1849;p21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1850" name="Google Shape;1850;p21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1851" name="Google Shape;1851;p21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2" name="Google Shape;1852;p21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853" name="Google Shape;1853;p21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1854" name="Google Shape;1854;p21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5" name="Google Shape;1855;p21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856" name="Google Shape;1856;p21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1857" name="Google Shape;1857;p21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8" name="Google Shape;1858;p21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859" name="Google Shape;1859;p21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1860" name="Google Shape;1860;p21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1" name="Google Shape;1861;p21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862" name="Google Shape;1862;p21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1863" name="Google Shape;1863;p21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4" name="Google Shape;1864;p21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865" name="Google Shape;1865;p21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1866" name="Google Shape;1866;p21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7" name="Google Shape;1867;p21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868" name="Google Shape;1868;p21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1869" name="Google Shape;1869;p21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0" name="Google Shape;1870;p21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871" name="Google Shape;1871;p21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1872" name="Google Shape;1872;p21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3" name="Google Shape;1873;p21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874" name="Google Shape;1874;p21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1875" name="Google Shape;1875;p21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6" name="Google Shape;1876;p21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877" name="Google Shape;1877;p21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1878" name="Google Shape;1878;p21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9" name="Google Shape;1879;p21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880" name="Google Shape;1880;p21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1881" name="Google Shape;1881;p21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2" name="Google Shape;1882;p21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883" name="Google Shape;1883;p21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1884" name="Google Shape;1884;p21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5" name="Google Shape;1885;p21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886" name="Google Shape;1886;p21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1887" name="Google Shape;1887;p21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8" name="Google Shape;1888;p21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889" name="Google Shape;1889;p21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1890" name="Google Shape;1890;p21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1" name="Google Shape;1891;p21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892" name="Google Shape;1892;p21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1893" name="Google Shape;1893;p21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4" name="Google Shape;1894;p21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1895" name="Google Shape;1895;p21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1896" name="Google Shape;1896;p21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7" name="Google Shape;1897;p21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1898" name="Google Shape;1898;p21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899" name="Google Shape;1899;p21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900" name="Google Shape;1900;p21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901" name="Google Shape;1901;p21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902" name="Google Shape;1902;p21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903" name="Google Shape;1903;p21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22"/>
          <p:cNvSpPr/>
          <p:nvPr/>
        </p:nvSpPr>
        <p:spPr>
          <a:xfrm>
            <a:off x="2884400" y="2782791"/>
            <a:ext cx="3475038" cy="13811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0" name="Google Shape;1910;p22"/>
          <p:cNvCxnSpPr/>
          <p:nvPr/>
        </p:nvCxnSpPr>
        <p:spPr>
          <a:xfrm>
            <a:off x="4108363" y="3025678"/>
            <a:ext cx="1146175" cy="730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1" name="Google Shape;1911;p22"/>
          <p:cNvCxnSpPr/>
          <p:nvPr/>
        </p:nvCxnSpPr>
        <p:spPr>
          <a:xfrm>
            <a:off x="4702088" y="3325716"/>
            <a:ext cx="130175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2" name="Google Shape;1912;p22"/>
          <p:cNvCxnSpPr/>
          <p:nvPr/>
        </p:nvCxnSpPr>
        <p:spPr>
          <a:xfrm flipH="1" rot="10800000">
            <a:off x="4486188" y="3530503"/>
            <a:ext cx="263525" cy="460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3" name="Google Shape;1913;p22"/>
          <p:cNvCxnSpPr/>
          <p:nvPr/>
        </p:nvCxnSpPr>
        <p:spPr>
          <a:xfrm flipH="1" rot="10800000">
            <a:off x="4165513" y="3354291"/>
            <a:ext cx="209550" cy="1095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4" name="Google Shape;1914;p22"/>
          <p:cNvCxnSpPr/>
          <p:nvPr/>
        </p:nvCxnSpPr>
        <p:spPr>
          <a:xfrm flipH="1" rot="10800000">
            <a:off x="3827375" y="3654328"/>
            <a:ext cx="222250" cy="984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5" name="Google Shape;1915;p22"/>
          <p:cNvCxnSpPr/>
          <p:nvPr/>
        </p:nvCxnSpPr>
        <p:spPr>
          <a:xfrm flipH="1" rot="10800000">
            <a:off x="4719550" y="3579716"/>
            <a:ext cx="273050" cy="254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6" name="Google Shape;1916;p22"/>
          <p:cNvCxnSpPr/>
          <p:nvPr/>
        </p:nvCxnSpPr>
        <p:spPr>
          <a:xfrm rot="10800000">
            <a:off x="5251363" y="3565428"/>
            <a:ext cx="387350" cy="1254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7" name="Google Shape;1917;p22"/>
          <p:cNvCxnSpPr/>
          <p:nvPr/>
        </p:nvCxnSpPr>
        <p:spPr>
          <a:xfrm flipH="1" rot="10800000">
            <a:off x="5237075" y="3216178"/>
            <a:ext cx="307975" cy="1984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8" name="Google Shape;1918;p22"/>
          <p:cNvCxnSpPr/>
          <p:nvPr/>
        </p:nvCxnSpPr>
        <p:spPr>
          <a:xfrm rot="10800000">
            <a:off x="4109950" y="3086003"/>
            <a:ext cx="246063" cy="873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9" name="Google Shape;1919;p22"/>
          <p:cNvSpPr txBox="1"/>
          <p:nvPr/>
        </p:nvSpPr>
        <p:spPr>
          <a:xfrm>
            <a:off x="3044738" y="3127278"/>
            <a:ext cx="8066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A</a:t>
            </a:r>
            <a:endParaRPr/>
          </a:p>
        </p:txBody>
      </p:sp>
      <p:grpSp>
        <p:nvGrpSpPr>
          <p:cNvPr id="1920" name="Google Shape;1920;p22"/>
          <p:cNvGrpSpPr/>
          <p:nvPr/>
        </p:nvGrpSpPr>
        <p:grpSpPr>
          <a:xfrm>
            <a:off x="4779875" y="3395180"/>
            <a:ext cx="541338" cy="223023"/>
            <a:chOff x="7493876" y="2774731"/>
            <a:chExt cx="1481958" cy="894622"/>
          </a:xfrm>
        </p:grpSpPr>
        <p:sp>
          <p:nvSpPr>
            <p:cNvPr id="1921" name="Google Shape;1921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922" name="Google Shape;1922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923" name="Google Shape;1923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24" name="Google Shape;1924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5" name="Google Shape;1925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6" name="Google Shape;1926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7" name="Google Shape;1927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28" name="Google Shape;1928;p22"/>
          <p:cNvGrpSpPr/>
          <p:nvPr/>
        </p:nvGrpSpPr>
        <p:grpSpPr>
          <a:xfrm>
            <a:off x="5457737" y="3639654"/>
            <a:ext cx="541338" cy="223023"/>
            <a:chOff x="7493876" y="2774731"/>
            <a:chExt cx="1481958" cy="894622"/>
          </a:xfrm>
        </p:grpSpPr>
        <p:sp>
          <p:nvSpPr>
            <p:cNvPr id="1929" name="Google Shape;1929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930" name="Google Shape;1930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931" name="Google Shape;1931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32" name="Google Shape;1932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3" name="Google Shape;1933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4" name="Google Shape;1934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5" name="Google Shape;1935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36" name="Google Shape;1936;p22"/>
          <p:cNvGrpSpPr/>
          <p:nvPr/>
        </p:nvGrpSpPr>
        <p:grpSpPr>
          <a:xfrm>
            <a:off x="4228292" y="3150704"/>
            <a:ext cx="541338" cy="223023"/>
            <a:chOff x="7493876" y="2774731"/>
            <a:chExt cx="1481958" cy="894622"/>
          </a:xfrm>
        </p:grpSpPr>
        <p:sp>
          <p:nvSpPr>
            <p:cNvPr id="1937" name="Google Shape;1937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938" name="Google Shape;1938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939" name="Google Shape;1939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40" name="Google Shape;1940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1" name="Google Shape;1941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2" name="Google Shape;1942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3" name="Google Shape;1943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44" name="Google Shape;1944;p22"/>
          <p:cNvGrpSpPr/>
          <p:nvPr/>
        </p:nvGrpSpPr>
        <p:grpSpPr>
          <a:xfrm>
            <a:off x="3972632" y="3451642"/>
            <a:ext cx="541338" cy="223023"/>
            <a:chOff x="7493876" y="2774731"/>
            <a:chExt cx="1481958" cy="894622"/>
          </a:xfrm>
        </p:grpSpPr>
        <p:sp>
          <p:nvSpPr>
            <p:cNvPr id="1945" name="Google Shape;1945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946" name="Google Shape;1946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947" name="Google Shape;1947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48" name="Google Shape;1948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9" name="Google Shape;1949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0" name="Google Shape;1950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1" name="Google Shape;1951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52" name="Google Shape;1952;p22"/>
          <p:cNvGrpSpPr/>
          <p:nvPr/>
        </p:nvGrpSpPr>
        <p:grpSpPr>
          <a:xfrm>
            <a:off x="3355534" y="3674009"/>
            <a:ext cx="541338" cy="223023"/>
            <a:chOff x="7493876" y="2774731"/>
            <a:chExt cx="1481958" cy="894622"/>
          </a:xfrm>
        </p:grpSpPr>
        <p:sp>
          <p:nvSpPr>
            <p:cNvPr id="1953" name="Google Shape;1953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954" name="Google Shape;1954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955" name="Google Shape;1955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56" name="Google Shape;1956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7" name="Google Shape;1957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8" name="Google Shape;1958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9" name="Google Shape;1959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60" name="Google Shape;1960;p22"/>
          <p:cNvGrpSpPr/>
          <p:nvPr/>
        </p:nvGrpSpPr>
        <p:grpSpPr>
          <a:xfrm>
            <a:off x="4400287" y="3826770"/>
            <a:ext cx="541338" cy="223023"/>
            <a:chOff x="7493876" y="2774731"/>
            <a:chExt cx="1481958" cy="894622"/>
          </a:xfrm>
        </p:grpSpPr>
        <p:sp>
          <p:nvSpPr>
            <p:cNvPr id="1961" name="Google Shape;1961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962" name="Google Shape;1962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963" name="Google Shape;1963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64" name="Google Shape;1964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5" name="Google Shape;1965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6" name="Google Shape;1966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7" name="Google Shape;1967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68" name="Google Shape;1968;p22"/>
          <p:cNvSpPr/>
          <p:nvPr/>
        </p:nvSpPr>
        <p:spPr>
          <a:xfrm>
            <a:off x="2671675" y="4260753"/>
            <a:ext cx="2941638" cy="132397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9" name="Google Shape;1969;p22"/>
          <p:cNvCxnSpPr/>
          <p:nvPr/>
        </p:nvCxnSpPr>
        <p:spPr>
          <a:xfrm>
            <a:off x="3706725" y="4494116"/>
            <a:ext cx="969963" cy="682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0" name="Google Shape;1970;p22"/>
          <p:cNvCxnSpPr/>
          <p:nvPr/>
        </p:nvCxnSpPr>
        <p:spPr>
          <a:xfrm>
            <a:off x="4209963" y="4781453"/>
            <a:ext cx="109537" cy="793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1" name="Google Shape;1971;p22"/>
          <p:cNvCxnSpPr/>
          <p:nvPr/>
        </p:nvCxnSpPr>
        <p:spPr>
          <a:xfrm flipH="1" rot="10800000">
            <a:off x="4027400" y="4976716"/>
            <a:ext cx="222250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2" name="Google Shape;1972;p22"/>
          <p:cNvCxnSpPr/>
          <p:nvPr/>
        </p:nvCxnSpPr>
        <p:spPr>
          <a:xfrm flipH="1" rot="10800000">
            <a:off x="3754350" y="4808441"/>
            <a:ext cx="177800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3" name="Google Shape;1973;p22"/>
          <p:cNvCxnSpPr/>
          <p:nvPr/>
        </p:nvCxnSpPr>
        <p:spPr>
          <a:xfrm flipH="1" rot="10800000">
            <a:off x="3468600" y="5095778"/>
            <a:ext cx="188913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4" name="Google Shape;1974;p22"/>
          <p:cNvCxnSpPr/>
          <p:nvPr/>
        </p:nvCxnSpPr>
        <p:spPr>
          <a:xfrm flipH="1" rot="10800000">
            <a:off x="4224250" y="5024341"/>
            <a:ext cx="231775" cy="2444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5" name="Google Shape;1975;p22"/>
          <p:cNvCxnSpPr/>
          <p:nvPr/>
        </p:nvCxnSpPr>
        <p:spPr>
          <a:xfrm rot="10800000">
            <a:off x="4675100" y="5011641"/>
            <a:ext cx="327025" cy="1190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6" name="Google Shape;1976;p22"/>
          <p:cNvCxnSpPr/>
          <p:nvPr/>
        </p:nvCxnSpPr>
        <p:spPr>
          <a:xfrm flipH="1" rot="10800000">
            <a:off x="4662400" y="4676678"/>
            <a:ext cx="260350" cy="1889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7" name="Google Shape;1977;p22"/>
          <p:cNvCxnSpPr/>
          <p:nvPr/>
        </p:nvCxnSpPr>
        <p:spPr>
          <a:xfrm rot="10800000">
            <a:off x="3708313" y="4551266"/>
            <a:ext cx="207962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8" name="Google Shape;1978;p22"/>
          <p:cNvSpPr txBox="1"/>
          <p:nvPr/>
        </p:nvSpPr>
        <p:spPr>
          <a:xfrm>
            <a:off x="2806613" y="4590953"/>
            <a:ext cx="788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C</a:t>
            </a:r>
            <a:endParaRPr/>
          </a:p>
        </p:txBody>
      </p:sp>
      <p:sp>
        <p:nvSpPr>
          <p:cNvPr id="1979" name="Google Shape;1979;p22"/>
          <p:cNvSpPr/>
          <p:nvPr/>
        </p:nvSpPr>
        <p:spPr>
          <a:xfrm>
            <a:off x="5765713" y="3706716"/>
            <a:ext cx="3219450" cy="13430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0" name="Google Shape;1980;p22"/>
          <p:cNvCxnSpPr/>
          <p:nvPr/>
        </p:nvCxnSpPr>
        <p:spPr>
          <a:xfrm>
            <a:off x="6899188" y="3943253"/>
            <a:ext cx="1062037" cy="698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1" name="Google Shape;1981;p22"/>
          <p:cNvCxnSpPr/>
          <p:nvPr/>
        </p:nvCxnSpPr>
        <p:spPr>
          <a:xfrm>
            <a:off x="7450050" y="4233766"/>
            <a:ext cx="120650" cy="825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2" name="Google Shape;1982;p22"/>
          <p:cNvCxnSpPr/>
          <p:nvPr/>
        </p:nvCxnSpPr>
        <p:spPr>
          <a:xfrm flipH="1" rot="10800000">
            <a:off x="7250025" y="4433791"/>
            <a:ext cx="242888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3" name="Google Shape;1983;p22"/>
          <p:cNvCxnSpPr/>
          <p:nvPr/>
        </p:nvCxnSpPr>
        <p:spPr>
          <a:xfrm flipH="1" rot="10800000">
            <a:off x="6951575" y="4262341"/>
            <a:ext cx="195263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4" name="Google Shape;1984;p22"/>
          <p:cNvCxnSpPr/>
          <p:nvPr/>
        </p:nvCxnSpPr>
        <p:spPr>
          <a:xfrm flipH="1" rot="10800000">
            <a:off x="6638838" y="4554441"/>
            <a:ext cx="206375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5" name="Google Shape;1985;p22"/>
          <p:cNvCxnSpPr/>
          <p:nvPr/>
        </p:nvCxnSpPr>
        <p:spPr>
          <a:xfrm flipH="1" rot="10800000">
            <a:off x="7465925" y="4481416"/>
            <a:ext cx="254000" cy="247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6" name="Google Shape;1986;p22"/>
          <p:cNvCxnSpPr/>
          <p:nvPr/>
        </p:nvCxnSpPr>
        <p:spPr>
          <a:xfrm rot="10800000">
            <a:off x="7929475" y="4460778"/>
            <a:ext cx="358775" cy="120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7" name="Google Shape;1987;p22"/>
          <p:cNvCxnSpPr/>
          <p:nvPr/>
        </p:nvCxnSpPr>
        <p:spPr>
          <a:xfrm flipH="1" rot="10800000">
            <a:off x="7945350" y="4127403"/>
            <a:ext cx="285750" cy="1920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8" name="Google Shape;1988;p22"/>
          <p:cNvCxnSpPr/>
          <p:nvPr/>
        </p:nvCxnSpPr>
        <p:spPr>
          <a:xfrm rot="10800000">
            <a:off x="6900775" y="4000403"/>
            <a:ext cx="227013" cy="857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9" name="Google Shape;1989;p22"/>
          <p:cNvSpPr txBox="1"/>
          <p:nvPr/>
        </p:nvSpPr>
        <p:spPr>
          <a:xfrm>
            <a:off x="5914938" y="4040091"/>
            <a:ext cx="795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B</a:t>
            </a:r>
            <a:endParaRPr/>
          </a:p>
        </p:txBody>
      </p:sp>
      <p:cxnSp>
        <p:nvCxnSpPr>
          <p:cNvPr id="1990" name="Google Shape;1990;p22"/>
          <p:cNvCxnSpPr/>
          <p:nvPr/>
        </p:nvCxnSpPr>
        <p:spPr>
          <a:xfrm>
            <a:off x="3533688" y="2666903"/>
            <a:ext cx="238125" cy="261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1" name="Google Shape;1991;p22"/>
          <p:cNvCxnSpPr/>
          <p:nvPr/>
        </p:nvCxnSpPr>
        <p:spPr>
          <a:xfrm>
            <a:off x="2789150" y="2906616"/>
            <a:ext cx="831850" cy="619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2" name="Google Shape;1992;p22"/>
          <p:cNvCxnSpPr/>
          <p:nvPr/>
        </p:nvCxnSpPr>
        <p:spPr>
          <a:xfrm flipH="1" rot="10800000">
            <a:off x="2385925" y="3030441"/>
            <a:ext cx="1303338" cy="2778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3" name="Google Shape;1993;p22"/>
          <p:cNvCxnSpPr/>
          <p:nvPr/>
        </p:nvCxnSpPr>
        <p:spPr>
          <a:xfrm>
            <a:off x="5067213" y="2468466"/>
            <a:ext cx="307975" cy="5730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4" name="Google Shape;1994;p22"/>
          <p:cNvCxnSpPr/>
          <p:nvPr/>
        </p:nvCxnSpPr>
        <p:spPr>
          <a:xfrm flipH="1">
            <a:off x="5576800" y="2446241"/>
            <a:ext cx="384175" cy="5794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5" name="Google Shape;1995;p22"/>
          <p:cNvCxnSpPr/>
          <p:nvPr/>
        </p:nvCxnSpPr>
        <p:spPr>
          <a:xfrm>
            <a:off x="7921538" y="2957416"/>
            <a:ext cx="215900" cy="10461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6" name="Google Shape;1996;p22"/>
          <p:cNvCxnSpPr/>
          <p:nvPr/>
        </p:nvCxnSpPr>
        <p:spPr>
          <a:xfrm flipH="1">
            <a:off x="8288250" y="3308253"/>
            <a:ext cx="241300" cy="692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7" name="Google Shape;1997;p22"/>
          <p:cNvCxnSpPr/>
          <p:nvPr/>
        </p:nvCxnSpPr>
        <p:spPr>
          <a:xfrm rot="10800000">
            <a:off x="8605750" y="4630641"/>
            <a:ext cx="796925" cy="614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8" name="Google Shape;1998;p22"/>
          <p:cNvCxnSpPr/>
          <p:nvPr/>
        </p:nvCxnSpPr>
        <p:spPr>
          <a:xfrm rot="10800000">
            <a:off x="6470563" y="4751291"/>
            <a:ext cx="285750" cy="11604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9" name="Google Shape;1999;p22"/>
          <p:cNvCxnSpPr/>
          <p:nvPr/>
        </p:nvCxnSpPr>
        <p:spPr>
          <a:xfrm rot="10800000">
            <a:off x="5219613" y="5102128"/>
            <a:ext cx="371475" cy="9731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0" name="Google Shape;2000;p22"/>
          <p:cNvCxnSpPr/>
          <p:nvPr/>
        </p:nvCxnSpPr>
        <p:spPr>
          <a:xfrm rot="10800000">
            <a:off x="4295688" y="5249766"/>
            <a:ext cx="244475" cy="6619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1" name="Google Shape;2001;p22"/>
          <p:cNvCxnSpPr/>
          <p:nvPr/>
        </p:nvCxnSpPr>
        <p:spPr>
          <a:xfrm flipH="1" rot="10800000">
            <a:off x="2941550" y="5218016"/>
            <a:ext cx="401638" cy="209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2" name="Google Shape;2002;p22"/>
          <p:cNvCxnSpPr/>
          <p:nvPr/>
        </p:nvCxnSpPr>
        <p:spPr>
          <a:xfrm>
            <a:off x="2535150" y="5075141"/>
            <a:ext cx="450850" cy="115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3" name="Google Shape;2003;p22"/>
          <p:cNvCxnSpPr/>
          <p:nvPr/>
        </p:nvCxnSpPr>
        <p:spPr>
          <a:xfrm>
            <a:off x="2306550" y="4433791"/>
            <a:ext cx="996950" cy="47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4" name="Google Shape;2004;p22"/>
          <p:cNvCxnSpPr/>
          <p:nvPr/>
        </p:nvCxnSpPr>
        <p:spPr>
          <a:xfrm rot="10800000">
            <a:off x="7646900" y="4779866"/>
            <a:ext cx="1047750" cy="9667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5" name="Google Shape;2005;p22"/>
          <p:cNvCxnSpPr/>
          <p:nvPr/>
        </p:nvCxnSpPr>
        <p:spPr>
          <a:xfrm flipH="1">
            <a:off x="8716875" y="4368703"/>
            <a:ext cx="541338" cy="2492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06" name="Google Shape;2006;p22"/>
          <p:cNvGrpSpPr/>
          <p:nvPr/>
        </p:nvGrpSpPr>
        <p:grpSpPr>
          <a:xfrm>
            <a:off x="5192625" y="3007829"/>
            <a:ext cx="541338" cy="223023"/>
            <a:chOff x="7493876" y="2774731"/>
            <a:chExt cx="1481958" cy="894622"/>
          </a:xfrm>
        </p:grpSpPr>
        <p:sp>
          <p:nvSpPr>
            <p:cNvPr id="2007" name="Google Shape;2007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08" name="Google Shape;2008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09" name="Google Shape;2009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10" name="Google Shape;2010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1" name="Google Shape;2011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2" name="Google Shape;2012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3" name="Google Shape;2013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14" name="Google Shape;2014;p22"/>
          <p:cNvGrpSpPr/>
          <p:nvPr/>
        </p:nvGrpSpPr>
        <p:grpSpPr>
          <a:xfrm>
            <a:off x="3621872" y="2908203"/>
            <a:ext cx="541338" cy="223023"/>
            <a:chOff x="7493876" y="2774731"/>
            <a:chExt cx="1481958" cy="894622"/>
          </a:xfrm>
        </p:grpSpPr>
        <p:sp>
          <p:nvSpPr>
            <p:cNvPr id="2015" name="Google Shape;2015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16" name="Google Shape;2016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17" name="Google Shape;2017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18" name="Google Shape;2018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9" name="Google Shape;2019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0" name="Google Shape;2020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1" name="Google Shape;2021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22" name="Google Shape;2022;p22"/>
          <p:cNvGrpSpPr/>
          <p:nvPr/>
        </p:nvGrpSpPr>
        <p:grpSpPr>
          <a:xfrm>
            <a:off x="7929475" y="3939691"/>
            <a:ext cx="541338" cy="223023"/>
            <a:chOff x="7493876" y="2774731"/>
            <a:chExt cx="1481958" cy="894622"/>
          </a:xfrm>
        </p:grpSpPr>
        <p:sp>
          <p:nvSpPr>
            <p:cNvPr id="2023" name="Google Shape;2023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24" name="Google Shape;2024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25" name="Google Shape;2025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26" name="Google Shape;2026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7" name="Google Shape;2027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8" name="Google Shape;2028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9" name="Google Shape;2029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30" name="Google Shape;2030;p22"/>
          <p:cNvGrpSpPr/>
          <p:nvPr/>
        </p:nvGrpSpPr>
        <p:grpSpPr>
          <a:xfrm>
            <a:off x="8182681" y="4501444"/>
            <a:ext cx="541338" cy="223023"/>
            <a:chOff x="7493876" y="2774731"/>
            <a:chExt cx="1481958" cy="894622"/>
          </a:xfrm>
        </p:grpSpPr>
        <p:sp>
          <p:nvSpPr>
            <p:cNvPr id="2031" name="Google Shape;2031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32" name="Google Shape;2032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33" name="Google Shape;2033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34" name="Google Shape;2034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5" name="Google Shape;2035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6" name="Google Shape;2036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7" name="Google Shape;2037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38" name="Google Shape;2038;p22"/>
          <p:cNvGrpSpPr/>
          <p:nvPr/>
        </p:nvGrpSpPr>
        <p:grpSpPr>
          <a:xfrm>
            <a:off x="7469673" y="4278623"/>
            <a:ext cx="541338" cy="223023"/>
            <a:chOff x="7493876" y="2774731"/>
            <a:chExt cx="1481958" cy="894622"/>
          </a:xfrm>
        </p:grpSpPr>
        <p:sp>
          <p:nvSpPr>
            <p:cNvPr id="2039" name="Google Shape;2039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40" name="Google Shape;2040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41" name="Google Shape;2041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42" name="Google Shape;2042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3" name="Google Shape;2043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4" name="Google Shape;2044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5" name="Google Shape;2045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46" name="Google Shape;2046;p22"/>
          <p:cNvGrpSpPr/>
          <p:nvPr/>
        </p:nvGrpSpPr>
        <p:grpSpPr>
          <a:xfrm>
            <a:off x="6979356" y="4059569"/>
            <a:ext cx="541338" cy="223023"/>
            <a:chOff x="7493876" y="2774731"/>
            <a:chExt cx="1481958" cy="894622"/>
          </a:xfrm>
        </p:grpSpPr>
        <p:sp>
          <p:nvSpPr>
            <p:cNvPr id="2047" name="Google Shape;2047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48" name="Google Shape;2048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49" name="Google Shape;2049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50" name="Google Shape;2050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1" name="Google Shape;2051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2" name="Google Shape;2052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3" name="Google Shape;2053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54" name="Google Shape;2054;p22"/>
          <p:cNvGrpSpPr/>
          <p:nvPr/>
        </p:nvGrpSpPr>
        <p:grpSpPr>
          <a:xfrm>
            <a:off x="6723616" y="4366729"/>
            <a:ext cx="541338" cy="223023"/>
            <a:chOff x="7493876" y="2774731"/>
            <a:chExt cx="1481958" cy="894622"/>
          </a:xfrm>
        </p:grpSpPr>
        <p:sp>
          <p:nvSpPr>
            <p:cNvPr id="2055" name="Google Shape;2055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56" name="Google Shape;2056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57" name="Google Shape;2057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58" name="Google Shape;2058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9" name="Google Shape;2059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0" name="Google Shape;2060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1" name="Google Shape;2061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62" name="Google Shape;2062;p22"/>
          <p:cNvGrpSpPr/>
          <p:nvPr/>
        </p:nvGrpSpPr>
        <p:grpSpPr>
          <a:xfrm>
            <a:off x="6244846" y="4607015"/>
            <a:ext cx="541338" cy="223023"/>
            <a:chOff x="7493876" y="2774731"/>
            <a:chExt cx="1481958" cy="894622"/>
          </a:xfrm>
        </p:grpSpPr>
        <p:sp>
          <p:nvSpPr>
            <p:cNvPr id="2063" name="Google Shape;2063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64" name="Google Shape;2064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65" name="Google Shape;2065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66" name="Google Shape;2066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7" name="Google Shape;2067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8" name="Google Shape;2068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9" name="Google Shape;2069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70" name="Google Shape;2070;p22"/>
          <p:cNvGrpSpPr/>
          <p:nvPr/>
        </p:nvGrpSpPr>
        <p:grpSpPr>
          <a:xfrm>
            <a:off x="7291037" y="4658009"/>
            <a:ext cx="541338" cy="223023"/>
            <a:chOff x="7493876" y="2774731"/>
            <a:chExt cx="1481958" cy="894622"/>
          </a:xfrm>
        </p:grpSpPr>
        <p:sp>
          <p:nvSpPr>
            <p:cNvPr id="2071" name="Google Shape;2071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72" name="Google Shape;2072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73" name="Google Shape;2073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74" name="Google Shape;2074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5" name="Google Shape;2075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6" name="Google Shape;2076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7" name="Google Shape;2077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78" name="Google Shape;2078;p22"/>
          <p:cNvGrpSpPr/>
          <p:nvPr/>
        </p:nvGrpSpPr>
        <p:grpSpPr>
          <a:xfrm>
            <a:off x="4568094" y="4497411"/>
            <a:ext cx="541338" cy="223023"/>
            <a:chOff x="7493876" y="2774731"/>
            <a:chExt cx="1481958" cy="894622"/>
          </a:xfrm>
        </p:grpSpPr>
        <p:sp>
          <p:nvSpPr>
            <p:cNvPr id="2079" name="Google Shape;2079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80" name="Google Shape;2080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81" name="Google Shape;2081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82" name="Google Shape;2082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3" name="Google Shape;2083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4" name="Google Shape;2084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5" name="Google Shape;2085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86" name="Google Shape;2086;p22"/>
          <p:cNvGrpSpPr/>
          <p:nvPr/>
        </p:nvGrpSpPr>
        <p:grpSpPr>
          <a:xfrm>
            <a:off x="4812419" y="5011641"/>
            <a:ext cx="541338" cy="223023"/>
            <a:chOff x="7493876" y="2774731"/>
            <a:chExt cx="1481958" cy="894622"/>
          </a:xfrm>
        </p:grpSpPr>
        <p:sp>
          <p:nvSpPr>
            <p:cNvPr id="2087" name="Google Shape;2087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88" name="Google Shape;2088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89" name="Google Shape;2089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90" name="Google Shape;2090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1" name="Google Shape;2091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2" name="Google Shape;2092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3" name="Google Shape;2093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94" name="Google Shape;2094;p22"/>
          <p:cNvGrpSpPr/>
          <p:nvPr/>
        </p:nvGrpSpPr>
        <p:grpSpPr>
          <a:xfrm>
            <a:off x="4220281" y="4826836"/>
            <a:ext cx="541338" cy="223023"/>
            <a:chOff x="7493876" y="2774731"/>
            <a:chExt cx="1481958" cy="894622"/>
          </a:xfrm>
        </p:grpSpPr>
        <p:sp>
          <p:nvSpPr>
            <p:cNvPr id="2095" name="Google Shape;2095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96" name="Google Shape;2096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97" name="Google Shape;2097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98" name="Google Shape;2098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9" name="Google Shape;2099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0" name="Google Shape;2100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1" name="Google Shape;2101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02" name="Google Shape;2102;p22"/>
          <p:cNvGrpSpPr/>
          <p:nvPr/>
        </p:nvGrpSpPr>
        <p:grpSpPr>
          <a:xfrm>
            <a:off x="3292387" y="4376707"/>
            <a:ext cx="541338" cy="223023"/>
            <a:chOff x="7493876" y="2774731"/>
            <a:chExt cx="1481958" cy="894622"/>
          </a:xfrm>
        </p:grpSpPr>
        <p:sp>
          <p:nvSpPr>
            <p:cNvPr id="2103" name="Google Shape;2103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04" name="Google Shape;2104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05" name="Google Shape;2105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06" name="Google Shape;2106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7" name="Google Shape;2107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8" name="Google Shape;2108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9" name="Google Shape;2109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10" name="Google Shape;2110;p22"/>
          <p:cNvGrpSpPr/>
          <p:nvPr/>
        </p:nvGrpSpPr>
        <p:grpSpPr>
          <a:xfrm>
            <a:off x="3740086" y="4631455"/>
            <a:ext cx="541338" cy="223023"/>
            <a:chOff x="7493876" y="2774731"/>
            <a:chExt cx="1481958" cy="894622"/>
          </a:xfrm>
        </p:grpSpPr>
        <p:sp>
          <p:nvSpPr>
            <p:cNvPr id="2111" name="Google Shape;2111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12" name="Google Shape;2112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13" name="Google Shape;2113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14" name="Google Shape;2114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5" name="Google Shape;2115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6" name="Google Shape;2116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7" name="Google Shape;2117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18" name="Google Shape;2118;p22"/>
          <p:cNvGrpSpPr/>
          <p:nvPr/>
        </p:nvGrpSpPr>
        <p:grpSpPr>
          <a:xfrm>
            <a:off x="3500746" y="4902845"/>
            <a:ext cx="541338" cy="223023"/>
            <a:chOff x="7493876" y="2774731"/>
            <a:chExt cx="1481958" cy="894622"/>
          </a:xfrm>
        </p:grpSpPr>
        <p:sp>
          <p:nvSpPr>
            <p:cNvPr id="2119" name="Google Shape;2119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20" name="Google Shape;2120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21" name="Google Shape;2121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22" name="Google Shape;2122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3" name="Google Shape;2123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4" name="Google Shape;2124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5" name="Google Shape;2125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26" name="Google Shape;2126;p22"/>
          <p:cNvGrpSpPr/>
          <p:nvPr/>
        </p:nvGrpSpPr>
        <p:grpSpPr>
          <a:xfrm>
            <a:off x="2989969" y="5089246"/>
            <a:ext cx="541338" cy="223023"/>
            <a:chOff x="7493876" y="2774731"/>
            <a:chExt cx="1481958" cy="894622"/>
          </a:xfrm>
        </p:grpSpPr>
        <p:sp>
          <p:nvSpPr>
            <p:cNvPr id="2127" name="Google Shape;2127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28" name="Google Shape;2128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29" name="Google Shape;2129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30" name="Google Shape;2130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1" name="Google Shape;2131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2" name="Google Shape;2132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3" name="Google Shape;2133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34" name="Google Shape;2134;p22"/>
          <p:cNvGrpSpPr/>
          <p:nvPr/>
        </p:nvGrpSpPr>
        <p:grpSpPr>
          <a:xfrm>
            <a:off x="4023882" y="5178456"/>
            <a:ext cx="541338" cy="223023"/>
            <a:chOff x="7493876" y="2774731"/>
            <a:chExt cx="1481958" cy="894622"/>
          </a:xfrm>
        </p:grpSpPr>
        <p:sp>
          <p:nvSpPr>
            <p:cNvPr id="2135" name="Google Shape;2135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36" name="Google Shape;2136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37" name="Google Shape;2137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38" name="Google Shape;2138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9" name="Google Shape;2139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0" name="Google Shape;2140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1" name="Google Shape;2141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42" name="Google Shape;2142;p22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grpSp>
        <p:nvGrpSpPr>
          <p:cNvPr id="2143" name="Google Shape;2143;p22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2144" name="Google Shape;2144;p22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2145" name="Google Shape;2145;p22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6" name="Google Shape;2146;p22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147" name="Google Shape;2147;p22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2148" name="Google Shape;2148;p22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9" name="Google Shape;2149;p22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150" name="Google Shape;2150;p22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2151" name="Google Shape;2151;p22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2" name="Google Shape;2152;p22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153" name="Google Shape;2153;p22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2154" name="Google Shape;2154;p22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5" name="Google Shape;2155;p22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156" name="Google Shape;2156;p22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2157" name="Google Shape;2157;p22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8" name="Google Shape;2158;p22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159" name="Google Shape;2159;p22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2160" name="Google Shape;2160;p22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1" name="Google Shape;2161;p22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162" name="Google Shape;2162;p22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2163" name="Google Shape;2163;p22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4" name="Google Shape;2164;p22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165" name="Google Shape;2165;p22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2166" name="Google Shape;2166;p22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7" name="Google Shape;2167;p22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168" name="Google Shape;2168;p22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2169" name="Google Shape;2169;p22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0" name="Google Shape;2170;p22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171" name="Google Shape;2171;p22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2172" name="Google Shape;2172;p22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3" name="Google Shape;2173;p22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174" name="Google Shape;2174;p22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2175" name="Google Shape;2175;p22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6" name="Google Shape;2176;p22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177" name="Google Shape;2177;p22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2178" name="Google Shape;2178;p22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9" name="Google Shape;2179;p22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180" name="Google Shape;2180;p22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2181" name="Google Shape;2181;p22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2" name="Google Shape;2182;p22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183" name="Google Shape;2183;p22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2184" name="Google Shape;2184;p22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5" name="Google Shape;2185;p22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186" name="Google Shape;2186;p22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2187" name="Google Shape;2187;p22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8" name="Google Shape;2188;p22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189" name="Google Shape;2189;p22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2190" name="Google Shape;2190;p22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1" name="Google Shape;2191;p22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2192" name="Google Shape;2192;p22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2193" name="Google Shape;2193;p22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2194" name="Google Shape;2194;p22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2195" name="Google Shape;2195;p22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2196" name="Google Shape;2196;p22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2197" name="Google Shape;2197;p22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2198" name="Google Shape;2198;p22"/>
          <p:cNvSpPr txBox="1"/>
          <p:nvPr/>
        </p:nvSpPr>
        <p:spPr>
          <a:xfrm>
            <a:off x="1499042" y="1163204"/>
            <a:ext cx="9720792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if one global ISP is viable business, there will be competitors ….</a:t>
            </a:r>
            <a:endParaRPr/>
          </a:p>
        </p:txBody>
      </p:sp>
      <p:grpSp>
        <p:nvGrpSpPr>
          <p:cNvPr id="2199" name="Google Shape;2199;p22"/>
          <p:cNvGrpSpPr/>
          <p:nvPr/>
        </p:nvGrpSpPr>
        <p:grpSpPr>
          <a:xfrm>
            <a:off x="6429198" y="3852093"/>
            <a:ext cx="541338" cy="223023"/>
            <a:chOff x="7493876" y="2774731"/>
            <a:chExt cx="1481958" cy="894622"/>
          </a:xfrm>
        </p:grpSpPr>
        <p:sp>
          <p:nvSpPr>
            <p:cNvPr id="2200" name="Google Shape;2200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01" name="Google Shape;2201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02" name="Google Shape;2202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03" name="Google Shape;2203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4" name="Google Shape;2204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5" name="Google Shape;2205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6" name="Google Shape;2206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23"/>
          <p:cNvSpPr/>
          <p:nvPr/>
        </p:nvSpPr>
        <p:spPr>
          <a:xfrm>
            <a:off x="2884400" y="2782791"/>
            <a:ext cx="3475038" cy="13811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3" name="Google Shape;2213;p23"/>
          <p:cNvCxnSpPr/>
          <p:nvPr/>
        </p:nvCxnSpPr>
        <p:spPr>
          <a:xfrm>
            <a:off x="4108363" y="3025678"/>
            <a:ext cx="1146175" cy="730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4" name="Google Shape;2214;p23"/>
          <p:cNvCxnSpPr/>
          <p:nvPr/>
        </p:nvCxnSpPr>
        <p:spPr>
          <a:xfrm>
            <a:off x="4702088" y="3325716"/>
            <a:ext cx="130175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5" name="Google Shape;2215;p23"/>
          <p:cNvCxnSpPr/>
          <p:nvPr/>
        </p:nvCxnSpPr>
        <p:spPr>
          <a:xfrm flipH="1" rot="10800000">
            <a:off x="4486188" y="3530503"/>
            <a:ext cx="263525" cy="460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6" name="Google Shape;2216;p23"/>
          <p:cNvCxnSpPr/>
          <p:nvPr/>
        </p:nvCxnSpPr>
        <p:spPr>
          <a:xfrm flipH="1" rot="10800000">
            <a:off x="4165513" y="3354291"/>
            <a:ext cx="209550" cy="1095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7" name="Google Shape;2217;p23"/>
          <p:cNvCxnSpPr/>
          <p:nvPr/>
        </p:nvCxnSpPr>
        <p:spPr>
          <a:xfrm flipH="1" rot="10800000">
            <a:off x="3827375" y="3654328"/>
            <a:ext cx="222250" cy="984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8" name="Google Shape;2218;p23"/>
          <p:cNvCxnSpPr/>
          <p:nvPr/>
        </p:nvCxnSpPr>
        <p:spPr>
          <a:xfrm flipH="1" rot="10800000">
            <a:off x="4719550" y="3579716"/>
            <a:ext cx="273050" cy="254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9" name="Google Shape;2219;p23"/>
          <p:cNvCxnSpPr/>
          <p:nvPr/>
        </p:nvCxnSpPr>
        <p:spPr>
          <a:xfrm rot="10800000">
            <a:off x="5251363" y="3565428"/>
            <a:ext cx="387350" cy="1254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0" name="Google Shape;2220;p23"/>
          <p:cNvCxnSpPr/>
          <p:nvPr/>
        </p:nvCxnSpPr>
        <p:spPr>
          <a:xfrm flipH="1" rot="10800000">
            <a:off x="5237075" y="3216178"/>
            <a:ext cx="307975" cy="1984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1" name="Google Shape;2221;p23"/>
          <p:cNvCxnSpPr/>
          <p:nvPr/>
        </p:nvCxnSpPr>
        <p:spPr>
          <a:xfrm rot="10800000">
            <a:off x="4109950" y="3086003"/>
            <a:ext cx="246063" cy="873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2" name="Google Shape;2222;p23"/>
          <p:cNvSpPr txBox="1"/>
          <p:nvPr/>
        </p:nvSpPr>
        <p:spPr>
          <a:xfrm>
            <a:off x="3044738" y="3127278"/>
            <a:ext cx="8066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A</a:t>
            </a:r>
            <a:endParaRPr/>
          </a:p>
        </p:txBody>
      </p:sp>
      <p:grpSp>
        <p:nvGrpSpPr>
          <p:cNvPr id="2223" name="Google Shape;2223;p23"/>
          <p:cNvGrpSpPr/>
          <p:nvPr/>
        </p:nvGrpSpPr>
        <p:grpSpPr>
          <a:xfrm>
            <a:off x="4779875" y="3395180"/>
            <a:ext cx="541338" cy="223023"/>
            <a:chOff x="7493876" y="2774731"/>
            <a:chExt cx="1481958" cy="894622"/>
          </a:xfrm>
        </p:grpSpPr>
        <p:sp>
          <p:nvSpPr>
            <p:cNvPr id="2224" name="Google Shape;2224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25" name="Google Shape;2225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26" name="Google Shape;2226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27" name="Google Shape;2227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8" name="Google Shape;2228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9" name="Google Shape;2229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0" name="Google Shape;2230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31" name="Google Shape;2231;p23"/>
          <p:cNvGrpSpPr/>
          <p:nvPr/>
        </p:nvGrpSpPr>
        <p:grpSpPr>
          <a:xfrm>
            <a:off x="4228292" y="3150704"/>
            <a:ext cx="541338" cy="223023"/>
            <a:chOff x="7493876" y="2774731"/>
            <a:chExt cx="1481958" cy="894622"/>
          </a:xfrm>
        </p:grpSpPr>
        <p:sp>
          <p:nvSpPr>
            <p:cNvPr id="2232" name="Google Shape;2232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33" name="Google Shape;2233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34" name="Google Shape;2234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35" name="Google Shape;2235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6" name="Google Shape;2236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7" name="Google Shape;2237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8" name="Google Shape;2238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39" name="Google Shape;2239;p23"/>
          <p:cNvGrpSpPr/>
          <p:nvPr/>
        </p:nvGrpSpPr>
        <p:grpSpPr>
          <a:xfrm>
            <a:off x="3972632" y="3451642"/>
            <a:ext cx="541338" cy="223023"/>
            <a:chOff x="7493876" y="2774731"/>
            <a:chExt cx="1481958" cy="894622"/>
          </a:xfrm>
        </p:grpSpPr>
        <p:sp>
          <p:nvSpPr>
            <p:cNvPr id="2240" name="Google Shape;2240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41" name="Google Shape;2241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42" name="Google Shape;2242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43" name="Google Shape;2243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4" name="Google Shape;2244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5" name="Google Shape;2245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6" name="Google Shape;2246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47" name="Google Shape;2247;p23"/>
          <p:cNvSpPr/>
          <p:nvPr/>
        </p:nvSpPr>
        <p:spPr>
          <a:xfrm>
            <a:off x="2671675" y="4260753"/>
            <a:ext cx="2941638" cy="132397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8" name="Google Shape;2248;p23"/>
          <p:cNvCxnSpPr/>
          <p:nvPr/>
        </p:nvCxnSpPr>
        <p:spPr>
          <a:xfrm>
            <a:off x="3706725" y="4494116"/>
            <a:ext cx="969963" cy="682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9" name="Google Shape;2249;p23"/>
          <p:cNvCxnSpPr/>
          <p:nvPr/>
        </p:nvCxnSpPr>
        <p:spPr>
          <a:xfrm>
            <a:off x="4209963" y="4781453"/>
            <a:ext cx="109537" cy="793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0" name="Google Shape;2250;p23"/>
          <p:cNvCxnSpPr/>
          <p:nvPr/>
        </p:nvCxnSpPr>
        <p:spPr>
          <a:xfrm flipH="1" rot="10800000">
            <a:off x="4027400" y="4976716"/>
            <a:ext cx="222250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1" name="Google Shape;2251;p23"/>
          <p:cNvCxnSpPr/>
          <p:nvPr/>
        </p:nvCxnSpPr>
        <p:spPr>
          <a:xfrm flipH="1" rot="10800000">
            <a:off x="3754350" y="4808441"/>
            <a:ext cx="177800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2" name="Google Shape;2252;p23"/>
          <p:cNvCxnSpPr/>
          <p:nvPr/>
        </p:nvCxnSpPr>
        <p:spPr>
          <a:xfrm flipH="1" rot="10800000">
            <a:off x="3468600" y="5095778"/>
            <a:ext cx="188913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3" name="Google Shape;2253;p23"/>
          <p:cNvCxnSpPr/>
          <p:nvPr/>
        </p:nvCxnSpPr>
        <p:spPr>
          <a:xfrm flipH="1" rot="10800000">
            <a:off x="4224250" y="5024341"/>
            <a:ext cx="231775" cy="2444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4" name="Google Shape;2254;p23"/>
          <p:cNvCxnSpPr/>
          <p:nvPr/>
        </p:nvCxnSpPr>
        <p:spPr>
          <a:xfrm rot="10800000">
            <a:off x="4675100" y="5011641"/>
            <a:ext cx="327025" cy="1190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5" name="Google Shape;2255;p23"/>
          <p:cNvCxnSpPr/>
          <p:nvPr/>
        </p:nvCxnSpPr>
        <p:spPr>
          <a:xfrm flipH="1" rot="10800000">
            <a:off x="4662400" y="4676678"/>
            <a:ext cx="260350" cy="1889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6" name="Google Shape;2256;p23"/>
          <p:cNvCxnSpPr/>
          <p:nvPr/>
        </p:nvCxnSpPr>
        <p:spPr>
          <a:xfrm rot="10800000">
            <a:off x="3708313" y="4551266"/>
            <a:ext cx="207962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7" name="Google Shape;2257;p23"/>
          <p:cNvSpPr txBox="1"/>
          <p:nvPr/>
        </p:nvSpPr>
        <p:spPr>
          <a:xfrm>
            <a:off x="2806613" y="4590953"/>
            <a:ext cx="788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C</a:t>
            </a:r>
            <a:endParaRPr/>
          </a:p>
        </p:txBody>
      </p:sp>
      <p:sp>
        <p:nvSpPr>
          <p:cNvPr id="2258" name="Google Shape;2258;p23"/>
          <p:cNvSpPr/>
          <p:nvPr/>
        </p:nvSpPr>
        <p:spPr>
          <a:xfrm>
            <a:off x="5765713" y="3706716"/>
            <a:ext cx="3219450" cy="13430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9" name="Google Shape;2259;p23"/>
          <p:cNvCxnSpPr/>
          <p:nvPr/>
        </p:nvCxnSpPr>
        <p:spPr>
          <a:xfrm>
            <a:off x="6899188" y="3943253"/>
            <a:ext cx="1062037" cy="698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0" name="Google Shape;2260;p23"/>
          <p:cNvCxnSpPr/>
          <p:nvPr/>
        </p:nvCxnSpPr>
        <p:spPr>
          <a:xfrm>
            <a:off x="7450050" y="4233766"/>
            <a:ext cx="120650" cy="825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1" name="Google Shape;2261;p23"/>
          <p:cNvCxnSpPr/>
          <p:nvPr/>
        </p:nvCxnSpPr>
        <p:spPr>
          <a:xfrm flipH="1" rot="10800000">
            <a:off x="7250025" y="4433791"/>
            <a:ext cx="242888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2" name="Google Shape;2262;p23"/>
          <p:cNvCxnSpPr/>
          <p:nvPr/>
        </p:nvCxnSpPr>
        <p:spPr>
          <a:xfrm flipH="1" rot="10800000">
            <a:off x="6951575" y="4262341"/>
            <a:ext cx="195263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3" name="Google Shape;2263;p23"/>
          <p:cNvCxnSpPr/>
          <p:nvPr/>
        </p:nvCxnSpPr>
        <p:spPr>
          <a:xfrm flipH="1" rot="10800000">
            <a:off x="6638838" y="4554441"/>
            <a:ext cx="206375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4" name="Google Shape;2264;p23"/>
          <p:cNvCxnSpPr/>
          <p:nvPr/>
        </p:nvCxnSpPr>
        <p:spPr>
          <a:xfrm flipH="1" rot="10800000">
            <a:off x="7465925" y="4481416"/>
            <a:ext cx="254000" cy="247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5" name="Google Shape;2265;p23"/>
          <p:cNvCxnSpPr/>
          <p:nvPr/>
        </p:nvCxnSpPr>
        <p:spPr>
          <a:xfrm rot="10800000">
            <a:off x="7929475" y="4460778"/>
            <a:ext cx="358775" cy="120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6" name="Google Shape;2266;p23"/>
          <p:cNvCxnSpPr/>
          <p:nvPr/>
        </p:nvCxnSpPr>
        <p:spPr>
          <a:xfrm flipH="1" rot="10800000">
            <a:off x="7945350" y="4127403"/>
            <a:ext cx="285750" cy="1920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7" name="Google Shape;2267;p23"/>
          <p:cNvCxnSpPr/>
          <p:nvPr/>
        </p:nvCxnSpPr>
        <p:spPr>
          <a:xfrm rot="10800000">
            <a:off x="6900775" y="4000403"/>
            <a:ext cx="227013" cy="857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8" name="Google Shape;2268;p23"/>
          <p:cNvSpPr txBox="1"/>
          <p:nvPr/>
        </p:nvSpPr>
        <p:spPr>
          <a:xfrm>
            <a:off x="5914938" y="4040091"/>
            <a:ext cx="795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B</a:t>
            </a:r>
            <a:endParaRPr/>
          </a:p>
        </p:txBody>
      </p:sp>
      <p:cxnSp>
        <p:nvCxnSpPr>
          <p:cNvPr id="2269" name="Google Shape;2269;p23"/>
          <p:cNvCxnSpPr/>
          <p:nvPr/>
        </p:nvCxnSpPr>
        <p:spPr>
          <a:xfrm>
            <a:off x="3533688" y="2666903"/>
            <a:ext cx="238125" cy="261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0" name="Google Shape;2270;p23"/>
          <p:cNvCxnSpPr/>
          <p:nvPr/>
        </p:nvCxnSpPr>
        <p:spPr>
          <a:xfrm>
            <a:off x="2789150" y="2906616"/>
            <a:ext cx="831850" cy="619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1" name="Google Shape;2271;p23"/>
          <p:cNvCxnSpPr/>
          <p:nvPr/>
        </p:nvCxnSpPr>
        <p:spPr>
          <a:xfrm flipH="1" rot="10800000">
            <a:off x="2385925" y="3030441"/>
            <a:ext cx="1303338" cy="2778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2" name="Google Shape;2272;p23"/>
          <p:cNvCxnSpPr/>
          <p:nvPr/>
        </p:nvCxnSpPr>
        <p:spPr>
          <a:xfrm>
            <a:off x="5067213" y="2468466"/>
            <a:ext cx="307975" cy="5730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3" name="Google Shape;2273;p23"/>
          <p:cNvCxnSpPr/>
          <p:nvPr/>
        </p:nvCxnSpPr>
        <p:spPr>
          <a:xfrm flipH="1">
            <a:off x="5576800" y="2446241"/>
            <a:ext cx="384175" cy="5794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4" name="Google Shape;2274;p23"/>
          <p:cNvCxnSpPr/>
          <p:nvPr/>
        </p:nvCxnSpPr>
        <p:spPr>
          <a:xfrm>
            <a:off x="7921538" y="2957416"/>
            <a:ext cx="215900" cy="10461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5" name="Google Shape;2275;p23"/>
          <p:cNvCxnSpPr/>
          <p:nvPr/>
        </p:nvCxnSpPr>
        <p:spPr>
          <a:xfrm flipH="1">
            <a:off x="8288250" y="3308253"/>
            <a:ext cx="241300" cy="692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6" name="Google Shape;2276;p23"/>
          <p:cNvCxnSpPr/>
          <p:nvPr/>
        </p:nvCxnSpPr>
        <p:spPr>
          <a:xfrm rot="10800000">
            <a:off x="8605750" y="4630641"/>
            <a:ext cx="796925" cy="614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7" name="Google Shape;2277;p23"/>
          <p:cNvCxnSpPr/>
          <p:nvPr/>
        </p:nvCxnSpPr>
        <p:spPr>
          <a:xfrm rot="10800000">
            <a:off x="6470563" y="4751291"/>
            <a:ext cx="285750" cy="11604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8" name="Google Shape;2278;p23"/>
          <p:cNvCxnSpPr/>
          <p:nvPr/>
        </p:nvCxnSpPr>
        <p:spPr>
          <a:xfrm rot="10800000">
            <a:off x="5219613" y="5102128"/>
            <a:ext cx="371475" cy="9731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9" name="Google Shape;2279;p23"/>
          <p:cNvCxnSpPr/>
          <p:nvPr/>
        </p:nvCxnSpPr>
        <p:spPr>
          <a:xfrm rot="10800000">
            <a:off x="4295688" y="5249766"/>
            <a:ext cx="244475" cy="6619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0" name="Google Shape;2280;p23"/>
          <p:cNvCxnSpPr/>
          <p:nvPr/>
        </p:nvCxnSpPr>
        <p:spPr>
          <a:xfrm flipH="1" rot="10800000">
            <a:off x="2941550" y="5218016"/>
            <a:ext cx="401638" cy="209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1" name="Google Shape;2281;p23"/>
          <p:cNvCxnSpPr/>
          <p:nvPr/>
        </p:nvCxnSpPr>
        <p:spPr>
          <a:xfrm>
            <a:off x="2535150" y="5075141"/>
            <a:ext cx="450850" cy="115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2" name="Google Shape;2282;p23"/>
          <p:cNvCxnSpPr/>
          <p:nvPr/>
        </p:nvCxnSpPr>
        <p:spPr>
          <a:xfrm>
            <a:off x="2306550" y="4433791"/>
            <a:ext cx="996950" cy="47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3" name="Google Shape;2283;p23"/>
          <p:cNvCxnSpPr/>
          <p:nvPr/>
        </p:nvCxnSpPr>
        <p:spPr>
          <a:xfrm rot="10800000">
            <a:off x="7646900" y="4779866"/>
            <a:ext cx="1047750" cy="9667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4" name="Google Shape;2284;p23"/>
          <p:cNvCxnSpPr/>
          <p:nvPr/>
        </p:nvCxnSpPr>
        <p:spPr>
          <a:xfrm flipH="1">
            <a:off x="8716875" y="4368703"/>
            <a:ext cx="541338" cy="2492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85" name="Google Shape;2285;p23"/>
          <p:cNvGrpSpPr/>
          <p:nvPr/>
        </p:nvGrpSpPr>
        <p:grpSpPr>
          <a:xfrm>
            <a:off x="5192625" y="3007829"/>
            <a:ext cx="541338" cy="223023"/>
            <a:chOff x="7493876" y="2774731"/>
            <a:chExt cx="1481958" cy="894622"/>
          </a:xfrm>
        </p:grpSpPr>
        <p:sp>
          <p:nvSpPr>
            <p:cNvPr id="2286" name="Google Shape;2286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87" name="Google Shape;2287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88" name="Google Shape;2288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89" name="Google Shape;2289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0" name="Google Shape;2290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1" name="Google Shape;2291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2" name="Google Shape;2292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93" name="Google Shape;2293;p23"/>
          <p:cNvGrpSpPr/>
          <p:nvPr/>
        </p:nvGrpSpPr>
        <p:grpSpPr>
          <a:xfrm>
            <a:off x="3621872" y="2908203"/>
            <a:ext cx="541338" cy="223023"/>
            <a:chOff x="7493876" y="2774731"/>
            <a:chExt cx="1481958" cy="894622"/>
          </a:xfrm>
        </p:grpSpPr>
        <p:sp>
          <p:nvSpPr>
            <p:cNvPr id="2294" name="Google Shape;2294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95" name="Google Shape;2295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96" name="Google Shape;2296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97" name="Google Shape;2297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8" name="Google Shape;2298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9" name="Google Shape;2299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0" name="Google Shape;2300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01" name="Google Shape;2301;p23"/>
          <p:cNvGrpSpPr/>
          <p:nvPr/>
        </p:nvGrpSpPr>
        <p:grpSpPr>
          <a:xfrm>
            <a:off x="8182681" y="4501444"/>
            <a:ext cx="541338" cy="223023"/>
            <a:chOff x="7493876" y="2774731"/>
            <a:chExt cx="1481958" cy="894622"/>
          </a:xfrm>
        </p:grpSpPr>
        <p:sp>
          <p:nvSpPr>
            <p:cNvPr id="2302" name="Google Shape;2302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03" name="Google Shape;2303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04" name="Google Shape;2304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05" name="Google Shape;2305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6" name="Google Shape;2306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7" name="Google Shape;2307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8" name="Google Shape;2308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09" name="Google Shape;2309;p23"/>
          <p:cNvGrpSpPr/>
          <p:nvPr/>
        </p:nvGrpSpPr>
        <p:grpSpPr>
          <a:xfrm>
            <a:off x="7469673" y="4278623"/>
            <a:ext cx="541338" cy="223023"/>
            <a:chOff x="7493876" y="2774731"/>
            <a:chExt cx="1481958" cy="894622"/>
          </a:xfrm>
        </p:grpSpPr>
        <p:sp>
          <p:nvSpPr>
            <p:cNvPr id="2310" name="Google Shape;2310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11" name="Google Shape;2311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12" name="Google Shape;2312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13" name="Google Shape;2313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4" name="Google Shape;2314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5" name="Google Shape;2315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6" name="Google Shape;2316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17" name="Google Shape;2317;p23"/>
          <p:cNvGrpSpPr/>
          <p:nvPr/>
        </p:nvGrpSpPr>
        <p:grpSpPr>
          <a:xfrm>
            <a:off x="6979356" y="4059569"/>
            <a:ext cx="541338" cy="223023"/>
            <a:chOff x="7493876" y="2774731"/>
            <a:chExt cx="1481958" cy="894622"/>
          </a:xfrm>
        </p:grpSpPr>
        <p:sp>
          <p:nvSpPr>
            <p:cNvPr id="2318" name="Google Shape;2318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19" name="Google Shape;2319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20" name="Google Shape;2320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21" name="Google Shape;2321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2" name="Google Shape;2322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3" name="Google Shape;2323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4" name="Google Shape;2324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25" name="Google Shape;2325;p23"/>
          <p:cNvGrpSpPr/>
          <p:nvPr/>
        </p:nvGrpSpPr>
        <p:grpSpPr>
          <a:xfrm>
            <a:off x="6723616" y="4366729"/>
            <a:ext cx="541338" cy="223023"/>
            <a:chOff x="7493876" y="2774731"/>
            <a:chExt cx="1481958" cy="894622"/>
          </a:xfrm>
        </p:grpSpPr>
        <p:sp>
          <p:nvSpPr>
            <p:cNvPr id="2326" name="Google Shape;2326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27" name="Google Shape;2327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28" name="Google Shape;2328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29" name="Google Shape;2329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0" name="Google Shape;2330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1" name="Google Shape;2331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2" name="Google Shape;2332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33" name="Google Shape;2333;p23"/>
          <p:cNvGrpSpPr/>
          <p:nvPr/>
        </p:nvGrpSpPr>
        <p:grpSpPr>
          <a:xfrm>
            <a:off x="7291037" y="4658009"/>
            <a:ext cx="541338" cy="223023"/>
            <a:chOff x="7493876" y="2774731"/>
            <a:chExt cx="1481958" cy="894622"/>
          </a:xfrm>
        </p:grpSpPr>
        <p:sp>
          <p:nvSpPr>
            <p:cNvPr id="2334" name="Google Shape;2334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35" name="Google Shape;2335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36" name="Google Shape;2336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37" name="Google Shape;2337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8" name="Google Shape;2338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9" name="Google Shape;2339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0" name="Google Shape;2340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41" name="Google Shape;2341;p23"/>
          <p:cNvGrpSpPr/>
          <p:nvPr/>
        </p:nvGrpSpPr>
        <p:grpSpPr>
          <a:xfrm>
            <a:off x="4220281" y="4826836"/>
            <a:ext cx="541338" cy="223023"/>
            <a:chOff x="7493876" y="2774731"/>
            <a:chExt cx="1481958" cy="894622"/>
          </a:xfrm>
        </p:grpSpPr>
        <p:sp>
          <p:nvSpPr>
            <p:cNvPr id="2342" name="Google Shape;2342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43" name="Google Shape;2343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44" name="Google Shape;2344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45" name="Google Shape;2345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6" name="Google Shape;2346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7" name="Google Shape;2347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8" name="Google Shape;2348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49" name="Google Shape;2349;p23"/>
          <p:cNvGrpSpPr/>
          <p:nvPr/>
        </p:nvGrpSpPr>
        <p:grpSpPr>
          <a:xfrm>
            <a:off x="3740086" y="4631455"/>
            <a:ext cx="541338" cy="223023"/>
            <a:chOff x="7493876" y="2774731"/>
            <a:chExt cx="1481958" cy="894622"/>
          </a:xfrm>
        </p:grpSpPr>
        <p:sp>
          <p:nvSpPr>
            <p:cNvPr id="2350" name="Google Shape;2350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51" name="Google Shape;2351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52" name="Google Shape;2352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53" name="Google Shape;2353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4" name="Google Shape;2354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5" name="Google Shape;2355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6" name="Google Shape;2356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57" name="Google Shape;2357;p23"/>
          <p:cNvGrpSpPr/>
          <p:nvPr/>
        </p:nvGrpSpPr>
        <p:grpSpPr>
          <a:xfrm>
            <a:off x="3500746" y="4902845"/>
            <a:ext cx="541338" cy="223023"/>
            <a:chOff x="7493876" y="2774731"/>
            <a:chExt cx="1481958" cy="894622"/>
          </a:xfrm>
        </p:grpSpPr>
        <p:sp>
          <p:nvSpPr>
            <p:cNvPr id="2358" name="Google Shape;2358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59" name="Google Shape;2359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60" name="Google Shape;2360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61" name="Google Shape;2361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2" name="Google Shape;2362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3" name="Google Shape;2363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4" name="Google Shape;2364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65" name="Google Shape;2365;p23"/>
          <p:cNvGrpSpPr/>
          <p:nvPr/>
        </p:nvGrpSpPr>
        <p:grpSpPr>
          <a:xfrm>
            <a:off x="2989969" y="5089246"/>
            <a:ext cx="541338" cy="223023"/>
            <a:chOff x="7493876" y="2774731"/>
            <a:chExt cx="1481958" cy="894622"/>
          </a:xfrm>
        </p:grpSpPr>
        <p:sp>
          <p:nvSpPr>
            <p:cNvPr id="2366" name="Google Shape;2366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67" name="Google Shape;2367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68" name="Google Shape;2368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69" name="Google Shape;2369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0" name="Google Shape;2370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1" name="Google Shape;2371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2" name="Google Shape;2372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73" name="Google Shape;2373;p23"/>
          <p:cNvGrpSpPr/>
          <p:nvPr/>
        </p:nvGrpSpPr>
        <p:grpSpPr>
          <a:xfrm>
            <a:off x="4023882" y="5178456"/>
            <a:ext cx="541338" cy="223023"/>
            <a:chOff x="7493876" y="2774731"/>
            <a:chExt cx="1481958" cy="894622"/>
          </a:xfrm>
        </p:grpSpPr>
        <p:sp>
          <p:nvSpPr>
            <p:cNvPr id="2374" name="Google Shape;2374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75" name="Google Shape;2375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76" name="Google Shape;2376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77" name="Google Shape;2377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8" name="Google Shape;2378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9" name="Google Shape;2379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0" name="Google Shape;2380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81" name="Google Shape;2381;p23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grpSp>
        <p:nvGrpSpPr>
          <p:cNvPr id="2382" name="Google Shape;2382;p23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2383" name="Google Shape;2383;p23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2384" name="Google Shape;2384;p2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5" name="Google Shape;2385;p2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386" name="Google Shape;2386;p23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2387" name="Google Shape;2387;p2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8" name="Google Shape;2388;p2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389" name="Google Shape;2389;p23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2390" name="Google Shape;2390;p2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1" name="Google Shape;2391;p2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392" name="Google Shape;2392;p23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2393" name="Google Shape;2393;p2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4" name="Google Shape;2394;p2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395" name="Google Shape;2395;p23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2396" name="Google Shape;2396;p2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7" name="Google Shape;2397;p2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398" name="Google Shape;2398;p23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2399" name="Google Shape;2399;p2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0" name="Google Shape;2400;p2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401" name="Google Shape;2401;p23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2402" name="Google Shape;2402;p2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3" name="Google Shape;2403;p2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404" name="Google Shape;2404;p23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2405" name="Google Shape;2405;p2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6" name="Google Shape;2406;p2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407" name="Google Shape;2407;p23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2408" name="Google Shape;2408;p2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9" name="Google Shape;2409;p2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410" name="Google Shape;2410;p23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2411" name="Google Shape;2411;p2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2" name="Google Shape;2412;p2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413" name="Google Shape;2413;p23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2414" name="Google Shape;2414;p2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5" name="Google Shape;2415;p2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416" name="Google Shape;2416;p23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2417" name="Google Shape;2417;p2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8" name="Google Shape;2418;p2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419" name="Google Shape;2419;p23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2420" name="Google Shape;2420;p2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1" name="Google Shape;2421;p2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422" name="Google Shape;2422;p23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2423" name="Google Shape;2423;p2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4" name="Google Shape;2424;p2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425" name="Google Shape;2425;p23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2426" name="Google Shape;2426;p2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7" name="Google Shape;2427;p2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2428" name="Google Shape;2428;p23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2429" name="Google Shape;2429;p2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0" name="Google Shape;2430;p2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2431" name="Google Shape;2431;p23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2432" name="Google Shape;2432;p23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2433" name="Google Shape;2433;p23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2434" name="Google Shape;2434;p23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2435" name="Google Shape;2435;p23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2436" name="Google Shape;2436;p23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2437" name="Google Shape;2437;p23"/>
          <p:cNvSpPr txBox="1"/>
          <p:nvPr/>
        </p:nvSpPr>
        <p:spPr>
          <a:xfrm>
            <a:off x="1499042" y="1163204"/>
            <a:ext cx="9720792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if one global ISP is viable business, there will be competitors …. who will want to be connected</a:t>
            </a:r>
            <a:endParaRPr/>
          </a:p>
        </p:txBody>
      </p:sp>
      <p:grpSp>
        <p:nvGrpSpPr>
          <p:cNvPr id="2438" name="Google Shape;2438;p23"/>
          <p:cNvGrpSpPr/>
          <p:nvPr/>
        </p:nvGrpSpPr>
        <p:grpSpPr>
          <a:xfrm>
            <a:off x="5736579" y="2899825"/>
            <a:ext cx="2272389" cy="1061009"/>
            <a:chOff x="4696844" y="2871032"/>
            <a:chExt cx="2272671" cy="1061113"/>
          </a:xfrm>
        </p:grpSpPr>
        <p:grpSp>
          <p:nvGrpSpPr>
            <p:cNvPr id="2439" name="Google Shape;2439;p23"/>
            <p:cNvGrpSpPr/>
            <p:nvPr/>
          </p:nvGrpSpPr>
          <p:grpSpPr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2440" name="Google Shape;2440;p23"/>
              <p:cNvSpPr/>
              <p:nvPr/>
            </p:nvSpPr>
            <p:spPr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1" name="Google Shape;2441;p23"/>
              <p:cNvSpPr txBox="1"/>
              <p:nvPr/>
            </p:nvSpPr>
            <p:spPr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IXP</a:t>
                </a:r>
                <a:endParaRPr/>
              </a:p>
            </p:txBody>
          </p:sp>
        </p:grpSp>
        <p:cxnSp>
          <p:nvCxnSpPr>
            <p:cNvPr id="2442" name="Google Shape;2442;p23"/>
            <p:cNvCxnSpPr/>
            <p:nvPr/>
          </p:nvCxnSpPr>
          <p:spPr>
            <a:xfrm>
              <a:off x="4696844" y="3073933"/>
              <a:ext cx="980347" cy="3515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3" name="Google Shape;2443;p23"/>
            <p:cNvCxnSpPr>
              <a:endCxn id="2444" idx="1"/>
            </p:cNvCxnSpPr>
            <p:nvPr/>
          </p:nvCxnSpPr>
          <p:spPr>
            <a:xfrm>
              <a:off x="6137015" y="3146745"/>
              <a:ext cx="832500" cy="7854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45" name="Google Shape;2445;p23"/>
          <p:cNvGrpSpPr/>
          <p:nvPr/>
        </p:nvGrpSpPr>
        <p:grpSpPr>
          <a:xfrm>
            <a:off x="3570106" y="3762886"/>
            <a:ext cx="2938633" cy="1357363"/>
            <a:chOff x="2746015" y="3733001"/>
            <a:chExt cx="2937190" cy="1359445"/>
          </a:xfrm>
        </p:grpSpPr>
        <p:cxnSp>
          <p:nvCxnSpPr>
            <p:cNvPr id="2446" name="Google Shape;2446;p23"/>
            <p:cNvCxnSpPr>
              <a:stCxn id="2447" idx="5"/>
              <a:endCxn id="2448" idx="3"/>
            </p:cNvCxnSpPr>
            <p:nvPr/>
          </p:nvCxnSpPr>
          <p:spPr>
            <a:xfrm>
              <a:off x="5094305" y="3733001"/>
              <a:ext cx="588900" cy="2127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9" name="Google Shape;2449;p23"/>
            <p:cNvCxnSpPr>
              <a:stCxn id="2450" idx="5"/>
            </p:cNvCxnSpPr>
            <p:nvPr/>
          </p:nvCxnSpPr>
          <p:spPr>
            <a:xfrm flipH="1">
              <a:off x="2746015" y="3789080"/>
              <a:ext cx="54600" cy="6018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1" name="Google Shape;2451;p23"/>
            <p:cNvCxnSpPr>
              <a:endCxn id="2452" idx="3"/>
            </p:cNvCxnSpPr>
            <p:nvPr/>
          </p:nvCxnSpPr>
          <p:spPr>
            <a:xfrm flipH="1" rot="10800000">
              <a:off x="4424295" y="4701847"/>
              <a:ext cx="1074600" cy="3906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53" name="Google Shape;2453;p23"/>
          <p:cNvGrpSpPr/>
          <p:nvPr/>
        </p:nvGrpSpPr>
        <p:grpSpPr>
          <a:xfrm>
            <a:off x="5775500" y="5015078"/>
            <a:ext cx="1792625" cy="741248"/>
            <a:chOff x="4686300" y="4864100"/>
            <a:chExt cx="1792244" cy="740764"/>
          </a:xfrm>
        </p:grpSpPr>
        <p:sp>
          <p:nvSpPr>
            <p:cNvPr id="2454" name="Google Shape;2454;p23"/>
            <p:cNvSpPr txBox="1"/>
            <p:nvPr/>
          </p:nvSpPr>
          <p:spPr>
            <a:xfrm>
              <a:off x="4838700" y="5143500"/>
              <a:ext cx="1639844" cy="46136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peering link</a:t>
              </a:r>
              <a:endParaRPr/>
            </a:p>
          </p:txBody>
        </p:sp>
        <p:cxnSp>
          <p:nvCxnSpPr>
            <p:cNvPr id="2455" name="Google Shape;2455;p23"/>
            <p:cNvCxnSpPr/>
            <p:nvPr/>
          </p:nvCxnSpPr>
          <p:spPr>
            <a:xfrm>
              <a:off x="4686300" y="4864100"/>
              <a:ext cx="266700" cy="419100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56" name="Google Shape;2456;p23"/>
          <p:cNvGrpSpPr/>
          <p:nvPr/>
        </p:nvGrpSpPr>
        <p:grpSpPr>
          <a:xfrm>
            <a:off x="6287088" y="1707261"/>
            <a:ext cx="3207609" cy="1166368"/>
            <a:chOff x="5270500" y="1701800"/>
            <a:chExt cx="3206604" cy="1165614"/>
          </a:xfrm>
        </p:grpSpPr>
        <p:sp>
          <p:nvSpPr>
            <p:cNvPr id="2457" name="Google Shape;2457;p23"/>
            <p:cNvSpPr txBox="1"/>
            <p:nvPr/>
          </p:nvSpPr>
          <p:spPr>
            <a:xfrm>
              <a:off x="5270500" y="1701800"/>
              <a:ext cx="3206604" cy="461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Internet exchange point </a:t>
              </a:r>
              <a:endParaRPr/>
            </a:p>
          </p:txBody>
        </p:sp>
        <p:cxnSp>
          <p:nvCxnSpPr>
            <p:cNvPr id="2458" name="Google Shape;2458;p23"/>
            <p:cNvCxnSpPr/>
            <p:nvPr/>
          </p:nvCxnSpPr>
          <p:spPr>
            <a:xfrm flipH="1">
              <a:off x="6141884" y="2155382"/>
              <a:ext cx="219911" cy="71203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59" name="Google Shape;2459;p23"/>
          <p:cNvGrpSpPr/>
          <p:nvPr/>
        </p:nvGrpSpPr>
        <p:grpSpPr>
          <a:xfrm>
            <a:off x="7929475" y="3939691"/>
            <a:ext cx="541338" cy="223023"/>
            <a:chOff x="7493876" y="2774731"/>
            <a:chExt cx="1481958" cy="894622"/>
          </a:xfrm>
        </p:grpSpPr>
        <p:sp>
          <p:nvSpPr>
            <p:cNvPr id="2460" name="Google Shape;2460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44" name="Google Shape;2444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461" name="Google Shape;2461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62" name="Google Shape;2462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3" name="Google Shape;2463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4" name="Google Shape;2464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5" name="Google Shape;2465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66" name="Google Shape;2466;p23"/>
          <p:cNvGrpSpPr/>
          <p:nvPr/>
        </p:nvGrpSpPr>
        <p:grpSpPr>
          <a:xfrm>
            <a:off x="6429198" y="3852093"/>
            <a:ext cx="541338" cy="223023"/>
            <a:chOff x="7493876" y="2774731"/>
            <a:chExt cx="1481958" cy="894622"/>
          </a:xfrm>
        </p:grpSpPr>
        <p:sp>
          <p:nvSpPr>
            <p:cNvPr id="2467" name="Google Shape;2467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48" name="Google Shape;2448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468" name="Google Shape;2468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69" name="Google Shape;2469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0" name="Google Shape;2470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1" name="Google Shape;2471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2" name="Google Shape;2472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73" name="Google Shape;2473;p23"/>
          <p:cNvGrpSpPr/>
          <p:nvPr/>
        </p:nvGrpSpPr>
        <p:grpSpPr>
          <a:xfrm>
            <a:off x="5457737" y="3639654"/>
            <a:ext cx="541338" cy="223023"/>
            <a:chOff x="7493876" y="2774731"/>
            <a:chExt cx="1481958" cy="894622"/>
          </a:xfrm>
        </p:grpSpPr>
        <p:sp>
          <p:nvSpPr>
            <p:cNvPr id="2474" name="Google Shape;2474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47" name="Google Shape;2447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475" name="Google Shape;2475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76" name="Google Shape;2476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7" name="Google Shape;2477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8" name="Google Shape;2478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9" name="Google Shape;2479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80" name="Google Shape;2480;p23"/>
          <p:cNvGrpSpPr/>
          <p:nvPr/>
        </p:nvGrpSpPr>
        <p:grpSpPr>
          <a:xfrm>
            <a:off x="4815073" y="3924252"/>
            <a:ext cx="1634942" cy="693432"/>
            <a:chOff x="4815073" y="3924252"/>
            <a:chExt cx="1634942" cy="693432"/>
          </a:xfrm>
        </p:grpSpPr>
        <p:cxnSp>
          <p:nvCxnSpPr>
            <p:cNvPr id="2481" name="Google Shape;2481;p23"/>
            <p:cNvCxnSpPr>
              <a:stCxn id="2482" idx="2"/>
            </p:cNvCxnSpPr>
            <p:nvPr/>
          </p:nvCxnSpPr>
          <p:spPr>
            <a:xfrm flipH="1" rot="10800000">
              <a:off x="4982880" y="4309884"/>
              <a:ext cx="309000" cy="3078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3" name="Google Shape;2483;p23"/>
            <p:cNvCxnSpPr/>
            <p:nvPr/>
          </p:nvCxnSpPr>
          <p:spPr>
            <a:xfrm flipH="1" rot="10800000">
              <a:off x="5520180" y="3924252"/>
              <a:ext cx="929835" cy="367084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4" name="Google Shape;2484;p23"/>
            <p:cNvCxnSpPr>
              <a:stCxn id="2485" idx="2"/>
            </p:cNvCxnSpPr>
            <p:nvPr/>
          </p:nvCxnSpPr>
          <p:spPr>
            <a:xfrm>
              <a:off x="4815073" y="3947043"/>
              <a:ext cx="477000" cy="2775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486" name="Google Shape;2486;p23"/>
            <p:cNvGrpSpPr/>
            <p:nvPr/>
          </p:nvGrpSpPr>
          <p:grpSpPr>
            <a:xfrm>
              <a:off x="5119678" y="4119105"/>
              <a:ext cx="528442" cy="338554"/>
              <a:chOff x="5634518" y="2652249"/>
              <a:chExt cx="528092" cy="338174"/>
            </a:xfrm>
          </p:grpSpPr>
          <p:sp>
            <p:nvSpPr>
              <p:cNvPr id="2487" name="Google Shape;2487;p23"/>
              <p:cNvSpPr/>
              <p:nvPr/>
            </p:nvSpPr>
            <p:spPr>
              <a:xfrm>
                <a:off x="5634518" y="2672371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8" name="Google Shape;2488;p23"/>
              <p:cNvSpPr txBox="1"/>
              <p:nvPr/>
            </p:nvSpPr>
            <p:spPr>
              <a:xfrm>
                <a:off x="5685246" y="2652249"/>
                <a:ext cx="447262" cy="338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IXP</a:t>
                </a:r>
                <a:endParaRPr/>
              </a:p>
            </p:txBody>
          </p:sp>
        </p:grpSp>
      </p:grpSp>
      <p:grpSp>
        <p:nvGrpSpPr>
          <p:cNvPr id="2489" name="Google Shape;2489;p23"/>
          <p:cNvGrpSpPr/>
          <p:nvPr/>
        </p:nvGrpSpPr>
        <p:grpSpPr>
          <a:xfrm>
            <a:off x="6244846" y="4607015"/>
            <a:ext cx="541338" cy="223023"/>
            <a:chOff x="7493876" y="2774731"/>
            <a:chExt cx="1481958" cy="894622"/>
          </a:xfrm>
        </p:grpSpPr>
        <p:sp>
          <p:nvSpPr>
            <p:cNvPr id="2490" name="Google Shape;2490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52" name="Google Shape;2452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491" name="Google Shape;2491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92" name="Google Shape;2492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3" name="Google Shape;2493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4" name="Google Shape;2494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5" name="Google Shape;2495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96" name="Google Shape;2496;p23"/>
          <p:cNvGrpSpPr/>
          <p:nvPr/>
        </p:nvGrpSpPr>
        <p:grpSpPr>
          <a:xfrm>
            <a:off x="4812419" y="5011641"/>
            <a:ext cx="541338" cy="223023"/>
            <a:chOff x="7493876" y="2774731"/>
            <a:chExt cx="1481958" cy="894622"/>
          </a:xfrm>
        </p:grpSpPr>
        <p:sp>
          <p:nvSpPr>
            <p:cNvPr id="2497" name="Google Shape;2497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98" name="Google Shape;2498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499" name="Google Shape;2499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00" name="Google Shape;2500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1" name="Google Shape;2501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2" name="Google Shape;2502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3" name="Google Shape;2503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04" name="Google Shape;2504;p23"/>
          <p:cNvGrpSpPr/>
          <p:nvPr/>
        </p:nvGrpSpPr>
        <p:grpSpPr>
          <a:xfrm>
            <a:off x="3355534" y="3674009"/>
            <a:ext cx="541338" cy="223023"/>
            <a:chOff x="7493876" y="2774731"/>
            <a:chExt cx="1481958" cy="894622"/>
          </a:xfrm>
        </p:grpSpPr>
        <p:sp>
          <p:nvSpPr>
            <p:cNvPr id="2450" name="Google Shape;2450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505" name="Google Shape;2505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06" name="Google Shape;2506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07" name="Google Shape;2507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8" name="Google Shape;2508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9" name="Google Shape;2509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0" name="Google Shape;2510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11" name="Google Shape;2511;p23"/>
          <p:cNvGrpSpPr/>
          <p:nvPr/>
        </p:nvGrpSpPr>
        <p:grpSpPr>
          <a:xfrm>
            <a:off x="3292387" y="4376707"/>
            <a:ext cx="541338" cy="223023"/>
            <a:chOff x="7493876" y="2774731"/>
            <a:chExt cx="1481958" cy="894622"/>
          </a:xfrm>
        </p:grpSpPr>
        <p:sp>
          <p:nvSpPr>
            <p:cNvPr id="2512" name="Google Shape;2512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513" name="Google Shape;2513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14" name="Google Shape;2514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15" name="Google Shape;2515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6" name="Google Shape;2516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7" name="Google Shape;2517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8" name="Google Shape;2518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19" name="Google Shape;2519;p23"/>
          <p:cNvGrpSpPr/>
          <p:nvPr/>
        </p:nvGrpSpPr>
        <p:grpSpPr>
          <a:xfrm>
            <a:off x="4400287" y="3826770"/>
            <a:ext cx="541338" cy="223023"/>
            <a:chOff x="7493876" y="2774731"/>
            <a:chExt cx="1481958" cy="894622"/>
          </a:xfrm>
        </p:grpSpPr>
        <p:sp>
          <p:nvSpPr>
            <p:cNvPr id="2520" name="Google Shape;2520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521" name="Google Shape;2521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22" name="Google Shape;2522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23" name="Google Shape;2523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5" name="Google Shape;2485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4" name="Google Shape;2524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5" name="Google Shape;2525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26" name="Google Shape;2526;p23"/>
          <p:cNvGrpSpPr/>
          <p:nvPr/>
        </p:nvGrpSpPr>
        <p:grpSpPr>
          <a:xfrm>
            <a:off x="4568094" y="4497411"/>
            <a:ext cx="541338" cy="223023"/>
            <a:chOff x="7493876" y="2774731"/>
            <a:chExt cx="1481958" cy="894622"/>
          </a:xfrm>
        </p:grpSpPr>
        <p:sp>
          <p:nvSpPr>
            <p:cNvPr id="2527" name="Google Shape;2527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528" name="Google Shape;2528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29" name="Google Shape;2529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30" name="Google Shape;2530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2" name="Google Shape;2482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1" name="Google Shape;2531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2" name="Google Shape;2532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7" name="Shape 2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8" name="Google Shape;2538;p24"/>
          <p:cNvSpPr/>
          <p:nvPr/>
        </p:nvSpPr>
        <p:spPr>
          <a:xfrm>
            <a:off x="2884400" y="2782791"/>
            <a:ext cx="3475038" cy="13811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9" name="Google Shape;2539;p24"/>
          <p:cNvCxnSpPr/>
          <p:nvPr/>
        </p:nvCxnSpPr>
        <p:spPr>
          <a:xfrm>
            <a:off x="4108363" y="3025678"/>
            <a:ext cx="1146175" cy="730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0" name="Google Shape;2540;p24"/>
          <p:cNvCxnSpPr/>
          <p:nvPr/>
        </p:nvCxnSpPr>
        <p:spPr>
          <a:xfrm>
            <a:off x="4702088" y="3325716"/>
            <a:ext cx="130175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1" name="Google Shape;2541;p24"/>
          <p:cNvCxnSpPr/>
          <p:nvPr/>
        </p:nvCxnSpPr>
        <p:spPr>
          <a:xfrm flipH="1" rot="10800000">
            <a:off x="4486188" y="3530503"/>
            <a:ext cx="263525" cy="460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2" name="Google Shape;2542;p24"/>
          <p:cNvCxnSpPr/>
          <p:nvPr/>
        </p:nvCxnSpPr>
        <p:spPr>
          <a:xfrm flipH="1" rot="10800000">
            <a:off x="4165513" y="3354291"/>
            <a:ext cx="209550" cy="1095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3" name="Google Shape;2543;p24"/>
          <p:cNvCxnSpPr/>
          <p:nvPr/>
        </p:nvCxnSpPr>
        <p:spPr>
          <a:xfrm flipH="1" rot="10800000">
            <a:off x="3827375" y="3654328"/>
            <a:ext cx="222250" cy="984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4" name="Google Shape;2544;p24"/>
          <p:cNvCxnSpPr/>
          <p:nvPr/>
        </p:nvCxnSpPr>
        <p:spPr>
          <a:xfrm flipH="1" rot="10800000">
            <a:off x="4719550" y="3579716"/>
            <a:ext cx="273050" cy="254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5" name="Google Shape;2545;p24"/>
          <p:cNvCxnSpPr/>
          <p:nvPr/>
        </p:nvCxnSpPr>
        <p:spPr>
          <a:xfrm rot="10800000">
            <a:off x="5251363" y="3565428"/>
            <a:ext cx="387350" cy="1254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6" name="Google Shape;2546;p24"/>
          <p:cNvCxnSpPr/>
          <p:nvPr/>
        </p:nvCxnSpPr>
        <p:spPr>
          <a:xfrm flipH="1" rot="10800000">
            <a:off x="5237075" y="3216178"/>
            <a:ext cx="307975" cy="1984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7" name="Google Shape;2547;p24"/>
          <p:cNvCxnSpPr/>
          <p:nvPr/>
        </p:nvCxnSpPr>
        <p:spPr>
          <a:xfrm rot="10800000">
            <a:off x="4109950" y="3086003"/>
            <a:ext cx="246063" cy="873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8" name="Google Shape;2548;p24"/>
          <p:cNvSpPr txBox="1"/>
          <p:nvPr/>
        </p:nvSpPr>
        <p:spPr>
          <a:xfrm>
            <a:off x="3044738" y="3127278"/>
            <a:ext cx="8066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A</a:t>
            </a:r>
            <a:endParaRPr/>
          </a:p>
        </p:txBody>
      </p:sp>
      <p:grpSp>
        <p:nvGrpSpPr>
          <p:cNvPr id="2549" name="Google Shape;2549;p24"/>
          <p:cNvGrpSpPr/>
          <p:nvPr/>
        </p:nvGrpSpPr>
        <p:grpSpPr>
          <a:xfrm>
            <a:off x="4779875" y="3395180"/>
            <a:ext cx="541338" cy="223023"/>
            <a:chOff x="7493876" y="2774731"/>
            <a:chExt cx="1481958" cy="894622"/>
          </a:xfrm>
        </p:grpSpPr>
        <p:sp>
          <p:nvSpPr>
            <p:cNvPr id="2550" name="Google Shape;2550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551" name="Google Shape;2551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52" name="Google Shape;2552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53" name="Google Shape;2553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4" name="Google Shape;2554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5" name="Google Shape;2555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6" name="Google Shape;2556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57" name="Google Shape;2557;p24"/>
          <p:cNvGrpSpPr/>
          <p:nvPr/>
        </p:nvGrpSpPr>
        <p:grpSpPr>
          <a:xfrm>
            <a:off x="4228292" y="3150704"/>
            <a:ext cx="541338" cy="223023"/>
            <a:chOff x="7493876" y="2774731"/>
            <a:chExt cx="1481958" cy="894622"/>
          </a:xfrm>
        </p:grpSpPr>
        <p:sp>
          <p:nvSpPr>
            <p:cNvPr id="2558" name="Google Shape;2558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559" name="Google Shape;2559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60" name="Google Shape;2560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61" name="Google Shape;2561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2" name="Google Shape;2562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3" name="Google Shape;2563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4" name="Google Shape;2564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65" name="Google Shape;2565;p24"/>
          <p:cNvGrpSpPr/>
          <p:nvPr/>
        </p:nvGrpSpPr>
        <p:grpSpPr>
          <a:xfrm>
            <a:off x="3972632" y="3451642"/>
            <a:ext cx="541338" cy="223023"/>
            <a:chOff x="7493876" y="2774731"/>
            <a:chExt cx="1481958" cy="894622"/>
          </a:xfrm>
        </p:grpSpPr>
        <p:sp>
          <p:nvSpPr>
            <p:cNvPr id="2566" name="Google Shape;2566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567" name="Google Shape;2567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68" name="Google Shape;2568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69" name="Google Shape;2569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0" name="Google Shape;2570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1" name="Google Shape;2571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2" name="Google Shape;2572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73" name="Google Shape;2573;p24"/>
          <p:cNvSpPr/>
          <p:nvPr/>
        </p:nvSpPr>
        <p:spPr>
          <a:xfrm>
            <a:off x="2671675" y="4260753"/>
            <a:ext cx="2941638" cy="132397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4" name="Google Shape;2574;p24"/>
          <p:cNvCxnSpPr/>
          <p:nvPr/>
        </p:nvCxnSpPr>
        <p:spPr>
          <a:xfrm>
            <a:off x="3706725" y="4494116"/>
            <a:ext cx="969963" cy="682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5" name="Google Shape;2575;p24"/>
          <p:cNvCxnSpPr/>
          <p:nvPr/>
        </p:nvCxnSpPr>
        <p:spPr>
          <a:xfrm>
            <a:off x="4209963" y="4781453"/>
            <a:ext cx="109537" cy="793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6" name="Google Shape;2576;p24"/>
          <p:cNvCxnSpPr/>
          <p:nvPr/>
        </p:nvCxnSpPr>
        <p:spPr>
          <a:xfrm flipH="1" rot="10800000">
            <a:off x="4027400" y="4976716"/>
            <a:ext cx="222250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7" name="Google Shape;2577;p24"/>
          <p:cNvCxnSpPr/>
          <p:nvPr/>
        </p:nvCxnSpPr>
        <p:spPr>
          <a:xfrm flipH="1" rot="10800000">
            <a:off x="3754350" y="4808441"/>
            <a:ext cx="177800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8" name="Google Shape;2578;p24"/>
          <p:cNvCxnSpPr/>
          <p:nvPr/>
        </p:nvCxnSpPr>
        <p:spPr>
          <a:xfrm flipH="1" rot="10800000">
            <a:off x="3468600" y="5095778"/>
            <a:ext cx="188913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9" name="Google Shape;2579;p24"/>
          <p:cNvCxnSpPr/>
          <p:nvPr/>
        </p:nvCxnSpPr>
        <p:spPr>
          <a:xfrm flipH="1" rot="10800000">
            <a:off x="4224250" y="5024341"/>
            <a:ext cx="231775" cy="2444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0" name="Google Shape;2580;p24"/>
          <p:cNvCxnSpPr/>
          <p:nvPr/>
        </p:nvCxnSpPr>
        <p:spPr>
          <a:xfrm rot="10800000">
            <a:off x="4675100" y="5011641"/>
            <a:ext cx="327025" cy="1190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1" name="Google Shape;2581;p24"/>
          <p:cNvCxnSpPr/>
          <p:nvPr/>
        </p:nvCxnSpPr>
        <p:spPr>
          <a:xfrm flipH="1" rot="10800000">
            <a:off x="4662400" y="4676678"/>
            <a:ext cx="260350" cy="1889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2" name="Google Shape;2582;p24"/>
          <p:cNvCxnSpPr/>
          <p:nvPr/>
        </p:nvCxnSpPr>
        <p:spPr>
          <a:xfrm rot="10800000">
            <a:off x="3708313" y="4551266"/>
            <a:ext cx="207962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3" name="Google Shape;2583;p24"/>
          <p:cNvSpPr txBox="1"/>
          <p:nvPr/>
        </p:nvSpPr>
        <p:spPr>
          <a:xfrm>
            <a:off x="2806613" y="4590953"/>
            <a:ext cx="788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C</a:t>
            </a:r>
            <a:endParaRPr/>
          </a:p>
        </p:txBody>
      </p:sp>
      <p:sp>
        <p:nvSpPr>
          <p:cNvPr id="2584" name="Google Shape;2584;p24"/>
          <p:cNvSpPr/>
          <p:nvPr/>
        </p:nvSpPr>
        <p:spPr>
          <a:xfrm>
            <a:off x="5765713" y="3706716"/>
            <a:ext cx="3219450" cy="13430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5" name="Google Shape;2585;p24"/>
          <p:cNvCxnSpPr/>
          <p:nvPr/>
        </p:nvCxnSpPr>
        <p:spPr>
          <a:xfrm>
            <a:off x="6899188" y="3943253"/>
            <a:ext cx="1062037" cy="698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6" name="Google Shape;2586;p24"/>
          <p:cNvCxnSpPr/>
          <p:nvPr/>
        </p:nvCxnSpPr>
        <p:spPr>
          <a:xfrm>
            <a:off x="7450050" y="4233766"/>
            <a:ext cx="120650" cy="825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7" name="Google Shape;2587;p24"/>
          <p:cNvCxnSpPr/>
          <p:nvPr/>
        </p:nvCxnSpPr>
        <p:spPr>
          <a:xfrm flipH="1" rot="10800000">
            <a:off x="7250025" y="4433791"/>
            <a:ext cx="242888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8" name="Google Shape;2588;p24"/>
          <p:cNvCxnSpPr/>
          <p:nvPr/>
        </p:nvCxnSpPr>
        <p:spPr>
          <a:xfrm flipH="1" rot="10800000">
            <a:off x="6951575" y="4262341"/>
            <a:ext cx="195263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9" name="Google Shape;2589;p24"/>
          <p:cNvCxnSpPr/>
          <p:nvPr/>
        </p:nvCxnSpPr>
        <p:spPr>
          <a:xfrm flipH="1" rot="10800000">
            <a:off x="6638838" y="4554441"/>
            <a:ext cx="206375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0" name="Google Shape;2590;p24"/>
          <p:cNvCxnSpPr/>
          <p:nvPr/>
        </p:nvCxnSpPr>
        <p:spPr>
          <a:xfrm flipH="1" rot="10800000">
            <a:off x="7465925" y="4481416"/>
            <a:ext cx="254000" cy="247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1" name="Google Shape;2591;p24"/>
          <p:cNvCxnSpPr/>
          <p:nvPr/>
        </p:nvCxnSpPr>
        <p:spPr>
          <a:xfrm rot="10800000">
            <a:off x="7929475" y="4460778"/>
            <a:ext cx="358775" cy="120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2" name="Google Shape;2592;p24"/>
          <p:cNvCxnSpPr/>
          <p:nvPr/>
        </p:nvCxnSpPr>
        <p:spPr>
          <a:xfrm flipH="1" rot="10800000">
            <a:off x="7945350" y="4127403"/>
            <a:ext cx="285750" cy="1920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3" name="Google Shape;2593;p24"/>
          <p:cNvCxnSpPr/>
          <p:nvPr/>
        </p:nvCxnSpPr>
        <p:spPr>
          <a:xfrm rot="10800000">
            <a:off x="6900775" y="4000403"/>
            <a:ext cx="227013" cy="857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4" name="Google Shape;2594;p24"/>
          <p:cNvSpPr txBox="1"/>
          <p:nvPr/>
        </p:nvSpPr>
        <p:spPr>
          <a:xfrm>
            <a:off x="5914938" y="4040091"/>
            <a:ext cx="795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B</a:t>
            </a:r>
            <a:endParaRPr/>
          </a:p>
        </p:txBody>
      </p:sp>
      <p:cxnSp>
        <p:nvCxnSpPr>
          <p:cNvPr id="2595" name="Google Shape;2595;p24"/>
          <p:cNvCxnSpPr/>
          <p:nvPr/>
        </p:nvCxnSpPr>
        <p:spPr>
          <a:xfrm>
            <a:off x="3533688" y="2666903"/>
            <a:ext cx="238125" cy="261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6" name="Google Shape;2596;p24"/>
          <p:cNvCxnSpPr/>
          <p:nvPr/>
        </p:nvCxnSpPr>
        <p:spPr>
          <a:xfrm>
            <a:off x="5067213" y="2468466"/>
            <a:ext cx="307975" cy="5730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7" name="Google Shape;2597;p24"/>
          <p:cNvCxnSpPr/>
          <p:nvPr/>
        </p:nvCxnSpPr>
        <p:spPr>
          <a:xfrm flipH="1">
            <a:off x="5576800" y="2446241"/>
            <a:ext cx="384175" cy="5794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8" name="Google Shape;2598;p24"/>
          <p:cNvCxnSpPr/>
          <p:nvPr/>
        </p:nvCxnSpPr>
        <p:spPr>
          <a:xfrm>
            <a:off x="7921538" y="2957416"/>
            <a:ext cx="215900" cy="10461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9" name="Google Shape;2599;p24"/>
          <p:cNvCxnSpPr/>
          <p:nvPr/>
        </p:nvCxnSpPr>
        <p:spPr>
          <a:xfrm flipH="1">
            <a:off x="8288250" y="3308253"/>
            <a:ext cx="241300" cy="692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0" name="Google Shape;2600;p24"/>
          <p:cNvCxnSpPr/>
          <p:nvPr/>
        </p:nvCxnSpPr>
        <p:spPr>
          <a:xfrm rot="10800000">
            <a:off x="8605750" y="4630641"/>
            <a:ext cx="796925" cy="614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1" name="Google Shape;2601;p24"/>
          <p:cNvCxnSpPr/>
          <p:nvPr/>
        </p:nvCxnSpPr>
        <p:spPr>
          <a:xfrm flipH="1" rot="10800000">
            <a:off x="2941550" y="5218016"/>
            <a:ext cx="401638" cy="209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2" name="Google Shape;2602;p24"/>
          <p:cNvCxnSpPr/>
          <p:nvPr/>
        </p:nvCxnSpPr>
        <p:spPr>
          <a:xfrm>
            <a:off x="2535150" y="5075141"/>
            <a:ext cx="450850" cy="115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3" name="Google Shape;2603;p24"/>
          <p:cNvCxnSpPr/>
          <p:nvPr/>
        </p:nvCxnSpPr>
        <p:spPr>
          <a:xfrm rot="10800000">
            <a:off x="7646900" y="4779866"/>
            <a:ext cx="1047750" cy="9667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4" name="Google Shape;2604;p24"/>
          <p:cNvCxnSpPr/>
          <p:nvPr/>
        </p:nvCxnSpPr>
        <p:spPr>
          <a:xfrm flipH="1">
            <a:off x="8716875" y="4368703"/>
            <a:ext cx="541338" cy="2492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605" name="Google Shape;2605;p24"/>
          <p:cNvGrpSpPr/>
          <p:nvPr/>
        </p:nvGrpSpPr>
        <p:grpSpPr>
          <a:xfrm>
            <a:off x="5192625" y="3007829"/>
            <a:ext cx="541338" cy="223023"/>
            <a:chOff x="7493876" y="2774731"/>
            <a:chExt cx="1481958" cy="894622"/>
          </a:xfrm>
        </p:grpSpPr>
        <p:sp>
          <p:nvSpPr>
            <p:cNvPr id="2606" name="Google Shape;2606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607" name="Google Shape;2607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608" name="Google Shape;2608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09" name="Google Shape;2609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0" name="Google Shape;2610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1" name="Google Shape;2611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2" name="Google Shape;2612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13" name="Google Shape;2613;p24"/>
          <p:cNvGrpSpPr/>
          <p:nvPr/>
        </p:nvGrpSpPr>
        <p:grpSpPr>
          <a:xfrm>
            <a:off x="3621872" y="2908203"/>
            <a:ext cx="541338" cy="223023"/>
            <a:chOff x="7493876" y="2774731"/>
            <a:chExt cx="1481958" cy="894622"/>
          </a:xfrm>
        </p:grpSpPr>
        <p:sp>
          <p:nvSpPr>
            <p:cNvPr id="2614" name="Google Shape;2614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615" name="Google Shape;2615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616" name="Google Shape;2616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17" name="Google Shape;2617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8" name="Google Shape;2618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9" name="Google Shape;2619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0" name="Google Shape;2620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21" name="Google Shape;2621;p24"/>
          <p:cNvGrpSpPr/>
          <p:nvPr/>
        </p:nvGrpSpPr>
        <p:grpSpPr>
          <a:xfrm>
            <a:off x="8182681" y="4501444"/>
            <a:ext cx="541338" cy="223023"/>
            <a:chOff x="7493876" y="2774731"/>
            <a:chExt cx="1481958" cy="894622"/>
          </a:xfrm>
        </p:grpSpPr>
        <p:sp>
          <p:nvSpPr>
            <p:cNvPr id="2622" name="Google Shape;2622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623" name="Google Shape;2623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624" name="Google Shape;2624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25" name="Google Shape;2625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6" name="Google Shape;2626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7" name="Google Shape;2627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8" name="Google Shape;2628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29" name="Google Shape;2629;p24"/>
          <p:cNvGrpSpPr/>
          <p:nvPr/>
        </p:nvGrpSpPr>
        <p:grpSpPr>
          <a:xfrm>
            <a:off x="7469673" y="4278623"/>
            <a:ext cx="541338" cy="223023"/>
            <a:chOff x="7493876" y="2774731"/>
            <a:chExt cx="1481958" cy="894622"/>
          </a:xfrm>
        </p:grpSpPr>
        <p:sp>
          <p:nvSpPr>
            <p:cNvPr id="2630" name="Google Shape;2630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631" name="Google Shape;2631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632" name="Google Shape;2632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33" name="Google Shape;2633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4" name="Google Shape;2634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5" name="Google Shape;2635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6" name="Google Shape;2636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37" name="Google Shape;2637;p24"/>
          <p:cNvGrpSpPr/>
          <p:nvPr/>
        </p:nvGrpSpPr>
        <p:grpSpPr>
          <a:xfrm>
            <a:off x="6979356" y="4059569"/>
            <a:ext cx="541338" cy="223023"/>
            <a:chOff x="7493876" y="2774731"/>
            <a:chExt cx="1481958" cy="894622"/>
          </a:xfrm>
        </p:grpSpPr>
        <p:sp>
          <p:nvSpPr>
            <p:cNvPr id="2638" name="Google Shape;2638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639" name="Google Shape;2639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640" name="Google Shape;2640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41" name="Google Shape;2641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2" name="Google Shape;2642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3" name="Google Shape;2643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4" name="Google Shape;2644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45" name="Google Shape;2645;p24"/>
          <p:cNvGrpSpPr/>
          <p:nvPr/>
        </p:nvGrpSpPr>
        <p:grpSpPr>
          <a:xfrm>
            <a:off x="6723616" y="4366729"/>
            <a:ext cx="541338" cy="223023"/>
            <a:chOff x="7493876" y="2774731"/>
            <a:chExt cx="1481958" cy="894622"/>
          </a:xfrm>
        </p:grpSpPr>
        <p:sp>
          <p:nvSpPr>
            <p:cNvPr id="2646" name="Google Shape;2646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647" name="Google Shape;2647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648" name="Google Shape;2648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49" name="Google Shape;2649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0" name="Google Shape;2650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1" name="Google Shape;2651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2" name="Google Shape;2652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53" name="Google Shape;2653;p24"/>
          <p:cNvGrpSpPr/>
          <p:nvPr/>
        </p:nvGrpSpPr>
        <p:grpSpPr>
          <a:xfrm>
            <a:off x="7291037" y="4658009"/>
            <a:ext cx="541338" cy="223023"/>
            <a:chOff x="7493876" y="2774731"/>
            <a:chExt cx="1481958" cy="894622"/>
          </a:xfrm>
        </p:grpSpPr>
        <p:sp>
          <p:nvSpPr>
            <p:cNvPr id="2654" name="Google Shape;2654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655" name="Google Shape;2655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656" name="Google Shape;2656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57" name="Google Shape;2657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8" name="Google Shape;2658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9" name="Google Shape;2659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0" name="Google Shape;2660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61" name="Google Shape;2661;p24"/>
          <p:cNvGrpSpPr/>
          <p:nvPr/>
        </p:nvGrpSpPr>
        <p:grpSpPr>
          <a:xfrm>
            <a:off x="4220281" y="4826836"/>
            <a:ext cx="541338" cy="223023"/>
            <a:chOff x="7493876" y="2774731"/>
            <a:chExt cx="1481958" cy="894622"/>
          </a:xfrm>
        </p:grpSpPr>
        <p:sp>
          <p:nvSpPr>
            <p:cNvPr id="2662" name="Google Shape;2662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663" name="Google Shape;2663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664" name="Google Shape;2664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65" name="Google Shape;2665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6" name="Google Shape;2666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7" name="Google Shape;2667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8" name="Google Shape;2668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69" name="Google Shape;2669;p24"/>
          <p:cNvGrpSpPr/>
          <p:nvPr/>
        </p:nvGrpSpPr>
        <p:grpSpPr>
          <a:xfrm>
            <a:off x="3740086" y="4631455"/>
            <a:ext cx="541338" cy="223023"/>
            <a:chOff x="7493876" y="2774731"/>
            <a:chExt cx="1481958" cy="894622"/>
          </a:xfrm>
        </p:grpSpPr>
        <p:sp>
          <p:nvSpPr>
            <p:cNvPr id="2670" name="Google Shape;2670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671" name="Google Shape;2671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672" name="Google Shape;2672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73" name="Google Shape;2673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4" name="Google Shape;2674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5" name="Google Shape;2675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6" name="Google Shape;2676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77" name="Google Shape;2677;p24"/>
          <p:cNvGrpSpPr/>
          <p:nvPr/>
        </p:nvGrpSpPr>
        <p:grpSpPr>
          <a:xfrm>
            <a:off x="3500746" y="4902845"/>
            <a:ext cx="541338" cy="223023"/>
            <a:chOff x="7493876" y="2774731"/>
            <a:chExt cx="1481958" cy="894622"/>
          </a:xfrm>
        </p:grpSpPr>
        <p:sp>
          <p:nvSpPr>
            <p:cNvPr id="2678" name="Google Shape;2678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679" name="Google Shape;2679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680" name="Google Shape;2680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81" name="Google Shape;2681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2" name="Google Shape;2682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3" name="Google Shape;2683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4" name="Google Shape;2684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85" name="Google Shape;2685;p24"/>
          <p:cNvGrpSpPr/>
          <p:nvPr/>
        </p:nvGrpSpPr>
        <p:grpSpPr>
          <a:xfrm>
            <a:off x="2989969" y="5089246"/>
            <a:ext cx="541338" cy="223023"/>
            <a:chOff x="7493876" y="2774731"/>
            <a:chExt cx="1481958" cy="894622"/>
          </a:xfrm>
        </p:grpSpPr>
        <p:sp>
          <p:nvSpPr>
            <p:cNvPr id="2686" name="Google Shape;2686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687" name="Google Shape;2687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688" name="Google Shape;2688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89" name="Google Shape;2689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0" name="Google Shape;2690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1" name="Google Shape;2691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2" name="Google Shape;2692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93" name="Google Shape;2693;p24"/>
          <p:cNvGrpSpPr/>
          <p:nvPr/>
        </p:nvGrpSpPr>
        <p:grpSpPr>
          <a:xfrm>
            <a:off x="4023882" y="5178456"/>
            <a:ext cx="541338" cy="223023"/>
            <a:chOff x="7493876" y="2774731"/>
            <a:chExt cx="1481958" cy="894622"/>
          </a:xfrm>
        </p:grpSpPr>
        <p:sp>
          <p:nvSpPr>
            <p:cNvPr id="2694" name="Google Shape;2694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695" name="Google Shape;2695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696" name="Google Shape;2696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97" name="Google Shape;2697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8" name="Google Shape;2698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9" name="Google Shape;2699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0" name="Google Shape;2700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01" name="Google Shape;2701;p24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grpSp>
        <p:nvGrpSpPr>
          <p:cNvPr id="2702" name="Google Shape;2702;p24"/>
          <p:cNvGrpSpPr/>
          <p:nvPr/>
        </p:nvGrpSpPr>
        <p:grpSpPr>
          <a:xfrm>
            <a:off x="2994584" y="2310458"/>
            <a:ext cx="648509" cy="418221"/>
            <a:chOff x="3053396" y="4304255"/>
            <a:chExt cx="648422" cy="418253"/>
          </a:xfrm>
        </p:grpSpPr>
        <p:sp>
          <p:nvSpPr>
            <p:cNvPr id="2703" name="Google Shape;2703;p24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4" name="Google Shape;2704;p24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2705" name="Google Shape;2705;p24"/>
          <p:cNvGrpSpPr/>
          <p:nvPr/>
        </p:nvGrpSpPr>
        <p:grpSpPr>
          <a:xfrm>
            <a:off x="7503691" y="2564438"/>
            <a:ext cx="648509" cy="418221"/>
            <a:chOff x="3053396" y="4304255"/>
            <a:chExt cx="648422" cy="418253"/>
          </a:xfrm>
        </p:grpSpPr>
        <p:sp>
          <p:nvSpPr>
            <p:cNvPr id="2706" name="Google Shape;2706;p24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7" name="Google Shape;2707;p24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2708" name="Google Shape;2708;p24"/>
          <p:cNvGrpSpPr/>
          <p:nvPr/>
        </p:nvGrpSpPr>
        <p:grpSpPr>
          <a:xfrm>
            <a:off x="2410305" y="5421718"/>
            <a:ext cx="648509" cy="418221"/>
            <a:chOff x="3053396" y="4304255"/>
            <a:chExt cx="648422" cy="418253"/>
          </a:xfrm>
        </p:grpSpPr>
        <p:sp>
          <p:nvSpPr>
            <p:cNvPr id="2709" name="Google Shape;2709;p24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0" name="Google Shape;2710;p24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2711" name="Google Shape;2711;p24"/>
          <p:cNvGrpSpPr/>
          <p:nvPr/>
        </p:nvGrpSpPr>
        <p:grpSpPr>
          <a:xfrm>
            <a:off x="1991149" y="4799466"/>
            <a:ext cx="648509" cy="418221"/>
            <a:chOff x="3053396" y="4304255"/>
            <a:chExt cx="648422" cy="418253"/>
          </a:xfrm>
        </p:grpSpPr>
        <p:sp>
          <p:nvSpPr>
            <p:cNvPr id="2712" name="Google Shape;2712;p24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3" name="Google Shape;2713;p24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2714" name="Google Shape;2714;p24"/>
          <p:cNvGrpSpPr/>
          <p:nvPr/>
        </p:nvGrpSpPr>
        <p:grpSpPr>
          <a:xfrm>
            <a:off x="1762518" y="4139117"/>
            <a:ext cx="648509" cy="418221"/>
            <a:chOff x="3053396" y="4304255"/>
            <a:chExt cx="648422" cy="418253"/>
          </a:xfrm>
        </p:grpSpPr>
        <p:sp>
          <p:nvSpPr>
            <p:cNvPr id="2715" name="Google Shape;2715;p24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6" name="Google Shape;2716;p24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2717" name="Google Shape;2717;p24"/>
          <p:cNvGrpSpPr/>
          <p:nvPr/>
        </p:nvGrpSpPr>
        <p:grpSpPr>
          <a:xfrm>
            <a:off x="8253092" y="2996205"/>
            <a:ext cx="648509" cy="418221"/>
            <a:chOff x="3053396" y="4304255"/>
            <a:chExt cx="648422" cy="418253"/>
          </a:xfrm>
        </p:grpSpPr>
        <p:sp>
          <p:nvSpPr>
            <p:cNvPr id="2718" name="Google Shape;2718;p24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9" name="Google Shape;2719;p24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2720" name="Google Shape;2720;p24"/>
          <p:cNvGrpSpPr/>
          <p:nvPr/>
        </p:nvGrpSpPr>
        <p:grpSpPr>
          <a:xfrm>
            <a:off x="4595000" y="2069176"/>
            <a:ext cx="648509" cy="418221"/>
            <a:chOff x="3053396" y="4304255"/>
            <a:chExt cx="648422" cy="418253"/>
          </a:xfrm>
        </p:grpSpPr>
        <p:sp>
          <p:nvSpPr>
            <p:cNvPr id="2721" name="Google Shape;2721;p24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2" name="Google Shape;2722;p24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2723" name="Google Shape;2723;p24"/>
          <p:cNvGrpSpPr/>
          <p:nvPr/>
        </p:nvGrpSpPr>
        <p:grpSpPr>
          <a:xfrm>
            <a:off x="5509523" y="2043778"/>
            <a:ext cx="648509" cy="418221"/>
            <a:chOff x="3053396" y="4304255"/>
            <a:chExt cx="648422" cy="418253"/>
          </a:xfrm>
        </p:grpSpPr>
        <p:sp>
          <p:nvSpPr>
            <p:cNvPr id="2724" name="Google Shape;2724;p24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5" name="Google Shape;2725;p24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2726" name="Google Shape;2726;p24"/>
          <p:cNvGrpSpPr/>
          <p:nvPr/>
        </p:nvGrpSpPr>
        <p:grpSpPr>
          <a:xfrm>
            <a:off x="8570635" y="5675699"/>
            <a:ext cx="648509" cy="418221"/>
            <a:chOff x="3053396" y="4304255"/>
            <a:chExt cx="648422" cy="418253"/>
          </a:xfrm>
        </p:grpSpPr>
        <p:sp>
          <p:nvSpPr>
            <p:cNvPr id="2727" name="Google Shape;2727;p24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8" name="Google Shape;2728;p24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2729" name="Google Shape;2729;p24"/>
          <p:cNvGrpSpPr/>
          <p:nvPr/>
        </p:nvGrpSpPr>
        <p:grpSpPr>
          <a:xfrm>
            <a:off x="9408948" y="5028049"/>
            <a:ext cx="648509" cy="418221"/>
            <a:chOff x="3053396" y="4304255"/>
            <a:chExt cx="648422" cy="418253"/>
          </a:xfrm>
        </p:grpSpPr>
        <p:sp>
          <p:nvSpPr>
            <p:cNvPr id="2730" name="Google Shape;2730;p24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1" name="Google Shape;2731;p24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2732" name="Google Shape;2732;p24"/>
          <p:cNvGrpSpPr/>
          <p:nvPr/>
        </p:nvGrpSpPr>
        <p:grpSpPr>
          <a:xfrm>
            <a:off x="9180317" y="4113719"/>
            <a:ext cx="648509" cy="418221"/>
            <a:chOff x="3053396" y="4304255"/>
            <a:chExt cx="648422" cy="418253"/>
          </a:xfrm>
        </p:grpSpPr>
        <p:sp>
          <p:nvSpPr>
            <p:cNvPr id="2733" name="Google Shape;2733;p24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4" name="Google Shape;2734;p24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sp>
        <p:nvSpPr>
          <p:cNvPr id="2735" name="Google Shape;2735;p24"/>
          <p:cNvSpPr txBox="1"/>
          <p:nvPr/>
        </p:nvSpPr>
        <p:spPr>
          <a:xfrm rot="1053502">
            <a:off x="6609175" y="1968629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2736" name="Google Shape;2736;p24"/>
          <p:cNvSpPr txBox="1"/>
          <p:nvPr/>
        </p:nvSpPr>
        <p:spPr>
          <a:xfrm rot="2829263">
            <a:off x="8895540" y="3441660"/>
            <a:ext cx="543697" cy="52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2737" name="Google Shape;2737;p24"/>
          <p:cNvSpPr txBox="1"/>
          <p:nvPr/>
        </p:nvSpPr>
        <p:spPr>
          <a:xfrm rot="9845918">
            <a:off x="7564044" y="5954634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2738" name="Google Shape;2738;p24"/>
          <p:cNvSpPr txBox="1"/>
          <p:nvPr/>
        </p:nvSpPr>
        <p:spPr>
          <a:xfrm rot="-9948738">
            <a:off x="3196001" y="5857999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2739" name="Google Shape;2739;p24"/>
          <p:cNvSpPr txBox="1"/>
          <p:nvPr/>
        </p:nvSpPr>
        <p:spPr>
          <a:xfrm rot="-4992697">
            <a:off x="1609690" y="3551677"/>
            <a:ext cx="543697" cy="52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2740" name="Google Shape;2740;p24"/>
          <p:cNvSpPr txBox="1"/>
          <p:nvPr/>
        </p:nvSpPr>
        <p:spPr>
          <a:xfrm rot="-1017263">
            <a:off x="3795672" y="1918514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2741" name="Google Shape;2741;p24"/>
          <p:cNvSpPr txBox="1"/>
          <p:nvPr/>
        </p:nvSpPr>
        <p:spPr>
          <a:xfrm>
            <a:off x="1499042" y="1197749"/>
            <a:ext cx="9720792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and regional networks may arise to connect access nets to ISPs </a:t>
            </a:r>
            <a:endParaRPr/>
          </a:p>
        </p:txBody>
      </p:sp>
      <p:grpSp>
        <p:nvGrpSpPr>
          <p:cNvPr id="2742" name="Google Shape;2742;p24"/>
          <p:cNvGrpSpPr/>
          <p:nvPr/>
        </p:nvGrpSpPr>
        <p:grpSpPr>
          <a:xfrm>
            <a:off x="5736579" y="2899825"/>
            <a:ext cx="2272389" cy="1061009"/>
            <a:chOff x="4696844" y="2871032"/>
            <a:chExt cx="2272671" cy="1061113"/>
          </a:xfrm>
        </p:grpSpPr>
        <p:grpSp>
          <p:nvGrpSpPr>
            <p:cNvPr id="2743" name="Google Shape;2743;p24"/>
            <p:cNvGrpSpPr/>
            <p:nvPr/>
          </p:nvGrpSpPr>
          <p:grpSpPr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2744" name="Google Shape;2744;p24"/>
              <p:cNvSpPr/>
              <p:nvPr/>
            </p:nvSpPr>
            <p:spPr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5" name="Google Shape;2745;p24"/>
              <p:cNvSpPr txBox="1"/>
              <p:nvPr/>
            </p:nvSpPr>
            <p:spPr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IXP</a:t>
                </a:r>
                <a:endParaRPr/>
              </a:p>
            </p:txBody>
          </p:sp>
        </p:grpSp>
        <p:cxnSp>
          <p:nvCxnSpPr>
            <p:cNvPr id="2746" name="Google Shape;2746;p24"/>
            <p:cNvCxnSpPr/>
            <p:nvPr/>
          </p:nvCxnSpPr>
          <p:spPr>
            <a:xfrm>
              <a:off x="4696844" y="3073933"/>
              <a:ext cx="980347" cy="3515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7" name="Google Shape;2747;p24"/>
            <p:cNvCxnSpPr>
              <a:endCxn id="2748" idx="1"/>
            </p:cNvCxnSpPr>
            <p:nvPr/>
          </p:nvCxnSpPr>
          <p:spPr>
            <a:xfrm>
              <a:off x="6137015" y="3146745"/>
              <a:ext cx="832500" cy="7854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49" name="Google Shape;2749;p24"/>
          <p:cNvGrpSpPr/>
          <p:nvPr/>
        </p:nvGrpSpPr>
        <p:grpSpPr>
          <a:xfrm>
            <a:off x="3570106" y="3762886"/>
            <a:ext cx="2938633" cy="1357363"/>
            <a:chOff x="2746015" y="3733001"/>
            <a:chExt cx="2937190" cy="1359445"/>
          </a:xfrm>
        </p:grpSpPr>
        <p:cxnSp>
          <p:nvCxnSpPr>
            <p:cNvPr id="2750" name="Google Shape;2750;p24"/>
            <p:cNvCxnSpPr>
              <a:stCxn id="2751" idx="5"/>
              <a:endCxn id="2752" idx="3"/>
            </p:cNvCxnSpPr>
            <p:nvPr/>
          </p:nvCxnSpPr>
          <p:spPr>
            <a:xfrm>
              <a:off x="5094305" y="3733001"/>
              <a:ext cx="588900" cy="2127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3" name="Google Shape;2753;p24"/>
            <p:cNvCxnSpPr>
              <a:stCxn id="2754" idx="5"/>
            </p:cNvCxnSpPr>
            <p:nvPr/>
          </p:nvCxnSpPr>
          <p:spPr>
            <a:xfrm flipH="1">
              <a:off x="2746015" y="3789080"/>
              <a:ext cx="54600" cy="6018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5" name="Google Shape;2755;p24"/>
            <p:cNvCxnSpPr>
              <a:endCxn id="2756" idx="3"/>
            </p:cNvCxnSpPr>
            <p:nvPr/>
          </p:nvCxnSpPr>
          <p:spPr>
            <a:xfrm flipH="1" rot="10800000">
              <a:off x="4424295" y="4701847"/>
              <a:ext cx="1074600" cy="3906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757" name="Google Shape;2757;p24"/>
          <p:cNvCxnSpPr>
            <a:stCxn id="2758" idx="2"/>
          </p:cNvCxnSpPr>
          <p:nvPr/>
        </p:nvCxnSpPr>
        <p:spPr>
          <a:xfrm flipH="1" rot="10800000">
            <a:off x="4982880" y="4309884"/>
            <a:ext cx="309000" cy="3078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9" name="Google Shape;2759;p24"/>
          <p:cNvCxnSpPr/>
          <p:nvPr/>
        </p:nvCxnSpPr>
        <p:spPr>
          <a:xfrm flipH="1" rot="10800000">
            <a:off x="5520180" y="3924252"/>
            <a:ext cx="929835" cy="367084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0" name="Google Shape;2760;p24"/>
          <p:cNvCxnSpPr>
            <a:stCxn id="2761" idx="2"/>
          </p:cNvCxnSpPr>
          <p:nvPr/>
        </p:nvCxnSpPr>
        <p:spPr>
          <a:xfrm>
            <a:off x="4815073" y="3947043"/>
            <a:ext cx="477000" cy="2775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62" name="Google Shape;2762;p24"/>
          <p:cNvGrpSpPr/>
          <p:nvPr/>
        </p:nvGrpSpPr>
        <p:grpSpPr>
          <a:xfrm>
            <a:off x="7929475" y="3939691"/>
            <a:ext cx="541338" cy="223023"/>
            <a:chOff x="7493876" y="2774731"/>
            <a:chExt cx="1481958" cy="894622"/>
          </a:xfrm>
        </p:grpSpPr>
        <p:sp>
          <p:nvSpPr>
            <p:cNvPr id="2763" name="Google Shape;2763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48" name="Google Shape;2748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64" name="Google Shape;2764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65" name="Google Shape;2765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6" name="Google Shape;2766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7" name="Google Shape;2767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8" name="Google Shape;2768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69" name="Google Shape;2769;p24"/>
          <p:cNvGrpSpPr/>
          <p:nvPr/>
        </p:nvGrpSpPr>
        <p:grpSpPr>
          <a:xfrm>
            <a:off x="4400287" y="3826770"/>
            <a:ext cx="541338" cy="223023"/>
            <a:chOff x="7493876" y="2774731"/>
            <a:chExt cx="1481958" cy="894622"/>
          </a:xfrm>
        </p:grpSpPr>
        <p:sp>
          <p:nvSpPr>
            <p:cNvPr id="2770" name="Google Shape;2770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71" name="Google Shape;2771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72" name="Google Shape;2772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73" name="Google Shape;2773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1" name="Google Shape;2761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4" name="Google Shape;2774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5" name="Google Shape;2775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76" name="Google Shape;2776;p24"/>
          <p:cNvGrpSpPr/>
          <p:nvPr/>
        </p:nvGrpSpPr>
        <p:grpSpPr>
          <a:xfrm>
            <a:off x="4568094" y="4497411"/>
            <a:ext cx="541338" cy="223023"/>
            <a:chOff x="7493876" y="2774731"/>
            <a:chExt cx="1481958" cy="894622"/>
          </a:xfrm>
        </p:grpSpPr>
        <p:sp>
          <p:nvSpPr>
            <p:cNvPr id="2777" name="Google Shape;2777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78" name="Google Shape;2778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79" name="Google Shape;2779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80" name="Google Shape;2780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8" name="Google Shape;2758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1" name="Google Shape;2781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2" name="Google Shape;2782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83" name="Google Shape;2783;p24"/>
          <p:cNvGrpSpPr/>
          <p:nvPr/>
        </p:nvGrpSpPr>
        <p:grpSpPr>
          <a:xfrm>
            <a:off x="6429198" y="3852093"/>
            <a:ext cx="541338" cy="223023"/>
            <a:chOff x="7493876" y="2774731"/>
            <a:chExt cx="1481958" cy="894622"/>
          </a:xfrm>
        </p:grpSpPr>
        <p:sp>
          <p:nvSpPr>
            <p:cNvPr id="2784" name="Google Shape;2784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52" name="Google Shape;2752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85" name="Google Shape;2785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86" name="Google Shape;2786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7" name="Google Shape;2787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8" name="Google Shape;2788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9" name="Google Shape;2789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90" name="Google Shape;2790;p24"/>
          <p:cNvGrpSpPr/>
          <p:nvPr/>
        </p:nvGrpSpPr>
        <p:grpSpPr>
          <a:xfrm>
            <a:off x="5457737" y="3639654"/>
            <a:ext cx="541338" cy="223023"/>
            <a:chOff x="7493876" y="2774731"/>
            <a:chExt cx="1481958" cy="894622"/>
          </a:xfrm>
        </p:grpSpPr>
        <p:sp>
          <p:nvSpPr>
            <p:cNvPr id="2791" name="Google Shape;2791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51" name="Google Shape;2751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92" name="Google Shape;2792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93" name="Google Shape;2793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4" name="Google Shape;2794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5" name="Google Shape;2795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6" name="Google Shape;2796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97" name="Google Shape;2797;p24"/>
          <p:cNvGrpSpPr/>
          <p:nvPr/>
        </p:nvGrpSpPr>
        <p:grpSpPr>
          <a:xfrm>
            <a:off x="5119678" y="4119105"/>
            <a:ext cx="528442" cy="338554"/>
            <a:chOff x="5634518" y="2652249"/>
            <a:chExt cx="528092" cy="338174"/>
          </a:xfrm>
        </p:grpSpPr>
        <p:sp>
          <p:nvSpPr>
            <p:cNvPr id="2798" name="Google Shape;2798;p24"/>
            <p:cNvSpPr/>
            <p:nvPr/>
          </p:nvSpPr>
          <p:spPr>
            <a:xfrm>
              <a:off x="5634518" y="2672371"/>
              <a:ext cx="528092" cy="3048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9" name="Google Shape;2799;p24"/>
            <p:cNvSpPr txBox="1"/>
            <p:nvPr/>
          </p:nvSpPr>
          <p:spPr>
            <a:xfrm>
              <a:off x="5685246" y="2652249"/>
              <a:ext cx="447262" cy="338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IXP</a:t>
              </a:r>
              <a:endParaRPr/>
            </a:p>
          </p:txBody>
        </p:sp>
      </p:grpSp>
      <p:grpSp>
        <p:nvGrpSpPr>
          <p:cNvPr id="2800" name="Google Shape;2800;p24"/>
          <p:cNvGrpSpPr/>
          <p:nvPr/>
        </p:nvGrpSpPr>
        <p:grpSpPr>
          <a:xfrm>
            <a:off x="6244846" y="4607015"/>
            <a:ext cx="541338" cy="223023"/>
            <a:chOff x="7493876" y="2774731"/>
            <a:chExt cx="1481958" cy="894622"/>
          </a:xfrm>
        </p:grpSpPr>
        <p:sp>
          <p:nvSpPr>
            <p:cNvPr id="2801" name="Google Shape;2801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56" name="Google Shape;2756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02" name="Google Shape;2802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03" name="Google Shape;2803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4" name="Google Shape;2804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5" name="Google Shape;2805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6" name="Google Shape;2806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07" name="Google Shape;2807;p24"/>
          <p:cNvGrpSpPr/>
          <p:nvPr/>
        </p:nvGrpSpPr>
        <p:grpSpPr>
          <a:xfrm>
            <a:off x="3355534" y="3674009"/>
            <a:ext cx="541338" cy="223023"/>
            <a:chOff x="7493876" y="2774731"/>
            <a:chExt cx="1481958" cy="894622"/>
          </a:xfrm>
        </p:grpSpPr>
        <p:sp>
          <p:nvSpPr>
            <p:cNvPr id="2754" name="Google Shape;2754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08" name="Google Shape;2808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09" name="Google Shape;2809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10" name="Google Shape;2810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1" name="Google Shape;2811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2" name="Google Shape;2812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3" name="Google Shape;2813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814" name="Google Shape;2814;p24"/>
          <p:cNvCxnSpPr/>
          <p:nvPr/>
        </p:nvCxnSpPr>
        <p:spPr>
          <a:xfrm>
            <a:off x="2622407" y="3016153"/>
            <a:ext cx="38100" cy="3095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5" name="Google Shape;2815;p24"/>
          <p:cNvCxnSpPr/>
          <p:nvPr/>
        </p:nvCxnSpPr>
        <p:spPr>
          <a:xfrm>
            <a:off x="2401745" y="3297141"/>
            <a:ext cx="123825" cy="212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6" name="Google Shape;2816;p24"/>
          <p:cNvCxnSpPr/>
          <p:nvPr/>
        </p:nvCxnSpPr>
        <p:spPr>
          <a:xfrm flipH="1" rot="10800000">
            <a:off x="2322370" y="4394103"/>
            <a:ext cx="203200" cy="79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7" name="Google Shape;2817;p24"/>
          <p:cNvCxnSpPr/>
          <p:nvPr/>
        </p:nvCxnSpPr>
        <p:spPr>
          <a:xfrm flipH="1" rot="10800000">
            <a:off x="2851007" y="3849591"/>
            <a:ext cx="430213" cy="10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818" name="Google Shape;2818;p24"/>
          <p:cNvGrpSpPr/>
          <p:nvPr/>
        </p:nvGrpSpPr>
        <p:grpSpPr>
          <a:xfrm>
            <a:off x="2219780" y="2716827"/>
            <a:ext cx="648509" cy="418221"/>
            <a:chOff x="3053396" y="4304255"/>
            <a:chExt cx="648422" cy="418253"/>
          </a:xfrm>
        </p:grpSpPr>
        <p:sp>
          <p:nvSpPr>
            <p:cNvPr id="2819" name="Google Shape;2819;p24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0" name="Google Shape;2820;p24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2821" name="Google Shape;2821;p24"/>
          <p:cNvGrpSpPr/>
          <p:nvPr/>
        </p:nvGrpSpPr>
        <p:grpSpPr>
          <a:xfrm>
            <a:off x="1838728" y="3110496"/>
            <a:ext cx="648509" cy="418221"/>
            <a:chOff x="3053396" y="4304255"/>
            <a:chExt cx="648422" cy="418253"/>
          </a:xfrm>
        </p:grpSpPr>
        <p:sp>
          <p:nvSpPr>
            <p:cNvPr id="2822" name="Google Shape;2822;p24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3" name="Google Shape;2823;p24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cxnSp>
        <p:nvCxnSpPr>
          <p:cNvPr id="2824" name="Google Shape;2824;p24"/>
          <p:cNvCxnSpPr/>
          <p:nvPr/>
        </p:nvCxnSpPr>
        <p:spPr>
          <a:xfrm>
            <a:off x="2801850" y="4156772"/>
            <a:ext cx="560912" cy="2987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825" name="Google Shape;2825;p24"/>
          <p:cNvGrpSpPr/>
          <p:nvPr/>
        </p:nvGrpSpPr>
        <p:grpSpPr>
          <a:xfrm>
            <a:off x="3292387" y="4376707"/>
            <a:ext cx="541338" cy="223023"/>
            <a:chOff x="7493876" y="2774731"/>
            <a:chExt cx="1481958" cy="894622"/>
          </a:xfrm>
        </p:grpSpPr>
        <p:sp>
          <p:nvSpPr>
            <p:cNvPr id="2826" name="Google Shape;2826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27" name="Google Shape;2827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28" name="Google Shape;2828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29" name="Google Shape;2829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0" name="Google Shape;2830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1" name="Google Shape;2831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2" name="Google Shape;2832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833" name="Google Shape;2833;p24"/>
          <p:cNvCxnSpPr/>
          <p:nvPr/>
        </p:nvCxnSpPr>
        <p:spPr>
          <a:xfrm rot="10800000">
            <a:off x="5179131" y="5171184"/>
            <a:ext cx="371475" cy="9731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834" name="Google Shape;2834;p24"/>
          <p:cNvGrpSpPr/>
          <p:nvPr/>
        </p:nvGrpSpPr>
        <p:grpSpPr>
          <a:xfrm>
            <a:off x="4461581" y="5447247"/>
            <a:ext cx="2216150" cy="533562"/>
            <a:chOff x="4461581" y="5447247"/>
            <a:chExt cx="2216150" cy="533562"/>
          </a:xfrm>
        </p:grpSpPr>
        <p:cxnSp>
          <p:nvCxnSpPr>
            <p:cNvPr id="2835" name="Google Shape;2835;p24"/>
            <p:cNvCxnSpPr/>
            <p:nvPr/>
          </p:nvCxnSpPr>
          <p:spPr>
            <a:xfrm rot="10800000">
              <a:off x="6157031" y="5810947"/>
              <a:ext cx="520700" cy="1698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36" name="Google Shape;2836;p24"/>
            <p:cNvSpPr/>
            <p:nvPr/>
          </p:nvSpPr>
          <p:spPr>
            <a:xfrm rot="10800000">
              <a:off x="4545099" y="5447247"/>
              <a:ext cx="1807203" cy="495366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37" name="Google Shape;2837;p24"/>
            <p:cNvCxnSpPr/>
            <p:nvPr/>
          </p:nvCxnSpPr>
          <p:spPr>
            <a:xfrm flipH="1" rot="10800000">
              <a:off x="4461581" y="5815709"/>
              <a:ext cx="306387" cy="165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38" name="Google Shape;2838;p24"/>
            <p:cNvSpPr txBox="1"/>
            <p:nvPr/>
          </p:nvSpPr>
          <p:spPr>
            <a:xfrm>
              <a:off x="4662400" y="5488195"/>
              <a:ext cx="158248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regional ISP</a:t>
              </a:r>
              <a:endParaRPr/>
            </a:p>
          </p:txBody>
        </p:sp>
      </p:grpSp>
      <p:grpSp>
        <p:nvGrpSpPr>
          <p:cNvPr id="2839" name="Google Shape;2839;p24"/>
          <p:cNvGrpSpPr/>
          <p:nvPr/>
        </p:nvGrpSpPr>
        <p:grpSpPr>
          <a:xfrm>
            <a:off x="4201247" y="5904281"/>
            <a:ext cx="648509" cy="418221"/>
            <a:chOff x="3053396" y="4304255"/>
            <a:chExt cx="648422" cy="418253"/>
          </a:xfrm>
        </p:grpSpPr>
        <p:sp>
          <p:nvSpPr>
            <p:cNvPr id="2840" name="Google Shape;2840;p24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1" name="Google Shape;2841;p24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2842" name="Google Shape;2842;p24"/>
          <p:cNvGrpSpPr/>
          <p:nvPr/>
        </p:nvGrpSpPr>
        <p:grpSpPr>
          <a:xfrm>
            <a:off x="5420611" y="6056669"/>
            <a:ext cx="648509" cy="418221"/>
            <a:chOff x="3053396" y="4304255"/>
            <a:chExt cx="648422" cy="418253"/>
          </a:xfrm>
        </p:grpSpPr>
        <p:sp>
          <p:nvSpPr>
            <p:cNvPr id="2843" name="Google Shape;2843;p24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4" name="Google Shape;2844;p24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2845" name="Google Shape;2845;p24"/>
          <p:cNvGrpSpPr/>
          <p:nvPr/>
        </p:nvGrpSpPr>
        <p:grpSpPr>
          <a:xfrm>
            <a:off x="6335134" y="5916980"/>
            <a:ext cx="648509" cy="418221"/>
            <a:chOff x="3053396" y="4304255"/>
            <a:chExt cx="648422" cy="418253"/>
          </a:xfrm>
        </p:grpSpPr>
        <p:sp>
          <p:nvSpPr>
            <p:cNvPr id="2846" name="Google Shape;2846;p24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7" name="Google Shape;2847;p24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2848" name="Google Shape;2848;p24"/>
          <p:cNvGrpSpPr/>
          <p:nvPr/>
        </p:nvGrpSpPr>
        <p:grpSpPr>
          <a:xfrm>
            <a:off x="4812419" y="5011641"/>
            <a:ext cx="541338" cy="223023"/>
            <a:chOff x="7493876" y="2774731"/>
            <a:chExt cx="1481958" cy="894622"/>
          </a:xfrm>
        </p:grpSpPr>
        <p:sp>
          <p:nvSpPr>
            <p:cNvPr id="2849" name="Google Shape;2849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50" name="Google Shape;2850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51" name="Google Shape;2851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52" name="Google Shape;2852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3" name="Google Shape;2853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4" name="Google Shape;2854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5" name="Google Shape;2855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56" name="Google Shape;2856;p24"/>
          <p:cNvSpPr/>
          <p:nvPr/>
        </p:nvSpPr>
        <p:spPr>
          <a:xfrm rot="5400000">
            <a:off x="2030588" y="3754605"/>
            <a:ext cx="1252537" cy="381000"/>
          </a:xfrm>
          <a:prstGeom prst="ellipse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1" name="Shape 2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2" name="Google Shape;2862;p25"/>
          <p:cNvSpPr/>
          <p:nvPr/>
        </p:nvSpPr>
        <p:spPr>
          <a:xfrm rot="5400000">
            <a:off x="2030588" y="3754605"/>
            <a:ext cx="1252537" cy="381000"/>
          </a:xfrm>
          <a:prstGeom prst="ellipse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3" name="Google Shape;2863;p25"/>
          <p:cNvSpPr/>
          <p:nvPr/>
        </p:nvSpPr>
        <p:spPr>
          <a:xfrm>
            <a:off x="2884400" y="2782791"/>
            <a:ext cx="3475038" cy="13811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4" name="Google Shape;2864;p25"/>
          <p:cNvCxnSpPr/>
          <p:nvPr/>
        </p:nvCxnSpPr>
        <p:spPr>
          <a:xfrm>
            <a:off x="4108363" y="3025678"/>
            <a:ext cx="1146175" cy="730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5" name="Google Shape;2865;p25"/>
          <p:cNvCxnSpPr/>
          <p:nvPr/>
        </p:nvCxnSpPr>
        <p:spPr>
          <a:xfrm>
            <a:off x="4702088" y="3325716"/>
            <a:ext cx="130175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6" name="Google Shape;2866;p25"/>
          <p:cNvCxnSpPr/>
          <p:nvPr/>
        </p:nvCxnSpPr>
        <p:spPr>
          <a:xfrm flipH="1" rot="10800000">
            <a:off x="4486188" y="3530503"/>
            <a:ext cx="263525" cy="460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7" name="Google Shape;2867;p25"/>
          <p:cNvCxnSpPr/>
          <p:nvPr/>
        </p:nvCxnSpPr>
        <p:spPr>
          <a:xfrm flipH="1" rot="10800000">
            <a:off x="4165513" y="3354291"/>
            <a:ext cx="209550" cy="1095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8" name="Google Shape;2868;p25"/>
          <p:cNvCxnSpPr/>
          <p:nvPr/>
        </p:nvCxnSpPr>
        <p:spPr>
          <a:xfrm flipH="1" rot="10800000">
            <a:off x="3827375" y="3654328"/>
            <a:ext cx="222250" cy="984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9" name="Google Shape;2869;p25"/>
          <p:cNvCxnSpPr/>
          <p:nvPr/>
        </p:nvCxnSpPr>
        <p:spPr>
          <a:xfrm flipH="1" rot="10800000">
            <a:off x="4719550" y="3579716"/>
            <a:ext cx="273050" cy="254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0" name="Google Shape;2870;p25"/>
          <p:cNvCxnSpPr/>
          <p:nvPr/>
        </p:nvCxnSpPr>
        <p:spPr>
          <a:xfrm rot="10800000">
            <a:off x="5251363" y="3565428"/>
            <a:ext cx="387350" cy="1254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1" name="Google Shape;2871;p25"/>
          <p:cNvCxnSpPr/>
          <p:nvPr/>
        </p:nvCxnSpPr>
        <p:spPr>
          <a:xfrm flipH="1" rot="10800000">
            <a:off x="5237075" y="3216178"/>
            <a:ext cx="307975" cy="1984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2" name="Google Shape;2872;p25"/>
          <p:cNvCxnSpPr/>
          <p:nvPr/>
        </p:nvCxnSpPr>
        <p:spPr>
          <a:xfrm rot="10800000">
            <a:off x="4109950" y="3086003"/>
            <a:ext cx="246063" cy="873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73" name="Google Shape;2873;p25"/>
          <p:cNvSpPr txBox="1"/>
          <p:nvPr/>
        </p:nvSpPr>
        <p:spPr>
          <a:xfrm>
            <a:off x="3044738" y="3127278"/>
            <a:ext cx="8066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A</a:t>
            </a:r>
            <a:endParaRPr/>
          </a:p>
        </p:txBody>
      </p:sp>
      <p:grpSp>
        <p:nvGrpSpPr>
          <p:cNvPr id="2874" name="Google Shape;2874;p25"/>
          <p:cNvGrpSpPr/>
          <p:nvPr/>
        </p:nvGrpSpPr>
        <p:grpSpPr>
          <a:xfrm>
            <a:off x="4779875" y="3395180"/>
            <a:ext cx="541338" cy="223023"/>
            <a:chOff x="7493876" y="2774731"/>
            <a:chExt cx="1481958" cy="894622"/>
          </a:xfrm>
        </p:grpSpPr>
        <p:sp>
          <p:nvSpPr>
            <p:cNvPr id="2875" name="Google Shape;2875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76" name="Google Shape;2876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77" name="Google Shape;2877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78" name="Google Shape;2878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9" name="Google Shape;2879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0" name="Google Shape;2880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1" name="Google Shape;2881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82" name="Google Shape;2882;p25"/>
          <p:cNvGrpSpPr/>
          <p:nvPr/>
        </p:nvGrpSpPr>
        <p:grpSpPr>
          <a:xfrm>
            <a:off x="4228292" y="3150704"/>
            <a:ext cx="541338" cy="223023"/>
            <a:chOff x="7493876" y="2774731"/>
            <a:chExt cx="1481958" cy="894622"/>
          </a:xfrm>
        </p:grpSpPr>
        <p:sp>
          <p:nvSpPr>
            <p:cNvPr id="2883" name="Google Shape;2883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84" name="Google Shape;2884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85" name="Google Shape;2885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86" name="Google Shape;2886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7" name="Google Shape;2887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8" name="Google Shape;2888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9" name="Google Shape;2889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90" name="Google Shape;2890;p25"/>
          <p:cNvGrpSpPr/>
          <p:nvPr/>
        </p:nvGrpSpPr>
        <p:grpSpPr>
          <a:xfrm>
            <a:off x="3972632" y="3451642"/>
            <a:ext cx="541338" cy="223023"/>
            <a:chOff x="7493876" y="2774731"/>
            <a:chExt cx="1481958" cy="894622"/>
          </a:xfrm>
        </p:grpSpPr>
        <p:sp>
          <p:nvSpPr>
            <p:cNvPr id="2891" name="Google Shape;2891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92" name="Google Shape;2892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93" name="Google Shape;2893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94" name="Google Shape;2894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5" name="Google Shape;2895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6" name="Google Shape;2896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7" name="Google Shape;2897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98" name="Google Shape;2898;p25"/>
          <p:cNvSpPr/>
          <p:nvPr/>
        </p:nvSpPr>
        <p:spPr>
          <a:xfrm>
            <a:off x="2671675" y="4260753"/>
            <a:ext cx="2941638" cy="132397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9" name="Google Shape;2899;p25"/>
          <p:cNvCxnSpPr/>
          <p:nvPr/>
        </p:nvCxnSpPr>
        <p:spPr>
          <a:xfrm>
            <a:off x="3706725" y="4494116"/>
            <a:ext cx="969963" cy="682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0" name="Google Shape;2900;p25"/>
          <p:cNvCxnSpPr/>
          <p:nvPr/>
        </p:nvCxnSpPr>
        <p:spPr>
          <a:xfrm>
            <a:off x="4209963" y="4781453"/>
            <a:ext cx="109537" cy="793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1" name="Google Shape;2901;p25"/>
          <p:cNvCxnSpPr/>
          <p:nvPr/>
        </p:nvCxnSpPr>
        <p:spPr>
          <a:xfrm flipH="1" rot="10800000">
            <a:off x="4027400" y="4976716"/>
            <a:ext cx="222250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2" name="Google Shape;2902;p25"/>
          <p:cNvCxnSpPr/>
          <p:nvPr/>
        </p:nvCxnSpPr>
        <p:spPr>
          <a:xfrm flipH="1" rot="10800000">
            <a:off x="3754350" y="4808441"/>
            <a:ext cx="177800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3" name="Google Shape;2903;p25"/>
          <p:cNvCxnSpPr/>
          <p:nvPr/>
        </p:nvCxnSpPr>
        <p:spPr>
          <a:xfrm flipH="1" rot="10800000">
            <a:off x="3468600" y="5095778"/>
            <a:ext cx="188913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4" name="Google Shape;2904;p25"/>
          <p:cNvCxnSpPr/>
          <p:nvPr/>
        </p:nvCxnSpPr>
        <p:spPr>
          <a:xfrm flipH="1" rot="10800000">
            <a:off x="4224250" y="5024341"/>
            <a:ext cx="231775" cy="2444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5" name="Google Shape;2905;p25"/>
          <p:cNvCxnSpPr/>
          <p:nvPr/>
        </p:nvCxnSpPr>
        <p:spPr>
          <a:xfrm rot="10800000">
            <a:off x="4675100" y="5011641"/>
            <a:ext cx="327025" cy="1190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6" name="Google Shape;2906;p25"/>
          <p:cNvCxnSpPr/>
          <p:nvPr/>
        </p:nvCxnSpPr>
        <p:spPr>
          <a:xfrm flipH="1" rot="10800000">
            <a:off x="4662400" y="4676678"/>
            <a:ext cx="260350" cy="1889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7" name="Google Shape;2907;p25"/>
          <p:cNvCxnSpPr/>
          <p:nvPr/>
        </p:nvCxnSpPr>
        <p:spPr>
          <a:xfrm rot="10800000">
            <a:off x="3708313" y="4551266"/>
            <a:ext cx="207962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8" name="Google Shape;2908;p25"/>
          <p:cNvSpPr txBox="1"/>
          <p:nvPr/>
        </p:nvSpPr>
        <p:spPr>
          <a:xfrm>
            <a:off x="2806613" y="4590953"/>
            <a:ext cx="788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C</a:t>
            </a:r>
            <a:endParaRPr/>
          </a:p>
        </p:txBody>
      </p:sp>
      <p:sp>
        <p:nvSpPr>
          <p:cNvPr id="2909" name="Google Shape;2909;p25"/>
          <p:cNvSpPr/>
          <p:nvPr/>
        </p:nvSpPr>
        <p:spPr>
          <a:xfrm>
            <a:off x="5765713" y="3706716"/>
            <a:ext cx="3219450" cy="13430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0" name="Google Shape;2910;p25"/>
          <p:cNvCxnSpPr/>
          <p:nvPr/>
        </p:nvCxnSpPr>
        <p:spPr>
          <a:xfrm>
            <a:off x="6899188" y="3943253"/>
            <a:ext cx="1062037" cy="698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1" name="Google Shape;2911;p25"/>
          <p:cNvCxnSpPr/>
          <p:nvPr/>
        </p:nvCxnSpPr>
        <p:spPr>
          <a:xfrm>
            <a:off x="7450050" y="4233766"/>
            <a:ext cx="120650" cy="825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2" name="Google Shape;2912;p25"/>
          <p:cNvCxnSpPr/>
          <p:nvPr/>
        </p:nvCxnSpPr>
        <p:spPr>
          <a:xfrm flipH="1" rot="10800000">
            <a:off x="7250025" y="4433791"/>
            <a:ext cx="242888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3" name="Google Shape;2913;p25"/>
          <p:cNvCxnSpPr/>
          <p:nvPr/>
        </p:nvCxnSpPr>
        <p:spPr>
          <a:xfrm flipH="1" rot="10800000">
            <a:off x="6951575" y="4262341"/>
            <a:ext cx="195263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4" name="Google Shape;2914;p25"/>
          <p:cNvCxnSpPr/>
          <p:nvPr/>
        </p:nvCxnSpPr>
        <p:spPr>
          <a:xfrm flipH="1" rot="10800000">
            <a:off x="6638838" y="4554441"/>
            <a:ext cx="206375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5" name="Google Shape;2915;p25"/>
          <p:cNvCxnSpPr/>
          <p:nvPr/>
        </p:nvCxnSpPr>
        <p:spPr>
          <a:xfrm flipH="1" rot="10800000">
            <a:off x="7465925" y="4481416"/>
            <a:ext cx="254000" cy="247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6" name="Google Shape;2916;p25"/>
          <p:cNvCxnSpPr/>
          <p:nvPr/>
        </p:nvCxnSpPr>
        <p:spPr>
          <a:xfrm rot="10800000">
            <a:off x="7929475" y="4460778"/>
            <a:ext cx="358775" cy="120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7" name="Google Shape;2917;p25"/>
          <p:cNvCxnSpPr/>
          <p:nvPr/>
        </p:nvCxnSpPr>
        <p:spPr>
          <a:xfrm flipH="1" rot="10800000">
            <a:off x="7945350" y="4127403"/>
            <a:ext cx="285750" cy="1920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8" name="Google Shape;2918;p25"/>
          <p:cNvCxnSpPr/>
          <p:nvPr/>
        </p:nvCxnSpPr>
        <p:spPr>
          <a:xfrm rot="10800000">
            <a:off x="6900775" y="4000403"/>
            <a:ext cx="227013" cy="857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9" name="Google Shape;2919;p25"/>
          <p:cNvSpPr txBox="1"/>
          <p:nvPr/>
        </p:nvSpPr>
        <p:spPr>
          <a:xfrm>
            <a:off x="5914938" y="4040091"/>
            <a:ext cx="795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B</a:t>
            </a:r>
            <a:endParaRPr/>
          </a:p>
        </p:txBody>
      </p:sp>
      <p:cxnSp>
        <p:nvCxnSpPr>
          <p:cNvPr id="2920" name="Google Shape;2920;p25"/>
          <p:cNvCxnSpPr/>
          <p:nvPr/>
        </p:nvCxnSpPr>
        <p:spPr>
          <a:xfrm>
            <a:off x="3533688" y="2666903"/>
            <a:ext cx="238125" cy="261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1" name="Google Shape;2921;p25"/>
          <p:cNvCxnSpPr/>
          <p:nvPr/>
        </p:nvCxnSpPr>
        <p:spPr>
          <a:xfrm>
            <a:off x="5067213" y="2468466"/>
            <a:ext cx="307975" cy="5730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2" name="Google Shape;2922;p25"/>
          <p:cNvCxnSpPr/>
          <p:nvPr/>
        </p:nvCxnSpPr>
        <p:spPr>
          <a:xfrm flipH="1">
            <a:off x="5576800" y="2446241"/>
            <a:ext cx="384175" cy="5794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3" name="Google Shape;2923;p25"/>
          <p:cNvCxnSpPr/>
          <p:nvPr/>
        </p:nvCxnSpPr>
        <p:spPr>
          <a:xfrm>
            <a:off x="7921538" y="2957416"/>
            <a:ext cx="215900" cy="10461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4" name="Google Shape;2924;p25"/>
          <p:cNvCxnSpPr/>
          <p:nvPr/>
        </p:nvCxnSpPr>
        <p:spPr>
          <a:xfrm flipH="1">
            <a:off x="8288250" y="3308253"/>
            <a:ext cx="241300" cy="692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5" name="Google Shape;2925;p25"/>
          <p:cNvCxnSpPr/>
          <p:nvPr/>
        </p:nvCxnSpPr>
        <p:spPr>
          <a:xfrm rot="10800000">
            <a:off x="8605750" y="4630641"/>
            <a:ext cx="796925" cy="614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6" name="Google Shape;2926;p25"/>
          <p:cNvCxnSpPr/>
          <p:nvPr/>
        </p:nvCxnSpPr>
        <p:spPr>
          <a:xfrm flipH="1" rot="10800000">
            <a:off x="2941550" y="5218016"/>
            <a:ext cx="401638" cy="209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7" name="Google Shape;2927;p25"/>
          <p:cNvCxnSpPr/>
          <p:nvPr/>
        </p:nvCxnSpPr>
        <p:spPr>
          <a:xfrm>
            <a:off x="2535150" y="5075141"/>
            <a:ext cx="450850" cy="115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8" name="Google Shape;2928;p25"/>
          <p:cNvCxnSpPr/>
          <p:nvPr/>
        </p:nvCxnSpPr>
        <p:spPr>
          <a:xfrm rot="10800000">
            <a:off x="7646900" y="4779866"/>
            <a:ext cx="1047750" cy="9667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9" name="Google Shape;2929;p25"/>
          <p:cNvCxnSpPr/>
          <p:nvPr/>
        </p:nvCxnSpPr>
        <p:spPr>
          <a:xfrm flipH="1">
            <a:off x="8716875" y="4368703"/>
            <a:ext cx="541338" cy="2492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30" name="Google Shape;2930;p25"/>
          <p:cNvGrpSpPr/>
          <p:nvPr/>
        </p:nvGrpSpPr>
        <p:grpSpPr>
          <a:xfrm>
            <a:off x="5192625" y="3007829"/>
            <a:ext cx="541338" cy="223023"/>
            <a:chOff x="7493876" y="2774731"/>
            <a:chExt cx="1481958" cy="894622"/>
          </a:xfrm>
        </p:grpSpPr>
        <p:sp>
          <p:nvSpPr>
            <p:cNvPr id="2931" name="Google Shape;2931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32" name="Google Shape;2932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33" name="Google Shape;2933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34" name="Google Shape;2934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5" name="Google Shape;2935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6" name="Google Shape;2936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7" name="Google Shape;2937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38" name="Google Shape;2938;p25"/>
          <p:cNvGrpSpPr/>
          <p:nvPr/>
        </p:nvGrpSpPr>
        <p:grpSpPr>
          <a:xfrm>
            <a:off x="3621872" y="2908203"/>
            <a:ext cx="541338" cy="223023"/>
            <a:chOff x="7493876" y="2774731"/>
            <a:chExt cx="1481958" cy="894622"/>
          </a:xfrm>
        </p:grpSpPr>
        <p:sp>
          <p:nvSpPr>
            <p:cNvPr id="2939" name="Google Shape;2939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40" name="Google Shape;2940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41" name="Google Shape;2941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42" name="Google Shape;2942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3" name="Google Shape;2943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4" name="Google Shape;2944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5" name="Google Shape;2945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46" name="Google Shape;2946;p25"/>
          <p:cNvGrpSpPr/>
          <p:nvPr/>
        </p:nvGrpSpPr>
        <p:grpSpPr>
          <a:xfrm>
            <a:off x="8182681" y="4501444"/>
            <a:ext cx="541338" cy="223023"/>
            <a:chOff x="7493876" y="2774731"/>
            <a:chExt cx="1481958" cy="894622"/>
          </a:xfrm>
        </p:grpSpPr>
        <p:sp>
          <p:nvSpPr>
            <p:cNvPr id="2947" name="Google Shape;2947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48" name="Google Shape;2948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49" name="Google Shape;2949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50" name="Google Shape;2950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1" name="Google Shape;2951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2" name="Google Shape;2952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3" name="Google Shape;2953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54" name="Google Shape;2954;p25"/>
          <p:cNvGrpSpPr/>
          <p:nvPr/>
        </p:nvGrpSpPr>
        <p:grpSpPr>
          <a:xfrm>
            <a:off x="7469673" y="4278623"/>
            <a:ext cx="541338" cy="223023"/>
            <a:chOff x="7493876" y="2774731"/>
            <a:chExt cx="1481958" cy="894622"/>
          </a:xfrm>
        </p:grpSpPr>
        <p:sp>
          <p:nvSpPr>
            <p:cNvPr id="2955" name="Google Shape;2955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56" name="Google Shape;2956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57" name="Google Shape;2957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58" name="Google Shape;2958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9" name="Google Shape;2959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0" name="Google Shape;2960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1" name="Google Shape;2961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62" name="Google Shape;2962;p25"/>
          <p:cNvGrpSpPr/>
          <p:nvPr/>
        </p:nvGrpSpPr>
        <p:grpSpPr>
          <a:xfrm>
            <a:off x="6979356" y="4059569"/>
            <a:ext cx="541338" cy="223023"/>
            <a:chOff x="7493876" y="2774731"/>
            <a:chExt cx="1481958" cy="894622"/>
          </a:xfrm>
        </p:grpSpPr>
        <p:sp>
          <p:nvSpPr>
            <p:cNvPr id="2963" name="Google Shape;2963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64" name="Google Shape;2964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65" name="Google Shape;2965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66" name="Google Shape;2966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7" name="Google Shape;2967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8" name="Google Shape;2968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9" name="Google Shape;2969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70" name="Google Shape;2970;p25"/>
          <p:cNvGrpSpPr/>
          <p:nvPr/>
        </p:nvGrpSpPr>
        <p:grpSpPr>
          <a:xfrm>
            <a:off x="6723616" y="4366729"/>
            <a:ext cx="541338" cy="223023"/>
            <a:chOff x="7493876" y="2774731"/>
            <a:chExt cx="1481958" cy="894622"/>
          </a:xfrm>
        </p:grpSpPr>
        <p:sp>
          <p:nvSpPr>
            <p:cNvPr id="2971" name="Google Shape;2971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72" name="Google Shape;2972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73" name="Google Shape;2973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74" name="Google Shape;2974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5" name="Google Shape;2975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6" name="Google Shape;2976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7" name="Google Shape;2977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78" name="Google Shape;2978;p25"/>
          <p:cNvGrpSpPr/>
          <p:nvPr/>
        </p:nvGrpSpPr>
        <p:grpSpPr>
          <a:xfrm>
            <a:off x="3740086" y="4631455"/>
            <a:ext cx="541338" cy="223023"/>
            <a:chOff x="7493876" y="2774731"/>
            <a:chExt cx="1481958" cy="894622"/>
          </a:xfrm>
        </p:grpSpPr>
        <p:sp>
          <p:nvSpPr>
            <p:cNvPr id="2979" name="Google Shape;2979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80" name="Google Shape;2980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81" name="Google Shape;2981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82" name="Google Shape;2982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3" name="Google Shape;2983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4" name="Google Shape;2984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5" name="Google Shape;2985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86" name="Google Shape;2986;p25"/>
          <p:cNvGrpSpPr/>
          <p:nvPr/>
        </p:nvGrpSpPr>
        <p:grpSpPr>
          <a:xfrm>
            <a:off x="3500746" y="4902845"/>
            <a:ext cx="541338" cy="223023"/>
            <a:chOff x="7493876" y="2774731"/>
            <a:chExt cx="1481958" cy="894622"/>
          </a:xfrm>
        </p:grpSpPr>
        <p:sp>
          <p:nvSpPr>
            <p:cNvPr id="2987" name="Google Shape;2987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88" name="Google Shape;2988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89" name="Google Shape;2989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90" name="Google Shape;2990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1" name="Google Shape;2991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2" name="Google Shape;2992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3" name="Google Shape;2993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94" name="Google Shape;2994;p25"/>
          <p:cNvGrpSpPr/>
          <p:nvPr/>
        </p:nvGrpSpPr>
        <p:grpSpPr>
          <a:xfrm>
            <a:off x="2989969" y="5089246"/>
            <a:ext cx="541338" cy="223023"/>
            <a:chOff x="7493876" y="2774731"/>
            <a:chExt cx="1481958" cy="894622"/>
          </a:xfrm>
        </p:grpSpPr>
        <p:sp>
          <p:nvSpPr>
            <p:cNvPr id="2995" name="Google Shape;2995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96" name="Google Shape;2996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97" name="Google Shape;2997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98" name="Google Shape;2998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9" name="Google Shape;2999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0" name="Google Shape;3000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1" name="Google Shape;3001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02" name="Google Shape;3002;p25"/>
          <p:cNvGrpSpPr/>
          <p:nvPr/>
        </p:nvGrpSpPr>
        <p:grpSpPr>
          <a:xfrm>
            <a:off x="4023882" y="5178456"/>
            <a:ext cx="541338" cy="223023"/>
            <a:chOff x="7493876" y="2774731"/>
            <a:chExt cx="1481958" cy="894622"/>
          </a:xfrm>
        </p:grpSpPr>
        <p:sp>
          <p:nvSpPr>
            <p:cNvPr id="3003" name="Google Shape;3003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04" name="Google Shape;3004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05" name="Google Shape;3005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06" name="Google Shape;3006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7" name="Google Shape;3007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8" name="Google Shape;3008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9" name="Google Shape;3009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10" name="Google Shape;3010;p25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grpSp>
        <p:nvGrpSpPr>
          <p:cNvPr id="3011" name="Google Shape;3011;p25"/>
          <p:cNvGrpSpPr/>
          <p:nvPr/>
        </p:nvGrpSpPr>
        <p:grpSpPr>
          <a:xfrm>
            <a:off x="2994584" y="2310458"/>
            <a:ext cx="648509" cy="418221"/>
            <a:chOff x="3053396" y="4304255"/>
            <a:chExt cx="648422" cy="418253"/>
          </a:xfrm>
        </p:grpSpPr>
        <p:sp>
          <p:nvSpPr>
            <p:cNvPr id="3012" name="Google Shape;3012;p25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3" name="Google Shape;3013;p25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3014" name="Google Shape;3014;p25"/>
          <p:cNvGrpSpPr/>
          <p:nvPr/>
        </p:nvGrpSpPr>
        <p:grpSpPr>
          <a:xfrm>
            <a:off x="7503691" y="2564438"/>
            <a:ext cx="648509" cy="418221"/>
            <a:chOff x="3053396" y="4304255"/>
            <a:chExt cx="648422" cy="418253"/>
          </a:xfrm>
        </p:grpSpPr>
        <p:sp>
          <p:nvSpPr>
            <p:cNvPr id="3015" name="Google Shape;3015;p25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6" name="Google Shape;3016;p25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3017" name="Google Shape;3017;p25"/>
          <p:cNvGrpSpPr/>
          <p:nvPr/>
        </p:nvGrpSpPr>
        <p:grpSpPr>
          <a:xfrm>
            <a:off x="2410305" y="5421718"/>
            <a:ext cx="648509" cy="418221"/>
            <a:chOff x="3053396" y="4304255"/>
            <a:chExt cx="648422" cy="418253"/>
          </a:xfrm>
        </p:grpSpPr>
        <p:sp>
          <p:nvSpPr>
            <p:cNvPr id="3018" name="Google Shape;3018;p25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9" name="Google Shape;3019;p25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3020" name="Google Shape;3020;p25"/>
          <p:cNvGrpSpPr/>
          <p:nvPr/>
        </p:nvGrpSpPr>
        <p:grpSpPr>
          <a:xfrm>
            <a:off x="1991149" y="4799466"/>
            <a:ext cx="648509" cy="418221"/>
            <a:chOff x="3053396" y="4304255"/>
            <a:chExt cx="648422" cy="418253"/>
          </a:xfrm>
        </p:grpSpPr>
        <p:sp>
          <p:nvSpPr>
            <p:cNvPr id="3021" name="Google Shape;3021;p25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2" name="Google Shape;3022;p25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3023" name="Google Shape;3023;p25"/>
          <p:cNvGrpSpPr/>
          <p:nvPr/>
        </p:nvGrpSpPr>
        <p:grpSpPr>
          <a:xfrm>
            <a:off x="1762518" y="4139117"/>
            <a:ext cx="648509" cy="418221"/>
            <a:chOff x="3053396" y="4304255"/>
            <a:chExt cx="648422" cy="418253"/>
          </a:xfrm>
        </p:grpSpPr>
        <p:sp>
          <p:nvSpPr>
            <p:cNvPr id="3024" name="Google Shape;3024;p25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5" name="Google Shape;3025;p25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3026" name="Google Shape;3026;p25"/>
          <p:cNvGrpSpPr/>
          <p:nvPr/>
        </p:nvGrpSpPr>
        <p:grpSpPr>
          <a:xfrm>
            <a:off x="8253092" y="2996205"/>
            <a:ext cx="648509" cy="418221"/>
            <a:chOff x="3053396" y="4304255"/>
            <a:chExt cx="648422" cy="418253"/>
          </a:xfrm>
        </p:grpSpPr>
        <p:sp>
          <p:nvSpPr>
            <p:cNvPr id="3027" name="Google Shape;3027;p25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8" name="Google Shape;3028;p25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3029" name="Google Shape;3029;p25"/>
          <p:cNvGrpSpPr/>
          <p:nvPr/>
        </p:nvGrpSpPr>
        <p:grpSpPr>
          <a:xfrm>
            <a:off x="4595000" y="2069176"/>
            <a:ext cx="648509" cy="418221"/>
            <a:chOff x="3053396" y="4304255"/>
            <a:chExt cx="648422" cy="418253"/>
          </a:xfrm>
        </p:grpSpPr>
        <p:sp>
          <p:nvSpPr>
            <p:cNvPr id="3030" name="Google Shape;3030;p25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1" name="Google Shape;3031;p25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3032" name="Google Shape;3032;p25"/>
          <p:cNvGrpSpPr/>
          <p:nvPr/>
        </p:nvGrpSpPr>
        <p:grpSpPr>
          <a:xfrm>
            <a:off x="5509523" y="2043778"/>
            <a:ext cx="648509" cy="418221"/>
            <a:chOff x="3053396" y="4304255"/>
            <a:chExt cx="648422" cy="418253"/>
          </a:xfrm>
        </p:grpSpPr>
        <p:sp>
          <p:nvSpPr>
            <p:cNvPr id="3033" name="Google Shape;3033;p25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4" name="Google Shape;3034;p25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3035" name="Google Shape;3035;p25"/>
          <p:cNvGrpSpPr/>
          <p:nvPr/>
        </p:nvGrpSpPr>
        <p:grpSpPr>
          <a:xfrm>
            <a:off x="8570635" y="5675699"/>
            <a:ext cx="648509" cy="418221"/>
            <a:chOff x="3053396" y="4304255"/>
            <a:chExt cx="648422" cy="418253"/>
          </a:xfrm>
        </p:grpSpPr>
        <p:sp>
          <p:nvSpPr>
            <p:cNvPr id="3036" name="Google Shape;3036;p25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7" name="Google Shape;3037;p25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3038" name="Google Shape;3038;p25"/>
          <p:cNvGrpSpPr/>
          <p:nvPr/>
        </p:nvGrpSpPr>
        <p:grpSpPr>
          <a:xfrm>
            <a:off x="9408948" y="5028049"/>
            <a:ext cx="648509" cy="418221"/>
            <a:chOff x="3053396" y="4304255"/>
            <a:chExt cx="648422" cy="418253"/>
          </a:xfrm>
        </p:grpSpPr>
        <p:sp>
          <p:nvSpPr>
            <p:cNvPr id="3039" name="Google Shape;3039;p25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0" name="Google Shape;3040;p25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3041" name="Google Shape;3041;p25"/>
          <p:cNvGrpSpPr/>
          <p:nvPr/>
        </p:nvGrpSpPr>
        <p:grpSpPr>
          <a:xfrm>
            <a:off x="9180317" y="4113719"/>
            <a:ext cx="648509" cy="418221"/>
            <a:chOff x="3053396" y="4304255"/>
            <a:chExt cx="648422" cy="418253"/>
          </a:xfrm>
        </p:grpSpPr>
        <p:sp>
          <p:nvSpPr>
            <p:cNvPr id="3042" name="Google Shape;3042;p25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3" name="Google Shape;3043;p25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sp>
        <p:nvSpPr>
          <p:cNvPr id="3044" name="Google Shape;3044;p25"/>
          <p:cNvSpPr txBox="1"/>
          <p:nvPr/>
        </p:nvSpPr>
        <p:spPr>
          <a:xfrm rot="1053502">
            <a:off x="6609175" y="1968629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3045" name="Google Shape;3045;p25"/>
          <p:cNvSpPr txBox="1"/>
          <p:nvPr/>
        </p:nvSpPr>
        <p:spPr>
          <a:xfrm rot="2829263">
            <a:off x="8895540" y="3441660"/>
            <a:ext cx="543697" cy="52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3046" name="Google Shape;3046;p25"/>
          <p:cNvSpPr txBox="1"/>
          <p:nvPr/>
        </p:nvSpPr>
        <p:spPr>
          <a:xfrm rot="9845918">
            <a:off x="7564044" y="5954634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3047" name="Google Shape;3047;p25"/>
          <p:cNvSpPr txBox="1"/>
          <p:nvPr/>
        </p:nvSpPr>
        <p:spPr>
          <a:xfrm rot="-9948738">
            <a:off x="3196001" y="5857999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3048" name="Google Shape;3048;p25"/>
          <p:cNvSpPr txBox="1"/>
          <p:nvPr/>
        </p:nvSpPr>
        <p:spPr>
          <a:xfrm rot="-4992697">
            <a:off x="1609690" y="3551677"/>
            <a:ext cx="543697" cy="52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3049" name="Google Shape;3049;p25"/>
          <p:cNvSpPr txBox="1"/>
          <p:nvPr/>
        </p:nvSpPr>
        <p:spPr>
          <a:xfrm rot="-1017263">
            <a:off x="3795672" y="1918514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3050" name="Google Shape;3050;p25"/>
          <p:cNvSpPr txBox="1"/>
          <p:nvPr/>
        </p:nvSpPr>
        <p:spPr>
          <a:xfrm>
            <a:off x="851133" y="1142095"/>
            <a:ext cx="10824866" cy="8340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and content provider networks  (e.g., Google, Microsoft,  Akamai) may run their own network, to bring services, content close to end users</a:t>
            </a:r>
            <a:endParaRPr/>
          </a:p>
        </p:txBody>
      </p:sp>
      <p:grpSp>
        <p:nvGrpSpPr>
          <p:cNvPr id="3051" name="Google Shape;3051;p25"/>
          <p:cNvGrpSpPr/>
          <p:nvPr/>
        </p:nvGrpSpPr>
        <p:grpSpPr>
          <a:xfrm>
            <a:off x="5736579" y="2899825"/>
            <a:ext cx="2272389" cy="1061009"/>
            <a:chOff x="4696844" y="2871032"/>
            <a:chExt cx="2272671" cy="1061113"/>
          </a:xfrm>
        </p:grpSpPr>
        <p:grpSp>
          <p:nvGrpSpPr>
            <p:cNvPr id="3052" name="Google Shape;3052;p25"/>
            <p:cNvGrpSpPr/>
            <p:nvPr/>
          </p:nvGrpSpPr>
          <p:grpSpPr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3053" name="Google Shape;3053;p25"/>
              <p:cNvSpPr/>
              <p:nvPr/>
            </p:nvSpPr>
            <p:spPr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4" name="Google Shape;3054;p25"/>
              <p:cNvSpPr txBox="1"/>
              <p:nvPr/>
            </p:nvSpPr>
            <p:spPr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IXP</a:t>
                </a:r>
                <a:endParaRPr/>
              </a:p>
            </p:txBody>
          </p:sp>
        </p:grpSp>
        <p:cxnSp>
          <p:nvCxnSpPr>
            <p:cNvPr id="3055" name="Google Shape;3055;p25"/>
            <p:cNvCxnSpPr/>
            <p:nvPr/>
          </p:nvCxnSpPr>
          <p:spPr>
            <a:xfrm>
              <a:off x="4696844" y="3073933"/>
              <a:ext cx="980347" cy="3515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6" name="Google Shape;3056;p25"/>
            <p:cNvCxnSpPr>
              <a:endCxn id="3057" idx="1"/>
            </p:cNvCxnSpPr>
            <p:nvPr/>
          </p:nvCxnSpPr>
          <p:spPr>
            <a:xfrm>
              <a:off x="6137015" y="3146745"/>
              <a:ext cx="832500" cy="7854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058" name="Google Shape;3058;p25"/>
          <p:cNvGrpSpPr/>
          <p:nvPr/>
        </p:nvGrpSpPr>
        <p:grpSpPr>
          <a:xfrm>
            <a:off x="3570106" y="3762886"/>
            <a:ext cx="2938633" cy="1357363"/>
            <a:chOff x="2746015" y="3733001"/>
            <a:chExt cx="2937190" cy="1359445"/>
          </a:xfrm>
        </p:grpSpPr>
        <p:cxnSp>
          <p:nvCxnSpPr>
            <p:cNvPr id="3059" name="Google Shape;3059;p25"/>
            <p:cNvCxnSpPr>
              <a:stCxn id="3060" idx="5"/>
              <a:endCxn id="3061" idx="3"/>
            </p:cNvCxnSpPr>
            <p:nvPr/>
          </p:nvCxnSpPr>
          <p:spPr>
            <a:xfrm>
              <a:off x="5094305" y="3733001"/>
              <a:ext cx="588900" cy="2127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62" name="Google Shape;3062;p25"/>
            <p:cNvCxnSpPr>
              <a:stCxn id="3063" idx="5"/>
            </p:cNvCxnSpPr>
            <p:nvPr/>
          </p:nvCxnSpPr>
          <p:spPr>
            <a:xfrm flipH="1">
              <a:off x="2746015" y="3789080"/>
              <a:ext cx="54600" cy="6018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64" name="Google Shape;3064;p25"/>
            <p:cNvCxnSpPr>
              <a:endCxn id="3065" idx="3"/>
            </p:cNvCxnSpPr>
            <p:nvPr/>
          </p:nvCxnSpPr>
          <p:spPr>
            <a:xfrm flipH="1" rot="10800000">
              <a:off x="4424295" y="4701847"/>
              <a:ext cx="1074600" cy="3906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066" name="Google Shape;3066;p25"/>
          <p:cNvCxnSpPr>
            <a:stCxn id="3067" idx="2"/>
          </p:cNvCxnSpPr>
          <p:nvPr/>
        </p:nvCxnSpPr>
        <p:spPr>
          <a:xfrm flipH="1" rot="10800000">
            <a:off x="4982880" y="4309884"/>
            <a:ext cx="309000" cy="3078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8" name="Google Shape;3068;p25"/>
          <p:cNvCxnSpPr/>
          <p:nvPr/>
        </p:nvCxnSpPr>
        <p:spPr>
          <a:xfrm flipH="1" rot="10800000">
            <a:off x="5520180" y="3924252"/>
            <a:ext cx="929835" cy="367084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9" name="Google Shape;3069;p25"/>
          <p:cNvCxnSpPr>
            <a:stCxn id="3070" idx="2"/>
          </p:cNvCxnSpPr>
          <p:nvPr/>
        </p:nvCxnSpPr>
        <p:spPr>
          <a:xfrm>
            <a:off x="4815073" y="3947043"/>
            <a:ext cx="477000" cy="2775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71" name="Google Shape;3071;p25"/>
          <p:cNvGrpSpPr/>
          <p:nvPr/>
        </p:nvGrpSpPr>
        <p:grpSpPr>
          <a:xfrm>
            <a:off x="7929475" y="3939691"/>
            <a:ext cx="541338" cy="223023"/>
            <a:chOff x="7493876" y="2774731"/>
            <a:chExt cx="1481958" cy="894622"/>
          </a:xfrm>
        </p:grpSpPr>
        <p:sp>
          <p:nvSpPr>
            <p:cNvPr id="3072" name="Google Shape;3072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57" name="Google Shape;3057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73" name="Google Shape;3073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74" name="Google Shape;3074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5" name="Google Shape;3075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6" name="Google Shape;3076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7" name="Google Shape;3077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78" name="Google Shape;3078;p25"/>
          <p:cNvGrpSpPr/>
          <p:nvPr/>
        </p:nvGrpSpPr>
        <p:grpSpPr>
          <a:xfrm>
            <a:off x="4400287" y="3826770"/>
            <a:ext cx="541338" cy="223023"/>
            <a:chOff x="7493876" y="2774731"/>
            <a:chExt cx="1481958" cy="894622"/>
          </a:xfrm>
        </p:grpSpPr>
        <p:sp>
          <p:nvSpPr>
            <p:cNvPr id="3079" name="Google Shape;3079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80" name="Google Shape;3080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81" name="Google Shape;3081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82" name="Google Shape;3082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0" name="Google Shape;3070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3" name="Google Shape;3083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4" name="Google Shape;3084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85" name="Google Shape;3085;p25"/>
          <p:cNvGrpSpPr/>
          <p:nvPr/>
        </p:nvGrpSpPr>
        <p:grpSpPr>
          <a:xfrm>
            <a:off x="4568094" y="4497411"/>
            <a:ext cx="541338" cy="223023"/>
            <a:chOff x="7493876" y="2774731"/>
            <a:chExt cx="1481958" cy="894622"/>
          </a:xfrm>
        </p:grpSpPr>
        <p:sp>
          <p:nvSpPr>
            <p:cNvPr id="3086" name="Google Shape;3086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87" name="Google Shape;3087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88" name="Google Shape;3088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89" name="Google Shape;3089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7" name="Google Shape;3067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0" name="Google Shape;3090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1" name="Google Shape;3091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92" name="Google Shape;3092;p25"/>
          <p:cNvGrpSpPr/>
          <p:nvPr/>
        </p:nvGrpSpPr>
        <p:grpSpPr>
          <a:xfrm>
            <a:off x="6429198" y="3852093"/>
            <a:ext cx="541338" cy="223023"/>
            <a:chOff x="7493876" y="2774731"/>
            <a:chExt cx="1481958" cy="894622"/>
          </a:xfrm>
        </p:grpSpPr>
        <p:sp>
          <p:nvSpPr>
            <p:cNvPr id="3093" name="Google Shape;3093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61" name="Google Shape;3061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94" name="Google Shape;3094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95" name="Google Shape;3095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6" name="Google Shape;3096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7" name="Google Shape;3097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8" name="Google Shape;3098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99" name="Google Shape;3099;p25"/>
          <p:cNvGrpSpPr/>
          <p:nvPr/>
        </p:nvGrpSpPr>
        <p:grpSpPr>
          <a:xfrm>
            <a:off x="5457737" y="3639654"/>
            <a:ext cx="541338" cy="223023"/>
            <a:chOff x="7493876" y="2774731"/>
            <a:chExt cx="1481958" cy="894622"/>
          </a:xfrm>
        </p:grpSpPr>
        <p:sp>
          <p:nvSpPr>
            <p:cNvPr id="3100" name="Google Shape;3100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60" name="Google Shape;3060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101" name="Google Shape;3101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02" name="Google Shape;3102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3" name="Google Shape;3103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4" name="Google Shape;3104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5" name="Google Shape;3105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06" name="Google Shape;3106;p25"/>
          <p:cNvGrpSpPr/>
          <p:nvPr/>
        </p:nvGrpSpPr>
        <p:grpSpPr>
          <a:xfrm>
            <a:off x="5119678" y="4119105"/>
            <a:ext cx="528442" cy="338554"/>
            <a:chOff x="5634518" y="2652249"/>
            <a:chExt cx="528092" cy="338174"/>
          </a:xfrm>
        </p:grpSpPr>
        <p:sp>
          <p:nvSpPr>
            <p:cNvPr id="3107" name="Google Shape;3107;p25"/>
            <p:cNvSpPr/>
            <p:nvPr/>
          </p:nvSpPr>
          <p:spPr>
            <a:xfrm>
              <a:off x="5634518" y="2672371"/>
              <a:ext cx="528092" cy="3048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8" name="Google Shape;3108;p25"/>
            <p:cNvSpPr txBox="1"/>
            <p:nvPr/>
          </p:nvSpPr>
          <p:spPr>
            <a:xfrm>
              <a:off x="5685246" y="2652249"/>
              <a:ext cx="447262" cy="338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IXP</a:t>
              </a:r>
              <a:endParaRPr/>
            </a:p>
          </p:txBody>
        </p:sp>
      </p:grpSp>
      <p:grpSp>
        <p:nvGrpSpPr>
          <p:cNvPr id="3109" name="Google Shape;3109;p25"/>
          <p:cNvGrpSpPr/>
          <p:nvPr/>
        </p:nvGrpSpPr>
        <p:grpSpPr>
          <a:xfrm>
            <a:off x="6244846" y="4607015"/>
            <a:ext cx="541338" cy="223023"/>
            <a:chOff x="7493876" y="2774731"/>
            <a:chExt cx="1481958" cy="894622"/>
          </a:xfrm>
        </p:grpSpPr>
        <p:sp>
          <p:nvSpPr>
            <p:cNvPr id="3110" name="Google Shape;3110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65" name="Google Shape;3065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111" name="Google Shape;3111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12" name="Google Shape;3112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3" name="Google Shape;3113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4" name="Google Shape;3114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5" name="Google Shape;3115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16" name="Google Shape;3116;p25"/>
          <p:cNvGrpSpPr/>
          <p:nvPr/>
        </p:nvGrpSpPr>
        <p:grpSpPr>
          <a:xfrm>
            <a:off x="3355534" y="3674009"/>
            <a:ext cx="541338" cy="223023"/>
            <a:chOff x="7493876" y="2774731"/>
            <a:chExt cx="1481958" cy="894622"/>
          </a:xfrm>
        </p:grpSpPr>
        <p:sp>
          <p:nvSpPr>
            <p:cNvPr id="3063" name="Google Shape;3063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117" name="Google Shape;3117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118" name="Google Shape;3118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19" name="Google Shape;3119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0" name="Google Shape;3120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1" name="Google Shape;3121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2" name="Google Shape;3122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123" name="Google Shape;3123;p25"/>
          <p:cNvCxnSpPr/>
          <p:nvPr/>
        </p:nvCxnSpPr>
        <p:spPr>
          <a:xfrm>
            <a:off x="2622407" y="3016153"/>
            <a:ext cx="38100" cy="3095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4" name="Google Shape;3124;p25"/>
          <p:cNvCxnSpPr/>
          <p:nvPr/>
        </p:nvCxnSpPr>
        <p:spPr>
          <a:xfrm>
            <a:off x="2401745" y="3297141"/>
            <a:ext cx="123825" cy="212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5" name="Google Shape;3125;p25"/>
          <p:cNvCxnSpPr/>
          <p:nvPr/>
        </p:nvCxnSpPr>
        <p:spPr>
          <a:xfrm flipH="1" rot="10800000">
            <a:off x="2322370" y="4394103"/>
            <a:ext cx="203200" cy="79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6" name="Google Shape;3126;p25"/>
          <p:cNvCxnSpPr/>
          <p:nvPr/>
        </p:nvCxnSpPr>
        <p:spPr>
          <a:xfrm flipH="1" rot="10800000">
            <a:off x="2851007" y="3849591"/>
            <a:ext cx="430213" cy="10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27" name="Google Shape;3127;p25"/>
          <p:cNvGrpSpPr/>
          <p:nvPr/>
        </p:nvGrpSpPr>
        <p:grpSpPr>
          <a:xfrm>
            <a:off x="2219780" y="2716827"/>
            <a:ext cx="648509" cy="418221"/>
            <a:chOff x="3053396" y="4304255"/>
            <a:chExt cx="648422" cy="418253"/>
          </a:xfrm>
        </p:grpSpPr>
        <p:sp>
          <p:nvSpPr>
            <p:cNvPr id="3128" name="Google Shape;3128;p25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9" name="Google Shape;3129;p25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3130" name="Google Shape;3130;p25"/>
          <p:cNvGrpSpPr/>
          <p:nvPr/>
        </p:nvGrpSpPr>
        <p:grpSpPr>
          <a:xfrm>
            <a:off x="1838728" y="3110496"/>
            <a:ext cx="648509" cy="418221"/>
            <a:chOff x="3053396" y="4304255"/>
            <a:chExt cx="648422" cy="418253"/>
          </a:xfrm>
        </p:grpSpPr>
        <p:sp>
          <p:nvSpPr>
            <p:cNvPr id="3131" name="Google Shape;3131;p25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2" name="Google Shape;3132;p25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cxnSp>
        <p:nvCxnSpPr>
          <p:cNvPr id="3133" name="Google Shape;3133;p25"/>
          <p:cNvCxnSpPr/>
          <p:nvPr/>
        </p:nvCxnSpPr>
        <p:spPr>
          <a:xfrm>
            <a:off x="2828782" y="4163916"/>
            <a:ext cx="533980" cy="29158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34" name="Google Shape;3134;p25"/>
          <p:cNvGrpSpPr/>
          <p:nvPr/>
        </p:nvGrpSpPr>
        <p:grpSpPr>
          <a:xfrm>
            <a:off x="3292387" y="4376707"/>
            <a:ext cx="541338" cy="223023"/>
            <a:chOff x="7493876" y="2774731"/>
            <a:chExt cx="1481958" cy="894622"/>
          </a:xfrm>
        </p:grpSpPr>
        <p:sp>
          <p:nvSpPr>
            <p:cNvPr id="3135" name="Google Shape;3135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136" name="Google Shape;3136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137" name="Google Shape;3137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38" name="Google Shape;3138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9" name="Google Shape;3139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0" name="Google Shape;3140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1" name="Google Shape;3141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142" name="Google Shape;3142;p25"/>
          <p:cNvCxnSpPr/>
          <p:nvPr/>
        </p:nvCxnSpPr>
        <p:spPr>
          <a:xfrm rot="10800000">
            <a:off x="5179131" y="5171184"/>
            <a:ext cx="371475" cy="9731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3" name="Google Shape;3143;p25"/>
          <p:cNvCxnSpPr/>
          <p:nvPr/>
        </p:nvCxnSpPr>
        <p:spPr>
          <a:xfrm rot="10800000">
            <a:off x="6157031" y="5810947"/>
            <a:ext cx="520700" cy="1698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4" name="Google Shape;3144;p25"/>
          <p:cNvCxnSpPr/>
          <p:nvPr/>
        </p:nvCxnSpPr>
        <p:spPr>
          <a:xfrm flipH="1" rot="10800000">
            <a:off x="4461581" y="5815709"/>
            <a:ext cx="306387" cy="16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45" name="Google Shape;3145;p25"/>
          <p:cNvGrpSpPr/>
          <p:nvPr/>
        </p:nvGrpSpPr>
        <p:grpSpPr>
          <a:xfrm>
            <a:off x="4201247" y="5904281"/>
            <a:ext cx="648509" cy="418221"/>
            <a:chOff x="3053396" y="4304255"/>
            <a:chExt cx="648422" cy="418253"/>
          </a:xfrm>
        </p:grpSpPr>
        <p:sp>
          <p:nvSpPr>
            <p:cNvPr id="3146" name="Google Shape;3146;p25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7" name="Google Shape;3147;p25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3148" name="Google Shape;3148;p25"/>
          <p:cNvGrpSpPr/>
          <p:nvPr/>
        </p:nvGrpSpPr>
        <p:grpSpPr>
          <a:xfrm>
            <a:off x="5420611" y="6056669"/>
            <a:ext cx="648509" cy="418221"/>
            <a:chOff x="3053396" y="4304255"/>
            <a:chExt cx="648422" cy="418253"/>
          </a:xfrm>
        </p:grpSpPr>
        <p:sp>
          <p:nvSpPr>
            <p:cNvPr id="3149" name="Google Shape;3149;p25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0" name="Google Shape;3150;p25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3151" name="Google Shape;3151;p25"/>
          <p:cNvGrpSpPr/>
          <p:nvPr/>
        </p:nvGrpSpPr>
        <p:grpSpPr>
          <a:xfrm>
            <a:off x="6335134" y="5916980"/>
            <a:ext cx="648509" cy="418221"/>
            <a:chOff x="3053396" y="4304255"/>
            <a:chExt cx="648422" cy="418253"/>
          </a:xfrm>
        </p:grpSpPr>
        <p:sp>
          <p:nvSpPr>
            <p:cNvPr id="3152" name="Google Shape;3152;p25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3" name="Google Shape;3153;p25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3154" name="Google Shape;3154;p25"/>
          <p:cNvGrpSpPr/>
          <p:nvPr/>
        </p:nvGrpSpPr>
        <p:grpSpPr>
          <a:xfrm>
            <a:off x="4812419" y="5011641"/>
            <a:ext cx="541338" cy="223023"/>
            <a:chOff x="7493876" y="2774731"/>
            <a:chExt cx="1481958" cy="894622"/>
          </a:xfrm>
        </p:grpSpPr>
        <p:sp>
          <p:nvSpPr>
            <p:cNvPr id="3155" name="Google Shape;3155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156" name="Google Shape;3156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157" name="Google Shape;3157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58" name="Google Shape;3158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9" name="Google Shape;3159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0" name="Google Shape;3160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1" name="Google Shape;3161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62" name="Google Shape;3162;p25"/>
          <p:cNvGrpSpPr/>
          <p:nvPr/>
        </p:nvGrpSpPr>
        <p:grpSpPr>
          <a:xfrm>
            <a:off x="2344724" y="2457440"/>
            <a:ext cx="6847328" cy="3478542"/>
            <a:chOff x="2344724" y="2457440"/>
            <a:chExt cx="6847328" cy="3478542"/>
          </a:xfrm>
        </p:grpSpPr>
        <p:grpSp>
          <p:nvGrpSpPr>
            <p:cNvPr id="3163" name="Google Shape;3163;p25"/>
            <p:cNvGrpSpPr/>
            <p:nvPr/>
          </p:nvGrpSpPr>
          <p:grpSpPr>
            <a:xfrm>
              <a:off x="2557552" y="3624662"/>
              <a:ext cx="6096000" cy="799432"/>
              <a:chOff x="1031788" y="6401642"/>
              <a:chExt cx="6096000" cy="799432"/>
            </a:xfrm>
          </p:grpSpPr>
          <p:sp>
            <p:nvSpPr>
              <p:cNvPr id="3164" name="Google Shape;3164;p25"/>
              <p:cNvSpPr/>
              <p:nvPr/>
            </p:nvSpPr>
            <p:spPr>
              <a:xfrm>
                <a:off x="1031788" y="6471664"/>
                <a:ext cx="6096000" cy="729410"/>
              </a:xfrm>
              <a:prstGeom prst="ellipse">
                <a:avLst/>
              </a:prstGeom>
              <a:solidFill>
                <a:srgbClr val="FF6600">
                  <a:alpha val="69803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  </a:t>
                </a:r>
                <a:endParaRPr/>
              </a:p>
            </p:txBody>
          </p:sp>
          <p:sp>
            <p:nvSpPr>
              <p:cNvPr id="3165" name="Google Shape;3165;p25"/>
              <p:cNvSpPr txBox="1"/>
              <p:nvPr/>
            </p:nvSpPr>
            <p:spPr>
              <a:xfrm>
                <a:off x="2317167" y="6584898"/>
                <a:ext cx="344402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Calibri"/>
                  <a:buNone/>
                </a:pPr>
                <a:r>
                  <a:rPr b="0" i="1" lang="en-US" sz="24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Content provider network</a:t>
                </a:r>
                <a:endParaRPr/>
              </a:p>
            </p:txBody>
          </p:sp>
          <p:grpSp>
            <p:nvGrpSpPr>
              <p:cNvPr id="3166" name="Google Shape;3166;p25"/>
              <p:cNvGrpSpPr/>
              <p:nvPr/>
            </p:nvGrpSpPr>
            <p:grpSpPr>
              <a:xfrm>
                <a:off x="1602338" y="6401642"/>
                <a:ext cx="666346" cy="673100"/>
                <a:chOff x="940359" y="5691959"/>
                <a:chExt cx="692498" cy="672474"/>
              </a:xfrm>
            </p:grpSpPr>
            <p:grpSp>
              <p:nvGrpSpPr>
                <p:cNvPr id="3167" name="Google Shape;3167;p25"/>
                <p:cNvGrpSpPr/>
                <p:nvPr/>
              </p:nvGrpSpPr>
              <p:grpSpPr>
                <a:xfrm>
                  <a:off x="940359" y="5691959"/>
                  <a:ext cx="594613" cy="648336"/>
                  <a:chOff x="5203089" y="1751190"/>
                  <a:chExt cx="858331" cy="662414"/>
                </a:xfrm>
              </p:grpSpPr>
              <p:sp>
                <p:nvSpPr>
                  <p:cNvPr id="3168" name="Google Shape;3168;p25"/>
                  <p:cNvSpPr/>
                  <p:nvPr/>
                </p:nvSpPr>
                <p:spPr>
                  <a:xfrm>
                    <a:off x="5536769" y="1751190"/>
                    <a:ext cx="524651" cy="662124"/>
                  </a:xfrm>
                  <a:custGeom>
                    <a:rect b="b" l="l" r="r" t="t"/>
                    <a:pathLst>
                      <a:path extrusionOk="0" h="662124" w="524651">
                        <a:moveTo>
                          <a:pt x="10856" y="658506"/>
                        </a:moveTo>
                        <a:cubicBezTo>
                          <a:pt x="8443" y="463125"/>
                          <a:pt x="2413" y="278598"/>
                          <a:pt x="0" y="83217"/>
                        </a:cubicBezTo>
                        <a:lnTo>
                          <a:pt x="249661" y="0"/>
                        </a:lnTo>
                        <a:lnTo>
                          <a:pt x="521033" y="68746"/>
                        </a:lnTo>
                        <a:lnTo>
                          <a:pt x="524651" y="662124"/>
                        </a:lnTo>
                        <a:lnTo>
                          <a:pt x="10856" y="658506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cap="flat" cmpd="sng" w="12700">
                    <a:solidFill>
                      <a:srgbClr val="0000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69" name="Google Shape;3169;p25"/>
                  <p:cNvSpPr/>
                  <p:nvPr/>
                </p:nvSpPr>
                <p:spPr>
                  <a:xfrm>
                    <a:off x="5203089" y="1921244"/>
                    <a:ext cx="651290" cy="492070"/>
                  </a:xfrm>
                  <a:custGeom>
                    <a:rect b="b" l="l" r="r" t="t"/>
                    <a:pathLst>
                      <a:path extrusionOk="0" h="492070" w="651290">
                        <a:moveTo>
                          <a:pt x="3618" y="492070"/>
                        </a:moveTo>
                        <a:lnTo>
                          <a:pt x="0" y="141108"/>
                        </a:lnTo>
                        <a:lnTo>
                          <a:pt x="423338" y="0"/>
                        </a:lnTo>
                        <a:lnTo>
                          <a:pt x="647672" y="57891"/>
                        </a:lnTo>
                        <a:lnTo>
                          <a:pt x="651290" y="492070"/>
                        </a:lnTo>
                        <a:lnTo>
                          <a:pt x="3618" y="492070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cap="flat" cmpd="sng" w="12700">
                    <a:solidFill>
                      <a:srgbClr val="0000A3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3170" name="Google Shape;3170;p25"/>
                  <p:cNvCxnSpPr/>
                  <p:nvPr/>
                </p:nvCxnSpPr>
                <p:spPr>
                  <a:xfrm flipH="1" rot="10800000">
                    <a:off x="5270526" y="2029553"/>
                    <a:ext cx="295249" cy="73468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71" name="Google Shape;3171;p25"/>
                  <p:cNvCxnSpPr/>
                  <p:nvPr/>
                </p:nvCxnSpPr>
                <p:spPr>
                  <a:xfrm flipH="1" rot="10800000">
                    <a:off x="5275406" y="2261710"/>
                    <a:ext cx="290369" cy="16752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72" name="Google Shape;3172;p25"/>
                  <p:cNvCxnSpPr/>
                  <p:nvPr/>
                </p:nvCxnSpPr>
                <p:spPr>
                  <a:xfrm flipH="1" rot="10800000">
                    <a:off x="5275406" y="2151772"/>
                    <a:ext cx="290369" cy="48402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73" name="Google Shape;3173;p25"/>
                  <p:cNvCxnSpPr/>
                  <p:nvPr/>
                </p:nvCxnSpPr>
                <p:spPr>
                  <a:xfrm>
                    <a:off x="5270094" y="2354086"/>
                    <a:ext cx="295681" cy="0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74" name="Google Shape;3174;p25"/>
                  <p:cNvCxnSpPr/>
                  <p:nvPr/>
                </p:nvCxnSpPr>
                <p:spPr>
                  <a:xfrm rot="10800000">
                    <a:off x="5950242" y="1866900"/>
                    <a:ext cx="0" cy="465273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dash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75" name="Google Shape;3175;p25"/>
                  <p:cNvCxnSpPr/>
                  <p:nvPr/>
                </p:nvCxnSpPr>
                <p:spPr>
                  <a:xfrm>
                    <a:off x="5628589" y="1936750"/>
                    <a:ext cx="0" cy="476854"/>
                  </a:xfrm>
                  <a:prstGeom prst="straightConnector1">
                    <a:avLst/>
                  </a:prstGeom>
                  <a:noFill/>
                  <a:ln cap="flat" cmpd="sng" w="15875">
                    <a:solidFill>
                      <a:srgbClr val="0000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176" name="Google Shape;3176;p25"/>
                <p:cNvGrpSpPr/>
                <p:nvPr/>
              </p:nvGrpSpPr>
              <p:grpSpPr>
                <a:xfrm>
                  <a:off x="940359" y="5691959"/>
                  <a:ext cx="692498" cy="672474"/>
                  <a:chOff x="10771171" y="3194171"/>
                  <a:chExt cx="692498" cy="672474"/>
                </a:xfrm>
              </p:grpSpPr>
              <p:grpSp>
                <p:nvGrpSpPr>
                  <p:cNvPr id="3177" name="Google Shape;3177;p25"/>
                  <p:cNvGrpSpPr/>
                  <p:nvPr/>
                </p:nvGrpSpPr>
                <p:grpSpPr>
                  <a:xfrm>
                    <a:off x="10771171" y="3194171"/>
                    <a:ext cx="594613" cy="648336"/>
                    <a:chOff x="5203089" y="1751190"/>
                    <a:chExt cx="858331" cy="662414"/>
                  </a:xfrm>
                </p:grpSpPr>
                <p:sp>
                  <p:nvSpPr>
                    <p:cNvPr id="3178" name="Google Shape;3178;p25"/>
                    <p:cNvSpPr/>
                    <p:nvPr/>
                  </p:nvSpPr>
                  <p:spPr>
                    <a:xfrm>
                      <a:off x="5536769" y="1751190"/>
                      <a:ext cx="524651" cy="662124"/>
                    </a:xfrm>
                    <a:custGeom>
                      <a:rect b="b" l="l" r="r" t="t"/>
                      <a:pathLst>
                        <a:path extrusionOk="0" h="662124" w="524651">
                          <a:moveTo>
                            <a:pt x="10856" y="658506"/>
                          </a:moveTo>
                          <a:cubicBezTo>
                            <a:pt x="8443" y="463125"/>
                            <a:pt x="2413" y="278598"/>
                            <a:pt x="0" y="83217"/>
                          </a:cubicBezTo>
                          <a:lnTo>
                            <a:pt x="249661" y="0"/>
                          </a:lnTo>
                          <a:lnTo>
                            <a:pt x="521033" y="68746"/>
                          </a:lnTo>
                          <a:lnTo>
                            <a:pt x="524651" y="662124"/>
                          </a:lnTo>
                          <a:lnTo>
                            <a:pt x="10856" y="658506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cap="flat" cmpd="sng" w="12700">
                      <a:solidFill>
                        <a:srgbClr val="0000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79" name="Google Shape;3179;p25"/>
                    <p:cNvSpPr/>
                    <p:nvPr/>
                  </p:nvSpPr>
                  <p:spPr>
                    <a:xfrm>
                      <a:off x="5203089" y="1921244"/>
                      <a:ext cx="651290" cy="492070"/>
                    </a:xfrm>
                    <a:custGeom>
                      <a:rect b="b" l="l" r="r" t="t"/>
                      <a:pathLst>
                        <a:path extrusionOk="0" h="492070" w="651290">
                          <a:moveTo>
                            <a:pt x="3618" y="492070"/>
                          </a:moveTo>
                          <a:lnTo>
                            <a:pt x="0" y="141108"/>
                          </a:lnTo>
                          <a:lnTo>
                            <a:pt x="423338" y="0"/>
                          </a:lnTo>
                          <a:lnTo>
                            <a:pt x="647672" y="57891"/>
                          </a:lnTo>
                          <a:lnTo>
                            <a:pt x="651290" y="492070"/>
                          </a:lnTo>
                          <a:lnTo>
                            <a:pt x="3618" y="492070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cap="flat" cmpd="sng" w="12700">
                      <a:solidFill>
                        <a:srgbClr val="0000A3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3180" name="Google Shape;3180;p25"/>
                    <p:cNvCxnSpPr/>
                    <p:nvPr/>
                  </p:nvCxnSpPr>
                  <p:spPr>
                    <a:xfrm flipH="1" rot="10800000">
                      <a:off x="5270526" y="2029553"/>
                      <a:ext cx="295249" cy="73468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3181" name="Google Shape;3181;p25"/>
                    <p:cNvCxnSpPr/>
                    <p:nvPr/>
                  </p:nvCxnSpPr>
                  <p:spPr>
                    <a:xfrm flipH="1" rot="10800000">
                      <a:off x="5275406" y="2261710"/>
                      <a:ext cx="290369" cy="16752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3182" name="Google Shape;3182;p25"/>
                    <p:cNvCxnSpPr/>
                    <p:nvPr/>
                  </p:nvCxnSpPr>
                  <p:spPr>
                    <a:xfrm flipH="1" rot="10800000">
                      <a:off x="5275406" y="2151772"/>
                      <a:ext cx="290369" cy="48402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3183" name="Google Shape;3183;p25"/>
                    <p:cNvCxnSpPr/>
                    <p:nvPr/>
                  </p:nvCxnSpPr>
                  <p:spPr>
                    <a:xfrm>
                      <a:off x="5270094" y="2354086"/>
                      <a:ext cx="295681" cy="0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3184" name="Google Shape;3184;p25"/>
                    <p:cNvCxnSpPr/>
                    <p:nvPr/>
                  </p:nvCxnSpPr>
                  <p:spPr>
                    <a:xfrm rot="10800000">
                      <a:off x="5950242" y="1866900"/>
                      <a:ext cx="0" cy="465273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3185" name="Google Shape;3185;p25"/>
                    <p:cNvCxnSpPr/>
                    <p:nvPr/>
                  </p:nvCxnSpPr>
                  <p:spPr>
                    <a:xfrm>
                      <a:off x="5628589" y="1936750"/>
                      <a:ext cx="0" cy="476854"/>
                    </a:xfrm>
                    <a:prstGeom prst="straightConnector1">
                      <a:avLst/>
                    </a:prstGeom>
                    <a:noFill/>
                    <a:ln cap="flat" cmpd="sng" w="15875">
                      <a:solidFill>
                        <a:srgbClr val="0000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3186" name="Google Shape;3186;p25"/>
                  <p:cNvGrpSpPr/>
                  <p:nvPr/>
                </p:nvGrpSpPr>
                <p:grpSpPr>
                  <a:xfrm>
                    <a:off x="11158881" y="3460672"/>
                    <a:ext cx="304788" cy="405973"/>
                    <a:chOff x="5275406" y="2711455"/>
                    <a:chExt cx="452949" cy="405518"/>
                  </a:xfrm>
                </p:grpSpPr>
                <p:pic>
                  <p:nvPicPr>
                    <p:cNvPr descr="server_rack.png" id="3187" name="Google Shape;3187;p25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3188" name="Google Shape;3188;p25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3189" name="Google Shape;3189;p25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</p:grpSp>
          <p:grpSp>
            <p:nvGrpSpPr>
              <p:cNvPr id="3190" name="Google Shape;3190;p25"/>
              <p:cNvGrpSpPr/>
              <p:nvPr/>
            </p:nvGrpSpPr>
            <p:grpSpPr>
              <a:xfrm>
                <a:off x="5694561" y="6441153"/>
                <a:ext cx="666346" cy="673100"/>
                <a:chOff x="940359" y="5691959"/>
                <a:chExt cx="692498" cy="672474"/>
              </a:xfrm>
            </p:grpSpPr>
            <p:grpSp>
              <p:nvGrpSpPr>
                <p:cNvPr id="3191" name="Google Shape;3191;p25"/>
                <p:cNvGrpSpPr/>
                <p:nvPr/>
              </p:nvGrpSpPr>
              <p:grpSpPr>
                <a:xfrm>
                  <a:off x="940359" y="5691959"/>
                  <a:ext cx="594613" cy="648336"/>
                  <a:chOff x="5203089" y="1751190"/>
                  <a:chExt cx="858331" cy="662414"/>
                </a:xfrm>
              </p:grpSpPr>
              <p:sp>
                <p:nvSpPr>
                  <p:cNvPr id="3192" name="Google Shape;3192;p25"/>
                  <p:cNvSpPr/>
                  <p:nvPr/>
                </p:nvSpPr>
                <p:spPr>
                  <a:xfrm>
                    <a:off x="5536769" y="1751190"/>
                    <a:ext cx="524651" cy="662124"/>
                  </a:xfrm>
                  <a:custGeom>
                    <a:rect b="b" l="l" r="r" t="t"/>
                    <a:pathLst>
                      <a:path extrusionOk="0" h="662124" w="524651">
                        <a:moveTo>
                          <a:pt x="10856" y="658506"/>
                        </a:moveTo>
                        <a:cubicBezTo>
                          <a:pt x="8443" y="463125"/>
                          <a:pt x="2413" y="278598"/>
                          <a:pt x="0" y="83217"/>
                        </a:cubicBezTo>
                        <a:lnTo>
                          <a:pt x="249661" y="0"/>
                        </a:lnTo>
                        <a:lnTo>
                          <a:pt x="521033" y="68746"/>
                        </a:lnTo>
                        <a:lnTo>
                          <a:pt x="524651" y="662124"/>
                        </a:lnTo>
                        <a:lnTo>
                          <a:pt x="10856" y="658506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cap="flat" cmpd="sng" w="12700">
                    <a:solidFill>
                      <a:srgbClr val="0000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93" name="Google Shape;3193;p25"/>
                  <p:cNvSpPr/>
                  <p:nvPr/>
                </p:nvSpPr>
                <p:spPr>
                  <a:xfrm>
                    <a:off x="5203089" y="1921244"/>
                    <a:ext cx="651290" cy="492070"/>
                  </a:xfrm>
                  <a:custGeom>
                    <a:rect b="b" l="l" r="r" t="t"/>
                    <a:pathLst>
                      <a:path extrusionOk="0" h="492070" w="651290">
                        <a:moveTo>
                          <a:pt x="3618" y="492070"/>
                        </a:moveTo>
                        <a:lnTo>
                          <a:pt x="0" y="141108"/>
                        </a:lnTo>
                        <a:lnTo>
                          <a:pt x="423338" y="0"/>
                        </a:lnTo>
                        <a:lnTo>
                          <a:pt x="647672" y="57891"/>
                        </a:lnTo>
                        <a:lnTo>
                          <a:pt x="651290" y="492070"/>
                        </a:lnTo>
                        <a:lnTo>
                          <a:pt x="3618" y="492070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cap="flat" cmpd="sng" w="12700">
                    <a:solidFill>
                      <a:srgbClr val="0000A3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3194" name="Google Shape;3194;p25"/>
                  <p:cNvCxnSpPr/>
                  <p:nvPr/>
                </p:nvCxnSpPr>
                <p:spPr>
                  <a:xfrm flipH="1" rot="10800000">
                    <a:off x="5270526" y="2029553"/>
                    <a:ext cx="295249" cy="73468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95" name="Google Shape;3195;p25"/>
                  <p:cNvCxnSpPr/>
                  <p:nvPr/>
                </p:nvCxnSpPr>
                <p:spPr>
                  <a:xfrm flipH="1" rot="10800000">
                    <a:off x="5275406" y="2261710"/>
                    <a:ext cx="290369" cy="16752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96" name="Google Shape;3196;p25"/>
                  <p:cNvCxnSpPr/>
                  <p:nvPr/>
                </p:nvCxnSpPr>
                <p:spPr>
                  <a:xfrm flipH="1" rot="10800000">
                    <a:off x="5275406" y="2151772"/>
                    <a:ext cx="290369" cy="48402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97" name="Google Shape;3197;p25"/>
                  <p:cNvCxnSpPr/>
                  <p:nvPr/>
                </p:nvCxnSpPr>
                <p:spPr>
                  <a:xfrm>
                    <a:off x="5270094" y="2354086"/>
                    <a:ext cx="295681" cy="0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98" name="Google Shape;3198;p25"/>
                  <p:cNvCxnSpPr/>
                  <p:nvPr/>
                </p:nvCxnSpPr>
                <p:spPr>
                  <a:xfrm rot="10800000">
                    <a:off x="5950242" y="1866900"/>
                    <a:ext cx="0" cy="465273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dash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99" name="Google Shape;3199;p25"/>
                  <p:cNvCxnSpPr/>
                  <p:nvPr/>
                </p:nvCxnSpPr>
                <p:spPr>
                  <a:xfrm>
                    <a:off x="5628589" y="1936750"/>
                    <a:ext cx="0" cy="476854"/>
                  </a:xfrm>
                  <a:prstGeom prst="straightConnector1">
                    <a:avLst/>
                  </a:prstGeom>
                  <a:noFill/>
                  <a:ln cap="flat" cmpd="sng" w="15875">
                    <a:solidFill>
                      <a:srgbClr val="0000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200" name="Google Shape;3200;p25"/>
                <p:cNvGrpSpPr/>
                <p:nvPr/>
              </p:nvGrpSpPr>
              <p:grpSpPr>
                <a:xfrm>
                  <a:off x="940359" y="5691959"/>
                  <a:ext cx="692498" cy="672474"/>
                  <a:chOff x="10771171" y="3194171"/>
                  <a:chExt cx="692498" cy="672474"/>
                </a:xfrm>
              </p:grpSpPr>
              <p:grpSp>
                <p:nvGrpSpPr>
                  <p:cNvPr id="3201" name="Google Shape;3201;p25"/>
                  <p:cNvGrpSpPr/>
                  <p:nvPr/>
                </p:nvGrpSpPr>
                <p:grpSpPr>
                  <a:xfrm>
                    <a:off x="10771171" y="3194171"/>
                    <a:ext cx="594613" cy="648336"/>
                    <a:chOff x="5203089" y="1751190"/>
                    <a:chExt cx="858331" cy="662414"/>
                  </a:xfrm>
                </p:grpSpPr>
                <p:sp>
                  <p:nvSpPr>
                    <p:cNvPr id="3202" name="Google Shape;3202;p25"/>
                    <p:cNvSpPr/>
                    <p:nvPr/>
                  </p:nvSpPr>
                  <p:spPr>
                    <a:xfrm>
                      <a:off x="5536769" y="1751190"/>
                      <a:ext cx="524651" cy="662124"/>
                    </a:xfrm>
                    <a:custGeom>
                      <a:rect b="b" l="l" r="r" t="t"/>
                      <a:pathLst>
                        <a:path extrusionOk="0" h="662124" w="524651">
                          <a:moveTo>
                            <a:pt x="10856" y="658506"/>
                          </a:moveTo>
                          <a:cubicBezTo>
                            <a:pt x="8443" y="463125"/>
                            <a:pt x="2413" y="278598"/>
                            <a:pt x="0" y="83217"/>
                          </a:cubicBezTo>
                          <a:lnTo>
                            <a:pt x="249661" y="0"/>
                          </a:lnTo>
                          <a:lnTo>
                            <a:pt x="521033" y="68746"/>
                          </a:lnTo>
                          <a:lnTo>
                            <a:pt x="524651" y="662124"/>
                          </a:lnTo>
                          <a:lnTo>
                            <a:pt x="10856" y="658506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cap="flat" cmpd="sng" w="12700">
                      <a:solidFill>
                        <a:srgbClr val="0000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203" name="Google Shape;3203;p25"/>
                    <p:cNvSpPr/>
                    <p:nvPr/>
                  </p:nvSpPr>
                  <p:spPr>
                    <a:xfrm>
                      <a:off x="5203089" y="1921244"/>
                      <a:ext cx="651290" cy="492070"/>
                    </a:xfrm>
                    <a:custGeom>
                      <a:rect b="b" l="l" r="r" t="t"/>
                      <a:pathLst>
                        <a:path extrusionOk="0" h="492070" w="651290">
                          <a:moveTo>
                            <a:pt x="3618" y="492070"/>
                          </a:moveTo>
                          <a:lnTo>
                            <a:pt x="0" y="141108"/>
                          </a:lnTo>
                          <a:lnTo>
                            <a:pt x="423338" y="0"/>
                          </a:lnTo>
                          <a:lnTo>
                            <a:pt x="647672" y="57891"/>
                          </a:lnTo>
                          <a:lnTo>
                            <a:pt x="651290" y="492070"/>
                          </a:lnTo>
                          <a:lnTo>
                            <a:pt x="3618" y="492070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cap="flat" cmpd="sng" w="12700">
                      <a:solidFill>
                        <a:srgbClr val="0000A3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3204" name="Google Shape;3204;p25"/>
                    <p:cNvCxnSpPr/>
                    <p:nvPr/>
                  </p:nvCxnSpPr>
                  <p:spPr>
                    <a:xfrm flipH="1" rot="10800000">
                      <a:off x="5270526" y="2029553"/>
                      <a:ext cx="295249" cy="73468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3205" name="Google Shape;3205;p25"/>
                    <p:cNvCxnSpPr/>
                    <p:nvPr/>
                  </p:nvCxnSpPr>
                  <p:spPr>
                    <a:xfrm flipH="1" rot="10800000">
                      <a:off x="5275406" y="2261710"/>
                      <a:ext cx="290369" cy="16752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3206" name="Google Shape;3206;p25"/>
                    <p:cNvCxnSpPr/>
                    <p:nvPr/>
                  </p:nvCxnSpPr>
                  <p:spPr>
                    <a:xfrm flipH="1" rot="10800000">
                      <a:off x="5275406" y="2151772"/>
                      <a:ext cx="290369" cy="48402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3207" name="Google Shape;3207;p25"/>
                    <p:cNvCxnSpPr/>
                    <p:nvPr/>
                  </p:nvCxnSpPr>
                  <p:spPr>
                    <a:xfrm>
                      <a:off x="5270094" y="2354086"/>
                      <a:ext cx="295681" cy="0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3208" name="Google Shape;3208;p25"/>
                    <p:cNvCxnSpPr/>
                    <p:nvPr/>
                  </p:nvCxnSpPr>
                  <p:spPr>
                    <a:xfrm rot="10800000">
                      <a:off x="5950242" y="1866900"/>
                      <a:ext cx="0" cy="465273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3209" name="Google Shape;3209;p25"/>
                    <p:cNvCxnSpPr/>
                    <p:nvPr/>
                  </p:nvCxnSpPr>
                  <p:spPr>
                    <a:xfrm>
                      <a:off x="5628589" y="1936750"/>
                      <a:ext cx="0" cy="476854"/>
                    </a:xfrm>
                    <a:prstGeom prst="straightConnector1">
                      <a:avLst/>
                    </a:prstGeom>
                    <a:noFill/>
                    <a:ln cap="flat" cmpd="sng" w="15875">
                      <a:solidFill>
                        <a:srgbClr val="0000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3210" name="Google Shape;3210;p25"/>
                  <p:cNvGrpSpPr/>
                  <p:nvPr/>
                </p:nvGrpSpPr>
                <p:grpSpPr>
                  <a:xfrm>
                    <a:off x="11158881" y="3460672"/>
                    <a:ext cx="304788" cy="405973"/>
                    <a:chOff x="5275406" y="2711455"/>
                    <a:chExt cx="452949" cy="405518"/>
                  </a:xfrm>
                </p:grpSpPr>
                <p:pic>
                  <p:nvPicPr>
                    <p:cNvPr descr="server_rack.png" id="3211" name="Google Shape;3211;p25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3212" name="Google Shape;3212;p25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3213" name="Google Shape;3213;p25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</p:grpSp>
        </p:grpSp>
        <p:cxnSp>
          <p:nvCxnSpPr>
            <p:cNvPr id="3214" name="Google Shape;3214;p25"/>
            <p:cNvCxnSpPr/>
            <p:nvPr/>
          </p:nvCxnSpPr>
          <p:spPr>
            <a:xfrm flipH="1" rot="10800000">
              <a:off x="8373177" y="3325716"/>
              <a:ext cx="210562" cy="606179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5" name="Google Shape;3215;p25"/>
            <p:cNvCxnSpPr>
              <a:stCxn id="3164" idx="6"/>
            </p:cNvCxnSpPr>
            <p:nvPr/>
          </p:nvCxnSpPr>
          <p:spPr>
            <a:xfrm>
              <a:off x="8653552" y="4059389"/>
              <a:ext cx="538500" cy="237000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6" name="Google Shape;3216;p25"/>
            <p:cNvCxnSpPr/>
            <p:nvPr/>
          </p:nvCxnSpPr>
          <p:spPr>
            <a:xfrm rot="10800000">
              <a:off x="7981407" y="2971505"/>
              <a:ext cx="180081" cy="928886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7" name="Google Shape;3217;p25"/>
            <p:cNvCxnSpPr/>
            <p:nvPr/>
          </p:nvCxnSpPr>
          <p:spPr>
            <a:xfrm flipH="1" rot="10800000">
              <a:off x="6000693" y="2457440"/>
              <a:ext cx="3285" cy="1256298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8" name="Google Shape;3218;p25"/>
            <p:cNvCxnSpPr/>
            <p:nvPr/>
          </p:nvCxnSpPr>
          <p:spPr>
            <a:xfrm rot="10800000">
              <a:off x="3490770" y="2709766"/>
              <a:ext cx="350837" cy="1056148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9" name="Google Shape;3219;p25"/>
            <p:cNvCxnSpPr/>
            <p:nvPr/>
          </p:nvCxnSpPr>
          <p:spPr>
            <a:xfrm rot="10800000">
              <a:off x="2733590" y="3084939"/>
              <a:ext cx="184530" cy="786742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0" name="Google Shape;3220;p25"/>
            <p:cNvCxnSpPr/>
            <p:nvPr/>
          </p:nvCxnSpPr>
          <p:spPr>
            <a:xfrm flipH="1" rot="10800000">
              <a:off x="2537108" y="4260753"/>
              <a:ext cx="477027" cy="550561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1" name="Google Shape;3221;p25"/>
            <p:cNvCxnSpPr/>
            <p:nvPr/>
          </p:nvCxnSpPr>
          <p:spPr>
            <a:xfrm flipH="1" rot="10800000">
              <a:off x="5720123" y="4417447"/>
              <a:ext cx="5022" cy="1030757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2" name="Google Shape;3222;p25"/>
            <p:cNvCxnSpPr>
              <a:stCxn id="3153" idx="0"/>
            </p:cNvCxnSpPr>
            <p:nvPr/>
          </p:nvCxnSpPr>
          <p:spPr>
            <a:xfrm rot="10800000">
              <a:off x="5828009" y="4390682"/>
              <a:ext cx="863700" cy="1545300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3" name="Google Shape;3223;p25"/>
            <p:cNvCxnSpPr/>
            <p:nvPr/>
          </p:nvCxnSpPr>
          <p:spPr>
            <a:xfrm rot="10800000">
              <a:off x="8042725" y="4273180"/>
              <a:ext cx="719289" cy="1457599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4" name="Google Shape;3224;p25"/>
            <p:cNvCxnSpPr/>
            <p:nvPr/>
          </p:nvCxnSpPr>
          <p:spPr>
            <a:xfrm rot="10800000">
              <a:off x="2386276" y="3473353"/>
              <a:ext cx="261637" cy="504826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5" name="Google Shape;3225;p25"/>
            <p:cNvCxnSpPr/>
            <p:nvPr/>
          </p:nvCxnSpPr>
          <p:spPr>
            <a:xfrm flipH="1" rot="10800000">
              <a:off x="2344724" y="4114193"/>
              <a:ext cx="251695" cy="109254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6" name="Google Shape;3226;p25"/>
            <p:cNvCxnSpPr>
              <a:stCxn id="3060" idx="2"/>
              <a:endCxn id="2931" idx="2"/>
            </p:cNvCxnSpPr>
            <p:nvPr/>
          </p:nvCxnSpPr>
          <p:spPr>
            <a:xfrm flipH="1" rot="10800000">
              <a:off x="5458049" y="3230942"/>
              <a:ext cx="7500" cy="480900"/>
            </a:xfrm>
            <a:prstGeom prst="straightConnector1">
              <a:avLst/>
            </a:prstGeom>
            <a:noFill/>
            <a:ln cap="flat" cmpd="sng" w="44450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7" name="Google Shape;3227;p25"/>
            <p:cNvCxnSpPr/>
            <p:nvPr/>
          </p:nvCxnSpPr>
          <p:spPr>
            <a:xfrm flipH="1" rot="10800000">
              <a:off x="4457330" y="4394908"/>
              <a:ext cx="7426" cy="480990"/>
            </a:xfrm>
            <a:prstGeom prst="straightConnector1">
              <a:avLst/>
            </a:prstGeom>
            <a:noFill/>
            <a:ln cap="flat" cmpd="sng" w="44450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8" name="Google Shape;3228;p25"/>
            <p:cNvCxnSpPr/>
            <p:nvPr/>
          </p:nvCxnSpPr>
          <p:spPr>
            <a:xfrm flipH="1" rot="10800000">
              <a:off x="7407243" y="4368703"/>
              <a:ext cx="7426" cy="480990"/>
            </a:xfrm>
            <a:prstGeom prst="straightConnector1">
              <a:avLst/>
            </a:prstGeom>
            <a:noFill/>
            <a:ln cap="flat" cmpd="sng" w="44450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229" name="Google Shape;3229;p25"/>
          <p:cNvGrpSpPr/>
          <p:nvPr/>
        </p:nvGrpSpPr>
        <p:grpSpPr>
          <a:xfrm>
            <a:off x="4545099" y="5447247"/>
            <a:ext cx="1807203" cy="495366"/>
            <a:chOff x="4545099" y="5447247"/>
            <a:chExt cx="1807203" cy="495366"/>
          </a:xfrm>
        </p:grpSpPr>
        <p:sp>
          <p:nvSpPr>
            <p:cNvPr id="3230" name="Google Shape;3230;p25"/>
            <p:cNvSpPr/>
            <p:nvPr/>
          </p:nvSpPr>
          <p:spPr>
            <a:xfrm rot="10800000">
              <a:off x="4545099" y="5447247"/>
              <a:ext cx="1807203" cy="495366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1" name="Google Shape;3231;p25"/>
            <p:cNvSpPr txBox="1"/>
            <p:nvPr/>
          </p:nvSpPr>
          <p:spPr>
            <a:xfrm>
              <a:off x="4662400" y="5488195"/>
              <a:ext cx="158248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regional ISP</a:t>
              </a:r>
              <a:endParaRPr/>
            </a:p>
          </p:txBody>
        </p:sp>
      </p:grpSp>
      <p:grpSp>
        <p:nvGrpSpPr>
          <p:cNvPr id="3232" name="Google Shape;3232;p25"/>
          <p:cNvGrpSpPr/>
          <p:nvPr/>
        </p:nvGrpSpPr>
        <p:grpSpPr>
          <a:xfrm>
            <a:off x="4220281" y="4826836"/>
            <a:ext cx="541338" cy="223023"/>
            <a:chOff x="7493876" y="2774731"/>
            <a:chExt cx="1481958" cy="894622"/>
          </a:xfrm>
        </p:grpSpPr>
        <p:sp>
          <p:nvSpPr>
            <p:cNvPr id="3233" name="Google Shape;3233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34" name="Google Shape;3234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35" name="Google Shape;3235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36" name="Google Shape;3236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7" name="Google Shape;3237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8" name="Google Shape;3238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9" name="Google Shape;3239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40" name="Google Shape;3240;p25"/>
          <p:cNvGrpSpPr/>
          <p:nvPr/>
        </p:nvGrpSpPr>
        <p:grpSpPr>
          <a:xfrm>
            <a:off x="7291037" y="4658009"/>
            <a:ext cx="541338" cy="223023"/>
            <a:chOff x="7493876" y="2774731"/>
            <a:chExt cx="1481958" cy="894622"/>
          </a:xfrm>
        </p:grpSpPr>
        <p:sp>
          <p:nvSpPr>
            <p:cNvPr id="3241" name="Google Shape;3241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42" name="Google Shape;3242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43" name="Google Shape;3243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44" name="Google Shape;3244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5" name="Google Shape;3245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6" name="Google Shape;3246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7" name="Google Shape;3247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2" name="Shape 3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3" name="Google Shape;3253;p26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cxnSp>
        <p:nvCxnSpPr>
          <p:cNvPr id="3254" name="Google Shape;3254;p26"/>
          <p:cNvCxnSpPr>
            <a:stCxn id="3255" idx="2"/>
            <a:endCxn id="3256" idx="6"/>
          </p:cNvCxnSpPr>
          <p:nvPr/>
        </p:nvCxnSpPr>
        <p:spPr>
          <a:xfrm rot="10800000">
            <a:off x="5710150" y="3536903"/>
            <a:ext cx="531900" cy="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3257" name="Google Shape;3257;p26"/>
          <p:cNvCxnSpPr/>
          <p:nvPr/>
        </p:nvCxnSpPr>
        <p:spPr>
          <a:xfrm flipH="1" rot="-5400000">
            <a:off x="6584535" y="3012633"/>
            <a:ext cx="286582" cy="161925"/>
          </a:xfrm>
          <a:prstGeom prst="straightConnector1">
            <a:avLst/>
          </a:prstGeom>
          <a:noFill/>
          <a:ln>
            <a:noFill/>
          </a:ln>
        </p:spPr>
      </p:cxnSp>
      <p:grpSp>
        <p:nvGrpSpPr>
          <p:cNvPr id="3258" name="Google Shape;3258;p26"/>
          <p:cNvGrpSpPr/>
          <p:nvPr/>
        </p:nvGrpSpPr>
        <p:grpSpPr>
          <a:xfrm>
            <a:off x="2266950" y="1992980"/>
            <a:ext cx="7658100" cy="2814961"/>
            <a:chOff x="2266950" y="1992980"/>
            <a:chExt cx="7658100" cy="2814961"/>
          </a:xfrm>
        </p:grpSpPr>
        <p:cxnSp>
          <p:nvCxnSpPr>
            <p:cNvPr id="3259" name="Google Shape;3259;p26"/>
            <p:cNvCxnSpPr>
              <a:endCxn id="3260" idx="0"/>
            </p:cNvCxnSpPr>
            <p:nvPr/>
          </p:nvCxnSpPr>
          <p:spPr>
            <a:xfrm flipH="1">
              <a:off x="2689225" y="1992980"/>
              <a:ext cx="308100" cy="2220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61" name="Google Shape;3261;p26"/>
            <p:cNvCxnSpPr>
              <a:stCxn id="3256" idx="4"/>
            </p:cNvCxnSpPr>
            <p:nvPr/>
          </p:nvCxnSpPr>
          <p:spPr>
            <a:xfrm flipH="1">
              <a:off x="4620444" y="3908564"/>
              <a:ext cx="98400" cy="474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62" name="Google Shape;3262;p26"/>
            <p:cNvCxnSpPr>
              <a:stCxn id="3256" idx="3"/>
            </p:cNvCxnSpPr>
            <p:nvPr/>
          </p:nvCxnSpPr>
          <p:spPr>
            <a:xfrm flipH="1">
              <a:off x="3727423" y="3799707"/>
              <a:ext cx="290400" cy="583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63" name="Google Shape;3263;p26"/>
            <p:cNvCxnSpPr/>
            <p:nvPr/>
          </p:nvCxnSpPr>
          <p:spPr>
            <a:xfrm flipH="1" rot="-5400000">
              <a:off x="2142972" y="3178358"/>
              <a:ext cx="2292656" cy="2603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64" name="Google Shape;3264;p26"/>
            <p:cNvCxnSpPr/>
            <p:nvPr/>
          </p:nvCxnSpPr>
          <p:spPr>
            <a:xfrm flipH="1">
              <a:off x="2955927" y="3021951"/>
              <a:ext cx="771524" cy="143291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65" name="Google Shape;3265;p26"/>
            <p:cNvCxnSpPr>
              <a:endCxn id="3266" idx="0"/>
            </p:cNvCxnSpPr>
            <p:nvPr/>
          </p:nvCxnSpPr>
          <p:spPr>
            <a:xfrm>
              <a:off x="5187032" y="3712280"/>
              <a:ext cx="422400" cy="501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67" name="Google Shape;3267;p26"/>
            <p:cNvCxnSpPr/>
            <p:nvPr/>
          </p:nvCxnSpPr>
          <p:spPr>
            <a:xfrm rot="5400000">
              <a:off x="6419350" y="3956601"/>
              <a:ext cx="583613" cy="29051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68" name="Google Shape;3268;p26"/>
            <p:cNvCxnSpPr/>
            <p:nvPr/>
          </p:nvCxnSpPr>
          <p:spPr>
            <a:xfrm flipH="1" rot="-5400000">
              <a:off x="7161610" y="4097200"/>
              <a:ext cx="511967" cy="809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69" name="Google Shape;3269;p26"/>
            <p:cNvCxnSpPr>
              <a:stCxn id="3255" idx="5"/>
            </p:cNvCxnSpPr>
            <p:nvPr/>
          </p:nvCxnSpPr>
          <p:spPr>
            <a:xfrm>
              <a:off x="7934465" y="3799707"/>
              <a:ext cx="412800" cy="6717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70" name="Google Shape;3270;p26"/>
            <p:cNvCxnSpPr>
              <a:stCxn id="3271" idx="4"/>
              <a:endCxn id="3272" idx="0"/>
            </p:cNvCxnSpPr>
            <p:nvPr/>
          </p:nvCxnSpPr>
          <p:spPr>
            <a:xfrm>
              <a:off x="8131307" y="2237400"/>
              <a:ext cx="398400" cy="1976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73" name="Google Shape;3273;p26"/>
            <p:cNvCxnSpPr/>
            <p:nvPr/>
          </p:nvCxnSpPr>
          <p:spPr>
            <a:xfrm flipH="1" rot="-5400000">
              <a:off x="8678012" y="3586364"/>
              <a:ext cx="1371713" cy="2428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74" name="Google Shape;3274;p26"/>
            <p:cNvCxnSpPr/>
            <p:nvPr/>
          </p:nvCxnSpPr>
          <p:spPr>
            <a:xfrm rot="5400000">
              <a:off x="7669052" y="3134824"/>
              <a:ext cx="1443359" cy="121761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75" name="Google Shape;3275;p26"/>
            <p:cNvSpPr/>
            <p:nvPr/>
          </p:nvSpPr>
          <p:spPr>
            <a:xfrm>
              <a:off x="3240088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3260" name="Google Shape;3260;p26"/>
            <p:cNvSpPr/>
            <p:nvPr/>
          </p:nvSpPr>
          <p:spPr>
            <a:xfrm>
              <a:off x="2266950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3276" name="Google Shape;3276;p26"/>
            <p:cNvSpPr/>
            <p:nvPr/>
          </p:nvSpPr>
          <p:spPr>
            <a:xfrm>
              <a:off x="7134225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3277" name="Google Shape;3277;p26"/>
            <p:cNvSpPr/>
            <p:nvPr/>
          </p:nvSpPr>
          <p:spPr>
            <a:xfrm>
              <a:off x="6159500" y="4213880"/>
              <a:ext cx="846138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3266" name="Google Shape;3266;p26"/>
            <p:cNvSpPr/>
            <p:nvPr/>
          </p:nvSpPr>
          <p:spPr>
            <a:xfrm>
              <a:off x="5186363" y="4213880"/>
              <a:ext cx="846137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3278" name="Google Shape;3278;p26"/>
            <p:cNvSpPr/>
            <p:nvPr/>
          </p:nvSpPr>
          <p:spPr>
            <a:xfrm>
              <a:off x="4213225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3272" name="Google Shape;3272;p26"/>
            <p:cNvSpPr/>
            <p:nvPr/>
          </p:nvSpPr>
          <p:spPr>
            <a:xfrm>
              <a:off x="8107363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3279" name="Google Shape;3279;p26"/>
            <p:cNvSpPr/>
            <p:nvPr/>
          </p:nvSpPr>
          <p:spPr>
            <a:xfrm>
              <a:off x="9080500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</p:grpSp>
      <p:sp>
        <p:nvSpPr>
          <p:cNvPr id="3280" name="Google Shape;3280;p26"/>
          <p:cNvSpPr txBox="1"/>
          <p:nvPr/>
        </p:nvSpPr>
        <p:spPr>
          <a:xfrm>
            <a:off x="532110" y="5020506"/>
            <a:ext cx="11283366" cy="1827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35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“center”: small # of well-connected large networks</a:t>
            </a:r>
            <a:endParaRPr/>
          </a:p>
          <a:p>
            <a:pPr indent="-28098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“tier-1” commercial ISPs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(e.g., Level 3, Sprint, AT&amp;T, NTT),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&amp; international coverage</a:t>
            </a:r>
            <a:endParaRPr/>
          </a:p>
          <a:p>
            <a:pPr indent="-28098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content provider networks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(e.g., Google, Facebook):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private network that connects its data centers to Internet, often bypassing tier-1, regional ISPs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81" name="Google Shape;3281;p26"/>
          <p:cNvGrpSpPr/>
          <p:nvPr/>
        </p:nvGrpSpPr>
        <p:grpSpPr>
          <a:xfrm>
            <a:off x="3727450" y="2136660"/>
            <a:ext cx="5191125" cy="1771904"/>
            <a:chOff x="3727450" y="2136660"/>
            <a:chExt cx="5191125" cy="1771904"/>
          </a:xfrm>
        </p:grpSpPr>
        <p:cxnSp>
          <p:nvCxnSpPr>
            <p:cNvPr id="3282" name="Google Shape;3282;p26"/>
            <p:cNvCxnSpPr>
              <a:stCxn id="3283" idx="5"/>
            </p:cNvCxnSpPr>
            <p:nvPr/>
          </p:nvCxnSpPr>
          <p:spPr>
            <a:xfrm>
              <a:off x="4222067" y="2951831"/>
              <a:ext cx="72000" cy="3567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84" name="Google Shape;3284;p26"/>
            <p:cNvCxnSpPr/>
            <p:nvPr/>
          </p:nvCxnSpPr>
          <p:spPr>
            <a:xfrm rot="5400000">
              <a:off x="4730778" y="2617790"/>
              <a:ext cx="1074683" cy="16351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85" name="Google Shape;3285;p26"/>
            <p:cNvCxnSpPr/>
            <p:nvPr/>
          </p:nvCxnSpPr>
          <p:spPr>
            <a:xfrm flipH="1">
              <a:off x="5430838" y="2878660"/>
              <a:ext cx="811212" cy="51196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86" name="Google Shape;3286;p26"/>
            <p:cNvCxnSpPr>
              <a:stCxn id="3287" idx="5"/>
            </p:cNvCxnSpPr>
            <p:nvPr/>
          </p:nvCxnSpPr>
          <p:spPr>
            <a:xfrm>
              <a:off x="4041683" y="2136660"/>
              <a:ext cx="2281200" cy="13821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88" name="Google Shape;3288;p26"/>
            <p:cNvCxnSpPr/>
            <p:nvPr/>
          </p:nvCxnSpPr>
          <p:spPr>
            <a:xfrm flipH="1">
              <a:off x="7620000" y="2807014"/>
              <a:ext cx="1298575" cy="44032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56" name="Google Shape;3256;p26"/>
            <p:cNvSpPr/>
            <p:nvPr/>
          </p:nvSpPr>
          <p:spPr>
            <a:xfrm>
              <a:off x="3727450" y="3165242"/>
              <a:ext cx="1982788" cy="743322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Regional ISP</a:t>
              </a:r>
              <a:endParaRPr/>
            </a:p>
          </p:txBody>
        </p:sp>
        <p:sp>
          <p:nvSpPr>
            <p:cNvPr id="3255" name="Google Shape;3255;p26"/>
            <p:cNvSpPr/>
            <p:nvPr/>
          </p:nvSpPr>
          <p:spPr>
            <a:xfrm>
              <a:off x="6242050" y="3165242"/>
              <a:ext cx="1982788" cy="743322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Regional ISP</a:t>
              </a:r>
              <a:endParaRPr/>
            </a:p>
          </p:txBody>
        </p:sp>
        <p:cxnSp>
          <p:nvCxnSpPr>
            <p:cNvPr id="3289" name="Google Shape;3289;p26"/>
            <p:cNvCxnSpPr>
              <a:endCxn id="3255" idx="0"/>
            </p:cNvCxnSpPr>
            <p:nvPr/>
          </p:nvCxnSpPr>
          <p:spPr>
            <a:xfrm>
              <a:off x="6941844" y="2964242"/>
              <a:ext cx="291600" cy="201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290" name="Google Shape;3290;p26"/>
          <p:cNvGrpSpPr/>
          <p:nvPr/>
        </p:nvGrpSpPr>
        <p:grpSpPr>
          <a:xfrm>
            <a:off x="2347913" y="1287258"/>
            <a:ext cx="7329086" cy="1769461"/>
            <a:chOff x="2347913" y="1287258"/>
            <a:chExt cx="7329086" cy="1769461"/>
          </a:xfrm>
        </p:grpSpPr>
        <p:grpSp>
          <p:nvGrpSpPr>
            <p:cNvPr id="3291" name="Google Shape;3291;p26"/>
            <p:cNvGrpSpPr/>
            <p:nvPr/>
          </p:nvGrpSpPr>
          <p:grpSpPr>
            <a:xfrm>
              <a:off x="2347913" y="1287258"/>
              <a:ext cx="7329086" cy="1769461"/>
              <a:chOff x="2347913" y="1287258"/>
              <a:chExt cx="7329086" cy="1769461"/>
            </a:xfrm>
          </p:grpSpPr>
          <p:cxnSp>
            <p:nvCxnSpPr>
              <p:cNvPr id="3292" name="Google Shape;3292;p26"/>
              <p:cNvCxnSpPr/>
              <p:nvPr/>
            </p:nvCxnSpPr>
            <p:spPr>
              <a:xfrm flipH="1">
                <a:off x="4051300" y="2018914"/>
                <a:ext cx="3163888" cy="72690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93" name="Google Shape;3293;p26"/>
              <p:cNvCxnSpPr/>
              <p:nvPr/>
            </p:nvCxnSpPr>
            <p:spPr>
              <a:xfrm>
                <a:off x="8816343" y="2125983"/>
                <a:ext cx="183196" cy="46609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94" name="Google Shape;3294;p26"/>
              <p:cNvCxnSpPr/>
              <p:nvPr/>
            </p:nvCxnSpPr>
            <p:spPr>
              <a:xfrm flipH="1">
                <a:off x="6889752" y="2118360"/>
                <a:ext cx="486408" cy="61700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95" name="Google Shape;3295;p26"/>
              <p:cNvCxnSpPr/>
              <p:nvPr/>
            </p:nvCxnSpPr>
            <p:spPr>
              <a:xfrm rot="10800000">
                <a:off x="4294188" y="1860422"/>
                <a:ext cx="53181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96" name="Google Shape;3296;p26"/>
              <p:cNvCxnSpPr>
                <a:stCxn id="3271" idx="2"/>
                <a:endCxn id="3297" idx="6"/>
              </p:cNvCxnSpPr>
              <p:nvPr/>
            </p:nvCxnSpPr>
            <p:spPr>
              <a:xfrm flipH="1">
                <a:off x="6683228" y="1872695"/>
                <a:ext cx="440700" cy="1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298" name="Google Shape;3298;p26"/>
              <p:cNvSpPr/>
              <p:nvPr/>
            </p:nvSpPr>
            <p:spPr>
              <a:xfrm>
                <a:off x="3402013" y="1287258"/>
                <a:ext cx="4460875" cy="429873"/>
              </a:xfrm>
              <a:prstGeom prst="arc">
                <a:avLst>
                  <a:gd fmla="val 10681875" name="adj1"/>
                  <a:gd fmla="val 0" name="adj2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3299" name="Google Shape;3299;p26"/>
              <p:cNvCxnSpPr/>
              <p:nvPr/>
            </p:nvCxnSpPr>
            <p:spPr>
              <a:xfrm flipH="1" rot="-5400000">
                <a:off x="3390276" y="2254903"/>
                <a:ext cx="429873" cy="2444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00" name="Google Shape;3300;p26"/>
              <p:cNvCxnSpPr/>
              <p:nvPr/>
            </p:nvCxnSpPr>
            <p:spPr>
              <a:xfrm flipH="1" rot="-5400000">
                <a:off x="6125374" y="2196331"/>
                <a:ext cx="474651" cy="406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01" name="Google Shape;3301;p26"/>
              <p:cNvCxnSpPr/>
              <p:nvPr/>
            </p:nvCxnSpPr>
            <p:spPr>
              <a:xfrm>
                <a:off x="6510338" y="2026377"/>
                <a:ext cx="2433637" cy="64481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287" name="Google Shape;3287;p26"/>
              <p:cNvSpPr/>
              <p:nvPr/>
            </p:nvSpPr>
            <p:spPr>
              <a:xfrm>
                <a:off x="2347913" y="1502195"/>
                <a:ext cx="1984375" cy="743322"/>
              </a:xfrm>
              <a:prstGeom prst="ellipse">
                <a:avLst/>
              </a:pr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Tier 1 ISP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7" name="Google Shape;3297;p26"/>
              <p:cNvSpPr/>
              <p:nvPr/>
            </p:nvSpPr>
            <p:spPr>
              <a:xfrm>
                <a:off x="4700588" y="1502195"/>
                <a:ext cx="1982787" cy="743322"/>
              </a:xfrm>
              <a:prstGeom prst="ellipse">
                <a:avLst/>
              </a:pr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Tier 1 ISP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302" name="Google Shape;3302;p26"/>
              <p:cNvGrpSpPr/>
              <p:nvPr/>
            </p:nvGrpSpPr>
            <p:grpSpPr>
              <a:xfrm>
                <a:off x="3480201" y="2504276"/>
                <a:ext cx="869150" cy="519599"/>
                <a:chOff x="553316" y="2968407"/>
                <a:chExt cx="869150" cy="552631"/>
              </a:xfrm>
            </p:grpSpPr>
            <p:sp>
              <p:nvSpPr>
                <p:cNvPr id="3283" name="Google Shape;3283;p26"/>
                <p:cNvSpPr/>
                <p:nvPr/>
              </p:nvSpPr>
              <p:spPr>
                <a:xfrm>
                  <a:off x="553316" y="2997818"/>
                  <a:ext cx="869150" cy="523220"/>
                </a:xfrm>
                <a:prstGeom prst="ellipse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3" name="Google Shape;3303;p26"/>
                <p:cNvSpPr txBox="1"/>
                <p:nvPr/>
              </p:nvSpPr>
              <p:spPr>
                <a:xfrm>
                  <a:off x="706987" y="2968407"/>
                  <a:ext cx="646331" cy="523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IXP</a:t>
                  </a:r>
                  <a:endParaRPr b="0" i="0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04" name="Google Shape;3304;p26"/>
              <p:cNvGrpSpPr/>
              <p:nvPr/>
            </p:nvGrpSpPr>
            <p:grpSpPr>
              <a:xfrm>
                <a:off x="7123928" y="1507990"/>
                <a:ext cx="2014757" cy="729410"/>
                <a:chOff x="7123928" y="1507990"/>
                <a:chExt cx="2014757" cy="729410"/>
              </a:xfrm>
            </p:grpSpPr>
            <p:sp>
              <p:nvSpPr>
                <p:cNvPr id="3271" name="Google Shape;3271;p26"/>
                <p:cNvSpPr/>
                <p:nvPr/>
              </p:nvSpPr>
              <p:spPr>
                <a:xfrm>
                  <a:off x="7123928" y="1507990"/>
                  <a:ext cx="2014757" cy="729410"/>
                </a:xfrm>
                <a:prstGeom prst="ellipse">
                  <a:avLst/>
                </a:prstGeom>
                <a:solidFill>
                  <a:srgbClr val="FF660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    </a:t>
                  </a:r>
                  <a:endParaRPr/>
                </a:p>
              </p:txBody>
            </p:sp>
            <p:sp>
              <p:nvSpPr>
                <p:cNvPr id="3305" name="Google Shape;3305;p26"/>
                <p:cNvSpPr txBox="1"/>
                <p:nvPr/>
              </p:nvSpPr>
              <p:spPr>
                <a:xfrm>
                  <a:off x="7387834" y="1535785"/>
                  <a:ext cx="1516762" cy="6463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3600"/>
                    <a:buFont typeface="Calibri"/>
                    <a:buNone/>
                  </a:pPr>
                  <a:r>
                    <a:rPr b="0" i="0" lang="en-US" sz="36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Google</a:t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06" name="Google Shape;3306;p26"/>
              <p:cNvGrpSpPr/>
              <p:nvPr/>
            </p:nvGrpSpPr>
            <p:grpSpPr>
              <a:xfrm>
                <a:off x="8807849" y="2554323"/>
                <a:ext cx="869150" cy="502396"/>
                <a:chOff x="553316" y="2997818"/>
                <a:chExt cx="869150" cy="534333"/>
              </a:xfrm>
            </p:grpSpPr>
            <p:sp>
              <p:nvSpPr>
                <p:cNvPr id="3307" name="Google Shape;3307;p26"/>
                <p:cNvSpPr/>
                <p:nvPr/>
              </p:nvSpPr>
              <p:spPr>
                <a:xfrm>
                  <a:off x="553316" y="2997818"/>
                  <a:ext cx="869150" cy="523220"/>
                </a:xfrm>
                <a:prstGeom prst="ellipse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8" name="Google Shape;3308;p26"/>
                <p:cNvSpPr txBox="1"/>
                <p:nvPr/>
              </p:nvSpPr>
              <p:spPr>
                <a:xfrm>
                  <a:off x="684127" y="3008931"/>
                  <a:ext cx="646331" cy="523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IXP</a:t>
                  </a:r>
                  <a:endParaRPr b="0" i="0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309" name="Google Shape;3309;p26"/>
            <p:cNvGrpSpPr/>
            <p:nvPr/>
          </p:nvGrpSpPr>
          <p:grpSpPr>
            <a:xfrm>
              <a:off x="6173793" y="2537627"/>
              <a:ext cx="869150" cy="502396"/>
              <a:chOff x="553316" y="2997818"/>
              <a:chExt cx="869150" cy="534333"/>
            </a:xfrm>
          </p:grpSpPr>
          <p:sp>
            <p:nvSpPr>
              <p:cNvPr id="3310" name="Google Shape;3310;p26"/>
              <p:cNvSpPr/>
              <p:nvPr/>
            </p:nvSpPr>
            <p:spPr>
              <a:xfrm>
                <a:off x="553316" y="2997818"/>
                <a:ext cx="869150" cy="523220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1" name="Google Shape;3311;p26"/>
              <p:cNvSpPr txBox="1"/>
              <p:nvPr/>
            </p:nvSpPr>
            <p:spPr>
              <a:xfrm>
                <a:off x="684127" y="3008931"/>
                <a:ext cx="64633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IXP</a:t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6" name="Shape 3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" name="Google Shape;3317;p27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Tier-1 ISP Network map: Sprint </a:t>
            </a:r>
            <a:r>
              <a:rPr b="0" lang="en-US" sz="2800"/>
              <a:t>(2019)</a:t>
            </a:r>
            <a:endParaRPr b="0"/>
          </a:p>
        </p:txBody>
      </p:sp>
      <p:pic>
        <p:nvPicPr>
          <p:cNvPr id="3318" name="Google Shape;331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5746" y="1256885"/>
            <a:ext cx="8675121" cy="5160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9" name="Google Shape;331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832" y="4518121"/>
            <a:ext cx="2499237" cy="1695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0" name="Google Shape;3320;p27"/>
          <p:cNvGrpSpPr/>
          <p:nvPr/>
        </p:nvGrpSpPr>
        <p:grpSpPr>
          <a:xfrm>
            <a:off x="7138898" y="1707822"/>
            <a:ext cx="4166341" cy="3064594"/>
            <a:chOff x="5110435" y="2315224"/>
            <a:chExt cx="4166341" cy="3064594"/>
          </a:xfrm>
        </p:grpSpPr>
        <p:sp>
          <p:nvSpPr>
            <p:cNvPr id="3321" name="Google Shape;3321;p27"/>
            <p:cNvSpPr/>
            <p:nvPr/>
          </p:nvSpPr>
          <p:spPr>
            <a:xfrm>
              <a:off x="5110435" y="2374898"/>
              <a:ext cx="647945" cy="2958988"/>
            </a:xfrm>
            <a:custGeom>
              <a:rect b="b" l="l" r="r" t="t"/>
              <a:pathLst>
                <a:path extrusionOk="0" h="12418" w="10235">
                  <a:moveTo>
                    <a:pt x="0" y="7642"/>
                  </a:moveTo>
                  <a:cubicBezTo>
                    <a:pt x="5246" y="5323"/>
                    <a:pt x="5941" y="5316"/>
                    <a:pt x="10198" y="0"/>
                  </a:cubicBezTo>
                  <a:cubicBezTo>
                    <a:pt x="10139" y="3333"/>
                    <a:pt x="10280" y="9085"/>
                    <a:pt x="10221" y="12418"/>
                  </a:cubicBezTo>
                  <a:cubicBezTo>
                    <a:pt x="5891" y="9792"/>
                    <a:pt x="4528" y="9112"/>
                    <a:pt x="0" y="7642"/>
                  </a:cubicBezTo>
                  <a:close/>
                </a:path>
              </a:pathLst>
            </a:custGeom>
            <a:gradFill>
              <a:gsLst>
                <a:gs pos="0">
                  <a:srgbClr val="D8E2F3"/>
                </a:gs>
                <a:gs pos="100000">
                  <a:schemeClr val="lt1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2" name="Google Shape;3322;p27"/>
            <p:cNvSpPr/>
            <p:nvPr/>
          </p:nvSpPr>
          <p:spPr>
            <a:xfrm>
              <a:off x="5726427" y="2315224"/>
              <a:ext cx="3468430" cy="3064594"/>
            </a:xfrm>
            <a:prstGeom prst="roundRect">
              <a:avLst>
                <a:gd fmla="val 0" name="adj"/>
              </a:avLst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23" name="Google Shape;3323;p27"/>
            <p:cNvGrpSpPr/>
            <p:nvPr/>
          </p:nvGrpSpPr>
          <p:grpSpPr>
            <a:xfrm>
              <a:off x="5819548" y="2802028"/>
              <a:ext cx="3457228" cy="2337889"/>
              <a:chOff x="5819548" y="2802028"/>
              <a:chExt cx="3457228" cy="2337889"/>
            </a:xfrm>
          </p:grpSpPr>
          <p:grpSp>
            <p:nvGrpSpPr>
              <p:cNvPr id="3324" name="Google Shape;3324;p27"/>
              <p:cNvGrpSpPr/>
              <p:nvPr/>
            </p:nvGrpSpPr>
            <p:grpSpPr>
              <a:xfrm flipH="1">
                <a:off x="6448859" y="3873358"/>
                <a:ext cx="1230313" cy="454924"/>
                <a:chOff x="2927" y="2497"/>
                <a:chExt cx="949" cy="335"/>
              </a:xfrm>
            </p:grpSpPr>
            <p:cxnSp>
              <p:nvCxnSpPr>
                <p:cNvPr id="3325" name="Google Shape;3325;p27"/>
                <p:cNvCxnSpPr/>
                <p:nvPr/>
              </p:nvCxnSpPr>
              <p:spPr>
                <a:xfrm flipH="1">
                  <a:off x="2927" y="2515"/>
                  <a:ext cx="236" cy="31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26" name="Google Shape;3326;p27"/>
                <p:cNvCxnSpPr/>
                <p:nvPr/>
              </p:nvCxnSpPr>
              <p:spPr>
                <a:xfrm>
                  <a:off x="3209" y="2500"/>
                  <a:ext cx="201" cy="33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27" name="Google Shape;3327;p27"/>
                <p:cNvCxnSpPr/>
                <p:nvPr/>
              </p:nvCxnSpPr>
              <p:spPr>
                <a:xfrm>
                  <a:off x="3306" y="2497"/>
                  <a:ext cx="570" cy="32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3328" name="Google Shape;3328;p27"/>
              <p:cNvCxnSpPr/>
              <p:nvPr/>
            </p:nvCxnSpPr>
            <p:spPr>
              <a:xfrm rot="10800000">
                <a:off x="6796885" y="3050344"/>
                <a:ext cx="0" cy="56515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9" name="Google Shape;3329;p27"/>
              <p:cNvCxnSpPr/>
              <p:nvPr/>
            </p:nvCxnSpPr>
            <p:spPr>
              <a:xfrm flipH="1">
                <a:off x="6401234" y="3888297"/>
                <a:ext cx="295286" cy="439986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30" name="Google Shape;3330;p27"/>
              <p:cNvCxnSpPr/>
              <p:nvPr/>
            </p:nvCxnSpPr>
            <p:spPr>
              <a:xfrm>
                <a:off x="6767946" y="3885369"/>
                <a:ext cx="260350" cy="4508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31" name="Google Shape;3331;p27"/>
              <p:cNvCxnSpPr/>
              <p:nvPr/>
            </p:nvCxnSpPr>
            <p:spPr>
              <a:xfrm>
                <a:off x="6904471" y="3885369"/>
                <a:ext cx="728663" cy="439737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32" name="Google Shape;3332;p27"/>
              <p:cNvSpPr txBox="1"/>
              <p:nvPr/>
            </p:nvSpPr>
            <p:spPr>
              <a:xfrm>
                <a:off x="5819548" y="4801363"/>
                <a:ext cx="345722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links to/from Sprint customer networks</a:t>
                </a:r>
                <a:endParaRPr/>
              </a:p>
            </p:txBody>
          </p:sp>
          <p:sp>
            <p:nvSpPr>
              <p:cNvPr id="3333" name="Google Shape;3333;p27"/>
              <p:cNvSpPr txBox="1"/>
              <p:nvPr/>
            </p:nvSpPr>
            <p:spPr>
              <a:xfrm>
                <a:off x="7521549" y="3166317"/>
                <a:ext cx="1603407" cy="491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links to peering networks</a:t>
                </a:r>
                <a:endParaRPr/>
              </a:p>
            </p:txBody>
          </p:sp>
          <p:sp>
            <p:nvSpPr>
              <p:cNvPr id="3334" name="Google Shape;3334;p27"/>
              <p:cNvSpPr txBox="1"/>
              <p:nvPr/>
            </p:nvSpPr>
            <p:spPr>
              <a:xfrm>
                <a:off x="5889091" y="2802028"/>
                <a:ext cx="23950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to/from other Sprint PoPS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35" name="Google Shape;3335;p27"/>
              <p:cNvCxnSpPr/>
              <p:nvPr/>
            </p:nvCxnSpPr>
            <p:spPr>
              <a:xfrm rot="10800000">
                <a:off x="7376566" y="3077332"/>
                <a:ext cx="0" cy="563562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36" name="Google Shape;3336;p27"/>
              <p:cNvSpPr txBox="1"/>
              <p:nvPr/>
            </p:nvSpPr>
            <p:spPr>
              <a:xfrm rot="5400000">
                <a:off x="7786958" y="3573701"/>
                <a:ext cx="46037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grpSp>
            <p:nvGrpSpPr>
              <p:cNvPr id="3337" name="Google Shape;3337;p27"/>
              <p:cNvGrpSpPr/>
              <p:nvPr/>
            </p:nvGrpSpPr>
            <p:grpSpPr>
              <a:xfrm>
                <a:off x="6197301" y="4364183"/>
                <a:ext cx="407219" cy="460757"/>
                <a:chOff x="6112721" y="4375907"/>
                <a:chExt cx="407219" cy="460757"/>
              </a:xfrm>
            </p:grpSpPr>
            <p:sp>
              <p:nvSpPr>
                <p:cNvPr id="3338" name="Google Shape;3338;p27"/>
                <p:cNvSpPr txBox="1"/>
                <p:nvPr/>
              </p:nvSpPr>
              <p:spPr>
                <a:xfrm flipH="1">
                  <a:off x="6112721" y="4375907"/>
                  <a:ext cx="379413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Calibri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  <p:grpSp>
              <p:nvGrpSpPr>
                <p:cNvPr id="3339" name="Google Shape;3339;p27"/>
                <p:cNvGrpSpPr/>
                <p:nvPr/>
              </p:nvGrpSpPr>
              <p:grpSpPr>
                <a:xfrm>
                  <a:off x="6172277" y="4571552"/>
                  <a:ext cx="347663" cy="265112"/>
                  <a:chOff x="4370" y="2696"/>
                  <a:chExt cx="226" cy="346"/>
                </a:xfrm>
              </p:grpSpPr>
              <p:cxnSp>
                <p:nvCxnSpPr>
                  <p:cNvPr id="3340" name="Google Shape;3340;p27"/>
                  <p:cNvCxnSpPr/>
                  <p:nvPr/>
                </p:nvCxnSpPr>
                <p:spPr>
                  <a:xfrm rot="5400000">
                    <a:off x="4197" y="2868"/>
                    <a:ext cx="345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341" name="Google Shape;3341;p27"/>
                  <p:cNvCxnSpPr/>
                  <p:nvPr/>
                </p:nvCxnSpPr>
                <p:spPr>
                  <a:xfrm rot="5400000">
                    <a:off x="4423" y="2869"/>
                    <a:ext cx="345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3342" name="Google Shape;3342;p27"/>
              <p:cNvGrpSpPr/>
              <p:nvPr/>
            </p:nvGrpSpPr>
            <p:grpSpPr>
              <a:xfrm>
                <a:off x="6533014" y="3617220"/>
                <a:ext cx="523857" cy="280582"/>
                <a:chOff x="7493876" y="2774731"/>
                <a:chExt cx="1481958" cy="894622"/>
              </a:xfrm>
            </p:grpSpPr>
            <p:sp>
              <p:nvSpPr>
                <p:cNvPr id="3343" name="Google Shape;3343;p2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344" name="Google Shape;3344;p2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345" name="Google Shape;3345;p2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346" name="Google Shape;3346;p2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47" name="Google Shape;3347;p2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48" name="Google Shape;3348;p2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49" name="Google Shape;3349;p2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350" name="Google Shape;3350;p27"/>
              <p:cNvGrpSpPr/>
              <p:nvPr/>
            </p:nvGrpSpPr>
            <p:grpSpPr>
              <a:xfrm>
                <a:off x="7099794" y="3618079"/>
                <a:ext cx="523857" cy="280582"/>
                <a:chOff x="7493876" y="2774731"/>
                <a:chExt cx="1481958" cy="894622"/>
              </a:xfrm>
            </p:grpSpPr>
            <p:sp>
              <p:nvSpPr>
                <p:cNvPr id="3351" name="Google Shape;3351;p2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352" name="Google Shape;3352;p2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353" name="Google Shape;3353;p2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354" name="Google Shape;3354;p2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55" name="Google Shape;3355;p2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56" name="Google Shape;3356;p2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57" name="Google Shape;3357;p2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358" name="Google Shape;3358;p27"/>
              <p:cNvGrpSpPr/>
              <p:nvPr/>
            </p:nvGrpSpPr>
            <p:grpSpPr>
              <a:xfrm>
                <a:off x="7456250" y="4311236"/>
                <a:ext cx="523857" cy="280582"/>
                <a:chOff x="7493876" y="2774731"/>
                <a:chExt cx="1481958" cy="894622"/>
              </a:xfrm>
            </p:grpSpPr>
            <p:sp>
              <p:nvSpPr>
                <p:cNvPr id="3359" name="Google Shape;3359;p2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360" name="Google Shape;3360;p2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361" name="Google Shape;3361;p2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362" name="Google Shape;3362;p2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63" name="Google Shape;3363;p2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64" name="Google Shape;3364;p2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65" name="Google Shape;3365;p2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366" name="Google Shape;3366;p27"/>
              <p:cNvGrpSpPr/>
              <p:nvPr/>
            </p:nvGrpSpPr>
            <p:grpSpPr>
              <a:xfrm>
                <a:off x="6179000" y="4306988"/>
                <a:ext cx="523857" cy="280582"/>
                <a:chOff x="7493876" y="2774731"/>
                <a:chExt cx="1481958" cy="894622"/>
              </a:xfrm>
            </p:grpSpPr>
            <p:sp>
              <p:nvSpPr>
                <p:cNvPr id="3367" name="Google Shape;3367;p2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368" name="Google Shape;3368;p2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369" name="Google Shape;3369;p2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370" name="Google Shape;3370;p2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1" name="Google Shape;3371;p2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2" name="Google Shape;3372;p2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3" name="Google Shape;3373;p2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374" name="Google Shape;3374;p27"/>
              <p:cNvGrpSpPr/>
              <p:nvPr/>
            </p:nvGrpSpPr>
            <p:grpSpPr>
              <a:xfrm>
                <a:off x="6837992" y="4368165"/>
                <a:ext cx="407219" cy="460757"/>
                <a:chOff x="6112721" y="4375907"/>
                <a:chExt cx="407219" cy="460757"/>
              </a:xfrm>
            </p:grpSpPr>
            <p:sp>
              <p:nvSpPr>
                <p:cNvPr id="3375" name="Google Shape;3375;p27"/>
                <p:cNvSpPr txBox="1"/>
                <p:nvPr/>
              </p:nvSpPr>
              <p:spPr>
                <a:xfrm flipH="1">
                  <a:off x="6112721" y="4375907"/>
                  <a:ext cx="379413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Calibri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  <p:grpSp>
              <p:nvGrpSpPr>
                <p:cNvPr id="3376" name="Google Shape;3376;p27"/>
                <p:cNvGrpSpPr/>
                <p:nvPr/>
              </p:nvGrpSpPr>
              <p:grpSpPr>
                <a:xfrm>
                  <a:off x="6172277" y="4571552"/>
                  <a:ext cx="347663" cy="265112"/>
                  <a:chOff x="4370" y="2696"/>
                  <a:chExt cx="226" cy="346"/>
                </a:xfrm>
              </p:grpSpPr>
              <p:cxnSp>
                <p:nvCxnSpPr>
                  <p:cNvPr id="3377" name="Google Shape;3377;p27"/>
                  <p:cNvCxnSpPr/>
                  <p:nvPr/>
                </p:nvCxnSpPr>
                <p:spPr>
                  <a:xfrm rot="5400000">
                    <a:off x="4197" y="2868"/>
                    <a:ext cx="345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378" name="Google Shape;3378;p27"/>
                  <p:cNvCxnSpPr/>
                  <p:nvPr/>
                </p:nvCxnSpPr>
                <p:spPr>
                  <a:xfrm rot="5400000">
                    <a:off x="4423" y="2869"/>
                    <a:ext cx="345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3379" name="Google Shape;3379;p27"/>
              <p:cNvGrpSpPr/>
              <p:nvPr/>
            </p:nvGrpSpPr>
            <p:grpSpPr>
              <a:xfrm>
                <a:off x="7485902" y="4368310"/>
                <a:ext cx="407219" cy="460757"/>
                <a:chOff x="6112721" y="4375907"/>
                <a:chExt cx="407219" cy="460757"/>
              </a:xfrm>
            </p:grpSpPr>
            <p:sp>
              <p:nvSpPr>
                <p:cNvPr id="3380" name="Google Shape;3380;p27"/>
                <p:cNvSpPr txBox="1"/>
                <p:nvPr/>
              </p:nvSpPr>
              <p:spPr>
                <a:xfrm flipH="1">
                  <a:off x="6112721" y="4375907"/>
                  <a:ext cx="379413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Calibri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  <p:grpSp>
              <p:nvGrpSpPr>
                <p:cNvPr id="3381" name="Google Shape;3381;p27"/>
                <p:cNvGrpSpPr/>
                <p:nvPr/>
              </p:nvGrpSpPr>
              <p:grpSpPr>
                <a:xfrm>
                  <a:off x="6172277" y="4571552"/>
                  <a:ext cx="347663" cy="265112"/>
                  <a:chOff x="4370" y="2696"/>
                  <a:chExt cx="226" cy="346"/>
                </a:xfrm>
              </p:grpSpPr>
              <p:cxnSp>
                <p:nvCxnSpPr>
                  <p:cNvPr id="3382" name="Google Shape;3382;p27"/>
                  <p:cNvCxnSpPr/>
                  <p:nvPr/>
                </p:nvCxnSpPr>
                <p:spPr>
                  <a:xfrm rot="5400000">
                    <a:off x="4197" y="2868"/>
                    <a:ext cx="345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383" name="Google Shape;3383;p27"/>
                  <p:cNvCxnSpPr/>
                  <p:nvPr/>
                </p:nvCxnSpPr>
                <p:spPr>
                  <a:xfrm rot="5400000">
                    <a:off x="4423" y="2869"/>
                    <a:ext cx="345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3384" name="Google Shape;3384;p27"/>
              <p:cNvGrpSpPr/>
              <p:nvPr/>
            </p:nvGrpSpPr>
            <p:grpSpPr>
              <a:xfrm>
                <a:off x="6823004" y="4319870"/>
                <a:ext cx="523857" cy="280582"/>
                <a:chOff x="7493876" y="2774731"/>
                <a:chExt cx="1481958" cy="894622"/>
              </a:xfrm>
            </p:grpSpPr>
            <p:sp>
              <p:nvSpPr>
                <p:cNvPr id="3385" name="Google Shape;3385;p2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386" name="Google Shape;3386;p2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387" name="Google Shape;3387;p2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388" name="Google Shape;3388;p2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89" name="Google Shape;3389;p2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90" name="Google Shape;3390;p2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91" name="Google Shape;3391;p2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392" name="Google Shape;3392;p27"/>
              <p:cNvSpPr/>
              <p:nvPr/>
            </p:nvSpPr>
            <p:spPr>
              <a:xfrm>
                <a:off x="7623251" y="3590438"/>
                <a:ext cx="550985" cy="125046"/>
              </a:xfrm>
              <a:custGeom>
                <a:rect b="b" l="l" r="r" t="t"/>
                <a:pathLst>
                  <a:path extrusionOk="0" h="125046" w="550985">
                    <a:moveTo>
                      <a:pt x="0" y="125046"/>
                    </a:moveTo>
                    <a:lnTo>
                      <a:pt x="93785" y="0"/>
                    </a:lnTo>
                    <a:lnTo>
                      <a:pt x="550985" y="732"/>
                    </a:lnTo>
                  </a:path>
                </a:pathLst>
              </a:cu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3" name="Google Shape;3393;p27"/>
              <p:cNvSpPr/>
              <p:nvPr/>
            </p:nvSpPr>
            <p:spPr>
              <a:xfrm flipH="1" rot="10800000">
                <a:off x="7610087" y="3823331"/>
                <a:ext cx="554160" cy="125046"/>
              </a:xfrm>
              <a:custGeom>
                <a:rect b="b" l="l" r="r" t="t"/>
                <a:pathLst>
                  <a:path extrusionOk="0" h="125046" w="554160">
                    <a:moveTo>
                      <a:pt x="0" y="125046"/>
                    </a:moveTo>
                    <a:lnTo>
                      <a:pt x="93785" y="0"/>
                    </a:lnTo>
                    <a:lnTo>
                      <a:pt x="554160" y="732"/>
                    </a:lnTo>
                  </a:path>
                </a:pathLst>
              </a:cu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4" name="Google Shape;3394;p27"/>
              <p:cNvSpPr/>
              <p:nvPr/>
            </p:nvSpPr>
            <p:spPr>
              <a:xfrm flipH="1">
                <a:off x="5980729" y="3577003"/>
                <a:ext cx="550985" cy="125046"/>
              </a:xfrm>
              <a:custGeom>
                <a:rect b="b" l="l" r="r" t="t"/>
                <a:pathLst>
                  <a:path extrusionOk="0" h="125046" w="550985">
                    <a:moveTo>
                      <a:pt x="0" y="125046"/>
                    </a:moveTo>
                    <a:lnTo>
                      <a:pt x="93785" y="0"/>
                    </a:lnTo>
                    <a:lnTo>
                      <a:pt x="550985" y="732"/>
                    </a:lnTo>
                  </a:path>
                </a:pathLst>
              </a:cu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5" name="Google Shape;3395;p27"/>
              <p:cNvSpPr txBox="1"/>
              <p:nvPr/>
            </p:nvSpPr>
            <p:spPr>
              <a:xfrm rot="5400000">
                <a:off x="6039607" y="3553246"/>
                <a:ext cx="46037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sp>
            <p:nvSpPr>
              <p:cNvPr id="3396" name="Google Shape;3396;p27"/>
              <p:cNvSpPr/>
              <p:nvPr/>
            </p:nvSpPr>
            <p:spPr>
              <a:xfrm rot="10800000">
                <a:off x="5978685" y="3814887"/>
                <a:ext cx="554160" cy="125046"/>
              </a:xfrm>
              <a:custGeom>
                <a:rect b="b" l="l" r="r" t="t"/>
                <a:pathLst>
                  <a:path extrusionOk="0" h="125046" w="554160">
                    <a:moveTo>
                      <a:pt x="0" y="125046"/>
                    </a:moveTo>
                    <a:lnTo>
                      <a:pt x="93785" y="0"/>
                    </a:lnTo>
                    <a:lnTo>
                      <a:pt x="554160" y="732"/>
                    </a:lnTo>
                  </a:path>
                </a:pathLst>
              </a:cu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97" name="Google Shape;3397;p27"/>
            <p:cNvSpPr txBox="1"/>
            <p:nvPr/>
          </p:nvSpPr>
          <p:spPr>
            <a:xfrm>
              <a:off x="6000978" y="2431314"/>
              <a:ext cx="235750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POP: point-of-presence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2" name="Shape 3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3" name="Google Shape;3403;p28"/>
          <p:cNvSpPr txBox="1"/>
          <p:nvPr>
            <p:ph type="title"/>
          </p:nvPr>
        </p:nvSpPr>
        <p:spPr>
          <a:xfrm>
            <a:off x="546662" y="15240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Introduction</a:t>
            </a:r>
            <a:endParaRPr sz="6000"/>
          </a:p>
        </p:txBody>
      </p:sp>
      <p:grpSp>
        <p:nvGrpSpPr>
          <p:cNvPr id="3404" name="Google Shape;3404;p28"/>
          <p:cNvGrpSpPr/>
          <p:nvPr/>
        </p:nvGrpSpPr>
        <p:grpSpPr>
          <a:xfrm>
            <a:off x="7421880" y="45382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3405" name="Google Shape;3405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06" name="Google Shape;3406;p28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3407" name="Google Shape;3407;p28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3408" name="Google Shape;3408;p2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09" name="Google Shape;3409;p28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10" name="Google Shape;3410;p28"/>
          <p:cNvGrpSpPr/>
          <p:nvPr/>
        </p:nvGrpSpPr>
        <p:grpSpPr>
          <a:xfrm>
            <a:off x="5108787" y="6105145"/>
            <a:ext cx="6892924" cy="461665"/>
            <a:chOff x="5108787" y="6105145"/>
            <a:chExt cx="6892924" cy="461665"/>
          </a:xfrm>
        </p:grpSpPr>
        <p:sp>
          <p:nvSpPr>
            <p:cNvPr id="3411" name="Google Shape;3411;p28"/>
            <p:cNvSpPr txBox="1"/>
            <p:nvPr/>
          </p:nvSpPr>
          <p:spPr>
            <a:xfrm>
              <a:off x="5108787" y="6105145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2020, J.F. Kurose, All Rights Reserved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1996-2020, J.F. Kurose, K.W. Ross, All Rights Reserved</a:t>
              </a:r>
              <a:endParaRPr/>
            </a:p>
          </p:txBody>
        </p:sp>
        <p:pic>
          <p:nvPicPr>
            <p:cNvPr id="3412" name="Google Shape;3412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028246" y="6178318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3" name="Google Shape;3413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56647" y="6354452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14" name="Google Shape;3414;p28"/>
          <p:cNvSpPr txBox="1"/>
          <p:nvPr/>
        </p:nvSpPr>
        <p:spPr>
          <a:xfrm>
            <a:off x="461783" y="1582421"/>
            <a:ext cx="7677223" cy="4978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Overview. What </a:t>
            </a:r>
            <a:r>
              <a:rPr i="1"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the Internet? What</a:t>
            </a:r>
            <a:r>
              <a:rPr i="1"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edge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core: 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packet/circuit switching, internet structure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 sz="32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