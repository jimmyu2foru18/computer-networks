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embeddedFontLst>
    <p:embeddedFont>
      <p:font typeface="Gill Sans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font" Target="fonts/GillSans-bold.fntdata"/><Relationship Id="rId12" Type="http://schemas.openxmlformats.org/officeDocument/2006/relationships/slide" Target="slides/slide7.xml"/><Relationship Id="rId23" Type="http://schemas.openxmlformats.org/officeDocument/2006/relationships/font" Target="fonts/Gill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7" name="Google Shape;97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4" name="Google Shape;14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3" name="Google Shape;188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4" name="Google Shape;188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4" name="Shape 2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Google Shape;205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6" name="Google Shape;205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7" name="Google Shape;205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2" name="Shape 2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3" name="Google Shape;223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4" name="Google Shape;22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5" name="Google Shape;223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0" name="Shape 2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1" name="Google Shape;233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2" name="Google Shape;233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3" name="Google Shape;233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6" name="Shape 2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7" name="Google Shape;241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8" name="Google Shape;241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9" name="Google Shape;241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0" name="Shape 2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1" name="Google Shape;253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2" name="Google Shape;253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3" name="Google Shape;253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4" name="Shape 2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5" name="Google Shape;273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6" name="Google Shape;273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7" name="Google Shape;273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1" name="Shape 3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2" name="Google Shape;318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3" name="Google Shape;318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4" name="Google Shape;318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6" name="Shape 3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7" name="Google Shape;322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8" name="Google Shape;322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9" name="Google Shape;322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7" name="Shape 3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8" name="Google Shape;323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9" name="Google Shape;323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0" name="Google Shape;324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8" name="Shape 3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9" name="Google Shape;324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0" name="Google Shape;325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1" name="Google Shape;325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6" name="Shape 3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7" name="Google Shape;325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8" name="Google Shape;325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9" name="Google Shape;325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000"/>
              <a:buFont typeface="Calibri"/>
              <a:buNone/>
              <a:defRPr b="1" i="0" sz="40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6.jpg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image" Target="../media/image22.png"/><Relationship Id="rId11" Type="http://schemas.openxmlformats.org/officeDocument/2006/relationships/image" Target="../media/image21.png"/><Relationship Id="rId22" Type="http://schemas.openxmlformats.org/officeDocument/2006/relationships/image" Target="../media/image39.png"/><Relationship Id="rId10" Type="http://schemas.openxmlformats.org/officeDocument/2006/relationships/image" Target="../media/image16.png"/><Relationship Id="rId21" Type="http://schemas.openxmlformats.org/officeDocument/2006/relationships/image" Target="../media/image12.png"/><Relationship Id="rId13" Type="http://schemas.openxmlformats.org/officeDocument/2006/relationships/image" Target="../media/image13.png"/><Relationship Id="rId12" Type="http://schemas.openxmlformats.org/officeDocument/2006/relationships/image" Target="../media/image31.png"/><Relationship Id="rId23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15" Type="http://schemas.openxmlformats.org/officeDocument/2006/relationships/image" Target="../media/image4.png"/><Relationship Id="rId14" Type="http://schemas.openxmlformats.org/officeDocument/2006/relationships/image" Target="../media/image6.png"/><Relationship Id="rId17" Type="http://schemas.openxmlformats.org/officeDocument/2006/relationships/image" Target="../media/image14.png"/><Relationship Id="rId16" Type="http://schemas.openxmlformats.org/officeDocument/2006/relationships/image" Target="../media/image7.png"/><Relationship Id="rId5" Type="http://schemas.openxmlformats.org/officeDocument/2006/relationships/image" Target="../media/image15.png"/><Relationship Id="rId19" Type="http://schemas.openxmlformats.org/officeDocument/2006/relationships/image" Target="../media/image37.png"/><Relationship Id="rId6" Type="http://schemas.openxmlformats.org/officeDocument/2006/relationships/image" Target="../media/image25.png"/><Relationship Id="rId18" Type="http://schemas.openxmlformats.org/officeDocument/2006/relationships/image" Target="../media/image29.png"/><Relationship Id="rId7" Type="http://schemas.openxmlformats.org/officeDocument/2006/relationships/image" Target="../media/image3.png"/><Relationship Id="rId8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image" Target="../media/image6.png"/><Relationship Id="rId11" Type="http://schemas.openxmlformats.org/officeDocument/2006/relationships/image" Target="../media/image29.png"/><Relationship Id="rId22" Type="http://schemas.openxmlformats.org/officeDocument/2006/relationships/image" Target="../media/image2.png"/><Relationship Id="rId10" Type="http://schemas.openxmlformats.org/officeDocument/2006/relationships/image" Target="../media/image14.png"/><Relationship Id="rId21" Type="http://schemas.openxmlformats.org/officeDocument/2006/relationships/image" Target="../media/image37.png"/><Relationship Id="rId13" Type="http://schemas.openxmlformats.org/officeDocument/2006/relationships/image" Target="../media/image39.png"/><Relationship Id="rId12" Type="http://schemas.openxmlformats.org/officeDocument/2006/relationships/image" Target="../media/image22.png"/><Relationship Id="rId23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9" Type="http://schemas.openxmlformats.org/officeDocument/2006/relationships/image" Target="../media/image7.png"/><Relationship Id="rId15" Type="http://schemas.openxmlformats.org/officeDocument/2006/relationships/image" Target="../media/image15.png"/><Relationship Id="rId14" Type="http://schemas.openxmlformats.org/officeDocument/2006/relationships/image" Target="../media/image23.png"/><Relationship Id="rId17" Type="http://schemas.openxmlformats.org/officeDocument/2006/relationships/image" Target="../media/image5.png"/><Relationship Id="rId16" Type="http://schemas.openxmlformats.org/officeDocument/2006/relationships/image" Target="../media/image17.png"/><Relationship Id="rId5" Type="http://schemas.openxmlformats.org/officeDocument/2006/relationships/image" Target="../media/image21.png"/><Relationship Id="rId19" Type="http://schemas.openxmlformats.org/officeDocument/2006/relationships/image" Target="../media/image11.png"/><Relationship Id="rId6" Type="http://schemas.openxmlformats.org/officeDocument/2006/relationships/image" Target="../media/image31.png"/><Relationship Id="rId18" Type="http://schemas.openxmlformats.org/officeDocument/2006/relationships/image" Target="../media/image25.png"/><Relationship Id="rId7" Type="http://schemas.openxmlformats.org/officeDocument/2006/relationships/image" Target="../media/image13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6.png"/><Relationship Id="rId11" Type="http://schemas.openxmlformats.org/officeDocument/2006/relationships/image" Target="../media/image29.png"/><Relationship Id="rId22" Type="http://schemas.openxmlformats.org/officeDocument/2006/relationships/image" Target="../media/image2.png"/><Relationship Id="rId10" Type="http://schemas.openxmlformats.org/officeDocument/2006/relationships/image" Target="../media/image14.png"/><Relationship Id="rId21" Type="http://schemas.openxmlformats.org/officeDocument/2006/relationships/image" Target="../media/image37.png"/><Relationship Id="rId13" Type="http://schemas.openxmlformats.org/officeDocument/2006/relationships/image" Target="../media/image39.png"/><Relationship Id="rId12" Type="http://schemas.openxmlformats.org/officeDocument/2006/relationships/image" Target="../media/image22.png"/><Relationship Id="rId23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9" Type="http://schemas.openxmlformats.org/officeDocument/2006/relationships/image" Target="../media/image7.png"/><Relationship Id="rId15" Type="http://schemas.openxmlformats.org/officeDocument/2006/relationships/image" Target="../media/image15.png"/><Relationship Id="rId14" Type="http://schemas.openxmlformats.org/officeDocument/2006/relationships/image" Target="../media/image23.png"/><Relationship Id="rId17" Type="http://schemas.openxmlformats.org/officeDocument/2006/relationships/image" Target="../media/image5.png"/><Relationship Id="rId16" Type="http://schemas.openxmlformats.org/officeDocument/2006/relationships/image" Target="../media/image17.png"/><Relationship Id="rId5" Type="http://schemas.openxmlformats.org/officeDocument/2006/relationships/image" Target="../media/image21.png"/><Relationship Id="rId19" Type="http://schemas.openxmlformats.org/officeDocument/2006/relationships/image" Target="../media/image11.png"/><Relationship Id="rId6" Type="http://schemas.openxmlformats.org/officeDocument/2006/relationships/image" Target="../media/image31.png"/><Relationship Id="rId18" Type="http://schemas.openxmlformats.org/officeDocument/2006/relationships/image" Target="../media/image25.png"/><Relationship Id="rId7" Type="http://schemas.openxmlformats.org/officeDocument/2006/relationships/image" Target="../media/image13.png"/><Relationship Id="rId8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6.png"/><Relationship Id="rId11" Type="http://schemas.openxmlformats.org/officeDocument/2006/relationships/image" Target="../media/image29.png"/><Relationship Id="rId22" Type="http://schemas.openxmlformats.org/officeDocument/2006/relationships/image" Target="../media/image2.png"/><Relationship Id="rId10" Type="http://schemas.openxmlformats.org/officeDocument/2006/relationships/image" Target="../media/image14.png"/><Relationship Id="rId21" Type="http://schemas.openxmlformats.org/officeDocument/2006/relationships/image" Target="../media/image37.png"/><Relationship Id="rId13" Type="http://schemas.openxmlformats.org/officeDocument/2006/relationships/image" Target="../media/image39.png"/><Relationship Id="rId12" Type="http://schemas.openxmlformats.org/officeDocument/2006/relationships/image" Target="../media/image22.png"/><Relationship Id="rId23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9" Type="http://schemas.openxmlformats.org/officeDocument/2006/relationships/image" Target="../media/image7.png"/><Relationship Id="rId15" Type="http://schemas.openxmlformats.org/officeDocument/2006/relationships/image" Target="../media/image15.png"/><Relationship Id="rId14" Type="http://schemas.openxmlformats.org/officeDocument/2006/relationships/image" Target="../media/image23.png"/><Relationship Id="rId17" Type="http://schemas.openxmlformats.org/officeDocument/2006/relationships/image" Target="../media/image5.png"/><Relationship Id="rId16" Type="http://schemas.openxmlformats.org/officeDocument/2006/relationships/image" Target="../media/image17.png"/><Relationship Id="rId5" Type="http://schemas.openxmlformats.org/officeDocument/2006/relationships/image" Target="../media/image21.png"/><Relationship Id="rId19" Type="http://schemas.openxmlformats.org/officeDocument/2006/relationships/image" Target="../media/image11.png"/><Relationship Id="rId6" Type="http://schemas.openxmlformats.org/officeDocument/2006/relationships/image" Target="../media/image31.png"/><Relationship Id="rId18" Type="http://schemas.openxmlformats.org/officeDocument/2006/relationships/image" Target="../media/image25.png"/><Relationship Id="rId7" Type="http://schemas.openxmlformats.org/officeDocument/2006/relationships/image" Target="../media/image13.png"/><Relationship Id="rId8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9.png"/><Relationship Id="rId4" Type="http://schemas.openxmlformats.org/officeDocument/2006/relationships/image" Target="../media/image50.png"/><Relationship Id="rId5" Type="http://schemas.openxmlformats.org/officeDocument/2006/relationships/image" Target="../media/image48.png"/><Relationship Id="rId6" Type="http://schemas.openxmlformats.org/officeDocument/2006/relationships/image" Target="../media/image5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9.png"/><Relationship Id="rId4" Type="http://schemas.openxmlformats.org/officeDocument/2006/relationships/image" Target="../media/image50.png"/><Relationship Id="rId5" Type="http://schemas.openxmlformats.org/officeDocument/2006/relationships/image" Target="../media/image48.png"/><Relationship Id="rId6" Type="http://schemas.openxmlformats.org/officeDocument/2006/relationships/image" Target="../media/image5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1.png"/><Relationship Id="rId4" Type="http://schemas.openxmlformats.org/officeDocument/2006/relationships/image" Target="../media/image53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74.png"/><Relationship Id="rId10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Relationship Id="rId4" Type="http://schemas.openxmlformats.org/officeDocument/2006/relationships/image" Target="../media/image54.png"/><Relationship Id="rId9" Type="http://schemas.openxmlformats.org/officeDocument/2006/relationships/image" Target="../media/image53.png"/><Relationship Id="rId5" Type="http://schemas.openxmlformats.org/officeDocument/2006/relationships/image" Target="../media/image62.png"/><Relationship Id="rId6" Type="http://schemas.openxmlformats.org/officeDocument/2006/relationships/image" Target="../media/image60.png"/><Relationship Id="rId7" Type="http://schemas.openxmlformats.org/officeDocument/2006/relationships/image" Target="../media/image67.png"/><Relationship Id="rId8" Type="http://schemas.openxmlformats.org/officeDocument/2006/relationships/image" Target="../media/image63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66.png"/><Relationship Id="rId10" Type="http://schemas.openxmlformats.org/officeDocument/2006/relationships/image" Target="../media/image70.png"/><Relationship Id="rId13" Type="http://schemas.openxmlformats.org/officeDocument/2006/relationships/image" Target="../media/image15.png"/><Relationship Id="rId12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Relationship Id="rId4" Type="http://schemas.openxmlformats.org/officeDocument/2006/relationships/image" Target="../media/image54.png"/><Relationship Id="rId9" Type="http://schemas.openxmlformats.org/officeDocument/2006/relationships/image" Target="../media/image74.png"/><Relationship Id="rId15" Type="http://schemas.openxmlformats.org/officeDocument/2006/relationships/image" Target="../media/image84.png"/><Relationship Id="rId14" Type="http://schemas.openxmlformats.org/officeDocument/2006/relationships/image" Target="../media/image81.png"/><Relationship Id="rId16" Type="http://schemas.openxmlformats.org/officeDocument/2006/relationships/image" Target="../media/image77.png"/><Relationship Id="rId5" Type="http://schemas.openxmlformats.org/officeDocument/2006/relationships/image" Target="../media/image79.png"/><Relationship Id="rId6" Type="http://schemas.openxmlformats.org/officeDocument/2006/relationships/image" Target="../media/image64.png"/><Relationship Id="rId7" Type="http://schemas.openxmlformats.org/officeDocument/2006/relationships/image" Target="../media/image68.png"/><Relationship Id="rId8" Type="http://schemas.openxmlformats.org/officeDocument/2006/relationships/image" Target="../media/image72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96.png"/><Relationship Id="rId10" Type="http://schemas.openxmlformats.org/officeDocument/2006/relationships/image" Target="../media/image87.png"/><Relationship Id="rId13" Type="http://schemas.openxmlformats.org/officeDocument/2006/relationships/image" Target="../media/image85.png"/><Relationship Id="rId12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Relationship Id="rId4" Type="http://schemas.openxmlformats.org/officeDocument/2006/relationships/image" Target="../media/image54.png"/><Relationship Id="rId9" Type="http://schemas.openxmlformats.org/officeDocument/2006/relationships/image" Target="../media/image83.png"/><Relationship Id="rId14" Type="http://schemas.openxmlformats.org/officeDocument/2006/relationships/image" Target="../media/image53.png"/><Relationship Id="rId5" Type="http://schemas.openxmlformats.org/officeDocument/2006/relationships/image" Target="../media/image90.png"/><Relationship Id="rId6" Type="http://schemas.openxmlformats.org/officeDocument/2006/relationships/image" Target="../media/image75.png"/><Relationship Id="rId7" Type="http://schemas.openxmlformats.org/officeDocument/2006/relationships/image" Target="../media/image88.png"/><Relationship Id="rId8" Type="http://schemas.openxmlformats.org/officeDocument/2006/relationships/image" Target="../media/image76.png"/></Relationships>
</file>

<file path=ppt/slides/_rels/slide12.xml.rels><?xml version="1.0" encoding="UTF-8" standalone="yes"?><Relationships xmlns="http://schemas.openxmlformats.org/package/2006/relationships"><Relationship Id="rId20" Type="http://schemas.openxmlformats.org/officeDocument/2006/relationships/image" Target="../media/image6.png"/><Relationship Id="rId11" Type="http://schemas.openxmlformats.org/officeDocument/2006/relationships/image" Target="../media/image29.png"/><Relationship Id="rId22" Type="http://schemas.openxmlformats.org/officeDocument/2006/relationships/image" Target="../media/image12.png"/><Relationship Id="rId10" Type="http://schemas.openxmlformats.org/officeDocument/2006/relationships/image" Target="../media/image14.png"/><Relationship Id="rId21" Type="http://schemas.openxmlformats.org/officeDocument/2006/relationships/image" Target="../media/image2.png"/><Relationship Id="rId13" Type="http://schemas.openxmlformats.org/officeDocument/2006/relationships/image" Target="../media/image39.png"/><Relationship Id="rId24" Type="http://schemas.openxmlformats.org/officeDocument/2006/relationships/image" Target="../media/image92.png"/><Relationship Id="rId12" Type="http://schemas.openxmlformats.org/officeDocument/2006/relationships/image" Target="../media/image22.png"/><Relationship Id="rId23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9" Type="http://schemas.openxmlformats.org/officeDocument/2006/relationships/image" Target="../media/image7.png"/><Relationship Id="rId15" Type="http://schemas.openxmlformats.org/officeDocument/2006/relationships/image" Target="../media/image15.png"/><Relationship Id="rId14" Type="http://schemas.openxmlformats.org/officeDocument/2006/relationships/image" Target="../media/image23.png"/><Relationship Id="rId17" Type="http://schemas.openxmlformats.org/officeDocument/2006/relationships/image" Target="../media/image5.png"/><Relationship Id="rId16" Type="http://schemas.openxmlformats.org/officeDocument/2006/relationships/image" Target="../media/image17.png"/><Relationship Id="rId5" Type="http://schemas.openxmlformats.org/officeDocument/2006/relationships/image" Target="../media/image21.png"/><Relationship Id="rId19" Type="http://schemas.openxmlformats.org/officeDocument/2006/relationships/image" Target="../media/image11.png"/><Relationship Id="rId6" Type="http://schemas.openxmlformats.org/officeDocument/2006/relationships/image" Target="../media/image31.png"/><Relationship Id="rId18" Type="http://schemas.openxmlformats.org/officeDocument/2006/relationships/image" Target="../media/image25.png"/><Relationship Id="rId7" Type="http://schemas.openxmlformats.org/officeDocument/2006/relationships/image" Target="../media/image13.png"/><Relationship Id="rId8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4.png"/><Relationship Id="rId4" Type="http://schemas.openxmlformats.org/officeDocument/2006/relationships/image" Target="../media/image8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8.jpg"/><Relationship Id="rId4" Type="http://schemas.openxmlformats.org/officeDocument/2006/relationships/image" Target="../media/image9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2.png"/><Relationship Id="rId4" Type="http://schemas.openxmlformats.org/officeDocument/2006/relationships/image" Target="../media/image9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56.jpg"/><Relationship Id="rId5" Type="http://schemas.openxmlformats.org/officeDocument/2006/relationships/image" Target="../media/image7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546662" y="152400"/>
            <a:ext cx="6551791" cy="165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Introduction</a:t>
            </a:r>
            <a:endParaRPr sz="6000"/>
          </a:p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484643" y="1879601"/>
            <a:ext cx="7677223" cy="4978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Overview. What </a:t>
            </a:r>
            <a:r>
              <a:rPr i="1"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 the Internet? What</a:t>
            </a:r>
            <a:r>
              <a:rPr i="1"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a protocol?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05A4"/>
              </a:buClr>
              <a:buSzPts val="3600"/>
              <a:buChar char="▪"/>
            </a:pPr>
            <a:r>
              <a:rPr lang="en-US" sz="3600">
                <a:latin typeface="Calibri"/>
                <a:ea typeface="Calibri"/>
                <a:cs typeface="Calibri"/>
                <a:sym typeface="Calibri"/>
              </a:rPr>
              <a:t>Network edge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Network core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Performance: loss, delay, throughput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Protocol layers, service models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/>
          </a:p>
        </p:txBody>
      </p:sp>
      <p:grpSp>
        <p:nvGrpSpPr>
          <p:cNvPr id="36" name="Google Shape;36;p6"/>
          <p:cNvGrpSpPr/>
          <p:nvPr/>
        </p:nvGrpSpPr>
        <p:grpSpPr>
          <a:xfrm>
            <a:off x="7421880" y="45382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37" name="Google Shape;37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" name="Google Shape;38;p6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39" name="Google Shape;39;p6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40" name="Google Shape;40;p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" name="Google Shape;41;p6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b="0" lang="en-US" sz="5400"/>
              <a:t>A closer look at Internet structure</a:t>
            </a:r>
            <a:endParaRPr b="0" sz="5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7205350" y="1488461"/>
            <a:ext cx="4525460" cy="4859961"/>
            <a:chOff x="7268561" y="1458365"/>
            <a:chExt cx="4525460" cy="4859961"/>
          </a:xfrm>
        </p:grpSpPr>
        <p:sp>
          <p:nvSpPr>
            <p:cNvPr id="49" name="Google Shape;49;p7"/>
            <p:cNvSpPr/>
            <p:nvPr/>
          </p:nvSpPr>
          <p:spPr>
            <a:xfrm>
              <a:off x="9048399" y="3035682"/>
              <a:ext cx="1124807" cy="1337915"/>
            </a:xfrm>
            <a:custGeom>
              <a:rect b="b" l="l" r="r" t="t"/>
              <a:pathLst>
                <a:path extrusionOk="0" h="1800235" w="1549812">
                  <a:moveTo>
                    <a:pt x="343858" y="616342"/>
                  </a:moveTo>
                  <a:cubicBezTo>
                    <a:pt x="219011" y="776579"/>
                    <a:pt x="109545" y="812281"/>
                    <a:pt x="71474" y="993617"/>
                  </a:cubicBezTo>
                  <a:cubicBezTo>
                    <a:pt x="33403" y="1174953"/>
                    <a:pt x="-89757" y="1561356"/>
                    <a:pt x="115432" y="1704358"/>
                  </a:cubicBezTo>
                  <a:cubicBezTo>
                    <a:pt x="320621" y="1847360"/>
                    <a:pt x="1156371" y="1810039"/>
                    <a:pt x="1389496" y="1724347"/>
                  </a:cubicBezTo>
                  <a:cubicBezTo>
                    <a:pt x="1622621" y="1638655"/>
                    <a:pt x="1540497" y="1322590"/>
                    <a:pt x="1514186" y="1190207"/>
                  </a:cubicBezTo>
                  <a:cubicBezTo>
                    <a:pt x="1487875" y="1057824"/>
                    <a:pt x="1240336" y="1148914"/>
                    <a:pt x="1231629" y="930051"/>
                  </a:cubicBezTo>
                  <a:cubicBezTo>
                    <a:pt x="1248292" y="693847"/>
                    <a:pt x="1498710" y="656286"/>
                    <a:pt x="1509771" y="523246"/>
                  </a:cubicBezTo>
                  <a:cubicBezTo>
                    <a:pt x="1520832" y="390206"/>
                    <a:pt x="1431655" y="305130"/>
                    <a:pt x="1297997" y="131808"/>
                  </a:cubicBezTo>
                  <a:cubicBezTo>
                    <a:pt x="1189251" y="36824"/>
                    <a:pt x="979579" y="-48562"/>
                    <a:pt x="820556" y="32194"/>
                  </a:cubicBezTo>
                  <a:cubicBezTo>
                    <a:pt x="661533" y="112950"/>
                    <a:pt x="468705" y="456105"/>
                    <a:pt x="343858" y="616342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7337287" y="1795939"/>
              <a:ext cx="1736725" cy="1317704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" name="Google Shape;51;p7"/>
            <p:cNvGrpSpPr/>
            <p:nvPr/>
          </p:nvGrpSpPr>
          <p:grpSpPr>
            <a:xfrm>
              <a:off x="7268561" y="3259155"/>
              <a:ext cx="1458912" cy="933450"/>
              <a:chOff x="2889" y="1631"/>
              <a:chExt cx="980" cy="743"/>
            </a:xfrm>
          </p:grpSpPr>
          <p:sp>
            <p:nvSpPr>
              <p:cNvPr id="52" name="Google Shape;52;p7"/>
              <p:cNvSpPr/>
              <p:nvPr/>
            </p:nvSpPr>
            <p:spPr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9CDFF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53;p7"/>
              <p:cNvSpPr/>
              <p:nvPr/>
            </p:nvSpPr>
            <p:spPr>
              <a:xfrm>
                <a:off x="2889" y="1631"/>
                <a:ext cx="980" cy="253"/>
              </a:xfrm>
              <a:prstGeom prst="triangle">
                <a:avLst>
                  <a:gd fmla="val 50000" name="adj"/>
                </a:avLst>
              </a:prstGeom>
              <a:solidFill>
                <a:srgbClr val="9CDFF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CC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4" name="Google Shape;54;p7"/>
            <p:cNvSpPr/>
            <p:nvPr/>
          </p:nvSpPr>
          <p:spPr>
            <a:xfrm>
              <a:off x="7775612" y="4653038"/>
              <a:ext cx="3079750" cy="1665288"/>
            </a:xfrm>
            <a:custGeom>
              <a:rect b="b" l="l" r="r" t="t"/>
              <a:pathLst>
                <a:path extrusionOk="0" h="1049" w="1940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7"/>
            <p:cNvSpPr txBox="1"/>
            <p:nvPr/>
          </p:nvSpPr>
          <p:spPr>
            <a:xfrm>
              <a:off x="7742485" y="1458365"/>
              <a:ext cx="133940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mobile network</a:t>
              </a:r>
              <a:endParaRPr/>
            </a:p>
          </p:txBody>
        </p:sp>
        <p:sp>
          <p:nvSpPr>
            <p:cNvPr id="56" name="Google Shape;56;p7"/>
            <p:cNvSpPr txBox="1"/>
            <p:nvPr/>
          </p:nvSpPr>
          <p:spPr>
            <a:xfrm>
              <a:off x="7394046" y="4161826"/>
              <a:ext cx="1955646" cy="268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 network</a:t>
              </a:r>
              <a:endParaRPr/>
            </a:p>
          </p:txBody>
        </p:sp>
        <p:sp>
          <p:nvSpPr>
            <p:cNvPr id="57" name="Google Shape;57;p7"/>
            <p:cNvSpPr txBox="1"/>
            <p:nvPr/>
          </p:nvSpPr>
          <p:spPr>
            <a:xfrm>
              <a:off x="7370119" y="5749679"/>
              <a:ext cx="1195135" cy="441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enterprise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        network</a:t>
              </a:r>
              <a:endParaRPr/>
            </a:p>
          </p:txBody>
        </p:sp>
        <p:sp>
          <p:nvSpPr>
            <p:cNvPr id="58" name="Google Shape;58;p7"/>
            <p:cNvSpPr/>
            <p:nvPr/>
          </p:nvSpPr>
          <p:spPr>
            <a:xfrm>
              <a:off x="10285357" y="3149444"/>
              <a:ext cx="1273167" cy="1935748"/>
            </a:xfrm>
            <a:custGeom>
              <a:rect b="b" l="l" r="r" t="t"/>
              <a:pathLst>
                <a:path extrusionOk="0" h="1952840" w="1447873">
                  <a:moveTo>
                    <a:pt x="35803" y="439993"/>
                  </a:moveTo>
                  <a:cubicBezTo>
                    <a:pt x="-891" y="618304"/>
                    <a:pt x="-14075" y="936031"/>
                    <a:pt x="18740" y="1122579"/>
                  </a:cubicBezTo>
                  <a:cubicBezTo>
                    <a:pt x="51555" y="1309127"/>
                    <a:pt x="47344" y="1425517"/>
                    <a:pt x="232695" y="1559284"/>
                  </a:cubicBezTo>
                  <a:cubicBezTo>
                    <a:pt x="418046" y="1693051"/>
                    <a:pt x="930426" y="1882091"/>
                    <a:pt x="1130848" y="1925181"/>
                  </a:cubicBezTo>
                  <a:cubicBezTo>
                    <a:pt x="1331270" y="1968271"/>
                    <a:pt x="1391533" y="1979726"/>
                    <a:pt x="1435226" y="1817827"/>
                  </a:cubicBezTo>
                  <a:cubicBezTo>
                    <a:pt x="1478919" y="1655928"/>
                    <a:pt x="1395587" y="1244347"/>
                    <a:pt x="1393007" y="953785"/>
                  </a:cubicBezTo>
                  <a:cubicBezTo>
                    <a:pt x="1390427" y="663223"/>
                    <a:pt x="1458740" y="183063"/>
                    <a:pt x="1419747" y="74455"/>
                  </a:cubicBezTo>
                  <a:cubicBezTo>
                    <a:pt x="1380754" y="-34153"/>
                    <a:pt x="469560" y="-8212"/>
                    <a:pt x="238903" y="52711"/>
                  </a:cubicBezTo>
                  <a:cubicBezTo>
                    <a:pt x="8246" y="113634"/>
                    <a:pt x="72497" y="261682"/>
                    <a:pt x="35803" y="439993"/>
                  </a:cubicBezTo>
                  <a:close/>
                </a:path>
              </a:pathLst>
            </a:custGeom>
            <a:gradFill>
              <a:gsLst>
                <a:gs pos="0">
                  <a:srgbClr val="9CDFF9"/>
                </a:gs>
                <a:gs pos="58999">
                  <a:srgbClr val="DDEAF6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9" name="Google Shape;59;p7"/>
            <p:cNvGrpSpPr/>
            <p:nvPr/>
          </p:nvGrpSpPr>
          <p:grpSpPr>
            <a:xfrm>
              <a:off x="10900911" y="3897954"/>
              <a:ext cx="687393" cy="721548"/>
              <a:chOff x="5203089" y="1751190"/>
              <a:chExt cx="858331" cy="662414"/>
            </a:xfrm>
          </p:grpSpPr>
          <p:sp>
            <p:nvSpPr>
              <p:cNvPr id="60" name="Google Shape;60;p7"/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rect b="b" l="l" r="r" t="t"/>
                <a:pathLst>
                  <a:path extrusionOk="0" h="662124" w="524651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7"/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rect b="b" l="l" r="r" t="t"/>
                <a:pathLst>
                  <a:path extrusionOk="0" h="492070" w="65129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2" name="Google Shape;62;p7"/>
              <p:cNvCxnSpPr/>
              <p:nvPr/>
            </p:nvCxnSpPr>
            <p:spPr>
              <a:xfrm flipH="1" rot="10800000">
                <a:off x="5270526" y="2029553"/>
                <a:ext cx="295249" cy="73468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3" name="Google Shape;63;p7"/>
              <p:cNvCxnSpPr/>
              <p:nvPr/>
            </p:nvCxnSpPr>
            <p:spPr>
              <a:xfrm flipH="1" rot="10800000">
                <a:off x="5275406" y="2261710"/>
                <a:ext cx="290369" cy="1675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4" name="Google Shape;64;p7"/>
              <p:cNvCxnSpPr/>
              <p:nvPr/>
            </p:nvCxnSpPr>
            <p:spPr>
              <a:xfrm flipH="1" rot="10800000">
                <a:off x="5275406" y="2151772"/>
                <a:ext cx="290369" cy="4840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5" name="Google Shape;65;p7"/>
              <p:cNvCxnSpPr/>
              <p:nvPr/>
            </p:nvCxnSpPr>
            <p:spPr>
              <a:xfrm>
                <a:off x="5270094" y="2354086"/>
                <a:ext cx="295681" cy="0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6" name="Google Shape;66;p7"/>
              <p:cNvCxnSpPr/>
              <p:nvPr/>
            </p:nvCxnSpPr>
            <p:spPr>
              <a:xfrm rot="10800000">
                <a:off x="5950242" y="1866900"/>
                <a:ext cx="0" cy="465273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7" name="Google Shape;67;p7"/>
              <p:cNvCxnSpPr/>
              <p:nvPr/>
            </p:nvCxnSpPr>
            <p:spPr>
              <a:xfrm>
                <a:off x="5628589" y="1936750"/>
                <a:ext cx="0" cy="476854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68" name="Google Shape;68;p7"/>
            <p:cNvGrpSpPr/>
            <p:nvPr/>
          </p:nvGrpSpPr>
          <p:grpSpPr>
            <a:xfrm>
              <a:off x="10834382" y="3164075"/>
              <a:ext cx="594613" cy="648336"/>
              <a:chOff x="5203089" y="1751190"/>
              <a:chExt cx="858331" cy="662414"/>
            </a:xfrm>
          </p:grpSpPr>
          <p:sp>
            <p:nvSpPr>
              <p:cNvPr id="69" name="Google Shape;69;p7"/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rect b="b" l="l" r="r" t="t"/>
                <a:pathLst>
                  <a:path extrusionOk="0" h="662124" w="524651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7"/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rect b="b" l="l" r="r" t="t"/>
                <a:pathLst>
                  <a:path extrusionOk="0" h="492070" w="65129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1" name="Google Shape;71;p7"/>
              <p:cNvCxnSpPr/>
              <p:nvPr/>
            </p:nvCxnSpPr>
            <p:spPr>
              <a:xfrm flipH="1" rot="10800000">
                <a:off x="5270526" y="2029553"/>
                <a:ext cx="295249" cy="73468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2" name="Google Shape;72;p7"/>
              <p:cNvCxnSpPr/>
              <p:nvPr/>
            </p:nvCxnSpPr>
            <p:spPr>
              <a:xfrm flipH="1" rot="10800000">
                <a:off x="5275406" y="2261710"/>
                <a:ext cx="290369" cy="1675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3" name="Google Shape;73;p7"/>
              <p:cNvCxnSpPr/>
              <p:nvPr/>
            </p:nvCxnSpPr>
            <p:spPr>
              <a:xfrm flipH="1" rot="10800000">
                <a:off x="5275406" y="2151772"/>
                <a:ext cx="290369" cy="4840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4" name="Google Shape;74;p7"/>
              <p:cNvCxnSpPr/>
              <p:nvPr/>
            </p:nvCxnSpPr>
            <p:spPr>
              <a:xfrm>
                <a:off x="5270094" y="2354086"/>
                <a:ext cx="295681" cy="0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5" name="Google Shape;75;p7"/>
              <p:cNvCxnSpPr/>
              <p:nvPr/>
            </p:nvCxnSpPr>
            <p:spPr>
              <a:xfrm rot="10800000">
                <a:off x="5950242" y="1866900"/>
                <a:ext cx="0" cy="465273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" name="Google Shape;76;p7"/>
              <p:cNvCxnSpPr/>
              <p:nvPr/>
            </p:nvCxnSpPr>
            <p:spPr>
              <a:xfrm>
                <a:off x="5628589" y="1936750"/>
                <a:ext cx="0" cy="476854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77" name="Google Shape;77;p7"/>
            <p:cNvSpPr/>
            <p:nvPr/>
          </p:nvSpPr>
          <p:spPr>
            <a:xfrm>
              <a:off x="9604024" y="1751946"/>
              <a:ext cx="1497864" cy="1386455"/>
            </a:xfrm>
            <a:custGeom>
              <a:rect b="b" l="l" r="r" t="t"/>
              <a:pathLst>
                <a:path extrusionOk="0" h="1796376" w="1634267">
                  <a:moveTo>
                    <a:pt x="147252" y="113266"/>
                  </a:moveTo>
                  <a:cubicBezTo>
                    <a:pt x="-139307" y="245497"/>
                    <a:pt x="69849" y="655289"/>
                    <a:pt x="131452" y="927943"/>
                  </a:cubicBezTo>
                  <a:cubicBezTo>
                    <a:pt x="193055" y="1200597"/>
                    <a:pt x="345759" y="1645108"/>
                    <a:pt x="516868" y="1749191"/>
                  </a:cubicBezTo>
                  <a:cubicBezTo>
                    <a:pt x="687977" y="1853274"/>
                    <a:pt x="1013294" y="1784070"/>
                    <a:pt x="1158108" y="1552442"/>
                  </a:cubicBezTo>
                  <a:cubicBezTo>
                    <a:pt x="1302922" y="1320814"/>
                    <a:pt x="1525272" y="1647197"/>
                    <a:pt x="1598914" y="1498556"/>
                  </a:cubicBezTo>
                  <a:cubicBezTo>
                    <a:pt x="1672556" y="1349916"/>
                    <a:pt x="1609877" y="897136"/>
                    <a:pt x="1599962" y="660599"/>
                  </a:cubicBezTo>
                  <a:cubicBezTo>
                    <a:pt x="1590047" y="424062"/>
                    <a:pt x="1578419" y="187943"/>
                    <a:pt x="1539426" y="79335"/>
                  </a:cubicBezTo>
                  <a:cubicBezTo>
                    <a:pt x="1500433" y="-29273"/>
                    <a:pt x="1202565" y="3293"/>
                    <a:pt x="970536" y="8948"/>
                  </a:cubicBezTo>
                  <a:cubicBezTo>
                    <a:pt x="738507" y="14603"/>
                    <a:pt x="433811" y="-18965"/>
                    <a:pt x="147252" y="113266"/>
                  </a:cubicBezTo>
                  <a:close/>
                </a:path>
              </a:pathLst>
            </a:custGeom>
            <a:gradFill>
              <a:gsLst>
                <a:gs pos="0">
                  <a:srgbClr val="9CDFF9"/>
                </a:gs>
                <a:gs pos="57000">
                  <a:srgbClr val="DDEAF6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7"/>
            <p:cNvSpPr txBox="1"/>
            <p:nvPr/>
          </p:nvSpPr>
          <p:spPr>
            <a:xfrm>
              <a:off x="9490412" y="1821099"/>
              <a:ext cx="1725088" cy="286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national or global ISP</a:t>
              </a:r>
              <a:endParaRPr/>
            </a:p>
          </p:txBody>
        </p:sp>
        <p:sp>
          <p:nvSpPr>
            <p:cNvPr id="79" name="Google Shape;79;p7"/>
            <p:cNvSpPr/>
            <p:nvPr/>
          </p:nvSpPr>
          <p:spPr>
            <a:xfrm>
              <a:off x="9342279" y="3647812"/>
              <a:ext cx="305749" cy="197847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7"/>
            <p:cNvSpPr txBox="1"/>
            <p:nvPr/>
          </p:nvSpPr>
          <p:spPr>
            <a:xfrm>
              <a:off x="8829373" y="3417823"/>
              <a:ext cx="1040639" cy="4801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local or regional ISP</a:t>
              </a:r>
              <a:endParaRPr/>
            </a:p>
          </p:txBody>
        </p:sp>
        <p:sp>
          <p:nvSpPr>
            <p:cNvPr id="81" name="Google Shape;81;p7"/>
            <p:cNvSpPr txBox="1"/>
            <p:nvPr/>
          </p:nvSpPr>
          <p:spPr>
            <a:xfrm>
              <a:off x="10980978" y="4647841"/>
              <a:ext cx="813043" cy="383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Calibri"/>
                <a:buNone/>
              </a:pPr>
              <a:r>
                <a:rPr b="0" i="0" lang="en-US" sz="105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datacenter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Calibri"/>
                <a:buNone/>
              </a:pPr>
              <a:r>
                <a:rPr b="0" i="0" lang="en-US" sz="105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</p:txBody>
        </p:sp>
        <p:sp>
          <p:nvSpPr>
            <p:cNvPr id="82" name="Google Shape;82;p7"/>
            <p:cNvSpPr txBox="1"/>
            <p:nvPr/>
          </p:nvSpPr>
          <p:spPr>
            <a:xfrm>
              <a:off x="10126229" y="4198152"/>
              <a:ext cx="843051" cy="6740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content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provider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 b="0" i="0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" name="Google Shape;83;p7"/>
          <p:cNvGrpSpPr/>
          <p:nvPr/>
        </p:nvGrpSpPr>
        <p:grpSpPr>
          <a:xfrm>
            <a:off x="7562238" y="2127325"/>
            <a:ext cx="3578867" cy="3640284"/>
            <a:chOff x="7562238" y="2127325"/>
            <a:chExt cx="3578867" cy="3640284"/>
          </a:xfrm>
        </p:grpSpPr>
        <p:cxnSp>
          <p:nvCxnSpPr>
            <p:cNvPr id="84" name="Google Shape;84;p7"/>
            <p:cNvCxnSpPr/>
            <p:nvPr/>
          </p:nvCxnSpPr>
          <p:spPr>
            <a:xfrm rot="10800000">
              <a:off x="10559920" y="3580125"/>
              <a:ext cx="412964" cy="637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5" name="Google Shape;85;p7"/>
            <p:cNvCxnSpPr/>
            <p:nvPr/>
          </p:nvCxnSpPr>
          <p:spPr>
            <a:xfrm rot="10800000">
              <a:off x="10660835" y="3640684"/>
              <a:ext cx="345866" cy="7389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6" name="Google Shape;86;p7"/>
            <p:cNvCxnSpPr/>
            <p:nvPr/>
          </p:nvCxnSpPr>
          <p:spPr>
            <a:xfrm flipH="1" rot="10800000">
              <a:off x="10636897" y="3633421"/>
              <a:ext cx="335987" cy="3953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7" name="Google Shape;87;p7"/>
            <p:cNvCxnSpPr/>
            <p:nvPr/>
          </p:nvCxnSpPr>
          <p:spPr>
            <a:xfrm rot="10800000">
              <a:off x="10570774" y="3594896"/>
              <a:ext cx="1" cy="48574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8" name="Google Shape;88;p7"/>
            <p:cNvCxnSpPr/>
            <p:nvPr/>
          </p:nvCxnSpPr>
          <p:spPr>
            <a:xfrm rot="10800000">
              <a:off x="10550620" y="4071642"/>
              <a:ext cx="508543" cy="3486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9" name="Google Shape;89;p7"/>
            <p:cNvCxnSpPr/>
            <p:nvPr/>
          </p:nvCxnSpPr>
          <p:spPr>
            <a:xfrm rot="10800000">
              <a:off x="9895195" y="4087742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0" name="Google Shape;90;p7"/>
            <p:cNvCxnSpPr/>
            <p:nvPr/>
          </p:nvCxnSpPr>
          <p:spPr>
            <a:xfrm rot="10800000">
              <a:off x="9219616" y="4087742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1" name="Google Shape;91;p7"/>
            <p:cNvCxnSpPr/>
            <p:nvPr/>
          </p:nvCxnSpPr>
          <p:spPr>
            <a:xfrm flipH="1">
              <a:off x="9276868" y="3507672"/>
              <a:ext cx="382424" cy="5170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2" name="Google Shape;92;p7"/>
            <p:cNvCxnSpPr/>
            <p:nvPr/>
          </p:nvCxnSpPr>
          <p:spPr>
            <a:xfrm>
              <a:off x="9733069" y="3507672"/>
              <a:ext cx="0" cy="54029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3" name="Google Shape;93;p7"/>
            <p:cNvCxnSpPr/>
            <p:nvPr/>
          </p:nvCxnSpPr>
          <p:spPr>
            <a:xfrm>
              <a:off x="10137668" y="2754692"/>
              <a:ext cx="488174" cy="8393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4" name="Google Shape;94;p7"/>
            <p:cNvCxnSpPr/>
            <p:nvPr/>
          </p:nvCxnSpPr>
          <p:spPr>
            <a:xfrm flipH="1">
              <a:off x="9798719" y="2695013"/>
              <a:ext cx="380432" cy="69480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95" name="Google Shape;95;p7"/>
            <p:cNvGrpSpPr/>
            <p:nvPr/>
          </p:nvGrpSpPr>
          <p:grpSpPr>
            <a:xfrm>
              <a:off x="7562238" y="2127325"/>
              <a:ext cx="3578867" cy="3640284"/>
              <a:chOff x="7562238" y="2127325"/>
              <a:chExt cx="3578867" cy="3640284"/>
            </a:xfrm>
          </p:grpSpPr>
          <p:grpSp>
            <p:nvGrpSpPr>
              <p:cNvPr id="96" name="Google Shape;96;p7"/>
              <p:cNvGrpSpPr/>
              <p:nvPr/>
            </p:nvGrpSpPr>
            <p:grpSpPr>
              <a:xfrm>
                <a:off x="7857253" y="2127325"/>
                <a:ext cx="3283852" cy="3640284"/>
                <a:chOff x="7881336" y="2104198"/>
                <a:chExt cx="3283852" cy="3640284"/>
              </a:xfrm>
            </p:grpSpPr>
            <p:cxnSp>
              <p:nvCxnSpPr>
                <p:cNvPr id="97" name="Google Shape;97;p7"/>
                <p:cNvCxnSpPr/>
                <p:nvPr/>
              </p:nvCxnSpPr>
              <p:spPr>
                <a:xfrm flipH="1" rot="5400000">
                  <a:off x="9813692" y="5228612"/>
                  <a:ext cx="388062" cy="756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8" name="Google Shape;98;p7"/>
                <p:cNvCxnSpPr/>
                <p:nvPr/>
              </p:nvCxnSpPr>
              <p:spPr>
                <a:xfrm rot="10800000">
                  <a:off x="10234009" y="5382159"/>
                  <a:ext cx="0" cy="1143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9" name="Google Shape;99;p7"/>
                <p:cNvCxnSpPr/>
                <p:nvPr/>
              </p:nvCxnSpPr>
              <p:spPr>
                <a:xfrm>
                  <a:off x="9457042" y="4815390"/>
                  <a:ext cx="524483" cy="26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0" name="Google Shape;100;p7"/>
                <p:cNvCxnSpPr/>
                <p:nvPr/>
              </p:nvCxnSpPr>
              <p:spPr>
                <a:xfrm flipH="1" rot="10800000">
                  <a:off x="8874149" y="4815390"/>
                  <a:ext cx="569255" cy="2462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1" name="Google Shape;101;p7"/>
                <p:cNvCxnSpPr/>
                <p:nvPr/>
              </p:nvCxnSpPr>
              <p:spPr>
                <a:xfrm>
                  <a:off x="8845827" y="5085749"/>
                  <a:ext cx="103050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2" name="Google Shape;102;p7"/>
                <p:cNvCxnSpPr/>
                <p:nvPr/>
              </p:nvCxnSpPr>
              <p:spPr>
                <a:xfrm>
                  <a:off x="8234290" y="5094207"/>
                  <a:ext cx="22680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3" name="Google Shape;103;p7"/>
                <p:cNvCxnSpPr/>
                <p:nvPr/>
              </p:nvCxnSpPr>
              <p:spPr>
                <a:xfrm flipH="1" rot="10800000">
                  <a:off x="7972450" y="5267343"/>
                  <a:ext cx="41275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4" name="Google Shape;104;p7"/>
                <p:cNvCxnSpPr/>
                <p:nvPr/>
              </p:nvCxnSpPr>
              <p:spPr>
                <a:xfrm flipH="1">
                  <a:off x="8397900" y="5259125"/>
                  <a:ext cx="68080" cy="2939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5" name="Google Shape;105;p7"/>
                <p:cNvCxnSpPr/>
                <p:nvPr/>
              </p:nvCxnSpPr>
              <p:spPr>
                <a:xfrm rot="10800000">
                  <a:off x="8512814" y="5284804"/>
                  <a:ext cx="280374" cy="2698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6" name="Google Shape;106;p7"/>
                <p:cNvCxnSpPr/>
                <p:nvPr/>
              </p:nvCxnSpPr>
              <p:spPr>
                <a:xfrm>
                  <a:off x="8512814" y="5234921"/>
                  <a:ext cx="914184" cy="4686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7" name="Google Shape;107;p7"/>
                <p:cNvCxnSpPr/>
                <p:nvPr/>
              </p:nvCxnSpPr>
              <p:spPr>
                <a:xfrm>
                  <a:off x="8271861" y="3806843"/>
                  <a:ext cx="0" cy="1317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8" name="Google Shape;108;p7"/>
                <p:cNvCxnSpPr/>
                <p:nvPr/>
              </p:nvCxnSpPr>
              <p:spPr>
                <a:xfrm flipH="1" rot="10800000">
                  <a:off x="7881336" y="4017980"/>
                  <a:ext cx="168275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9" name="Google Shape;109;p7"/>
                <p:cNvCxnSpPr/>
                <p:nvPr/>
              </p:nvCxnSpPr>
              <p:spPr>
                <a:xfrm flipH="1" rot="5400000">
                  <a:off x="9909628" y="5560344"/>
                  <a:ext cx="366793" cy="148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0" name="Google Shape;110;p7"/>
                <p:cNvCxnSpPr/>
                <p:nvPr/>
              </p:nvCxnSpPr>
              <p:spPr>
                <a:xfrm flipH="1" rot="10800000">
                  <a:off x="8483508" y="5013435"/>
                  <a:ext cx="404236" cy="20777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1" name="Google Shape;111;p7"/>
                <p:cNvCxnSpPr/>
                <p:nvPr/>
              </p:nvCxnSpPr>
              <p:spPr>
                <a:xfrm flipH="1">
                  <a:off x="10124718" y="2146305"/>
                  <a:ext cx="761467" cy="57735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2" name="Google Shape;112;p7"/>
                <p:cNvCxnSpPr/>
                <p:nvPr/>
              </p:nvCxnSpPr>
              <p:spPr>
                <a:xfrm flipH="1">
                  <a:off x="10124718" y="2245186"/>
                  <a:ext cx="3970" cy="51846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3" name="Google Shape;113;p7"/>
                <p:cNvCxnSpPr/>
                <p:nvPr/>
              </p:nvCxnSpPr>
              <p:spPr>
                <a:xfrm flipH="1">
                  <a:off x="10696218" y="2177379"/>
                  <a:ext cx="149360" cy="51846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4" name="Google Shape;114;p7"/>
                <p:cNvCxnSpPr/>
                <p:nvPr/>
              </p:nvCxnSpPr>
              <p:spPr>
                <a:xfrm flipH="1">
                  <a:off x="10166249" y="2695840"/>
                  <a:ext cx="574283" cy="2782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5" name="Google Shape;115;p7"/>
                <p:cNvCxnSpPr/>
                <p:nvPr/>
              </p:nvCxnSpPr>
              <p:spPr>
                <a:xfrm flipH="1">
                  <a:off x="10093625" y="2146305"/>
                  <a:ext cx="788589" cy="9888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6" name="Google Shape;116;p7"/>
                <p:cNvCxnSpPr/>
                <p:nvPr/>
              </p:nvCxnSpPr>
              <p:spPr>
                <a:xfrm flipH="1">
                  <a:off x="10886186" y="2104198"/>
                  <a:ext cx="279002" cy="4210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7" name="Google Shape;117;p7"/>
                <p:cNvCxnSpPr/>
                <p:nvPr/>
              </p:nvCxnSpPr>
              <p:spPr>
                <a:xfrm rot="10800000">
                  <a:off x="10706077" y="2695840"/>
                  <a:ext cx="353541" cy="6780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8" name="Google Shape;118;p7"/>
                <p:cNvCxnSpPr/>
                <p:nvPr/>
              </p:nvCxnSpPr>
              <p:spPr>
                <a:xfrm flipH="1">
                  <a:off x="8793306" y="2245186"/>
                  <a:ext cx="1300319" cy="60662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9" name="Google Shape;119;p7"/>
                <p:cNvCxnSpPr/>
                <p:nvPr/>
              </p:nvCxnSpPr>
              <p:spPr>
                <a:xfrm flipH="1" rot="10800000">
                  <a:off x="9402788" y="4090252"/>
                  <a:ext cx="429324" cy="70560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0" name="Google Shape;120;p7"/>
                <p:cNvCxnSpPr/>
                <p:nvPr/>
              </p:nvCxnSpPr>
              <p:spPr>
                <a:xfrm flipH="1" rot="10800000">
                  <a:off x="8268637" y="4024329"/>
                  <a:ext cx="969051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antenna_radiation_stylized" id="121" name="Google Shape;121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562238" y="3813930"/>
                <a:ext cx="506412" cy="10600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122" name="Google Shape;122;p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242073" y="5480938"/>
                <a:ext cx="452014" cy="9515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cell_tower_radiation copy" id="123" name="Google Shape;123;p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4" name="Google Shape;124;p7"/>
              <p:cNvSpPr/>
              <p:nvPr/>
            </p:nvSpPr>
            <p:spPr>
              <a:xfrm>
                <a:off x="8174541" y="2292995"/>
                <a:ext cx="52388" cy="49485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25" name="Google Shape;125;p7"/>
          <p:cNvGrpSpPr/>
          <p:nvPr/>
        </p:nvGrpSpPr>
        <p:grpSpPr>
          <a:xfrm>
            <a:off x="7613882" y="2107963"/>
            <a:ext cx="3540395" cy="3733733"/>
            <a:chOff x="7619038" y="2102861"/>
            <a:chExt cx="3540395" cy="3733733"/>
          </a:xfrm>
        </p:grpSpPr>
        <p:cxnSp>
          <p:nvCxnSpPr>
            <p:cNvPr id="126" name="Google Shape;126;p7"/>
            <p:cNvCxnSpPr/>
            <p:nvPr/>
          </p:nvCxnSpPr>
          <p:spPr>
            <a:xfrm>
              <a:off x="8213016" y="2695257"/>
              <a:ext cx="227964" cy="17435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27" name="Google Shape;127;p7"/>
            <p:cNvGrpSpPr/>
            <p:nvPr/>
          </p:nvGrpSpPr>
          <p:grpSpPr>
            <a:xfrm>
              <a:off x="8055854" y="2304274"/>
              <a:ext cx="298450" cy="464008"/>
              <a:chOff x="3130" y="3288"/>
              <a:chExt cx="410" cy="742"/>
            </a:xfrm>
          </p:grpSpPr>
          <p:cxnSp>
            <p:nvCxnSpPr>
              <p:cNvPr id="128" name="Google Shape;128;p7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" name="Google Shape;129;p7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" name="Google Shape;130;p7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" name="Google Shape;131;p7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" name="Google Shape;132;p7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" name="Google Shape;133;p7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" name="Google Shape;134;p7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" name="Google Shape;135;p7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" name="Google Shape;136;p7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" name="Google Shape;137;p7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" name="Google Shape;138;p7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" name="Google Shape;139;p7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" name="Google Shape;140;p7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" name="Google Shape;141;p7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" name="Google Shape;142;p7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access_point_stylized_small" id="143" name="Google Shape;143;p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619038" y="3856797"/>
              <a:ext cx="370169" cy="3067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ccess_point_stylized_small" id="144" name="Google Shape;144;p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95766" y="5519130"/>
              <a:ext cx="380935" cy="3174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5" name="Google Shape;145;p7"/>
            <p:cNvGrpSpPr/>
            <p:nvPr/>
          </p:nvGrpSpPr>
          <p:grpSpPr>
            <a:xfrm>
              <a:off x="9788714" y="4984881"/>
              <a:ext cx="393760" cy="218578"/>
              <a:chOff x="7493876" y="2774731"/>
              <a:chExt cx="1481958" cy="894622"/>
            </a:xfrm>
          </p:grpSpPr>
          <p:sp>
            <p:nvSpPr>
              <p:cNvPr id="146" name="Google Shape;146;p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47" name="Google Shape;147;p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48" name="Google Shape;148;p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49" name="Google Shape;149;p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" name="Google Shape;150;p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" name="Google Shape;151;p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" name="Google Shape;152;p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3" name="Google Shape;153;p7"/>
            <p:cNvGrpSpPr/>
            <p:nvPr/>
          </p:nvGrpSpPr>
          <p:grpSpPr>
            <a:xfrm>
              <a:off x="9854521" y="5333935"/>
              <a:ext cx="309740" cy="190838"/>
              <a:chOff x="3668110" y="2448910"/>
              <a:chExt cx="3794234" cy="2165130"/>
            </a:xfrm>
          </p:grpSpPr>
          <p:sp>
            <p:nvSpPr>
              <p:cNvPr id="154" name="Google Shape;154;p7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7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6" name="Google Shape;156;p7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57" name="Google Shape;157;p7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8" name="Google Shape;158;p7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" name="Google Shape;159;p7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" name="Google Shape;160;p7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61" name="Google Shape;161;p7"/>
            <p:cNvGrpSpPr/>
            <p:nvPr/>
          </p:nvGrpSpPr>
          <p:grpSpPr>
            <a:xfrm>
              <a:off x="8681775" y="4962318"/>
              <a:ext cx="393760" cy="218578"/>
              <a:chOff x="7493876" y="2774731"/>
              <a:chExt cx="1481958" cy="894622"/>
            </a:xfrm>
          </p:grpSpPr>
          <p:sp>
            <p:nvSpPr>
              <p:cNvPr id="162" name="Google Shape;162;p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63" name="Google Shape;163;p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64" name="Google Shape;164;p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65" name="Google Shape;165;p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6" name="Google Shape;166;p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" name="Google Shape;167;p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8" name="Google Shape;168;p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69" name="Google Shape;169;p7"/>
            <p:cNvGrpSpPr/>
            <p:nvPr/>
          </p:nvGrpSpPr>
          <p:grpSpPr>
            <a:xfrm>
              <a:off x="8316676" y="5189331"/>
              <a:ext cx="309740" cy="190838"/>
              <a:chOff x="3668110" y="2448910"/>
              <a:chExt cx="3794234" cy="2165130"/>
            </a:xfrm>
          </p:grpSpPr>
          <p:sp>
            <p:nvSpPr>
              <p:cNvPr id="170" name="Google Shape;170;p7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7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2" name="Google Shape;172;p7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73" name="Google Shape;173;p7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" name="Google Shape;174;p7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" name="Google Shape;175;p7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" name="Google Shape;176;p7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77" name="Google Shape;177;p7"/>
            <p:cNvGrpSpPr/>
            <p:nvPr/>
          </p:nvGrpSpPr>
          <p:grpSpPr>
            <a:xfrm>
              <a:off x="8444983" y="2807207"/>
              <a:ext cx="353678" cy="168275"/>
              <a:chOff x="7493876" y="2774731"/>
              <a:chExt cx="1481958" cy="894622"/>
            </a:xfrm>
          </p:grpSpPr>
          <p:sp>
            <p:nvSpPr>
              <p:cNvPr id="178" name="Google Shape;178;p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79" name="Google Shape;179;p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80" name="Google Shape;180;p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81" name="Google Shape;181;p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" name="Google Shape;182;p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" name="Google Shape;183;p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" name="Google Shape;184;p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85" name="Google Shape;185;p7"/>
            <p:cNvGrpSpPr/>
            <p:nvPr/>
          </p:nvGrpSpPr>
          <p:grpSpPr>
            <a:xfrm>
              <a:off x="8055226" y="3960892"/>
              <a:ext cx="354986" cy="175668"/>
              <a:chOff x="7493876" y="2774731"/>
              <a:chExt cx="1481958" cy="894622"/>
            </a:xfrm>
          </p:grpSpPr>
          <p:sp>
            <p:nvSpPr>
              <p:cNvPr id="186" name="Google Shape;186;p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87" name="Google Shape;187;p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88" name="Google Shape;188;p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89" name="Google Shape;189;p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" name="Google Shape;190;p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" name="Google Shape;191;p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" name="Google Shape;192;p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3" name="Google Shape;193;p7"/>
            <p:cNvGrpSpPr/>
            <p:nvPr/>
          </p:nvGrpSpPr>
          <p:grpSpPr>
            <a:xfrm>
              <a:off x="10889241" y="3596263"/>
              <a:ext cx="170989" cy="97052"/>
              <a:chOff x="7493876" y="2774731"/>
              <a:chExt cx="1481958" cy="894622"/>
            </a:xfrm>
          </p:grpSpPr>
          <p:sp>
            <p:nvSpPr>
              <p:cNvPr id="194" name="Google Shape;194;p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5" name="Google Shape;195;p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6" name="Google Shape;196;p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7" name="Google Shape;197;p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" name="Google Shape;198;p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" name="Google Shape;199;p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" name="Google Shape;200;p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1" name="Google Shape;201;p7"/>
            <p:cNvGrpSpPr/>
            <p:nvPr/>
          </p:nvGrpSpPr>
          <p:grpSpPr>
            <a:xfrm>
              <a:off x="10415765" y="3491036"/>
              <a:ext cx="353678" cy="198344"/>
              <a:chOff x="7493876" y="2774731"/>
              <a:chExt cx="1481958" cy="894622"/>
            </a:xfrm>
          </p:grpSpPr>
          <p:sp>
            <p:nvSpPr>
              <p:cNvPr id="202" name="Google Shape;202;p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03" name="Google Shape;203;p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04" name="Google Shape;204;p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05" name="Google Shape;205;p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6" name="Google Shape;206;p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" name="Google Shape;207;p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" name="Google Shape;208;p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9" name="Google Shape;209;p7"/>
            <p:cNvGrpSpPr/>
            <p:nvPr/>
          </p:nvGrpSpPr>
          <p:grpSpPr>
            <a:xfrm>
              <a:off x="9953880" y="2197190"/>
              <a:ext cx="353678" cy="198344"/>
              <a:chOff x="7493876" y="2774731"/>
              <a:chExt cx="1481958" cy="894622"/>
            </a:xfrm>
          </p:grpSpPr>
          <p:sp>
            <p:nvSpPr>
              <p:cNvPr id="210" name="Google Shape;210;p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11" name="Google Shape;211;p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12" name="Google Shape;212;p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13" name="Google Shape;213;p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" name="Google Shape;214;p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" name="Google Shape;215;p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" name="Google Shape;216;p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17" name="Google Shape;217;p7"/>
            <p:cNvGrpSpPr/>
            <p:nvPr/>
          </p:nvGrpSpPr>
          <p:grpSpPr>
            <a:xfrm>
              <a:off x="10532370" y="2608265"/>
              <a:ext cx="353678" cy="198344"/>
              <a:chOff x="7493876" y="2774731"/>
              <a:chExt cx="1481958" cy="894622"/>
            </a:xfrm>
          </p:grpSpPr>
          <p:sp>
            <p:nvSpPr>
              <p:cNvPr id="218" name="Google Shape;218;p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19" name="Google Shape;219;p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20" name="Google Shape;220;p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21" name="Google Shape;221;p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2" name="Google Shape;222;p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3" name="Google Shape;223;p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4" name="Google Shape;224;p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25" name="Google Shape;225;p7"/>
            <p:cNvGrpSpPr/>
            <p:nvPr/>
          </p:nvGrpSpPr>
          <p:grpSpPr>
            <a:xfrm>
              <a:off x="10648981" y="2102861"/>
              <a:ext cx="353678" cy="198344"/>
              <a:chOff x="7493876" y="2774731"/>
              <a:chExt cx="1481958" cy="894622"/>
            </a:xfrm>
          </p:grpSpPr>
          <p:sp>
            <p:nvSpPr>
              <p:cNvPr id="226" name="Google Shape;226;p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27" name="Google Shape;227;p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28" name="Google Shape;228;p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29" name="Google Shape;229;p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0" name="Google Shape;230;p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1" name="Google Shape;231;p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2" name="Google Shape;232;p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33" name="Google Shape;233;p7"/>
            <p:cNvGrpSpPr/>
            <p:nvPr/>
          </p:nvGrpSpPr>
          <p:grpSpPr>
            <a:xfrm>
              <a:off x="9103944" y="3951522"/>
              <a:ext cx="367224" cy="240304"/>
              <a:chOff x="7493876" y="2774731"/>
              <a:chExt cx="1481958" cy="894622"/>
            </a:xfrm>
          </p:grpSpPr>
          <p:sp>
            <p:nvSpPr>
              <p:cNvPr id="234" name="Google Shape;234;p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35" name="Google Shape;235;p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36" name="Google Shape;236;p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37" name="Google Shape;237;p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8" name="Google Shape;238;p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9" name="Google Shape;239;p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0" name="Google Shape;240;p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41" name="Google Shape;241;p7"/>
            <p:cNvGrpSpPr/>
            <p:nvPr/>
          </p:nvGrpSpPr>
          <p:grpSpPr>
            <a:xfrm>
              <a:off x="9985282" y="2656463"/>
              <a:ext cx="353678" cy="198344"/>
              <a:chOff x="7493876" y="2774731"/>
              <a:chExt cx="1481958" cy="894622"/>
            </a:xfrm>
          </p:grpSpPr>
          <p:sp>
            <p:nvSpPr>
              <p:cNvPr id="242" name="Google Shape;242;p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43" name="Google Shape;243;p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44" name="Google Shape;244;p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45" name="Google Shape;245;p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6" name="Google Shape;246;p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7" name="Google Shape;247;p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8" name="Google Shape;248;p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49" name="Google Shape;249;p7"/>
            <p:cNvGrpSpPr/>
            <p:nvPr/>
          </p:nvGrpSpPr>
          <p:grpSpPr>
            <a:xfrm>
              <a:off x="9502294" y="3388930"/>
              <a:ext cx="367224" cy="240304"/>
              <a:chOff x="7493876" y="2774731"/>
              <a:chExt cx="1481958" cy="894622"/>
            </a:xfrm>
          </p:grpSpPr>
          <p:sp>
            <p:nvSpPr>
              <p:cNvPr id="250" name="Google Shape;250;p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51" name="Google Shape;251;p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52" name="Google Shape;252;p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53" name="Google Shape;253;p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4" name="Google Shape;254;p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5" name="Google Shape;255;p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6" name="Google Shape;256;p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57" name="Google Shape;257;p7"/>
            <p:cNvGrpSpPr/>
            <p:nvPr/>
          </p:nvGrpSpPr>
          <p:grpSpPr>
            <a:xfrm>
              <a:off x="9606710" y="3994661"/>
              <a:ext cx="367224" cy="240304"/>
              <a:chOff x="7493876" y="2774731"/>
              <a:chExt cx="1481958" cy="894622"/>
            </a:xfrm>
          </p:grpSpPr>
          <p:sp>
            <p:nvSpPr>
              <p:cNvPr id="258" name="Google Shape;258;p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59" name="Google Shape;259;p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60" name="Google Shape;260;p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61" name="Google Shape;261;p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" name="Google Shape;262;p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3" name="Google Shape;263;p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4" name="Google Shape;264;p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65" name="Google Shape;265;p7"/>
            <p:cNvGrpSpPr/>
            <p:nvPr/>
          </p:nvGrpSpPr>
          <p:grpSpPr>
            <a:xfrm>
              <a:off x="10380415" y="3987223"/>
              <a:ext cx="353678" cy="198344"/>
              <a:chOff x="7493876" y="2774731"/>
              <a:chExt cx="1481958" cy="894622"/>
            </a:xfrm>
          </p:grpSpPr>
          <p:sp>
            <p:nvSpPr>
              <p:cNvPr id="266" name="Google Shape;266;p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67" name="Google Shape;267;p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68" name="Google Shape;268;p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69" name="Google Shape;269;p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0" name="Google Shape;270;p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1" name="Google Shape;271;p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2" name="Google Shape;272;p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73" name="Google Shape;273;p7"/>
            <p:cNvGrpSpPr/>
            <p:nvPr/>
          </p:nvGrpSpPr>
          <p:grpSpPr>
            <a:xfrm>
              <a:off x="9253049" y="4770584"/>
              <a:ext cx="393760" cy="218578"/>
              <a:chOff x="7493876" y="2774731"/>
              <a:chExt cx="1481958" cy="894622"/>
            </a:xfrm>
          </p:grpSpPr>
          <p:sp>
            <p:nvSpPr>
              <p:cNvPr id="274" name="Google Shape;274;p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75" name="Google Shape;275;p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76" name="Google Shape;276;p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77" name="Google Shape;277;p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8" name="Google Shape;278;p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9" name="Google Shape;279;p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0" name="Google Shape;280;p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81" name="Google Shape;281;p7"/>
            <p:cNvGrpSpPr/>
            <p:nvPr/>
          </p:nvGrpSpPr>
          <p:grpSpPr>
            <a:xfrm>
              <a:off x="10931138" y="4364023"/>
              <a:ext cx="228295" cy="120400"/>
              <a:chOff x="7493876" y="2774731"/>
              <a:chExt cx="1481958" cy="894622"/>
            </a:xfrm>
          </p:grpSpPr>
          <p:sp>
            <p:nvSpPr>
              <p:cNvPr id="282" name="Google Shape;282;p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83" name="Google Shape;283;p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84" name="Google Shape;284;p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85" name="Google Shape;285;p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6" name="Google Shape;286;p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7" name="Google Shape;287;p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8" name="Google Shape;288;p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289" name="Google Shape;289;p7"/>
          <p:cNvSpPr/>
          <p:nvPr/>
        </p:nvSpPr>
        <p:spPr>
          <a:xfrm>
            <a:off x="6718300" y="1488461"/>
            <a:ext cx="5359400" cy="4954628"/>
          </a:xfrm>
          <a:prstGeom prst="rect">
            <a:avLst/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0" name="Google Shape;290;p7"/>
          <p:cNvGrpSpPr/>
          <p:nvPr/>
        </p:nvGrpSpPr>
        <p:grpSpPr>
          <a:xfrm>
            <a:off x="7439074" y="1859725"/>
            <a:ext cx="4144321" cy="4305092"/>
            <a:chOff x="7432700" y="1830405"/>
            <a:chExt cx="4144321" cy="4305092"/>
          </a:xfrm>
        </p:grpSpPr>
        <p:grpSp>
          <p:nvGrpSpPr>
            <p:cNvPr id="291" name="Google Shape;291;p7"/>
            <p:cNvGrpSpPr/>
            <p:nvPr/>
          </p:nvGrpSpPr>
          <p:grpSpPr>
            <a:xfrm>
              <a:off x="7432700" y="1830405"/>
              <a:ext cx="1909777" cy="938011"/>
              <a:chOff x="7432700" y="1830405"/>
              <a:chExt cx="1909777" cy="938011"/>
            </a:xfrm>
          </p:grpSpPr>
          <p:grpSp>
            <p:nvGrpSpPr>
              <p:cNvPr id="292" name="Google Shape;292;p7"/>
              <p:cNvGrpSpPr/>
              <p:nvPr/>
            </p:nvGrpSpPr>
            <p:grpSpPr>
              <a:xfrm>
                <a:off x="7743850" y="1830405"/>
                <a:ext cx="415925" cy="385763"/>
                <a:chOff x="2751" y="1851"/>
                <a:chExt cx="462" cy="478"/>
              </a:xfrm>
            </p:grpSpPr>
            <p:pic>
              <p:nvPicPr>
                <p:cNvPr descr="iphone_stylized_small" id="293" name="Google Shape;293;p7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0" l="0" r="0" t="0"/>
                <a:stretch/>
              </p:blipFill>
              <p:spPr>
                <a:xfrm>
                  <a:off x="2928" y="1922"/>
                  <a:ext cx="152" cy="40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radiation_stylized" id="294" name="Google Shape;294;p7"/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 b="0" l="0" r="0" t="0"/>
                <a:stretch/>
              </p:blipFill>
              <p:spPr>
                <a:xfrm>
                  <a:off x="2751" y="1851"/>
                  <a:ext cx="462" cy="11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95" name="Google Shape;295;p7"/>
              <p:cNvGrpSpPr/>
              <p:nvPr/>
            </p:nvGrpSpPr>
            <p:grpSpPr>
              <a:xfrm>
                <a:off x="7432700" y="2327293"/>
                <a:ext cx="534987" cy="414882"/>
                <a:chOff x="7432700" y="2327293"/>
                <a:chExt cx="534987" cy="414882"/>
              </a:xfrm>
            </p:grpSpPr>
            <p:pic>
              <p:nvPicPr>
                <p:cNvPr descr="antenna_stylized" id="296" name="Google Shape;296;p7"/>
                <p:cNvPicPr preferRelativeResize="0"/>
                <p:nvPr/>
              </p:nvPicPr>
              <p:blipFill rotWithShape="1">
                <a:blip r:embed="rId9">
                  <a:alphaModFix/>
                </a:blip>
                <a:srcRect b="0" l="0" r="0" t="0"/>
                <a:stretch/>
              </p:blipFill>
              <p:spPr>
                <a:xfrm>
                  <a:off x="7432700" y="2327293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laptop_keyboard" id="297" name="Google Shape;297;p7"/>
                <p:cNvPicPr preferRelativeResize="0"/>
                <p:nvPr/>
              </p:nvPicPr>
              <p:blipFill rotWithShape="1">
                <a:blip r:embed="rId10">
                  <a:alphaModFix/>
                </a:blip>
                <a:srcRect b="0" l="0" r="0" t="0"/>
                <a:stretch/>
              </p:blipFill>
              <p:spPr>
                <a:xfrm flipH="1" rot="109064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98" name="Google Shape;298;p7"/>
                <p:cNvSpPr/>
                <p:nvPr/>
              </p:nvSpPr>
              <p:spPr>
                <a:xfrm>
                  <a:off x="7603304" y="2420984"/>
                  <a:ext cx="351919" cy="208167"/>
                </a:xfrm>
                <a:custGeom>
                  <a:rect b="b" l="l" r="r" t="t"/>
                  <a:pathLst>
                    <a:path extrusionOk="0" h="2442" w="298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screen" id="299" name="Google Shape;299;p7"/>
                <p:cNvPicPr preferRelativeResize="0"/>
                <p:nvPr/>
              </p:nvPicPr>
              <p:blipFill rotWithShape="1">
                <a:blip r:embed="rId11">
                  <a:alphaModFix/>
                </a:blip>
                <a:srcRect b="0" l="0" r="0" t="0"/>
                <a:stretch/>
              </p:blipFill>
              <p:spPr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00" name="Google Shape;300;p7"/>
                <p:cNvSpPr/>
                <p:nvPr/>
              </p:nvSpPr>
              <p:spPr>
                <a:xfrm>
                  <a:off x="7667378" y="2414843"/>
                  <a:ext cx="298167" cy="38736"/>
                </a:xfrm>
                <a:custGeom>
                  <a:rect b="b" l="l" r="r" t="t"/>
                  <a:pathLst>
                    <a:path extrusionOk="0" h="455" w="2528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1" name="Google Shape;301;p7"/>
                <p:cNvSpPr/>
                <p:nvPr/>
              </p:nvSpPr>
              <p:spPr>
                <a:xfrm>
                  <a:off x="7600188" y="2414528"/>
                  <a:ext cx="82770" cy="161243"/>
                </a:xfrm>
                <a:custGeom>
                  <a:rect b="b" l="l" r="r" t="t"/>
                  <a:pathLst>
                    <a:path extrusionOk="0" h="1893" w="702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" name="Google Shape;302;p7"/>
                <p:cNvSpPr/>
                <p:nvPr/>
              </p:nvSpPr>
              <p:spPr>
                <a:xfrm>
                  <a:off x="7874205" y="2443344"/>
                  <a:ext cx="89197" cy="186122"/>
                </a:xfrm>
                <a:custGeom>
                  <a:rect b="b" l="l" r="r" t="t"/>
                  <a:pathLst>
                    <a:path extrusionOk="0" h="2184" w="756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chemeClr val="lt1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3" name="Google Shape;303;p7"/>
                <p:cNvSpPr/>
                <p:nvPr/>
              </p:nvSpPr>
              <p:spPr>
                <a:xfrm>
                  <a:off x="7599214" y="2567582"/>
                  <a:ext cx="327185" cy="62828"/>
                </a:xfrm>
                <a:custGeom>
                  <a:rect b="b" l="l" r="r" t="t"/>
                  <a:pathLst>
                    <a:path extrusionOk="0" h="738" w="2773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CC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4" name="Google Shape;304;p7"/>
                <p:cNvSpPr/>
                <p:nvPr/>
              </p:nvSpPr>
              <p:spPr>
                <a:xfrm>
                  <a:off x="7884138" y="2444918"/>
                  <a:ext cx="83549" cy="186909"/>
                </a:xfrm>
                <a:custGeom>
                  <a:rect b="b" l="l" r="r" t="t"/>
                  <a:pathLst>
                    <a:path extrusionOk="0" h="1659" w="637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5" name="Google Shape;305;p7"/>
                <p:cNvSpPr/>
                <p:nvPr/>
              </p:nvSpPr>
              <p:spPr>
                <a:xfrm>
                  <a:off x="7599603" y="2575928"/>
                  <a:ext cx="290961" cy="62041"/>
                </a:xfrm>
                <a:custGeom>
                  <a:rect b="b" l="l" r="r" t="t"/>
                  <a:pathLst>
                    <a:path extrusionOk="0" h="550" w="2216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06" name="Google Shape;306;p7"/>
                <p:cNvGrpSpPr/>
                <p:nvPr/>
              </p:nvGrpSpPr>
              <p:grpSpPr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307" name="Google Shape;307;p7"/>
                  <p:cNvSpPr/>
                  <p:nvPr/>
                </p:nvSpPr>
                <p:spPr>
                  <a:xfrm>
                    <a:off x="1740" y="2642"/>
                    <a:ext cx="752" cy="327"/>
                  </a:xfrm>
                  <a:custGeom>
                    <a:rect b="b" l="l" r="r" t="t"/>
                    <a:pathLst>
                      <a:path extrusionOk="0" h="327" w="752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8" name="Google Shape;308;p7"/>
                  <p:cNvSpPr/>
                  <p:nvPr/>
                </p:nvSpPr>
                <p:spPr>
                  <a:xfrm>
                    <a:off x="1754" y="2649"/>
                    <a:ext cx="726" cy="311"/>
                  </a:xfrm>
                  <a:custGeom>
                    <a:rect b="b" l="l" r="r" t="t"/>
                    <a:pathLst>
                      <a:path extrusionOk="0" h="311" w="726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9" name="Google Shape;309;p7"/>
                  <p:cNvSpPr/>
                  <p:nvPr/>
                </p:nvSpPr>
                <p:spPr>
                  <a:xfrm>
                    <a:off x="1808" y="2770"/>
                    <a:ext cx="258" cy="100"/>
                  </a:xfrm>
                  <a:custGeom>
                    <a:rect b="b" l="l" r="r" t="t"/>
                    <a:pathLst>
                      <a:path extrusionOk="0" h="100" w="258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0" name="Google Shape;310;p7"/>
                  <p:cNvSpPr/>
                  <p:nvPr/>
                </p:nvSpPr>
                <p:spPr>
                  <a:xfrm>
                    <a:off x="1799" y="2816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1" name="Google Shape;311;p7"/>
                  <p:cNvSpPr/>
                  <p:nvPr/>
                </p:nvSpPr>
                <p:spPr>
                  <a:xfrm>
                    <a:off x="2020" y="2834"/>
                    <a:ext cx="258" cy="102"/>
                  </a:xfrm>
                  <a:custGeom>
                    <a:rect b="b" l="l" r="r" t="t"/>
                    <a:pathLst>
                      <a:path extrusionOk="0" h="102" w="258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2" name="Google Shape;312;p7"/>
                  <p:cNvSpPr/>
                  <p:nvPr/>
                </p:nvSpPr>
                <p:spPr>
                  <a:xfrm>
                    <a:off x="2011" y="2882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13" name="Google Shape;313;p7"/>
                <p:cNvSpPr/>
                <p:nvPr/>
              </p:nvSpPr>
              <p:spPr>
                <a:xfrm>
                  <a:off x="7763780" y="2647731"/>
                  <a:ext cx="119578" cy="80936"/>
                </a:xfrm>
                <a:custGeom>
                  <a:rect b="b" l="l" r="r" t="t"/>
                  <a:pathLst>
                    <a:path extrusionOk="0" h="792" w="990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" name="Google Shape;314;p7"/>
                <p:cNvSpPr/>
                <p:nvPr/>
              </p:nvSpPr>
              <p:spPr>
                <a:xfrm>
                  <a:off x="7458602" y="2654187"/>
                  <a:ext cx="305957" cy="73850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" name="Google Shape;315;p7"/>
                <p:cNvSpPr/>
                <p:nvPr/>
              </p:nvSpPr>
              <p:spPr>
                <a:xfrm>
                  <a:off x="7458797" y="2640645"/>
                  <a:ext cx="3311" cy="14959"/>
                </a:xfrm>
                <a:custGeom>
                  <a:rect b="b" l="l" r="r" t="t"/>
                  <a:pathLst>
                    <a:path extrusionOk="0" h="147" w="26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" name="Google Shape;316;p7"/>
                <p:cNvSpPr/>
                <p:nvPr/>
              </p:nvSpPr>
              <p:spPr>
                <a:xfrm>
                  <a:off x="7458992" y="2579707"/>
                  <a:ext cx="142170" cy="61883"/>
                </a:xfrm>
                <a:custGeom>
                  <a:rect b="b" l="l" r="r" t="t"/>
                  <a:pathLst>
                    <a:path extrusionOk="0" h="606" w="117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" name="Google Shape;317;p7"/>
                <p:cNvSpPr/>
                <p:nvPr/>
              </p:nvSpPr>
              <p:spPr>
                <a:xfrm>
                  <a:off x="7468535" y="2643795"/>
                  <a:ext cx="290182" cy="71016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" name="Google Shape;318;p7"/>
                <p:cNvSpPr/>
                <p:nvPr/>
              </p:nvSpPr>
              <p:spPr>
                <a:xfrm flipH="1" rot="10800000">
                  <a:off x="7758327" y="2638756"/>
                  <a:ext cx="118410" cy="73535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9" name="Google Shape;319;p7"/>
              <p:cNvGrpSpPr/>
              <p:nvPr/>
            </p:nvGrpSpPr>
            <p:grpSpPr>
              <a:xfrm>
                <a:off x="8631407" y="2290407"/>
                <a:ext cx="530702" cy="478009"/>
                <a:chOff x="8631407" y="2290407"/>
                <a:chExt cx="530702" cy="478009"/>
              </a:xfrm>
            </p:grpSpPr>
            <p:pic>
              <p:nvPicPr>
                <p:cNvPr descr="light2.png" id="320" name="Google Shape;320;p7"/>
                <p:cNvPicPr preferRelativeResize="0"/>
                <p:nvPr/>
              </p:nvPicPr>
              <p:blipFill rotWithShape="1">
                <a:blip r:embed="rId12">
                  <a:alphaModFix/>
                </a:blip>
                <a:srcRect b="0" l="0" r="0" t="0"/>
                <a:stretch/>
              </p:blipFill>
              <p:spPr>
                <a:xfrm flipH="1">
                  <a:off x="8825293" y="2362969"/>
                  <a:ext cx="92772" cy="4054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321" name="Google Shape;321;p7"/>
                <p:cNvPicPr preferRelativeResize="0"/>
                <p:nvPr/>
              </p:nvPicPr>
              <p:blipFill rotWithShape="1">
                <a:blip r:embed="rId9">
                  <a:alphaModFix/>
                </a:blip>
                <a:srcRect b="0" l="0" r="0" t="0"/>
                <a:stretch/>
              </p:blipFill>
              <p:spPr>
                <a:xfrm>
                  <a:off x="8631407" y="2290407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22" name="Google Shape;322;p7"/>
              <p:cNvGrpSpPr/>
              <p:nvPr/>
            </p:nvGrpSpPr>
            <p:grpSpPr>
              <a:xfrm>
                <a:off x="8493165" y="2029804"/>
                <a:ext cx="849312" cy="226109"/>
                <a:chOff x="8493165" y="2029804"/>
                <a:chExt cx="849312" cy="226109"/>
              </a:xfrm>
            </p:grpSpPr>
            <p:pic>
              <p:nvPicPr>
                <p:cNvPr descr="car_icon_small" id="323" name="Google Shape;323;p7"/>
                <p:cNvPicPr preferRelativeResize="0"/>
                <p:nvPr/>
              </p:nvPicPr>
              <p:blipFill rotWithShape="1">
                <a:blip r:embed="rId13">
                  <a:alphaModFix/>
                </a:blip>
                <a:srcRect b="0" l="0" r="0" t="0"/>
                <a:stretch/>
              </p:blipFill>
              <p:spPr>
                <a:xfrm>
                  <a:off x="8493165" y="2087638"/>
                  <a:ext cx="849312" cy="1682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324" name="Google Shape;324;p7"/>
                <p:cNvPicPr preferRelativeResize="0"/>
                <p:nvPr/>
              </p:nvPicPr>
              <p:blipFill rotWithShape="1">
                <a:blip r:embed="rId9">
                  <a:alphaModFix/>
                </a:blip>
                <a:srcRect b="0" l="0" r="0" t="0"/>
                <a:stretch/>
              </p:blipFill>
              <p:spPr>
                <a:xfrm>
                  <a:off x="8704645" y="2029804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25" name="Google Shape;325;p7"/>
            <p:cNvGrpSpPr/>
            <p:nvPr/>
          </p:nvGrpSpPr>
          <p:grpSpPr>
            <a:xfrm>
              <a:off x="7487144" y="3296104"/>
              <a:ext cx="857739" cy="583764"/>
              <a:chOff x="7487144" y="3296104"/>
              <a:chExt cx="857739" cy="583764"/>
            </a:xfrm>
          </p:grpSpPr>
          <p:grpSp>
            <p:nvGrpSpPr>
              <p:cNvPr id="326" name="Google Shape;326;p7"/>
              <p:cNvGrpSpPr/>
              <p:nvPr/>
            </p:nvGrpSpPr>
            <p:grpSpPr>
              <a:xfrm>
                <a:off x="7487144" y="3389820"/>
                <a:ext cx="350807" cy="310034"/>
                <a:chOff x="7487144" y="3389820"/>
                <a:chExt cx="350807" cy="310034"/>
              </a:xfrm>
            </p:grpSpPr>
            <p:pic>
              <p:nvPicPr>
                <p:cNvPr descr="antenna_stylized" id="327" name="Google Shape;327;p7"/>
                <p:cNvPicPr preferRelativeResize="0"/>
                <p:nvPr/>
              </p:nvPicPr>
              <p:blipFill rotWithShape="1">
                <a:blip r:embed="rId14">
                  <a:alphaModFix/>
                </a:blip>
                <a:srcRect b="0" l="0" r="0" t="0"/>
                <a:stretch/>
              </p:blipFill>
              <p:spPr>
                <a:xfrm>
                  <a:off x="7487144" y="3389820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laptop_keyboard" id="328" name="Google Shape;328;p7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 flipH="1" rot="109064">
                  <a:off x="7504001" y="3575889"/>
                  <a:ext cx="286699" cy="11944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29" name="Google Shape;329;p7"/>
                <p:cNvSpPr/>
                <p:nvPr/>
              </p:nvSpPr>
              <p:spPr>
                <a:xfrm>
                  <a:off x="7599014" y="3459979"/>
                  <a:ext cx="230764" cy="155883"/>
                </a:xfrm>
                <a:custGeom>
                  <a:rect b="b" l="l" r="r" t="t"/>
                  <a:pathLst>
                    <a:path extrusionOk="0" h="2442" w="298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screen" id="330" name="Google Shape;330;p7"/>
                <p:cNvPicPr preferRelativeResize="0"/>
                <p:nvPr/>
              </p:nvPicPr>
              <p:blipFill rotWithShape="1">
                <a:blip r:embed="rId16">
                  <a:alphaModFix/>
                </a:blip>
                <a:srcRect b="0" l="0" r="0" t="0"/>
                <a:stretch/>
              </p:blipFill>
              <p:spPr>
                <a:xfrm>
                  <a:off x="7610380" y="3463988"/>
                  <a:ext cx="209692" cy="1418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31" name="Google Shape;331;p7"/>
                <p:cNvSpPr/>
                <p:nvPr/>
              </p:nvSpPr>
              <p:spPr>
                <a:xfrm>
                  <a:off x="7641029" y="3455381"/>
                  <a:ext cx="195517" cy="29007"/>
                </a:xfrm>
                <a:custGeom>
                  <a:rect b="b" l="l" r="r" t="t"/>
                  <a:pathLst>
                    <a:path extrusionOk="0" h="455" w="2528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2" name="Google Shape;332;p7"/>
                <p:cNvSpPr/>
                <p:nvPr/>
              </p:nvSpPr>
              <p:spPr>
                <a:xfrm>
                  <a:off x="7596971" y="3455145"/>
                  <a:ext cx="54275" cy="120745"/>
                </a:xfrm>
                <a:custGeom>
                  <a:rect b="b" l="l" r="r" t="t"/>
                  <a:pathLst>
                    <a:path extrusionOk="0" h="1893" w="702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3" name="Google Shape;333;p7"/>
                <p:cNvSpPr/>
                <p:nvPr/>
              </p:nvSpPr>
              <p:spPr>
                <a:xfrm>
                  <a:off x="7776652" y="3476723"/>
                  <a:ext cx="58489" cy="139375"/>
                </a:xfrm>
                <a:custGeom>
                  <a:rect b="b" l="l" r="r" t="t"/>
                  <a:pathLst>
                    <a:path extrusionOk="0" h="2184" w="756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chemeClr val="lt1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4" name="Google Shape;334;p7"/>
                <p:cNvSpPr/>
                <p:nvPr/>
              </p:nvSpPr>
              <p:spPr>
                <a:xfrm>
                  <a:off x="7596332" y="3569758"/>
                  <a:ext cx="214545" cy="47048"/>
                </a:xfrm>
                <a:custGeom>
                  <a:rect b="b" l="l" r="r" t="t"/>
                  <a:pathLst>
                    <a:path extrusionOk="0" h="738" w="2773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CC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5" name="Google Shape;335;p7"/>
                <p:cNvSpPr/>
                <p:nvPr/>
              </p:nvSpPr>
              <p:spPr>
                <a:xfrm>
                  <a:off x="7783165" y="3477902"/>
                  <a:ext cx="54786" cy="139965"/>
                </a:xfrm>
                <a:custGeom>
                  <a:rect b="b" l="l" r="r" t="t"/>
                  <a:pathLst>
                    <a:path extrusionOk="0" h="1659" w="637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6" name="Google Shape;336;p7"/>
                <p:cNvSpPr/>
                <p:nvPr/>
              </p:nvSpPr>
              <p:spPr>
                <a:xfrm>
                  <a:off x="7596588" y="3576007"/>
                  <a:ext cx="190792" cy="46458"/>
                </a:xfrm>
                <a:custGeom>
                  <a:rect b="b" l="l" r="r" t="t"/>
                  <a:pathLst>
                    <a:path extrusionOk="0" h="550" w="2216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37" name="Google Shape;337;p7"/>
                <p:cNvGrpSpPr/>
                <p:nvPr/>
              </p:nvGrpSpPr>
              <p:grpSpPr>
                <a:xfrm>
                  <a:off x="7593395" y="3625649"/>
                  <a:ext cx="64747" cy="27592"/>
                  <a:chOff x="1740" y="2642"/>
                  <a:chExt cx="752" cy="327"/>
                </a:xfrm>
              </p:grpSpPr>
              <p:sp>
                <p:nvSpPr>
                  <p:cNvPr id="338" name="Google Shape;338;p7"/>
                  <p:cNvSpPr/>
                  <p:nvPr/>
                </p:nvSpPr>
                <p:spPr>
                  <a:xfrm>
                    <a:off x="1740" y="2642"/>
                    <a:ext cx="752" cy="327"/>
                  </a:xfrm>
                  <a:custGeom>
                    <a:rect b="b" l="l" r="r" t="t"/>
                    <a:pathLst>
                      <a:path extrusionOk="0" h="327" w="752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9" name="Google Shape;339;p7"/>
                  <p:cNvSpPr/>
                  <p:nvPr/>
                </p:nvSpPr>
                <p:spPr>
                  <a:xfrm>
                    <a:off x="1754" y="2649"/>
                    <a:ext cx="726" cy="311"/>
                  </a:xfrm>
                  <a:custGeom>
                    <a:rect b="b" l="l" r="r" t="t"/>
                    <a:pathLst>
                      <a:path extrusionOk="0" h="311" w="726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0" name="Google Shape;340;p7"/>
                  <p:cNvSpPr/>
                  <p:nvPr/>
                </p:nvSpPr>
                <p:spPr>
                  <a:xfrm>
                    <a:off x="1808" y="2770"/>
                    <a:ext cx="258" cy="100"/>
                  </a:xfrm>
                  <a:custGeom>
                    <a:rect b="b" l="l" r="r" t="t"/>
                    <a:pathLst>
                      <a:path extrusionOk="0" h="100" w="258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1" name="Google Shape;341;p7"/>
                  <p:cNvSpPr/>
                  <p:nvPr/>
                </p:nvSpPr>
                <p:spPr>
                  <a:xfrm>
                    <a:off x="1799" y="2816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2" name="Google Shape;342;p7"/>
                  <p:cNvSpPr/>
                  <p:nvPr/>
                </p:nvSpPr>
                <p:spPr>
                  <a:xfrm>
                    <a:off x="2020" y="2834"/>
                    <a:ext cx="258" cy="102"/>
                  </a:xfrm>
                  <a:custGeom>
                    <a:rect b="b" l="l" r="r" t="t"/>
                    <a:pathLst>
                      <a:path extrusionOk="0" h="102" w="258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3" name="Google Shape;343;p7"/>
                  <p:cNvSpPr/>
                  <p:nvPr/>
                </p:nvSpPr>
                <p:spPr>
                  <a:xfrm>
                    <a:off x="2011" y="2882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44" name="Google Shape;344;p7"/>
                <p:cNvSpPr/>
                <p:nvPr/>
              </p:nvSpPr>
              <p:spPr>
                <a:xfrm>
                  <a:off x="7704243" y="3629776"/>
                  <a:ext cx="78411" cy="60608"/>
                </a:xfrm>
                <a:custGeom>
                  <a:rect b="b" l="l" r="r" t="t"/>
                  <a:pathLst>
                    <a:path extrusionOk="0" h="792" w="990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5" name="Google Shape;345;p7"/>
                <p:cNvSpPr/>
                <p:nvPr/>
              </p:nvSpPr>
              <p:spPr>
                <a:xfrm>
                  <a:off x="7504129" y="3634611"/>
                  <a:ext cx="200625" cy="55302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6" name="Google Shape;346;p7"/>
                <p:cNvSpPr/>
                <p:nvPr/>
              </p:nvSpPr>
              <p:spPr>
                <a:xfrm>
                  <a:off x="7504257" y="3624470"/>
                  <a:ext cx="2171" cy="11202"/>
                </a:xfrm>
                <a:custGeom>
                  <a:rect b="b" l="l" r="r" t="t"/>
                  <a:pathLst>
                    <a:path extrusionOk="0" h="147" w="26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7" name="Google Shape;347;p7"/>
                <p:cNvSpPr/>
                <p:nvPr/>
              </p:nvSpPr>
              <p:spPr>
                <a:xfrm>
                  <a:off x="7504384" y="3578837"/>
                  <a:ext cx="93225" cy="46340"/>
                </a:xfrm>
                <a:custGeom>
                  <a:rect b="b" l="l" r="r" t="t"/>
                  <a:pathLst>
                    <a:path extrusionOk="0" h="606" w="117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8" name="Google Shape;348;p7"/>
                <p:cNvSpPr/>
                <p:nvPr/>
              </p:nvSpPr>
              <p:spPr>
                <a:xfrm>
                  <a:off x="7510642" y="3626829"/>
                  <a:ext cx="190281" cy="53180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9" name="Google Shape;349;p7"/>
                <p:cNvSpPr/>
                <p:nvPr/>
              </p:nvSpPr>
              <p:spPr>
                <a:xfrm flipH="1" rot="10800000">
                  <a:off x="7700668" y="3623055"/>
                  <a:ext cx="77645" cy="55066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50" name="Google Shape;350;p7"/>
              <p:cNvGrpSpPr/>
              <p:nvPr/>
            </p:nvGrpSpPr>
            <p:grpSpPr>
              <a:xfrm flipH="1">
                <a:off x="7985622" y="3537823"/>
                <a:ext cx="359261" cy="342045"/>
                <a:chOff x="2839" y="3501"/>
                <a:chExt cx="755" cy="803"/>
              </a:xfrm>
            </p:grpSpPr>
            <p:pic>
              <p:nvPicPr>
                <p:cNvPr descr="desktop_computer_stylized_medium" id="351" name="Google Shape;351;p7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52" name="Google Shape;352;p7"/>
                <p:cNvSpPr/>
                <p:nvPr/>
              </p:nvSpPr>
              <p:spPr>
                <a:xfrm>
                  <a:off x="2916" y="3578"/>
                  <a:ext cx="356" cy="368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53" name="Google Shape;353;p7"/>
              <p:cNvGrpSpPr/>
              <p:nvPr/>
            </p:nvGrpSpPr>
            <p:grpSpPr>
              <a:xfrm>
                <a:off x="7797061" y="3296104"/>
                <a:ext cx="347997" cy="396620"/>
                <a:chOff x="7797061" y="3296104"/>
                <a:chExt cx="347997" cy="396620"/>
              </a:xfrm>
            </p:grpSpPr>
            <p:pic>
              <p:nvPicPr>
                <p:cNvPr descr="fridge2.png" id="354" name="Google Shape;354;p7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7896825" y="3355697"/>
                  <a:ext cx="189578" cy="33702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355" name="Google Shape;355;p7"/>
                <p:cNvPicPr preferRelativeResize="0"/>
                <p:nvPr/>
              </p:nvPicPr>
              <p:blipFill rotWithShape="1">
                <a:blip r:embed="rId14">
                  <a:alphaModFix/>
                </a:blip>
                <a:srcRect b="0" l="0" r="0" t="0"/>
                <a:stretch/>
              </p:blipFill>
              <p:spPr>
                <a:xfrm>
                  <a:off x="7797061" y="329610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56" name="Google Shape;356;p7"/>
            <p:cNvGrpSpPr/>
            <p:nvPr/>
          </p:nvGrpSpPr>
          <p:grpSpPr>
            <a:xfrm>
              <a:off x="11058573" y="3399165"/>
              <a:ext cx="518448" cy="1212242"/>
              <a:chOff x="11058573" y="3399165"/>
              <a:chExt cx="518448" cy="1212242"/>
            </a:xfrm>
          </p:grpSpPr>
          <p:grpSp>
            <p:nvGrpSpPr>
              <p:cNvPr id="357" name="Google Shape;357;p7"/>
              <p:cNvGrpSpPr/>
              <p:nvPr/>
            </p:nvGrpSpPr>
            <p:grpSpPr>
              <a:xfrm>
                <a:off x="11087182" y="4159591"/>
                <a:ext cx="489839" cy="451816"/>
                <a:chOff x="5103720" y="2693365"/>
                <a:chExt cx="611650" cy="414788"/>
              </a:xfrm>
            </p:grpSpPr>
            <p:cxnSp>
              <p:nvCxnSpPr>
                <p:cNvPr id="358" name="Google Shape;358;p7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359" name="Google Shape;359;p7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360" name="Google Shape;360;p7"/>
                  <p:cNvPicPr preferRelativeResize="0"/>
                  <p:nvPr/>
                </p:nvPicPr>
                <p:blipFill rotWithShape="1">
                  <a:blip r:embed="rId19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61" name="Google Shape;361;p7"/>
                  <p:cNvPicPr preferRelativeResize="0"/>
                  <p:nvPr/>
                </p:nvPicPr>
                <p:blipFill rotWithShape="1">
                  <a:blip r:embed="rId19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62" name="Google Shape;362;p7"/>
                  <p:cNvPicPr preferRelativeResize="0"/>
                  <p:nvPr/>
                </p:nvPicPr>
                <p:blipFill rotWithShape="1">
                  <a:blip r:embed="rId19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363" name="Google Shape;363;p7"/>
              <p:cNvGrpSpPr/>
              <p:nvPr/>
            </p:nvGrpSpPr>
            <p:grpSpPr>
              <a:xfrm>
                <a:off x="11058573" y="3399165"/>
                <a:ext cx="423724" cy="405973"/>
                <a:chOff x="5103720" y="2693365"/>
                <a:chExt cx="611650" cy="414788"/>
              </a:xfrm>
            </p:grpSpPr>
            <p:cxnSp>
              <p:nvCxnSpPr>
                <p:cNvPr id="364" name="Google Shape;364;p7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365" name="Google Shape;365;p7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366" name="Google Shape;366;p7"/>
                  <p:cNvPicPr preferRelativeResize="0"/>
                  <p:nvPr/>
                </p:nvPicPr>
                <p:blipFill rotWithShape="1">
                  <a:blip r:embed="rId19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67" name="Google Shape;367;p7"/>
                  <p:cNvPicPr preferRelativeResize="0"/>
                  <p:nvPr/>
                </p:nvPicPr>
                <p:blipFill rotWithShape="1">
                  <a:blip r:embed="rId19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68" name="Google Shape;368;p7"/>
                  <p:cNvPicPr preferRelativeResize="0"/>
                  <p:nvPr/>
                </p:nvPicPr>
                <p:blipFill rotWithShape="1">
                  <a:blip r:embed="rId19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</p:grpSp>
        <p:grpSp>
          <p:nvGrpSpPr>
            <p:cNvPr id="369" name="Google Shape;369;p7"/>
            <p:cNvGrpSpPr/>
            <p:nvPr/>
          </p:nvGrpSpPr>
          <p:grpSpPr>
            <a:xfrm>
              <a:off x="7767607" y="4870841"/>
              <a:ext cx="2692126" cy="1264656"/>
              <a:chOff x="7767607" y="4870841"/>
              <a:chExt cx="2692126" cy="1264656"/>
            </a:xfrm>
          </p:grpSpPr>
          <p:grpSp>
            <p:nvGrpSpPr>
              <p:cNvPr id="370" name="Google Shape;370;p7"/>
              <p:cNvGrpSpPr/>
              <p:nvPr/>
            </p:nvGrpSpPr>
            <p:grpSpPr>
              <a:xfrm>
                <a:off x="10282541" y="5244631"/>
                <a:ext cx="177192" cy="330833"/>
                <a:chOff x="4140" y="429"/>
                <a:chExt cx="1425" cy="2396"/>
              </a:xfrm>
            </p:grpSpPr>
            <p:sp>
              <p:nvSpPr>
                <p:cNvPr id="371" name="Google Shape;371;p7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2" name="Google Shape;372;p7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3" name="Google Shape;373;p7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4" name="Google Shape;374;p7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5" name="Google Shape;375;p7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76" name="Google Shape;376;p7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377" name="Google Shape;377;p7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8" name="Google Shape;378;p7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79" name="Google Shape;379;p7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0" name="Google Shape;380;p7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381" name="Google Shape;381;p7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2" name="Google Shape;382;p7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83" name="Google Shape;383;p7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" name="Google Shape;384;p7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5" name="Google Shape;385;p7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386" name="Google Shape;386;p7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7" name="Google Shape;387;p7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88" name="Google Shape;388;p7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89" name="Google Shape;389;p7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390" name="Google Shape;390;p7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1" name="Google Shape;391;p7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92" name="Google Shape;392;p7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3" name="Google Shape;393;p7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4" name="Google Shape;394;p7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5" name="Google Shape;395;p7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6" name="Google Shape;396;p7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7" name="Google Shape;397;p7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8" name="Google Shape;398;p7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9" name="Google Shape;399;p7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0" name="Google Shape;400;p7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Noto Sans Symbols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1" name="Google Shape;401;p7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2" name="Google Shape;402;p7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3" name="Google Shape;403;p7"/>
              <p:cNvGrpSpPr/>
              <p:nvPr/>
            </p:nvGrpSpPr>
            <p:grpSpPr>
              <a:xfrm>
                <a:off x="7767607" y="4870841"/>
                <a:ext cx="2080029" cy="1264656"/>
                <a:chOff x="7767607" y="4870841"/>
                <a:chExt cx="2080029" cy="1264656"/>
              </a:xfrm>
            </p:grpSpPr>
            <p:grpSp>
              <p:nvGrpSpPr>
                <p:cNvPr id="404" name="Google Shape;404;p7"/>
                <p:cNvGrpSpPr/>
                <p:nvPr/>
              </p:nvGrpSpPr>
              <p:grpSpPr>
                <a:xfrm flipH="1">
                  <a:off x="7974481" y="4870841"/>
                  <a:ext cx="345630" cy="320302"/>
                  <a:chOff x="2839" y="3501"/>
                  <a:chExt cx="755" cy="803"/>
                </a:xfrm>
              </p:grpSpPr>
              <p:pic>
                <p:nvPicPr>
                  <p:cNvPr descr="desktop_computer_stylized_medium" id="405" name="Google Shape;405;p7"/>
                  <p:cNvPicPr preferRelativeResize="0"/>
                  <p:nvPr/>
                </p:nvPicPr>
                <p:blipFill rotWithShape="1">
                  <a:blip r:embed="rId20">
                    <a:alphaModFix/>
                  </a:blip>
                  <a:srcRect b="0" l="0" r="0" t="0"/>
                  <a:stretch/>
                </p:blipFill>
                <p:spPr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06" name="Google Shape;406;p7"/>
                  <p:cNvSpPr/>
                  <p:nvPr/>
                </p:nvSpPr>
                <p:spPr>
                  <a:xfrm>
                    <a:off x="2916" y="3578"/>
                    <a:ext cx="356" cy="368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07" name="Google Shape;407;p7"/>
                <p:cNvGrpSpPr/>
                <p:nvPr/>
              </p:nvGrpSpPr>
              <p:grpSpPr>
                <a:xfrm>
                  <a:off x="9195307" y="5823489"/>
                  <a:ext cx="310186" cy="312008"/>
                  <a:chOff x="877" y="1008"/>
                  <a:chExt cx="2747" cy="2626"/>
                </a:xfrm>
              </p:grpSpPr>
              <p:pic>
                <p:nvPicPr>
                  <p:cNvPr descr="antenna_stylized" id="408" name="Google Shape;408;p7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877" y="1008"/>
                    <a:ext cx="2725" cy="142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laptop_keyboard" id="409" name="Google Shape;409;p7"/>
                  <p:cNvPicPr preferRelativeResize="0"/>
                  <p:nvPr/>
                </p:nvPicPr>
                <p:blipFill rotWithShape="1">
                  <a:blip r:embed="rId22">
                    <a:alphaModFix/>
                  </a:blip>
                  <a:srcRect b="0" l="0" r="0" t="0"/>
                  <a:stretch/>
                </p:blipFill>
                <p:spPr>
                  <a:xfrm flipH="1" rot="109064">
                    <a:off x="1009" y="2586"/>
                    <a:ext cx="2245" cy="101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10" name="Google Shape;410;p7"/>
                  <p:cNvSpPr/>
                  <p:nvPr/>
                </p:nvSpPr>
                <p:spPr>
                  <a:xfrm>
                    <a:off x="1753" y="1603"/>
                    <a:ext cx="1807" cy="1322"/>
                  </a:xfrm>
                  <a:custGeom>
                    <a:rect b="b" l="l" r="r" t="t"/>
                    <a:pathLst>
                      <a:path extrusionOk="0" h="2442" w="2982">
                        <a:moveTo>
                          <a:pt x="540" y="0"/>
                        </a:moveTo>
                        <a:lnTo>
                          <a:pt x="0" y="1734"/>
                        </a:lnTo>
                        <a:lnTo>
                          <a:pt x="2394" y="2442"/>
                        </a:lnTo>
                        <a:lnTo>
                          <a:pt x="2982" y="318"/>
                        </a:lnTo>
                        <a:lnTo>
                          <a:pt x="54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descr="screen" id="411" name="Google Shape;411;p7"/>
                  <p:cNvPicPr preferRelativeResize="0"/>
                  <p:nvPr/>
                </p:nvPicPr>
                <p:blipFill rotWithShape="1">
                  <a:blip r:embed="rId23">
                    <a:alphaModFix/>
                  </a:blip>
                  <a:srcRect b="0" l="0" r="0" t="0"/>
                  <a:stretch/>
                </p:blipFill>
                <p:spPr>
                  <a:xfrm>
                    <a:off x="1842" y="1637"/>
                    <a:ext cx="1642" cy="12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12" name="Google Shape;412;p7"/>
                  <p:cNvSpPr/>
                  <p:nvPr/>
                </p:nvSpPr>
                <p:spPr>
                  <a:xfrm>
                    <a:off x="2082" y="1564"/>
                    <a:ext cx="1531" cy="246"/>
                  </a:xfrm>
                  <a:custGeom>
                    <a:rect b="b" l="l" r="r" t="t"/>
                    <a:pathLst>
                      <a:path extrusionOk="0" h="455" w="2528">
                        <a:moveTo>
                          <a:pt x="14" y="0"/>
                        </a:moveTo>
                        <a:lnTo>
                          <a:pt x="2528" y="341"/>
                        </a:lnTo>
                        <a:lnTo>
                          <a:pt x="2480" y="455"/>
                        </a:lnTo>
                        <a:lnTo>
                          <a:pt x="0" y="86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3" name="Google Shape;413;p7"/>
                  <p:cNvSpPr/>
                  <p:nvPr/>
                </p:nvSpPr>
                <p:spPr>
                  <a:xfrm>
                    <a:off x="1737" y="1562"/>
                    <a:ext cx="425" cy="1024"/>
                  </a:xfrm>
                  <a:custGeom>
                    <a:rect b="b" l="l" r="r" t="t"/>
                    <a:pathLst>
                      <a:path extrusionOk="0" h="1893" w="702">
                        <a:moveTo>
                          <a:pt x="579" y="0"/>
                        </a:moveTo>
                        <a:lnTo>
                          <a:pt x="0" y="1869"/>
                        </a:lnTo>
                        <a:lnTo>
                          <a:pt x="114" y="1893"/>
                        </a:lnTo>
                        <a:lnTo>
                          <a:pt x="702" y="51"/>
                        </a:lnTo>
                        <a:lnTo>
                          <a:pt x="579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4" name="Google Shape;414;p7"/>
                  <p:cNvSpPr/>
                  <p:nvPr/>
                </p:nvSpPr>
                <p:spPr>
                  <a:xfrm>
                    <a:off x="3144" y="1745"/>
                    <a:ext cx="458" cy="1182"/>
                  </a:xfrm>
                  <a:custGeom>
                    <a:rect b="b" l="l" r="r" t="t"/>
                    <a:pathLst>
                      <a:path extrusionOk="0" h="2184" w="756">
                        <a:moveTo>
                          <a:pt x="756" y="0"/>
                        </a:moveTo>
                        <a:lnTo>
                          <a:pt x="138" y="2184"/>
                        </a:lnTo>
                        <a:lnTo>
                          <a:pt x="0" y="2148"/>
                        </a:lnTo>
                        <a:lnTo>
                          <a:pt x="606" y="78"/>
                        </a:lnTo>
                        <a:lnTo>
                          <a:pt x="756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chemeClr val="lt1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5" name="Google Shape;415;p7"/>
                  <p:cNvSpPr/>
                  <p:nvPr/>
                </p:nvSpPr>
                <p:spPr>
                  <a:xfrm>
                    <a:off x="1732" y="2534"/>
                    <a:ext cx="1680" cy="399"/>
                  </a:xfrm>
                  <a:custGeom>
                    <a:rect b="b" l="l" r="r" t="t"/>
                    <a:pathLst>
                      <a:path extrusionOk="0" h="738" w="2773">
                        <a:moveTo>
                          <a:pt x="33" y="0"/>
                        </a:moveTo>
                        <a:lnTo>
                          <a:pt x="0" y="99"/>
                        </a:lnTo>
                        <a:lnTo>
                          <a:pt x="2436" y="738"/>
                        </a:lnTo>
                        <a:cubicBezTo>
                          <a:pt x="2499" y="501"/>
                          <a:pt x="2773" y="727"/>
                          <a:pt x="2373" y="603"/>
                        </a:cubicBezTo>
                        <a:lnTo>
                          <a:pt x="3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CC"/>
                      </a:gs>
                      <a:gs pos="100000">
                        <a:schemeClr val="lt1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6" name="Google Shape;416;p7"/>
                  <p:cNvSpPr/>
                  <p:nvPr/>
                </p:nvSpPr>
                <p:spPr>
                  <a:xfrm>
                    <a:off x="3195" y="1755"/>
                    <a:ext cx="429" cy="1187"/>
                  </a:xfrm>
                  <a:custGeom>
                    <a:rect b="b" l="l" r="r" t="t"/>
                    <a:pathLst>
                      <a:path extrusionOk="0" h="1659" w="637">
                        <a:moveTo>
                          <a:pt x="615" y="0"/>
                        </a:moveTo>
                        <a:lnTo>
                          <a:pt x="637" y="0"/>
                        </a:lnTo>
                        <a:lnTo>
                          <a:pt x="68" y="1659"/>
                        </a:lnTo>
                        <a:lnTo>
                          <a:pt x="0" y="1647"/>
                        </a:lnTo>
                        <a:lnTo>
                          <a:pt x="615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7" name="Google Shape;417;p7"/>
                  <p:cNvSpPr/>
                  <p:nvPr/>
                </p:nvSpPr>
                <p:spPr>
                  <a:xfrm>
                    <a:off x="1734" y="2587"/>
                    <a:ext cx="1494" cy="394"/>
                  </a:xfrm>
                  <a:custGeom>
                    <a:rect b="b" l="l" r="r" t="t"/>
                    <a:pathLst>
                      <a:path extrusionOk="0" h="550" w="2216">
                        <a:moveTo>
                          <a:pt x="0" y="0"/>
                        </a:moveTo>
                        <a:lnTo>
                          <a:pt x="9" y="57"/>
                        </a:lnTo>
                        <a:lnTo>
                          <a:pt x="2164" y="550"/>
                        </a:lnTo>
                        <a:lnTo>
                          <a:pt x="2216" y="4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418" name="Google Shape;418;p7"/>
                  <p:cNvGrpSpPr/>
                  <p:nvPr/>
                </p:nvGrpSpPr>
                <p:grpSpPr>
                  <a:xfrm>
                    <a:off x="1709" y="3008"/>
                    <a:ext cx="507" cy="234"/>
                    <a:chOff x="1740" y="2642"/>
                    <a:chExt cx="752" cy="327"/>
                  </a:xfrm>
                </p:grpSpPr>
                <p:sp>
                  <p:nvSpPr>
                    <p:cNvPr id="419" name="Google Shape;419;p7"/>
                    <p:cNvSpPr/>
                    <p:nvPr/>
                  </p:nvSpPr>
                  <p:spPr>
                    <a:xfrm>
                      <a:off x="1740" y="2642"/>
                      <a:ext cx="752" cy="327"/>
                    </a:xfrm>
                    <a:custGeom>
                      <a:rect b="b" l="l" r="r" t="t"/>
                      <a:pathLst>
                        <a:path extrusionOk="0" h="327" w="752">
                          <a:moveTo>
                            <a:pt x="293" y="0"/>
                          </a:moveTo>
                          <a:lnTo>
                            <a:pt x="752" y="124"/>
                          </a:lnTo>
                          <a:lnTo>
                            <a:pt x="470" y="327"/>
                          </a:lnTo>
                          <a:lnTo>
                            <a:pt x="0" y="183"/>
                          </a:lnTo>
                          <a:lnTo>
                            <a:pt x="293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0" name="Google Shape;420;p7"/>
                    <p:cNvSpPr/>
                    <p:nvPr/>
                  </p:nvSpPr>
                  <p:spPr>
                    <a:xfrm>
                      <a:off x="1754" y="2649"/>
                      <a:ext cx="726" cy="311"/>
                    </a:xfrm>
                    <a:custGeom>
                      <a:rect b="b" l="l" r="r" t="t"/>
                      <a:pathLst>
                        <a:path extrusionOk="0" h="311" w="726">
                          <a:moveTo>
                            <a:pt x="282" y="0"/>
                          </a:moveTo>
                          <a:lnTo>
                            <a:pt x="726" y="119"/>
                          </a:lnTo>
                          <a:lnTo>
                            <a:pt x="457" y="311"/>
                          </a:lnTo>
                          <a:lnTo>
                            <a:pt x="0" y="173"/>
                          </a:lnTo>
                          <a:lnTo>
                            <a:pt x="282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0"/>
                    </a:gra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1" name="Google Shape;421;p7"/>
                    <p:cNvSpPr/>
                    <p:nvPr/>
                  </p:nvSpPr>
                  <p:spPr>
                    <a:xfrm>
                      <a:off x="1808" y="2770"/>
                      <a:ext cx="258" cy="100"/>
                    </a:xfrm>
                    <a:custGeom>
                      <a:rect b="b" l="l" r="r" t="t"/>
                      <a:pathLst>
                        <a:path extrusionOk="0" h="100" w="258">
                          <a:moveTo>
                            <a:pt x="0" y="44"/>
                          </a:moveTo>
                          <a:lnTo>
                            <a:pt x="75" y="0"/>
                          </a:lnTo>
                          <a:lnTo>
                            <a:pt x="258" y="50"/>
                          </a:lnTo>
                          <a:lnTo>
                            <a:pt x="183" y="100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2" name="Google Shape;422;p7"/>
                    <p:cNvSpPr/>
                    <p:nvPr/>
                  </p:nvSpPr>
                  <p:spPr>
                    <a:xfrm>
                      <a:off x="1799" y="2816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3" name="Google Shape;423;p7"/>
                    <p:cNvSpPr/>
                    <p:nvPr/>
                  </p:nvSpPr>
                  <p:spPr>
                    <a:xfrm>
                      <a:off x="2020" y="2834"/>
                      <a:ext cx="258" cy="102"/>
                    </a:xfrm>
                    <a:custGeom>
                      <a:rect b="b" l="l" r="r" t="t"/>
                      <a:pathLst>
                        <a:path extrusionOk="0" h="102" w="258">
                          <a:moveTo>
                            <a:pt x="0" y="46"/>
                          </a:moveTo>
                          <a:lnTo>
                            <a:pt x="71" y="0"/>
                          </a:lnTo>
                          <a:lnTo>
                            <a:pt x="258" y="52"/>
                          </a:lnTo>
                          <a:lnTo>
                            <a:pt x="183" y="102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4" name="Google Shape;424;p7"/>
                    <p:cNvSpPr/>
                    <p:nvPr/>
                  </p:nvSpPr>
                  <p:spPr>
                    <a:xfrm>
                      <a:off x="2011" y="2882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425" name="Google Shape;425;p7"/>
                  <p:cNvSpPr/>
                  <p:nvPr/>
                </p:nvSpPr>
                <p:spPr>
                  <a:xfrm>
                    <a:off x="2577" y="3043"/>
                    <a:ext cx="614" cy="514"/>
                  </a:xfrm>
                  <a:custGeom>
                    <a:rect b="b" l="l" r="r" t="t"/>
                    <a:pathLst>
                      <a:path extrusionOk="0" h="792" w="990">
                        <a:moveTo>
                          <a:pt x="3" y="738"/>
                        </a:moveTo>
                        <a:lnTo>
                          <a:pt x="990" y="0"/>
                        </a:lnTo>
                        <a:lnTo>
                          <a:pt x="987" y="60"/>
                        </a:lnTo>
                        <a:lnTo>
                          <a:pt x="0" y="792"/>
                        </a:lnTo>
                        <a:lnTo>
                          <a:pt x="3" y="738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6" name="Google Shape;426;p7"/>
                  <p:cNvSpPr/>
                  <p:nvPr/>
                </p:nvSpPr>
                <p:spPr>
                  <a:xfrm>
                    <a:off x="1010" y="3084"/>
                    <a:ext cx="1571" cy="469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7" name="Google Shape;427;p7"/>
                  <p:cNvSpPr/>
                  <p:nvPr/>
                </p:nvSpPr>
                <p:spPr>
                  <a:xfrm>
                    <a:off x="1011" y="2998"/>
                    <a:ext cx="17" cy="95"/>
                  </a:xfrm>
                  <a:custGeom>
                    <a:rect b="b" l="l" r="r" t="t"/>
                    <a:pathLst>
                      <a:path extrusionOk="0" h="147" w="26">
                        <a:moveTo>
                          <a:pt x="26" y="10"/>
                        </a:moveTo>
                        <a:lnTo>
                          <a:pt x="23" y="147"/>
                        </a:lnTo>
                        <a:lnTo>
                          <a:pt x="0" y="144"/>
                        </a:lnTo>
                        <a:lnTo>
                          <a:pt x="3" y="0"/>
                        </a:lnTo>
                        <a:lnTo>
                          <a:pt x="26" y="1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8" name="Google Shape;428;p7"/>
                  <p:cNvSpPr/>
                  <p:nvPr/>
                </p:nvSpPr>
                <p:spPr>
                  <a:xfrm>
                    <a:off x="1012" y="2611"/>
                    <a:ext cx="730" cy="393"/>
                  </a:xfrm>
                  <a:custGeom>
                    <a:rect b="b" l="l" r="r" t="t"/>
                    <a:pathLst>
                      <a:path extrusionOk="0" h="606" w="1176">
                        <a:moveTo>
                          <a:pt x="1170" y="0"/>
                        </a:moveTo>
                        <a:lnTo>
                          <a:pt x="0" y="597"/>
                        </a:lnTo>
                        <a:lnTo>
                          <a:pt x="30" y="606"/>
                        </a:lnTo>
                        <a:lnTo>
                          <a:pt x="1176" y="18"/>
                        </a:lnTo>
                        <a:lnTo>
                          <a:pt x="117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9" name="Google Shape;429;p7"/>
                  <p:cNvSpPr/>
                  <p:nvPr/>
                </p:nvSpPr>
                <p:spPr>
                  <a:xfrm>
                    <a:off x="1061" y="3018"/>
                    <a:ext cx="1490" cy="451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0" name="Google Shape;430;p7"/>
                  <p:cNvSpPr/>
                  <p:nvPr/>
                </p:nvSpPr>
                <p:spPr>
                  <a:xfrm flipH="1" rot="10800000">
                    <a:off x="2549" y="2986"/>
                    <a:ext cx="608" cy="467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31" name="Google Shape;431;p7"/>
                <p:cNvGrpSpPr/>
                <p:nvPr/>
              </p:nvGrpSpPr>
              <p:grpSpPr>
                <a:xfrm flipH="1">
                  <a:off x="7767607" y="5251740"/>
                  <a:ext cx="345630" cy="320302"/>
                  <a:chOff x="2839" y="3501"/>
                  <a:chExt cx="755" cy="803"/>
                </a:xfrm>
              </p:grpSpPr>
              <p:pic>
                <p:nvPicPr>
                  <p:cNvPr descr="desktop_computer_stylized_medium" id="432" name="Google Shape;432;p7"/>
                  <p:cNvPicPr preferRelativeResize="0"/>
                  <p:nvPr/>
                </p:nvPicPr>
                <p:blipFill rotWithShape="1">
                  <a:blip r:embed="rId20">
                    <a:alphaModFix/>
                  </a:blip>
                  <a:srcRect b="0" l="0" r="0" t="0"/>
                  <a:stretch/>
                </p:blipFill>
                <p:spPr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33" name="Google Shape;433;p7"/>
                  <p:cNvSpPr/>
                  <p:nvPr/>
                </p:nvSpPr>
                <p:spPr>
                  <a:xfrm>
                    <a:off x="2916" y="3578"/>
                    <a:ext cx="356" cy="368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34" name="Google Shape;434;p7"/>
                <p:cNvGrpSpPr/>
                <p:nvPr/>
              </p:nvGrpSpPr>
              <p:grpSpPr>
                <a:xfrm flipH="1">
                  <a:off x="8147535" y="5475337"/>
                  <a:ext cx="345630" cy="320302"/>
                  <a:chOff x="2839" y="3501"/>
                  <a:chExt cx="755" cy="803"/>
                </a:xfrm>
              </p:grpSpPr>
              <p:pic>
                <p:nvPicPr>
                  <p:cNvPr descr="desktop_computer_stylized_medium" id="435" name="Google Shape;435;p7"/>
                  <p:cNvPicPr preferRelativeResize="0"/>
                  <p:nvPr/>
                </p:nvPicPr>
                <p:blipFill rotWithShape="1">
                  <a:blip r:embed="rId20">
                    <a:alphaModFix/>
                  </a:blip>
                  <a:srcRect b="0" l="0" r="0" t="0"/>
                  <a:stretch/>
                </p:blipFill>
                <p:spPr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36" name="Google Shape;436;p7"/>
                  <p:cNvSpPr/>
                  <p:nvPr/>
                </p:nvSpPr>
                <p:spPr>
                  <a:xfrm>
                    <a:off x="2916" y="3578"/>
                    <a:ext cx="356" cy="368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37" name="Google Shape;437;p7"/>
                <p:cNvGrpSpPr/>
                <p:nvPr/>
              </p:nvGrpSpPr>
              <p:grpSpPr>
                <a:xfrm flipH="1">
                  <a:off x="8545760" y="5496810"/>
                  <a:ext cx="345630" cy="320302"/>
                  <a:chOff x="2839" y="3501"/>
                  <a:chExt cx="755" cy="803"/>
                </a:xfrm>
              </p:grpSpPr>
              <p:pic>
                <p:nvPicPr>
                  <p:cNvPr descr="desktop_computer_stylized_medium" id="438" name="Google Shape;438;p7"/>
                  <p:cNvPicPr preferRelativeResize="0"/>
                  <p:nvPr/>
                </p:nvPicPr>
                <p:blipFill rotWithShape="1">
                  <a:blip r:embed="rId20">
                    <a:alphaModFix/>
                  </a:blip>
                  <a:srcRect b="0" l="0" r="0" t="0"/>
                  <a:stretch/>
                </p:blipFill>
                <p:spPr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39" name="Google Shape;439;p7"/>
                  <p:cNvSpPr/>
                  <p:nvPr/>
                </p:nvSpPr>
                <p:spPr>
                  <a:xfrm>
                    <a:off x="2916" y="3578"/>
                    <a:ext cx="356" cy="368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40" name="Google Shape;440;p7"/>
                <p:cNvGrpSpPr/>
                <p:nvPr/>
              </p:nvGrpSpPr>
              <p:grpSpPr>
                <a:xfrm>
                  <a:off x="9528372" y="5765818"/>
                  <a:ext cx="319264" cy="256836"/>
                  <a:chOff x="877" y="1008"/>
                  <a:chExt cx="2747" cy="2626"/>
                </a:xfrm>
              </p:grpSpPr>
              <p:pic>
                <p:nvPicPr>
                  <p:cNvPr descr="antenna_stylized" id="441" name="Google Shape;441;p7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877" y="1008"/>
                    <a:ext cx="2725" cy="142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laptop_keyboard" id="442" name="Google Shape;442;p7"/>
                  <p:cNvPicPr preferRelativeResize="0"/>
                  <p:nvPr/>
                </p:nvPicPr>
                <p:blipFill rotWithShape="1">
                  <a:blip r:embed="rId22">
                    <a:alphaModFix/>
                  </a:blip>
                  <a:srcRect b="0" l="0" r="0" t="0"/>
                  <a:stretch/>
                </p:blipFill>
                <p:spPr>
                  <a:xfrm flipH="1" rot="109064">
                    <a:off x="1009" y="2586"/>
                    <a:ext cx="2245" cy="101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43" name="Google Shape;443;p7"/>
                  <p:cNvSpPr/>
                  <p:nvPr/>
                </p:nvSpPr>
                <p:spPr>
                  <a:xfrm>
                    <a:off x="1753" y="1603"/>
                    <a:ext cx="1807" cy="1322"/>
                  </a:xfrm>
                  <a:custGeom>
                    <a:rect b="b" l="l" r="r" t="t"/>
                    <a:pathLst>
                      <a:path extrusionOk="0" h="2442" w="2982">
                        <a:moveTo>
                          <a:pt x="540" y="0"/>
                        </a:moveTo>
                        <a:lnTo>
                          <a:pt x="0" y="1734"/>
                        </a:lnTo>
                        <a:lnTo>
                          <a:pt x="2394" y="2442"/>
                        </a:lnTo>
                        <a:lnTo>
                          <a:pt x="2982" y="318"/>
                        </a:lnTo>
                        <a:lnTo>
                          <a:pt x="54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descr="screen" id="444" name="Google Shape;444;p7"/>
                  <p:cNvPicPr preferRelativeResize="0"/>
                  <p:nvPr/>
                </p:nvPicPr>
                <p:blipFill rotWithShape="1">
                  <a:blip r:embed="rId23">
                    <a:alphaModFix/>
                  </a:blip>
                  <a:srcRect b="0" l="0" r="0" t="0"/>
                  <a:stretch/>
                </p:blipFill>
                <p:spPr>
                  <a:xfrm>
                    <a:off x="1842" y="1637"/>
                    <a:ext cx="1642" cy="12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45" name="Google Shape;445;p7"/>
                  <p:cNvSpPr/>
                  <p:nvPr/>
                </p:nvSpPr>
                <p:spPr>
                  <a:xfrm>
                    <a:off x="2082" y="1564"/>
                    <a:ext cx="1531" cy="246"/>
                  </a:xfrm>
                  <a:custGeom>
                    <a:rect b="b" l="l" r="r" t="t"/>
                    <a:pathLst>
                      <a:path extrusionOk="0" h="455" w="2528">
                        <a:moveTo>
                          <a:pt x="14" y="0"/>
                        </a:moveTo>
                        <a:lnTo>
                          <a:pt x="2528" y="341"/>
                        </a:lnTo>
                        <a:lnTo>
                          <a:pt x="2480" y="455"/>
                        </a:lnTo>
                        <a:lnTo>
                          <a:pt x="0" y="86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6" name="Google Shape;446;p7"/>
                  <p:cNvSpPr/>
                  <p:nvPr/>
                </p:nvSpPr>
                <p:spPr>
                  <a:xfrm>
                    <a:off x="1737" y="1562"/>
                    <a:ext cx="425" cy="1024"/>
                  </a:xfrm>
                  <a:custGeom>
                    <a:rect b="b" l="l" r="r" t="t"/>
                    <a:pathLst>
                      <a:path extrusionOk="0" h="1893" w="702">
                        <a:moveTo>
                          <a:pt x="579" y="0"/>
                        </a:moveTo>
                        <a:lnTo>
                          <a:pt x="0" y="1869"/>
                        </a:lnTo>
                        <a:lnTo>
                          <a:pt x="114" y="1893"/>
                        </a:lnTo>
                        <a:lnTo>
                          <a:pt x="702" y="51"/>
                        </a:lnTo>
                        <a:lnTo>
                          <a:pt x="579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7" name="Google Shape;447;p7"/>
                  <p:cNvSpPr/>
                  <p:nvPr/>
                </p:nvSpPr>
                <p:spPr>
                  <a:xfrm>
                    <a:off x="3144" y="1745"/>
                    <a:ext cx="458" cy="1182"/>
                  </a:xfrm>
                  <a:custGeom>
                    <a:rect b="b" l="l" r="r" t="t"/>
                    <a:pathLst>
                      <a:path extrusionOk="0" h="2184" w="756">
                        <a:moveTo>
                          <a:pt x="756" y="0"/>
                        </a:moveTo>
                        <a:lnTo>
                          <a:pt x="138" y="2184"/>
                        </a:lnTo>
                        <a:lnTo>
                          <a:pt x="0" y="2148"/>
                        </a:lnTo>
                        <a:lnTo>
                          <a:pt x="606" y="78"/>
                        </a:lnTo>
                        <a:lnTo>
                          <a:pt x="756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chemeClr val="lt1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8" name="Google Shape;448;p7"/>
                  <p:cNvSpPr/>
                  <p:nvPr/>
                </p:nvSpPr>
                <p:spPr>
                  <a:xfrm>
                    <a:off x="1732" y="2534"/>
                    <a:ext cx="1680" cy="399"/>
                  </a:xfrm>
                  <a:custGeom>
                    <a:rect b="b" l="l" r="r" t="t"/>
                    <a:pathLst>
                      <a:path extrusionOk="0" h="738" w="2773">
                        <a:moveTo>
                          <a:pt x="33" y="0"/>
                        </a:moveTo>
                        <a:lnTo>
                          <a:pt x="0" y="99"/>
                        </a:lnTo>
                        <a:lnTo>
                          <a:pt x="2436" y="738"/>
                        </a:lnTo>
                        <a:cubicBezTo>
                          <a:pt x="2499" y="501"/>
                          <a:pt x="2773" y="727"/>
                          <a:pt x="2373" y="603"/>
                        </a:cubicBezTo>
                        <a:lnTo>
                          <a:pt x="3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CC"/>
                      </a:gs>
                      <a:gs pos="100000">
                        <a:schemeClr val="lt1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9" name="Google Shape;449;p7"/>
                  <p:cNvSpPr/>
                  <p:nvPr/>
                </p:nvSpPr>
                <p:spPr>
                  <a:xfrm>
                    <a:off x="3195" y="1755"/>
                    <a:ext cx="429" cy="1187"/>
                  </a:xfrm>
                  <a:custGeom>
                    <a:rect b="b" l="l" r="r" t="t"/>
                    <a:pathLst>
                      <a:path extrusionOk="0" h="1659" w="637">
                        <a:moveTo>
                          <a:pt x="615" y="0"/>
                        </a:moveTo>
                        <a:lnTo>
                          <a:pt x="637" y="0"/>
                        </a:lnTo>
                        <a:lnTo>
                          <a:pt x="68" y="1659"/>
                        </a:lnTo>
                        <a:lnTo>
                          <a:pt x="0" y="1647"/>
                        </a:lnTo>
                        <a:lnTo>
                          <a:pt x="615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0" name="Google Shape;450;p7"/>
                  <p:cNvSpPr/>
                  <p:nvPr/>
                </p:nvSpPr>
                <p:spPr>
                  <a:xfrm>
                    <a:off x="1734" y="2587"/>
                    <a:ext cx="1494" cy="394"/>
                  </a:xfrm>
                  <a:custGeom>
                    <a:rect b="b" l="l" r="r" t="t"/>
                    <a:pathLst>
                      <a:path extrusionOk="0" h="550" w="2216">
                        <a:moveTo>
                          <a:pt x="0" y="0"/>
                        </a:moveTo>
                        <a:lnTo>
                          <a:pt x="9" y="57"/>
                        </a:lnTo>
                        <a:lnTo>
                          <a:pt x="2164" y="550"/>
                        </a:lnTo>
                        <a:lnTo>
                          <a:pt x="2216" y="4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451" name="Google Shape;451;p7"/>
                  <p:cNvGrpSpPr/>
                  <p:nvPr/>
                </p:nvGrpSpPr>
                <p:grpSpPr>
                  <a:xfrm>
                    <a:off x="1709" y="3008"/>
                    <a:ext cx="507" cy="234"/>
                    <a:chOff x="1740" y="2642"/>
                    <a:chExt cx="752" cy="327"/>
                  </a:xfrm>
                </p:grpSpPr>
                <p:sp>
                  <p:nvSpPr>
                    <p:cNvPr id="452" name="Google Shape;452;p7"/>
                    <p:cNvSpPr/>
                    <p:nvPr/>
                  </p:nvSpPr>
                  <p:spPr>
                    <a:xfrm>
                      <a:off x="1740" y="2642"/>
                      <a:ext cx="752" cy="327"/>
                    </a:xfrm>
                    <a:custGeom>
                      <a:rect b="b" l="l" r="r" t="t"/>
                      <a:pathLst>
                        <a:path extrusionOk="0" h="327" w="752">
                          <a:moveTo>
                            <a:pt x="293" y="0"/>
                          </a:moveTo>
                          <a:lnTo>
                            <a:pt x="752" y="124"/>
                          </a:lnTo>
                          <a:lnTo>
                            <a:pt x="470" y="327"/>
                          </a:lnTo>
                          <a:lnTo>
                            <a:pt x="0" y="183"/>
                          </a:lnTo>
                          <a:lnTo>
                            <a:pt x="293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53" name="Google Shape;453;p7"/>
                    <p:cNvSpPr/>
                    <p:nvPr/>
                  </p:nvSpPr>
                  <p:spPr>
                    <a:xfrm>
                      <a:off x="1754" y="2649"/>
                      <a:ext cx="726" cy="311"/>
                    </a:xfrm>
                    <a:custGeom>
                      <a:rect b="b" l="l" r="r" t="t"/>
                      <a:pathLst>
                        <a:path extrusionOk="0" h="311" w="726">
                          <a:moveTo>
                            <a:pt x="282" y="0"/>
                          </a:moveTo>
                          <a:lnTo>
                            <a:pt x="726" y="119"/>
                          </a:lnTo>
                          <a:lnTo>
                            <a:pt x="457" y="311"/>
                          </a:lnTo>
                          <a:lnTo>
                            <a:pt x="0" y="173"/>
                          </a:lnTo>
                          <a:lnTo>
                            <a:pt x="282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0"/>
                    </a:gra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54" name="Google Shape;454;p7"/>
                    <p:cNvSpPr/>
                    <p:nvPr/>
                  </p:nvSpPr>
                  <p:spPr>
                    <a:xfrm>
                      <a:off x="1808" y="2770"/>
                      <a:ext cx="258" cy="100"/>
                    </a:xfrm>
                    <a:custGeom>
                      <a:rect b="b" l="l" r="r" t="t"/>
                      <a:pathLst>
                        <a:path extrusionOk="0" h="100" w="258">
                          <a:moveTo>
                            <a:pt x="0" y="44"/>
                          </a:moveTo>
                          <a:lnTo>
                            <a:pt x="75" y="0"/>
                          </a:lnTo>
                          <a:lnTo>
                            <a:pt x="258" y="50"/>
                          </a:lnTo>
                          <a:lnTo>
                            <a:pt x="183" y="100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55" name="Google Shape;455;p7"/>
                    <p:cNvSpPr/>
                    <p:nvPr/>
                  </p:nvSpPr>
                  <p:spPr>
                    <a:xfrm>
                      <a:off x="1799" y="2816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56" name="Google Shape;456;p7"/>
                    <p:cNvSpPr/>
                    <p:nvPr/>
                  </p:nvSpPr>
                  <p:spPr>
                    <a:xfrm>
                      <a:off x="2020" y="2834"/>
                      <a:ext cx="258" cy="102"/>
                    </a:xfrm>
                    <a:custGeom>
                      <a:rect b="b" l="l" r="r" t="t"/>
                      <a:pathLst>
                        <a:path extrusionOk="0" h="102" w="258">
                          <a:moveTo>
                            <a:pt x="0" y="46"/>
                          </a:moveTo>
                          <a:lnTo>
                            <a:pt x="71" y="0"/>
                          </a:lnTo>
                          <a:lnTo>
                            <a:pt x="258" y="52"/>
                          </a:lnTo>
                          <a:lnTo>
                            <a:pt x="183" y="102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57" name="Google Shape;457;p7"/>
                    <p:cNvSpPr/>
                    <p:nvPr/>
                  </p:nvSpPr>
                  <p:spPr>
                    <a:xfrm>
                      <a:off x="2011" y="2882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458" name="Google Shape;458;p7"/>
                  <p:cNvSpPr/>
                  <p:nvPr/>
                </p:nvSpPr>
                <p:spPr>
                  <a:xfrm>
                    <a:off x="2577" y="3043"/>
                    <a:ext cx="614" cy="514"/>
                  </a:xfrm>
                  <a:custGeom>
                    <a:rect b="b" l="l" r="r" t="t"/>
                    <a:pathLst>
                      <a:path extrusionOk="0" h="792" w="990">
                        <a:moveTo>
                          <a:pt x="3" y="738"/>
                        </a:moveTo>
                        <a:lnTo>
                          <a:pt x="990" y="0"/>
                        </a:lnTo>
                        <a:lnTo>
                          <a:pt x="987" y="60"/>
                        </a:lnTo>
                        <a:lnTo>
                          <a:pt x="0" y="792"/>
                        </a:lnTo>
                        <a:lnTo>
                          <a:pt x="3" y="738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9" name="Google Shape;459;p7"/>
                  <p:cNvSpPr/>
                  <p:nvPr/>
                </p:nvSpPr>
                <p:spPr>
                  <a:xfrm>
                    <a:off x="1010" y="3084"/>
                    <a:ext cx="1571" cy="469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0" name="Google Shape;460;p7"/>
                  <p:cNvSpPr/>
                  <p:nvPr/>
                </p:nvSpPr>
                <p:spPr>
                  <a:xfrm>
                    <a:off x="1011" y="2998"/>
                    <a:ext cx="17" cy="95"/>
                  </a:xfrm>
                  <a:custGeom>
                    <a:rect b="b" l="l" r="r" t="t"/>
                    <a:pathLst>
                      <a:path extrusionOk="0" h="147" w="26">
                        <a:moveTo>
                          <a:pt x="26" y="10"/>
                        </a:moveTo>
                        <a:lnTo>
                          <a:pt x="23" y="147"/>
                        </a:lnTo>
                        <a:lnTo>
                          <a:pt x="0" y="144"/>
                        </a:lnTo>
                        <a:lnTo>
                          <a:pt x="3" y="0"/>
                        </a:lnTo>
                        <a:lnTo>
                          <a:pt x="26" y="1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1" name="Google Shape;461;p7"/>
                  <p:cNvSpPr/>
                  <p:nvPr/>
                </p:nvSpPr>
                <p:spPr>
                  <a:xfrm>
                    <a:off x="1012" y="2611"/>
                    <a:ext cx="730" cy="393"/>
                  </a:xfrm>
                  <a:custGeom>
                    <a:rect b="b" l="l" r="r" t="t"/>
                    <a:pathLst>
                      <a:path extrusionOk="0" h="606" w="1176">
                        <a:moveTo>
                          <a:pt x="1170" y="0"/>
                        </a:moveTo>
                        <a:lnTo>
                          <a:pt x="0" y="597"/>
                        </a:lnTo>
                        <a:lnTo>
                          <a:pt x="30" y="606"/>
                        </a:lnTo>
                        <a:lnTo>
                          <a:pt x="1176" y="18"/>
                        </a:lnTo>
                        <a:lnTo>
                          <a:pt x="117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2" name="Google Shape;462;p7"/>
                  <p:cNvSpPr/>
                  <p:nvPr/>
                </p:nvSpPr>
                <p:spPr>
                  <a:xfrm>
                    <a:off x="1061" y="3018"/>
                    <a:ext cx="1490" cy="451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3" name="Google Shape;463;p7"/>
                  <p:cNvSpPr/>
                  <p:nvPr/>
                </p:nvSpPr>
                <p:spPr>
                  <a:xfrm flipH="1" rot="10800000">
                    <a:off x="2549" y="2986"/>
                    <a:ext cx="608" cy="467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64" name="Google Shape;464;p7"/>
              <p:cNvGrpSpPr/>
              <p:nvPr/>
            </p:nvGrpSpPr>
            <p:grpSpPr>
              <a:xfrm>
                <a:off x="10011503" y="5607068"/>
                <a:ext cx="171450" cy="348944"/>
                <a:chOff x="4140" y="429"/>
                <a:chExt cx="1425" cy="2396"/>
              </a:xfrm>
            </p:grpSpPr>
            <p:sp>
              <p:nvSpPr>
                <p:cNvPr id="465" name="Google Shape;465;p7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" name="Google Shape;466;p7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7" name="Google Shape;467;p7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" name="Google Shape;468;p7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9" name="Google Shape;469;p7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70" name="Google Shape;470;p7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471" name="Google Shape;471;p7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2" name="Google Shape;472;p7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73" name="Google Shape;473;p7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74" name="Google Shape;474;p7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475" name="Google Shape;475;p7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6" name="Google Shape;476;p7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77" name="Google Shape;477;p7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8" name="Google Shape;478;p7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79" name="Google Shape;479;p7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480" name="Google Shape;480;p7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1" name="Google Shape;481;p7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82" name="Google Shape;482;p7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83" name="Google Shape;483;p7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484" name="Google Shape;484;p7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5" name="Google Shape;485;p7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86" name="Google Shape;486;p7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7" name="Google Shape;487;p7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8" name="Google Shape;488;p7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9" name="Google Shape;489;p7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0" name="Google Shape;490;p7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1" name="Google Shape;491;p7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2" name="Google Shape;492;p7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3" name="Google Shape;493;p7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4" name="Google Shape;494;p7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Noto Sans Symbols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5" name="Google Shape;495;p7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6" name="Google Shape;496;p7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497" name="Google Shape;497;p7"/>
          <p:cNvGrpSpPr/>
          <p:nvPr/>
        </p:nvGrpSpPr>
        <p:grpSpPr>
          <a:xfrm>
            <a:off x="7332141" y="1814171"/>
            <a:ext cx="4398669" cy="4440468"/>
            <a:chOff x="7295123" y="1843082"/>
            <a:chExt cx="4398669" cy="4440468"/>
          </a:xfrm>
        </p:grpSpPr>
        <p:sp>
          <p:nvSpPr>
            <p:cNvPr id="498" name="Google Shape;498;p7"/>
            <p:cNvSpPr/>
            <p:nvPr/>
          </p:nvSpPr>
          <p:spPr>
            <a:xfrm>
              <a:off x="7866885" y="3450880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7"/>
            <p:cNvSpPr/>
            <p:nvPr/>
          </p:nvSpPr>
          <p:spPr>
            <a:xfrm>
              <a:off x="7675465" y="3247424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7"/>
            <p:cNvSpPr/>
            <p:nvPr/>
          </p:nvSpPr>
          <p:spPr>
            <a:xfrm>
              <a:off x="7295123" y="3349484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01" name="Google Shape;501;p7"/>
            <p:cNvGrpSpPr/>
            <p:nvPr/>
          </p:nvGrpSpPr>
          <p:grpSpPr>
            <a:xfrm>
              <a:off x="7384850" y="1843082"/>
              <a:ext cx="4308942" cy="4440468"/>
              <a:chOff x="7384850" y="1843082"/>
              <a:chExt cx="4308942" cy="4440468"/>
            </a:xfrm>
          </p:grpSpPr>
          <p:sp>
            <p:nvSpPr>
              <p:cNvPr id="502" name="Google Shape;502;p7"/>
              <p:cNvSpPr/>
              <p:nvPr/>
            </p:nvSpPr>
            <p:spPr>
              <a:xfrm>
                <a:off x="9026135" y="5773481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7"/>
              <p:cNvSpPr/>
              <p:nvPr/>
            </p:nvSpPr>
            <p:spPr>
              <a:xfrm>
                <a:off x="8465833" y="5458029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7"/>
              <p:cNvSpPr/>
              <p:nvPr/>
            </p:nvSpPr>
            <p:spPr>
              <a:xfrm>
                <a:off x="7992829" y="5385020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7"/>
              <p:cNvSpPr/>
              <p:nvPr/>
            </p:nvSpPr>
            <p:spPr>
              <a:xfrm>
                <a:off x="7652236" y="5189752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7"/>
              <p:cNvSpPr/>
              <p:nvPr/>
            </p:nvSpPr>
            <p:spPr>
              <a:xfrm>
                <a:off x="11017339" y="3399436"/>
                <a:ext cx="612311" cy="510076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7"/>
              <p:cNvSpPr/>
              <p:nvPr/>
            </p:nvSpPr>
            <p:spPr>
              <a:xfrm>
                <a:off x="8605132" y="1925480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7"/>
              <p:cNvSpPr/>
              <p:nvPr/>
            </p:nvSpPr>
            <p:spPr>
              <a:xfrm>
                <a:off x="7384850" y="2332725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7"/>
              <p:cNvSpPr/>
              <p:nvPr/>
            </p:nvSpPr>
            <p:spPr>
              <a:xfrm>
                <a:off x="7643306" y="1843082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p7"/>
              <p:cNvSpPr/>
              <p:nvPr/>
            </p:nvSpPr>
            <p:spPr>
              <a:xfrm>
                <a:off x="11081481" y="4188998"/>
                <a:ext cx="612311" cy="510076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p7"/>
              <p:cNvSpPr/>
              <p:nvPr/>
            </p:nvSpPr>
            <p:spPr>
              <a:xfrm>
                <a:off x="7866885" y="4808926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" name="Google Shape;512;p7"/>
              <p:cNvSpPr/>
              <p:nvPr/>
            </p:nvSpPr>
            <p:spPr>
              <a:xfrm>
                <a:off x="9786432" y="5583683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p7"/>
              <p:cNvSpPr/>
              <p:nvPr/>
            </p:nvSpPr>
            <p:spPr>
              <a:xfrm>
                <a:off x="10048818" y="5198326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14" name="Google Shape;514;p7"/>
          <p:cNvSpPr txBox="1"/>
          <p:nvPr>
            <p:ph idx="1" type="body"/>
          </p:nvPr>
        </p:nvSpPr>
        <p:spPr>
          <a:xfrm>
            <a:off x="838199" y="1825625"/>
            <a:ext cx="5692665" cy="4617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 edge:</a:t>
            </a:r>
            <a:endParaRPr/>
          </a:p>
          <a:p>
            <a:pPr indent="-225425" lvl="0" marL="3508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hosts: clients and servers</a:t>
            </a:r>
            <a:endParaRPr/>
          </a:p>
          <a:p>
            <a:pPr indent="-225425" lvl="0" marL="3508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servers often in data centers</a:t>
            </a:r>
            <a:endParaRPr/>
          </a:p>
          <a:p>
            <a:pPr indent="0" lvl="0" marL="1746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8"/>
          <p:cNvSpPr/>
          <p:nvPr/>
        </p:nvSpPr>
        <p:spPr>
          <a:xfrm>
            <a:off x="7439074" y="3553079"/>
            <a:ext cx="986999" cy="669622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b="0" lang="en-US" sz="5400"/>
              <a:t>A closer look at Internet structure</a:t>
            </a:r>
            <a:endParaRPr b="0" sz="5400"/>
          </a:p>
        </p:txBody>
      </p:sp>
      <p:sp>
        <p:nvSpPr>
          <p:cNvPr id="522" name="Google Shape;522;p8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8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8"/>
          <p:cNvSpPr/>
          <p:nvPr/>
        </p:nvSpPr>
        <p:spPr>
          <a:xfrm>
            <a:off x="7205350" y="3289251"/>
            <a:ext cx="1458912" cy="317850"/>
          </a:xfrm>
          <a:prstGeom prst="triangle">
            <a:avLst>
              <a:gd fmla="val 50000" name="adj"/>
            </a:avLst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CC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8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8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527" name="Google Shape;527;p8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528" name="Google Shape;528;p8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529" name="Google Shape;529;p8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0" name="Google Shape;530;p8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531" name="Google Shape;531;p8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Google Shape;532;p8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33" name="Google Shape;533;p8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4" name="Google Shape;534;p8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5" name="Google Shape;535;p8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6" name="Google Shape;536;p8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7" name="Google Shape;537;p8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8" name="Google Shape;538;p8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39" name="Google Shape;539;p8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540" name="Google Shape;540;p8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8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42" name="Google Shape;542;p8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3" name="Google Shape;543;p8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4" name="Google Shape;544;p8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5" name="Google Shape;545;p8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6" name="Google Shape;546;p8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7" name="Google Shape;547;p8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48" name="Google Shape;548;p8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8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550" name="Google Shape;550;p8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8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552" name="Google Shape;552;p8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553" name="Google Shape;553;p8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4" name="Google Shape;554;p8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5" name="Google Shape;555;p8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6" name="Google Shape;556;p8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7" name="Google Shape;557;p8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8" name="Google Shape;558;p8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9" name="Google Shape;559;p8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0" name="Google Shape;560;p8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1" name="Google Shape;561;p8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2" name="Google Shape;562;p8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3" name="Google Shape;563;p8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4" name="Google Shape;564;p8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5" name="Google Shape;565;p8"/>
          <p:cNvCxnSpPr/>
          <p:nvPr/>
        </p:nvCxnSpPr>
        <p:spPr>
          <a:xfrm flipH="1">
            <a:off x="10100635" y="2169432"/>
            <a:ext cx="761467" cy="5773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6" name="Google Shape;566;p8"/>
          <p:cNvCxnSpPr/>
          <p:nvPr/>
        </p:nvCxnSpPr>
        <p:spPr>
          <a:xfrm flipH="1">
            <a:off x="10100635" y="2268313"/>
            <a:ext cx="397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7" name="Google Shape;567;p8"/>
          <p:cNvCxnSpPr/>
          <p:nvPr/>
        </p:nvCxnSpPr>
        <p:spPr>
          <a:xfrm flipH="1">
            <a:off x="10672135" y="2200506"/>
            <a:ext cx="14936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8" name="Google Shape;568;p8"/>
          <p:cNvCxnSpPr/>
          <p:nvPr/>
        </p:nvCxnSpPr>
        <p:spPr>
          <a:xfrm flipH="1">
            <a:off x="10142166" y="2718967"/>
            <a:ext cx="574283" cy="2782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9" name="Google Shape;569;p8"/>
          <p:cNvCxnSpPr/>
          <p:nvPr/>
        </p:nvCxnSpPr>
        <p:spPr>
          <a:xfrm flipH="1">
            <a:off x="10069542" y="2169432"/>
            <a:ext cx="788589" cy="9888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0" name="Google Shape;570;p8"/>
          <p:cNvCxnSpPr/>
          <p:nvPr/>
        </p:nvCxnSpPr>
        <p:spPr>
          <a:xfrm flipH="1">
            <a:off x="10862103" y="2127325"/>
            <a:ext cx="279002" cy="421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1" name="Google Shape;571;p8"/>
          <p:cNvCxnSpPr/>
          <p:nvPr/>
        </p:nvCxnSpPr>
        <p:spPr>
          <a:xfrm rot="10800000">
            <a:off x="10681994" y="2718967"/>
            <a:ext cx="353541" cy="67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2" name="Google Shape;572;p8"/>
          <p:cNvCxnSpPr/>
          <p:nvPr/>
        </p:nvCxnSpPr>
        <p:spPr>
          <a:xfrm flipH="1">
            <a:off x="8769223" y="2268313"/>
            <a:ext cx="1300319" cy="6066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3" name="Google Shape;573;p8"/>
          <p:cNvCxnSpPr/>
          <p:nvPr/>
        </p:nvCxnSpPr>
        <p:spPr>
          <a:xfrm flipH="1" rot="10800000">
            <a:off x="9378705" y="4113379"/>
            <a:ext cx="429324" cy="70560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4" name="Google Shape;574;p8"/>
          <p:cNvCxnSpPr/>
          <p:nvPr/>
        </p:nvCxnSpPr>
        <p:spPr>
          <a:xfrm flipH="1" rot="10800000">
            <a:off x="8244554" y="4047456"/>
            <a:ext cx="969051" cy="31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5" name="Google Shape;575;p8"/>
          <p:cNvSpPr/>
          <p:nvPr/>
        </p:nvSpPr>
        <p:spPr>
          <a:xfrm>
            <a:off x="8174541" y="2292995"/>
            <a:ext cx="52388" cy="4948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6" name="Google Shape;576;p8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577" name="Google Shape;577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78" name="Google Shape;578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79" name="Google Shape;579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0" name="Google Shape;580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581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" name="Google Shape;582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" name="Google Shape;583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84" name="Google Shape;584;p8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585" name="Google Shape;585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86" name="Google Shape;586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87" name="Google Shape;587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8" name="Google Shape;588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" name="Google Shape;589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" name="Google Shape;590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" name="Google Shape;591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92" name="Google Shape;592;p8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593" name="Google Shape;593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94" name="Google Shape;594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95" name="Google Shape;595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6" name="Google Shape;596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" name="Google Shape;597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8" name="Google Shape;598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" name="Google Shape;599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00" name="Google Shape;600;p8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601" name="Google Shape;601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02" name="Google Shape;602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03" name="Google Shape;603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04" name="Google Shape;604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606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607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08" name="Google Shape;608;p8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609" name="Google Shape;609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10" name="Google Shape;610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11" name="Google Shape;611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12" name="Google Shape;612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" name="Google Shape;613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" name="Google Shape;614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16" name="Google Shape;616;p8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617" name="Google Shape;617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18" name="Google Shape;618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19" name="Google Shape;619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20" name="Google Shape;620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" name="Google Shape;621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" name="Google Shape;622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24" name="Google Shape;624;p8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625" name="Google Shape;625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26" name="Google Shape;626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27" name="Google Shape;627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28" name="Google Shape;628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" name="Google Shape;629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" name="Google Shape;630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32" name="Google Shape;632;p8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633" name="Google Shape;633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34" name="Google Shape;634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35" name="Google Shape;635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36" name="Google Shape;636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" name="Google Shape;637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" name="Google Shape;638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40" name="Google Shape;640;p8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641" name="Google Shape;641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42" name="Google Shape;642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43" name="Google Shape;643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44" name="Google Shape;644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" name="Google Shape;646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descr="iphone_stylized_small" id="648" name="Google Shape;64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72" y="1917025"/>
            <a:ext cx="136841" cy="328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649" name="Google Shape;64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9064">
            <a:off x="7464781" y="2605090"/>
            <a:ext cx="437221" cy="159511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8"/>
          <p:cNvSpPr/>
          <p:nvPr/>
        </p:nvSpPr>
        <p:spPr>
          <a:xfrm>
            <a:off x="7609678" y="2450304"/>
            <a:ext cx="351919" cy="208167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651" name="Google Shape;65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7011" y="2455658"/>
            <a:ext cx="319785" cy="189429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8"/>
          <p:cNvSpPr/>
          <p:nvPr/>
        </p:nvSpPr>
        <p:spPr>
          <a:xfrm>
            <a:off x="7673752" y="2444163"/>
            <a:ext cx="298167" cy="38736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8"/>
          <p:cNvSpPr/>
          <p:nvPr/>
        </p:nvSpPr>
        <p:spPr>
          <a:xfrm>
            <a:off x="7606562" y="2443848"/>
            <a:ext cx="82770" cy="161243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8"/>
          <p:cNvSpPr/>
          <p:nvPr/>
        </p:nvSpPr>
        <p:spPr>
          <a:xfrm>
            <a:off x="7880579" y="2472664"/>
            <a:ext cx="89197" cy="186122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8"/>
          <p:cNvSpPr/>
          <p:nvPr/>
        </p:nvSpPr>
        <p:spPr>
          <a:xfrm>
            <a:off x="7605588" y="2596902"/>
            <a:ext cx="327185" cy="6282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8"/>
          <p:cNvSpPr/>
          <p:nvPr/>
        </p:nvSpPr>
        <p:spPr>
          <a:xfrm>
            <a:off x="7890512" y="2474238"/>
            <a:ext cx="83549" cy="18690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8"/>
          <p:cNvSpPr/>
          <p:nvPr/>
        </p:nvSpPr>
        <p:spPr>
          <a:xfrm>
            <a:off x="7605977" y="2605248"/>
            <a:ext cx="290961" cy="62041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8" name="Google Shape;658;p8"/>
          <p:cNvGrpSpPr/>
          <p:nvPr/>
        </p:nvGrpSpPr>
        <p:grpSpPr>
          <a:xfrm>
            <a:off x="7601109" y="2671540"/>
            <a:ext cx="98740" cy="36846"/>
            <a:chOff x="1740" y="2642"/>
            <a:chExt cx="752" cy="327"/>
          </a:xfrm>
        </p:grpSpPr>
        <p:sp>
          <p:nvSpPr>
            <p:cNvPr id="659" name="Google Shape;659;p8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p8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8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" name="Google Shape;662;p8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" name="Google Shape;663;p8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8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65" name="Google Shape;665;p8"/>
          <p:cNvSpPr/>
          <p:nvPr/>
        </p:nvSpPr>
        <p:spPr>
          <a:xfrm>
            <a:off x="7770154" y="2677051"/>
            <a:ext cx="119578" cy="80936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8"/>
          <p:cNvSpPr/>
          <p:nvPr/>
        </p:nvSpPr>
        <p:spPr>
          <a:xfrm>
            <a:off x="7464976" y="2683507"/>
            <a:ext cx="305957" cy="7385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8"/>
          <p:cNvSpPr/>
          <p:nvPr/>
        </p:nvSpPr>
        <p:spPr>
          <a:xfrm>
            <a:off x="7465171" y="2669965"/>
            <a:ext cx="3311" cy="14959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8"/>
          <p:cNvSpPr/>
          <p:nvPr/>
        </p:nvSpPr>
        <p:spPr>
          <a:xfrm>
            <a:off x="7465366" y="2609027"/>
            <a:ext cx="142170" cy="61883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8"/>
          <p:cNvSpPr/>
          <p:nvPr/>
        </p:nvSpPr>
        <p:spPr>
          <a:xfrm>
            <a:off x="7474909" y="2673115"/>
            <a:ext cx="290182" cy="7101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8"/>
          <p:cNvSpPr/>
          <p:nvPr/>
        </p:nvSpPr>
        <p:spPr>
          <a:xfrm flipH="1" rot="10800000">
            <a:off x="7764701" y="2668076"/>
            <a:ext cx="118410" cy="73535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ight2.png" id="671" name="Google Shape;67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8831667" y="2392289"/>
            <a:ext cx="92772" cy="4054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r_icon_small" id="672" name="Google Shape;672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99539" y="2116958"/>
            <a:ext cx="849312" cy="16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673" name="Google Shape;673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flipH="1" rot="109064">
            <a:off x="7510375" y="3605209"/>
            <a:ext cx="286699" cy="119448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8"/>
          <p:cNvSpPr/>
          <p:nvPr/>
        </p:nvSpPr>
        <p:spPr>
          <a:xfrm>
            <a:off x="7605388" y="3489299"/>
            <a:ext cx="230764" cy="155883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675" name="Google Shape;675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16754" y="3493308"/>
            <a:ext cx="209692" cy="141851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8"/>
          <p:cNvSpPr/>
          <p:nvPr/>
        </p:nvSpPr>
        <p:spPr>
          <a:xfrm>
            <a:off x="7647403" y="3484701"/>
            <a:ext cx="195517" cy="2900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8"/>
          <p:cNvSpPr/>
          <p:nvPr/>
        </p:nvSpPr>
        <p:spPr>
          <a:xfrm>
            <a:off x="7603345" y="3484465"/>
            <a:ext cx="54275" cy="120745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8"/>
          <p:cNvSpPr/>
          <p:nvPr/>
        </p:nvSpPr>
        <p:spPr>
          <a:xfrm>
            <a:off x="7783026" y="3506043"/>
            <a:ext cx="58489" cy="139375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8"/>
          <p:cNvSpPr/>
          <p:nvPr/>
        </p:nvSpPr>
        <p:spPr>
          <a:xfrm>
            <a:off x="7602706" y="3599078"/>
            <a:ext cx="214545" cy="4704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8"/>
          <p:cNvSpPr/>
          <p:nvPr/>
        </p:nvSpPr>
        <p:spPr>
          <a:xfrm>
            <a:off x="7789539" y="3507222"/>
            <a:ext cx="54786" cy="139965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8"/>
          <p:cNvSpPr/>
          <p:nvPr/>
        </p:nvSpPr>
        <p:spPr>
          <a:xfrm>
            <a:off x="7602962" y="3605327"/>
            <a:ext cx="190792" cy="46458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82" name="Google Shape;682;p8"/>
          <p:cNvGrpSpPr/>
          <p:nvPr/>
        </p:nvGrpSpPr>
        <p:grpSpPr>
          <a:xfrm>
            <a:off x="7599769" y="3654969"/>
            <a:ext cx="64747" cy="27592"/>
            <a:chOff x="1740" y="2642"/>
            <a:chExt cx="752" cy="327"/>
          </a:xfrm>
        </p:grpSpPr>
        <p:sp>
          <p:nvSpPr>
            <p:cNvPr id="683" name="Google Shape;683;p8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8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8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8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8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8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9" name="Google Shape;689;p8"/>
          <p:cNvSpPr/>
          <p:nvPr/>
        </p:nvSpPr>
        <p:spPr>
          <a:xfrm>
            <a:off x="7710617" y="3659096"/>
            <a:ext cx="78411" cy="60608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8"/>
          <p:cNvSpPr/>
          <p:nvPr/>
        </p:nvSpPr>
        <p:spPr>
          <a:xfrm>
            <a:off x="7510503" y="3663931"/>
            <a:ext cx="200625" cy="55302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8"/>
          <p:cNvSpPr/>
          <p:nvPr/>
        </p:nvSpPr>
        <p:spPr>
          <a:xfrm>
            <a:off x="7510631" y="3653790"/>
            <a:ext cx="2171" cy="11202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8"/>
          <p:cNvSpPr/>
          <p:nvPr/>
        </p:nvSpPr>
        <p:spPr>
          <a:xfrm>
            <a:off x="7510758" y="3608157"/>
            <a:ext cx="93225" cy="46340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8"/>
          <p:cNvSpPr/>
          <p:nvPr/>
        </p:nvSpPr>
        <p:spPr>
          <a:xfrm>
            <a:off x="7517016" y="3656149"/>
            <a:ext cx="190281" cy="5318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8"/>
          <p:cNvSpPr/>
          <p:nvPr/>
        </p:nvSpPr>
        <p:spPr>
          <a:xfrm flipH="1" rot="10800000">
            <a:off x="7707042" y="3652375"/>
            <a:ext cx="77645" cy="5506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ktop_computer_stylized_medium" id="695" name="Google Shape;695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flipH="1">
            <a:off x="7991996" y="3567143"/>
            <a:ext cx="359261" cy="342045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8"/>
          <p:cNvSpPr/>
          <p:nvPr/>
        </p:nvSpPr>
        <p:spPr>
          <a:xfrm flipH="1">
            <a:off x="8145217" y="3599942"/>
            <a:ext cx="169400" cy="156753"/>
          </a:xfrm>
          <a:custGeom>
            <a:rect b="b" l="l" r="r" t="t"/>
            <a:pathLst>
              <a:path extrusionOk="0" h="368" w="356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chemeClr val="lt1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ridge2.png" id="697" name="Google Shape;697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903199" y="3385017"/>
            <a:ext cx="189578" cy="3370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8" name="Google Shape;698;p8"/>
          <p:cNvGrpSpPr/>
          <p:nvPr/>
        </p:nvGrpSpPr>
        <p:grpSpPr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699" name="Google Shape;699;p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8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8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04" name="Google Shape;704;p8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705" name="Google Shape;705;p8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6" name="Google Shape;706;p8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07" name="Google Shape;707;p8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08" name="Google Shape;708;p8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709" name="Google Shape;709;p8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0" name="Google Shape;710;p8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11" name="Google Shape;711;p8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8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13" name="Google Shape;713;p8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714" name="Google Shape;714;p8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5" name="Google Shape;715;p8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16" name="Google Shape;716;p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7" name="Google Shape;717;p8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718" name="Google Shape;718;p8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9" name="Google Shape;719;p8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20" name="Google Shape;720;p8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8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8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8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8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8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8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8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1" name="Google Shape;731;p8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732" name="Google Shape;732;p8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3" name="Google Shape;733;p8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734" name="Google Shape;734;p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216586" y="6040274"/>
            <a:ext cx="253501" cy="120343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8"/>
          <p:cNvSpPr/>
          <p:nvPr/>
        </p:nvSpPr>
        <p:spPr>
          <a:xfrm>
            <a:off x="9300597" y="5923494"/>
            <a:ext cx="204043" cy="157052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736" name="Google Shape;736;p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310647" y="5927534"/>
            <a:ext cx="185412" cy="142915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8"/>
          <p:cNvSpPr/>
          <p:nvPr/>
        </p:nvSpPr>
        <p:spPr>
          <a:xfrm>
            <a:off x="9337747" y="5918861"/>
            <a:ext cx="172878" cy="29225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8"/>
          <p:cNvSpPr/>
          <p:nvPr/>
        </p:nvSpPr>
        <p:spPr>
          <a:xfrm>
            <a:off x="9298791" y="5918624"/>
            <a:ext cx="47990" cy="121650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8"/>
          <p:cNvSpPr/>
          <p:nvPr/>
        </p:nvSpPr>
        <p:spPr>
          <a:xfrm>
            <a:off x="9457666" y="5940364"/>
            <a:ext cx="51716" cy="14042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8"/>
          <p:cNvSpPr/>
          <p:nvPr/>
        </p:nvSpPr>
        <p:spPr>
          <a:xfrm>
            <a:off x="9298226" y="6034096"/>
            <a:ext cx="189702" cy="47401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8"/>
          <p:cNvSpPr/>
          <p:nvPr/>
        </p:nvSpPr>
        <p:spPr>
          <a:xfrm>
            <a:off x="9463425" y="5941552"/>
            <a:ext cx="48442" cy="141014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8"/>
          <p:cNvSpPr/>
          <p:nvPr/>
        </p:nvSpPr>
        <p:spPr>
          <a:xfrm>
            <a:off x="9298452" y="6040392"/>
            <a:ext cx="168700" cy="46807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3" name="Google Shape;743;p8"/>
          <p:cNvGrpSpPr/>
          <p:nvPr/>
        </p:nvGrpSpPr>
        <p:grpSpPr>
          <a:xfrm>
            <a:off x="9295629" y="6090407"/>
            <a:ext cx="57249" cy="27799"/>
            <a:chOff x="1740" y="2642"/>
            <a:chExt cx="752" cy="327"/>
          </a:xfrm>
        </p:grpSpPr>
        <p:sp>
          <p:nvSpPr>
            <p:cNvPr id="744" name="Google Shape;744;p8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8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p8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p8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8" name="Google Shape;748;p8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9" name="Google Shape;749;p8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50" name="Google Shape;750;p8"/>
          <p:cNvSpPr/>
          <p:nvPr/>
        </p:nvSpPr>
        <p:spPr>
          <a:xfrm>
            <a:off x="9393642" y="6094565"/>
            <a:ext cx="69332" cy="61063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8"/>
          <p:cNvSpPr/>
          <p:nvPr/>
        </p:nvSpPr>
        <p:spPr>
          <a:xfrm>
            <a:off x="9216699" y="6099436"/>
            <a:ext cx="177394" cy="55717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8"/>
          <p:cNvSpPr/>
          <p:nvPr/>
        </p:nvSpPr>
        <p:spPr>
          <a:xfrm>
            <a:off x="9216812" y="6089219"/>
            <a:ext cx="1920" cy="11286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8"/>
          <p:cNvSpPr/>
          <p:nvPr/>
        </p:nvSpPr>
        <p:spPr>
          <a:xfrm>
            <a:off x="9216925" y="6043244"/>
            <a:ext cx="82430" cy="46688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8"/>
          <p:cNvSpPr/>
          <p:nvPr/>
        </p:nvSpPr>
        <p:spPr>
          <a:xfrm>
            <a:off x="9222458" y="6091595"/>
            <a:ext cx="168248" cy="53578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8"/>
          <p:cNvSpPr/>
          <p:nvPr/>
        </p:nvSpPr>
        <p:spPr>
          <a:xfrm flipH="1" rot="10800000">
            <a:off x="9390480" y="6087793"/>
            <a:ext cx="68654" cy="5547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56" name="Google Shape;756;p8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757" name="Google Shape;757;p8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8" name="Google Shape;758;p8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9" name="Google Shape;759;p8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760" name="Google Shape;760;p8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1" name="Google Shape;761;p8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762" name="Google Shape;762;p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550087" y="5949454"/>
            <a:ext cx="260920" cy="99063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8"/>
          <p:cNvSpPr/>
          <p:nvPr/>
        </p:nvSpPr>
        <p:spPr>
          <a:xfrm>
            <a:off x="9636557" y="5853324"/>
            <a:ext cx="210015" cy="129281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764" name="Google Shape;764;p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646901" y="5856649"/>
            <a:ext cx="190838" cy="117644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8"/>
          <p:cNvSpPr/>
          <p:nvPr/>
        </p:nvSpPr>
        <p:spPr>
          <a:xfrm>
            <a:off x="9674794" y="5849510"/>
            <a:ext cx="177937" cy="2405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8"/>
          <p:cNvSpPr/>
          <p:nvPr/>
        </p:nvSpPr>
        <p:spPr>
          <a:xfrm>
            <a:off x="9634698" y="5849315"/>
            <a:ext cx="49395" cy="100139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8"/>
          <p:cNvSpPr/>
          <p:nvPr/>
        </p:nvSpPr>
        <p:spPr>
          <a:xfrm>
            <a:off x="9798223" y="5867211"/>
            <a:ext cx="53230" cy="11559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8"/>
          <p:cNvSpPr/>
          <p:nvPr/>
        </p:nvSpPr>
        <p:spPr>
          <a:xfrm>
            <a:off x="9634116" y="5944369"/>
            <a:ext cx="195254" cy="39019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8"/>
          <p:cNvSpPr/>
          <p:nvPr/>
        </p:nvSpPr>
        <p:spPr>
          <a:xfrm>
            <a:off x="9804150" y="5868189"/>
            <a:ext cx="49860" cy="11607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8"/>
          <p:cNvSpPr/>
          <p:nvPr/>
        </p:nvSpPr>
        <p:spPr>
          <a:xfrm>
            <a:off x="9634349" y="5949552"/>
            <a:ext cx="173637" cy="38530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1" name="Google Shape;771;p8"/>
          <p:cNvGrpSpPr/>
          <p:nvPr/>
        </p:nvGrpSpPr>
        <p:grpSpPr>
          <a:xfrm>
            <a:off x="9631443" y="5990722"/>
            <a:ext cx="58925" cy="22883"/>
            <a:chOff x="1740" y="2642"/>
            <a:chExt cx="752" cy="327"/>
          </a:xfrm>
        </p:grpSpPr>
        <p:sp>
          <p:nvSpPr>
            <p:cNvPr id="772" name="Google Shape;772;p8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3" name="Google Shape;773;p8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" name="Google Shape;774;p8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" name="Google Shape;775;p8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6" name="Google Shape;776;p8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Google Shape;777;p8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8" name="Google Shape;778;p8"/>
          <p:cNvSpPr/>
          <p:nvPr/>
        </p:nvSpPr>
        <p:spPr>
          <a:xfrm>
            <a:off x="9732325" y="5994145"/>
            <a:ext cx="71361" cy="50265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8"/>
          <p:cNvSpPr/>
          <p:nvPr/>
        </p:nvSpPr>
        <p:spPr>
          <a:xfrm>
            <a:off x="9550204" y="5998154"/>
            <a:ext cx="182586" cy="4586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8"/>
          <p:cNvSpPr/>
          <p:nvPr/>
        </p:nvSpPr>
        <p:spPr>
          <a:xfrm>
            <a:off x="9550320" y="5989744"/>
            <a:ext cx="1976" cy="9290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8"/>
          <p:cNvSpPr/>
          <p:nvPr/>
        </p:nvSpPr>
        <p:spPr>
          <a:xfrm>
            <a:off x="9550436" y="5951899"/>
            <a:ext cx="84843" cy="38432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8"/>
          <p:cNvSpPr/>
          <p:nvPr/>
        </p:nvSpPr>
        <p:spPr>
          <a:xfrm>
            <a:off x="9556131" y="5991700"/>
            <a:ext cx="173172" cy="4410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8"/>
          <p:cNvSpPr/>
          <p:nvPr/>
        </p:nvSpPr>
        <p:spPr>
          <a:xfrm flipH="1" rot="10800000">
            <a:off x="9729071" y="5988571"/>
            <a:ext cx="70663" cy="4566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84" name="Google Shape;784;p8"/>
          <p:cNvGrpSpPr/>
          <p:nvPr/>
        </p:nvGrpSpPr>
        <p:grpSpPr>
          <a:xfrm>
            <a:off x="10017877" y="5636388"/>
            <a:ext cx="171450" cy="348944"/>
            <a:chOff x="4140" y="429"/>
            <a:chExt cx="1425" cy="2396"/>
          </a:xfrm>
        </p:grpSpPr>
        <p:sp>
          <p:nvSpPr>
            <p:cNvPr id="785" name="Google Shape;785;p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8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" name="Google Shape;788;p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" name="Google Shape;789;p8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90" name="Google Shape;790;p8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791" name="Google Shape;791;p8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2" name="Google Shape;792;p8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93" name="Google Shape;793;p8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94" name="Google Shape;794;p8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795" name="Google Shape;795;p8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6" name="Google Shape;796;p8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97" name="Google Shape;797;p8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8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99" name="Google Shape;799;p8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800" name="Google Shape;800;p8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p8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02" name="Google Shape;802;p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03" name="Google Shape;803;p8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804" name="Google Shape;804;p8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5" name="Google Shape;805;p8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06" name="Google Shape;806;p8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" name="Google Shape;808;p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8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" name="Google Shape;811;p8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8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8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8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8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8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7" name="Google Shape;817;p8"/>
          <p:cNvGrpSpPr/>
          <p:nvPr/>
        </p:nvGrpSpPr>
        <p:grpSpPr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descr="desktop_computer_stylized_medium" id="818" name="Google Shape;818;p8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9" name="Google Shape;819;p8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0" name="Google Shape;820;p8"/>
          <p:cNvSpPr/>
          <p:nvPr/>
        </p:nvSpPr>
        <p:spPr>
          <a:xfrm>
            <a:off x="6471025" y="1451551"/>
            <a:ext cx="5359400" cy="4954628"/>
          </a:xfrm>
          <a:prstGeom prst="rect">
            <a:avLst/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21" name="Google Shape;821;p8"/>
          <p:cNvGrpSpPr/>
          <p:nvPr/>
        </p:nvGrpSpPr>
        <p:grpSpPr>
          <a:xfrm>
            <a:off x="7439074" y="1859725"/>
            <a:ext cx="4144321" cy="4127477"/>
            <a:chOff x="7439074" y="1859725"/>
            <a:chExt cx="4144321" cy="4127477"/>
          </a:xfrm>
        </p:grpSpPr>
        <p:grpSp>
          <p:nvGrpSpPr>
            <p:cNvPr id="822" name="Google Shape;822;p8"/>
            <p:cNvGrpSpPr/>
            <p:nvPr/>
          </p:nvGrpSpPr>
          <p:grpSpPr>
            <a:xfrm>
              <a:off x="7439074" y="1859725"/>
              <a:ext cx="1802647" cy="1120859"/>
              <a:chOff x="7439074" y="1859725"/>
              <a:chExt cx="1802647" cy="1120859"/>
            </a:xfrm>
          </p:grpSpPr>
          <p:pic>
            <p:nvPicPr>
              <p:cNvPr descr="cell_tower_radiation copy" id="823" name="Google Shape;823;p8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824" name="Google Shape;824;p8"/>
              <p:cNvCxnSpPr/>
              <p:nvPr/>
            </p:nvCxnSpPr>
            <p:spPr>
              <a:xfrm>
                <a:off x="8207860" y="2700359"/>
                <a:ext cx="227964" cy="17435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825" name="Google Shape;825;p8"/>
              <p:cNvGrpSpPr/>
              <p:nvPr/>
            </p:nvGrpSpPr>
            <p:grpSpPr>
              <a:xfrm>
                <a:off x="8050698" y="2309376"/>
                <a:ext cx="298450" cy="464008"/>
                <a:chOff x="3130" y="3288"/>
                <a:chExt cx="410" cy="742"/>
              </a:xfrm>
            </p:grpSpPr>
            <p:cxnSp>
              <p:nvCxnSpPr>
                <p:cNvPr id="826" name="Google Shape;826;p8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7" name="Google Shape;827;p8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8" name="Google Shape;828;p8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9" name="Google Shape;829;p8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0" name="Google Shape;830;p8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1" name="Google Shape;831;p8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2" name="Google Shape;832;p8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3" name="Google Shape;833;p8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4" name="Google Shape;834;p8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5" name="Google Shape;835;p8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6" name="Google Shape;836;p8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7" name="Google Shape;837;p8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8" name="Google Shape;838;p8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9" name="Google Shape;839;p8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0" name="Google Shape;840;p8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841" name="Google Shape;841;p8"/>
              <p:cNvGrpSpPr/>
              <p:nvPr/>
            </p:nvGrpSpPr>
            <p:grpSpPr>
              <a:xfrm>
                <a:off x="8439827" y="2812309"/>
                <a:ext cx="353678" cy="168275"/>
                <a:chOff x="7493876" y="2774731"/>
                <a:chExt cx="1481958" cy="894622"/>
              </a:xfrm>
            </p:grpSpPr>
            <p:sp>
              <p:nvSpPr>
                <p:cNvPr id="842" name="Google Shape;842;p8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843" name="Google Shape;843;p8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844" name="Google Shape;844;p8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845" name="Google Shape;845;p8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6" name="Google Shape;846;p8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7" name="Google Shape;847;p8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8" name="Google Shape;848;p8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pic>
            <p:nvPicPr>
              <p:cNvPr descr="antenna_radiation_stylized" id="849" name="Google Shape;849;p8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750224" y="1859725"/>
                <a:ext cx="415925" cy="887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850" name="Google Shape;850;p8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7439074" y="235661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851" name="Google Shape;851;p8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8637781" y="2319727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852" name="Google Shape;852;p8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8711019" y="205912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53" name="Google Shape;853;p8"/>
            <p:cNvGrpSpPr/>
            <p:nvPr/>
          </p:nvGrpSpPr>
          <p:grpSpPr>
            <a:xfrm>
              <a:off x="7493518" y="3325424"/>
              <a:ext cx="911538" cy="843226"/>
              <a:chOff x="7493518" y="3325424"/>
              <a:chExt cx="911538" cy="843226"/>
            </a:xfrm>
          </p:grpSpPr>
          <p:pic>
            <p:nvPicPr>
              <p:cNvPr descr="access_point_stylized_small" id="854" name="Google Shape;854;p8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7613882" y="3861899"/>
                <a:ext cx="370169" cy="306751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855" name="Google Shape;855;p8"/>
              <p:cNvGrpSpPr/>
              <p:nvPr/>
            </p:nvGrpSpPr>
            <p:grpSpPr>
              <a:xfrm>
                <a:off x="7493518" y="3325424"/>
                <a:ext cx="911538" cy="816238"/>
                <a:chOff x="7493518" y="3325424"/>
                <a:chExt cx="911538" cy="816238"/>
              </a:xfrm>
            </p:grpSpPr>
            <p:cxnSp>
              <p:nvCxnSpPr>
                <p:cNvPr id="856" name="Google Shape;856;p8"/>
                <p:cNvCxnSpPr/>
                <p:nvPr/>
              </p:nvCxnSpPr>
              <p:spPr>
                <a:xfrm>
                  <a:off x="8247778" y="3829970"/>
                  <a:ext cx="0" cy="1317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7" name="Google Shape;857;p8"/>
                <p:cNvCxnSpPr/>
                <p:nvPr/>
              </p:nvCxnSpPr>
              <p:spPr>
                <a:xfrm flipH="1" rot="10800000">
                  <a:off x="7857253" y="4041107"/>
                  <a:ext cx="168275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pic>
              <p:nvPicPr>
                <p:cNvPr descr="antenna_radiation_stylized" id="858" name="Google Shape;858;p8"/>
                <p:cNvPicPr preferRelativeResize="0"/>
                <p:nvPr/>
              </p:nvPicPr>
              <p:blipFill rotWithShape="1">
                <a:blip r:embed="rId19">
                  <a:alphaModFix/>
                </a:blip>
                <a:srcRect b="0" l="0" r="0" t="0"/>
                <a:stretch/>
              </p:blipFill>
              <p:spPr>
                <a:xfrm>
                  <a:off x="7562238" y="3813930"/>
                  <a:ext cx="506412" cy="10600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859" name="Google Shape;859;p8"/>
                <p:cNvGrpSpPr/>
                <p:nvPr/>
              </p:nvGrpSpPr>
              <p:grpSpPr>
                <a:xfrm>
                  <a:off x="8050070" y="3965994"/>
                  <a:ext cx="354986" cy="175668"/>
                  <a:chOff x="7493876" y="2774731"/>
                  <a:chExt cx="1481958" cy="894622"/>
                </a:xfrm>
              </p:grpSpPr>
              <p:sp>
                <p:nvSpPr>
                  <p:cNvPr id="860" name="Google Shape;860;p8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861" name="Google Shape;861;p8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862" name="Google Shape;862;p8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863" name="Google Shape;863;p8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64" name="Google Shape;864;p8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65" name="Google Shape;865;p8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66" name="Google Shape;866;p8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pic>
              <p:nvPicPr>
                <p:cNvPr descr="antenna_stylized" id="867" name="Google Shape;867;p8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>
                  <a:off x="7493518" y="3419140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868" name="Google Shape;868;p8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>
                  <a:off x="7803435" y="332542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869" name="Google Shape;869;p8"/>
            <p:cNvGrpSpPr/>
            <p:nvPr/>
          </p:nvGrpSpPr>
          <p:grpSpPr>
            <a:xfrm>
              <a:off x="10884085" y="3428485"/>
              <a:ext cx="604586" cy="405973"/>
              <a:chOff x="10884085" y="3428485"/>
              <a:chExt cx="604586" cy="405973"/>
            </a:xfrm>
          </p:grpSpPr>
          <p:grpSp>
            <p:nvGrpSpPr>
              <p:cNvPr id="870" name="Google Shape;870;p8"/>
              <p:cNvGrpSpPr/>
              <p:nvPr/>
            </p:nvGrpSpPr>
            <p:grpSpPr>
              <a:xfrm>
                <a:off x="10884085" y="3601365"/>
                <a:ext cx="170989" cy="97052"/>
                <a:chOff x="7493876" y="2774731"/>
                <a:chExt cx="1481958" cy="894622"/>
              </a:xfrm>
            </p:grpSpPr>
            <p:sp>
              <p:nvSpPr>
                <p:cNvPr id="871" name="Google Shape;871;p8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872" name="Google Shape;872;p8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873" name="Google Shape;873;p8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874" name="Google Shape;874;p8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5" name="Google Shape;875;p8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6" name="Google Shape;876;p8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7" name="Google Shape;877;p8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878" name="Google Shape;878;p8"/>
              <p:cNvGrpSpPr/>
              <p:nvPr/>
            </p:nvGrpSpPr>
            <p:grpSpPr>
              <a:xfrm>
                <a:off x="11064947" y="3428485"/>
                <a:ext cx="423724" cy="405973"/>
                <a:chOff x="5103720" y="2693365"/>
                <a:chExt cx="611650" cy="414788"/>
              </a:xfrm>
            </p:grpSpPr>
            <p:cxnSp>
              <p:nvCxnSpPr>
                <p:cNvPr id="879" name="Google Shape;879;p8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880" name="Google Shape;880;p8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881" name="Google Shape;881;p8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882" name="Google Shape;882;p8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883" name="Google Shape;883;p8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</p:grpSp>
        <p:grpSp>
          <p:nvGrpSpPr>
            <p:cNvPr id="884" name="Google Shape;884;p8"/>
            <p:cNvGrpSpPr/>
            <p:nvPr/>
          </p:nvGrpSpPr>
          <p:grpSpPr>
            <a:xfrm>
              <a:off x="7975881" y="4741266"/>
              <a:ext cx="2318709" cy="1245936"/>
              <a:chOff x="7948367" y="4775686"/>
              <a:chExt cx="2318709" cy="1245936"/>
            </a:xfrm>
          </p:grpSpPr>
          <p:cxnSp>
            <p:nvCxnSpPr>
              <p:cNvPr id="885" name="Google Shape;885;p8"/>
              <p:cNvCxnSpPr/>
              <p:nvPr/>
            </p:nvCxnSpPr>
            <p:spPr>
              <a:xfrm flipH="1" rot="5400000">
                <a:off x="9789609" y="5251739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6" name="Google Shape;886;p8"/>
              <p:cNvCxnSpPr/>
              <p:nvPr/>
            </p:nvCxnSpPr>
            <p:spPr>
              <a:xfrm>
                <a:off x="8210207" y="5117334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7" name="Google Shape;887;p8"/>
              <p:cNvCxnSpPr/>
              <p:nvPr/>
            </p:nvCxnSpPr>
            <p:spPr>
              <a:xfrm flipH="1" rot="10800000">
                <a:off x="8459425" y="5036562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888" name="Google Shape;888;p8"/>
              <p:cNvGrpSpPr/>
              <p:nvPr/>
            </p:nvGrpSpPr>
            <p:grpSpPr>
              <a:xfrm>
                <a:off x="7948367" y="4775686"/>
                <a:ext cx="2318709" cy="1245936"/>
                <a:chOff x="7948367" y="4775686"/>
                <a:chExt cx="2318709" cy="1245936"/>
              </a:xfrm>
            </p:grpSpPr>
            <p:cxnSp>
              <p:nvCxnSpPr>
                <p:cNvPr id="889" name="Google Shape;889;p8"/>
                <p:cNvCxnSpPr/>
                <p:nvPr/>
              </p:nvCxnSpPr>
              <p:spPr>
                <a:xfrm rot="10800000">
                  <a:off x="10209926" y="5405286"/>
                  <a:ext cx="0" cy="1143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90" name="Google Shape;890;p8"/>
                <p:cNvCxnSpPr/>
                <p:nvPr/>
              </p:nvCxnSpPr>
              <p:spPr>
                <a:xfrm>
                  <a:off x="9432959" y="4838517"/>
                  <a:ext cx="524483" cy="26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91" name="Google Shape;891;p8"/>
                <p:cNvCxnSpPr/>
                <p:nvPr/>
              </p:nvCxnSpPr>
              <p:spPr>
                <a:xfrm flipH="1" rot="10800000">
                  <a:off x="8850066" y="4838517"/>
                  <a:ext cx="569255" cy="2462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92" name="Google Shape;892;p8"/>
                <p:cNvCxnSpPr/>
                <p:nvPr/>
              </p:nvCxnSpPr>
              <p:spPr>
                <a:xfrm>
                  <a:off x="8821744" y="5108876"/>
                  <a:ext cx="103050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93" name="Google Shape;893;p8"/>
                <p:cNvCxnSpPr/>
                <p:nvPr/>
              </p:nvCxnSpPr>
              <p:spPr>
                <a:xfrm flipH="1" rot="10800000">
                  <a:off x="7948367" y="5290470"/>
                  <a:ext cx="41275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94" name="Google Shape;894;p8"/>
                <p:cNvCxnSpPr/>
                <p:nvPr/>
              </p:nvCxnSpPr>
              <p:spPr>
                <a:xfrm flipH="1">
                  <a:off x="8373817" y="5282252"/>
                  <a:ext cx="68080" cy="2939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95" name="Google Shape;895;p8"/>
                <p:cNvCxnSpPr/>
                <p:nvPr/>
              </p:nvCxnSpPr>
              <p:spPr>
                <a:xfrm rot="10800000">
                  <a:off x="8488731" y="5307931"/>
                  <a:ext cx="280374" cy="2698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96" name="Google Shape;896;p8"/>
                <p:cNvCxnSpPr/>
                <p:nvPr/>
              </p:nvCxnSpPr>
              <p:spPr>
                <a:xfrm>
                  <a:off x="8488731" y="5258048"/>
                  <a:ext cx="914184" cy="4686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97" name="Google Shape;897;p8"/>
                <p:cNvCxnSpPr/>
                <p:nvPr/>
              </p:nvCxnSpPr>
              <p:spPr>
                <a:xfrm flipH="1" rot="5400000">
                  <a:off x="9885545" y="5583471"/>
                  <a:ext cx="366793" cy="148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pic>
              <p:nvPicPr>
                <p:cNvPr descr="antenna_radiation_stylized" id="898" name="Google Shape;898;p8"/>
                <p:cNvPicPr preferRelativeResize="0"/>
                <p:nvPr/>
              </p:nvPicPr>
              <p:blipFill rotWithShape="1">
                <a:blip r:embed="rId22">
                  <a:alphaModFix/>
                </a:blip>
                <a:srcRect b="0" l="0" r="0" t="0"/>
                <a:stretch/>
              </p:blipFill>
              <p:spPr>
                <a:xfrm>
                  <a:off x="9242073" y="5480938"/>
                  <a:ext cx="452014" cy="9515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ccess_point_stylized_small" id="899" name="Google Shape;899;p8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9290610" y="5524232"/>
                  <a:ext cx="380935" cy="31746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900" name="Google Shape;900;p8"/>
                <p:cNvGrpSpPr/>
                <p:nvPr/>
              </p:nvGrpSpPr>
              <p:grpSpPr>
                <a:xfrm>
                  <a:off x="9783558" y="4989983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901" name="Google Shape;901;p8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902" name="Google Shape;902;p8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903" name="Google Shape;903;p8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904" name="Google Shape;904;p8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05" name="Google Shape;905;p8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06" name="Google Shape;906;p8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07" name="Google Shape;907;p8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908" name="Google Shape;908;p8"/>
                <p:cNvGrpSpPr/>
                <p:nvPr/>
              </p:nvGrpSpPr>
              <p:grpSpPr>
                <a:xfrm>
                  <a:off x="9849365" y="5339037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909" name="Google Shape;909;p8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0" name="Google Shape;910;p8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911" name="Google Shape;911;p8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912" name="Google Shape;912;p8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13" name="Google Shape;913;p8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14" name="Google Shape;914;p8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15" name="Google Shape;915;p8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916" name="Google Shape;916;p8"/>
                <p:cNvGrpSpPr/>
                <p:nvPr/>
              </p:nvGrpSpPr>
              <p:grpSpPr>
                <a:xfrm>
                  <a:off x="8676619" y="4967420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917" name="Google Shape;917;p8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918" name="Google Shape;918;p8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919" name="Google Shape;919;p8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920" name="Google Shape;920;p8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1" name="Google Shape;921;p8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2" name="Google Shape;922;p8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3" name="Google Shape;923;p8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924" name="Google Shape;924;p8"/>
                <p:cNvGrpSpPr/>
                <p:nvPr/>
              </p:nvGrpSpPr>
              <p:grpSpPr>
                <a:xfrm>
                  <a:off x="8311520" y="5194433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925" name="Google Shape;925;p8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6" name="Google Shape;926;p8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927" name="Google Shape;927;p8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928" name="Google Shape;928;p8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9" name="Google Shape;929;p8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30" name="Google Shape;930;p8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31" name="Google Shape;931;p8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932" name="Google Shape;932;p8"/>
                <p:cNvGrpSpPr/>
                <p:nvPr/>
              </p:nvGrpSpPr>
              <p:grpSpPr>
                <a:xfrm>
                  <a:off x="9247893" y="4775686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933" name="Google Shape;933;p8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934" name="Google Shape;934;p8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935" name="Google Shape;935;p8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936" name="Google Shape;936;p8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37" name="Google Shape;937;p8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38" name="Google Shape;938;p8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39" name="Google Shape;939;p8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pic>
              <p:nvPicPr>
                <p:cNvPr descr="antenna_stylized" id="940" name="Google Shape;940;p8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9201681" y="5852809"/>
                  <a:ext cx="307702" cy="16881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941" name="Google Shape;941;p8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9534746" y="5795138"/>
                  <a:ext cx="316707" cy="13896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942" name="Google Shape;942;p8"/>
            <p:cNvGrpSpPr/>
            <p:nvPr/>
          </p:nvGrpSpPr>
          <p:grpSpPr>
            <a:xfrm>
              <a:off x="10925982" y="4188911"/>
              <a:ext cx="657413" cy="451816"/>
              <a:chOff x="10925982" y="4188911"/>
              <a:chExt cx="657413" cy="451816"/>
            </a:xfrm>
          </p:grpSpPr>
          <p:grpSp>
            <p:nvGrpSpPr>
              <p:cNvPr id="943" name="Google Shape;943;p8"/>
              <p:cNvGrpSpPr/>
              <p:nvPr/>
            </p:nvGrpSpPr>
            <p:grpSpPr>
              <a:xfrm>
                <a:off x="11093556" y="4188911"/>
                <a:ext cx="489839" cy="451816"/>
                <a:chOff x="5103720" y="2693365"/>
                <a:chExt cx="611650" cy="414788"/>
              </a:xfrm>
            </p:grpSpPr>
            <p:cxnSp>
              <p:nvCxnSpPr>
                <p:cNvPr id="944" name="Google Shape;944;p8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945" name="Google Shape;945;p8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946" name="Google Shape;946;p8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947" name="Google Shape;947;p8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948" name="Google Shape;948;p8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949" name="Google Shape;949;p8"/>
              <p:cNvGrpSpPr/>
              <p:nvPr/>
            </p:nvGrpSpPr>
            <p:grpSpPr>
              <a:xfrm>
                <a:off x="10925982" y="4369125"/>
                <a:ext cx="228295" cy="120400"/>
                <a:chOff x="7493876" y="2774731"/>
                <a:chExt cx="1481958" cy="894622"/>
              </a:xfrm>
            </p:grpSpPr>
            <p:sp>
              <p:nvSpPr>
                <p:cNvPr id="950" name="Google Shape;950;p8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951" name="Google Shape;951;p8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952" name="Google Shape;952;p8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953" name="Google Shape;953;p8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4" name="Google Shape;954;p8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5" name="Google Shape;955;p8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6" name="Google Shape;956;p8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957" name="Google Shape;957;p8"/>
          <p:cNvGrpSpPr/>
          <p:nvPr/>
        </p:nvGrpSpPr>
        <p:grpSpPr>
          <a:xfrm>
            <a:off x="7380480" y="1798646"/>
            <a:ext cx="4322981" cy="3949460"/>
            <a:chOff x="11448552" y="1676017"/>
            <a:chExt cx="4322981" cy="3949460"/>
          </a:xfrm>
        </p:grpSpPr>
        <p:sp>
          <p:nvSpPr>
            <p:cNvPr id="958" name="Google Shape;958;p8"/>
            <p:cNvSpPr/>
            <p:nvPr/>
          </p:nvSpPr>
          <p:spPr>
            <a:xfrm>
              <a:off x="11548524" y="3627656"/>
              <a:ext cx="1007401" cy="448210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8"/>
            <p:cNvSpPr/>
            <p:nvPr/>
          </p:nvSpPr>
          <p:spPr>
            <a:xfrm rot="1622536">
              <a:off x="12634901" y="5270789"/>
              <a:ext cx="887739" cy="161724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0" name="Google Shape;960;p8"/>
            <p:cNvSpPr/>
            <p:nvPr/>
          </p:nvSpPr>
          <p:spPr>
            <a:xfrm>
              <a:off x="12775958" y="1847944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1" name="Google Shape;961;p8"/>
            <p:cNvSpPr/>
            <p:nvPr/>
          </p:nvSpPr>
          <p:spPr>
            <a:xfrm>
              <a:off x="12669374" y="4563454"/>
              <a:ext cx="1698836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2" name="Google Shape;962;p8"/>
            <p:cNvSpPr/>
            <p:nvPr/>
          </p:nvSpPr>
          <p:spPr>
            <a:xfrm>
              <a:off x="12239699" y="4881027"/>
              <a:ext cx="660040" cy="553827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8"/>
            <p:cNvSpPr/>
            <p:nvPr/>
          </p:nvSpPr>
          <p:spPr>
            <a:xfrm>
              <a:off x="12638017" y="2106713"/>
              <a:ext cx="503074" cy="24332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p8"/>
            <p:cNvSpPr/>
            <p:nvPr/>
          </p:nvSpPr>
          <p:spPr>
            <a:xfrm>
              <a:off x="13837524" y="5040395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" name="Google Shape;965;p8"/>
            <p:cNvSpPr/>
            <p:nvPr/>
          </p:nvSpPr>
          <p:spPr>
            <a:xfrm rot="2528345">
              <a:off x="12297976" y="2504847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" name="Google Shape;966;p8"/>
            <p:cNvSpPr/>
            <p:nvPr/>
          </p:nvSpPr>
          <p:spPr>
            <a:xfrm>
              <a:off x="11972286" y="1972003"/>
              <a:ext cx="612303" cy="754264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" name="Google Shape;967;p8"/>
            <p:cNvSpPr/>
            <p:nvPr/>
          </p:nvSpPr>
          <p:spPr>
            <a:xfrm>
              <a:off x="11792971" y="1676017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" name="Google Shape;968;p8"/>
            <p:cNvSpPr/>
            <p:nvPr/>
          </p:nvSpPr>
          <p:spPr>
            <a:xfrm>
              <a:off x="11448552" y="2167072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9" name="Google Shape;969;p8"/>
            <p:cNvSpPr/>
            <p:nvPr/>
          </p:nvSpPr>
          <p:spPr>
            <a:xfrm>
              <a:off x="11807613" y="3089587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0" name="Google Shape;970;p8"/>
            <p:cNvSpPr/>
            <p:nvPr/>
          </p:nvSpPr>
          <p:spPr>
            <a:xfrm>
              <a:off x="11461856" y="3203435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1" name="Google Shape;971;p8"/>
            <p:cNvSpPr/>
            <p:nvPr/>
          </p:nvSpPr>
          <p:spPr>
            <a:xfrm>
              <a:off x="14880961" y="3246013"/>
              <a:ext cx="81304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" name="Google Shape;972;p8"/>
            <p:cNvSpPr/>
            <p:nvPr/>
          </p:nvSpPr>
          <p:spPr>
            <a:xfrm>
              <a:off x="14958490" y="4026029"/>
              <a:ext cx="81304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73" name="Google Shape;973;p8"/>
          <p:cNvSpPr txBox="1"/>
          <p:nvPr>
            <p:ph idx="1" type="body"/>
          </p:nvPr>
        </p:nvSpPr>
        <p:spPr>
          <a:xfrm>
            <a:off x="838199" y="1825625"/>
            <a:ext cx="5692665" cy="4617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 edge:</a:t>
            </a:r>
            <a:endParaRPr/>
          </a:p>
          <a:p>
            <a:pPr indent="-225425" lvl="0" marL="3508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hosts: clients and servers</a:t>
            </a:r>
            <a:endParaRPr/>
          </a:p>
          <a:p>
            <a:pPr indent="-225425" lvl="0" marL="3508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servers often in data centers</a:t>
            </a:r>
            <a:endParaRPr/>
          </a:p>
          <a:p>
            <a:pPr indent="0" lvl="0" marL="11113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SzPts val="2400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Access networks, physical media:</a:t>
            </a:r>
            <a:endParaRPr/>
          </a:p>
          <a:p>
            <a:pPr indent="-177800" lvl="0" marL="290513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wired, wireless communication links</a:t>
            </a:r>
            <a:r>
              <a:rPr lang="en-US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1746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974" name="Google Shape;974;p8"/>
          <p:cNvSpPr/>
          <p:nvPr/>
        </p:nvSpPr>
        <p:spPr>
          <a:xfrm>
            <a:off x="683172" y="1681655"/>
            <a:ext cx="5787853" cy="1703362"/>
          </a:xfrm>
          <a:prstGeom prst="rect">
            <a:avLst/>
          </a:prstGeom>
          <a:solidFill>
            <a:schemeClr val="lt1">
              <a:alpha val="7294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9"/>
          <p:cNvSpPr/>
          <p:nvPr/>
        </p:nvSpPr>
        <p:spPr>
          <a:xfrm>
            <a:off x="7439074" y="3553079"/>
            <a:ext cx="986999" cy="669622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b="0" lang="en-US" sz="6000"/>
              <a:t>A closer look at Internet structure</a:t>
            </a:r>
            <a:endParaRPr b="0" sz="6000"/>
          </a:p>
        </p:txBody>
      </p:sp>
      <p:sp>
        <p:nvSpPr>
          <p:cNvPr id="982" name="Google Shape;982;p9"/>
          <p:cNvSpPr txBox="1"/>
          <p:nvPr>
            <p:ph idx="1" type="body"/>
          </p:nvPr>
        </p:nvSpPr>
        <p:spPr>
          <a:xfrm>
            <a:off x="838199" y="1825625"/>
            <a:ext cx="5692665" cy="4617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 edge:</a:t>
            </a:r>
            <a:endParaRPr/>
          </a:p>
          <a:p>
            <a:pPr indent="-225425" lvl="0" marL="3508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hosts: clients and servers</a:t>
            </a:r>
            <a:endParaRPr/>
          </a:p>
          <a:p>
            <a:pPr indent="-225425" lvl="0" marL="3508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servers often in data centers</a:t>
            </a:r>
            <a:endParaRPr/>
          </a:p>
          <a:p>
            <a:pPr indent="0" lvl="0" marL="11113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SzPts val="2400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Access networks, physical media:</a:t>
            </a:r>
            <a:endParaRPr/>
          </a:p>
          <a:p>
            <a:pPr indent="-177800" lvl="0" marL="290513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wired, wireless communication links</a:t>
            </a:r>
            <a:r>
              <a:rPr lang="en-US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9525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SzPts val="2400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 core: </a:t>
            </a:r>
            <a:endParaRPr/>
          </a:p>
          <a:p>
            <a:pPr indent="-207962" lvl="1" marL="342900" rtl="0" algn="l">
              <a:lnSpc>
                <a:spcPct val="85000"/>
              </a:lnSpc>
              <a:spcBef>
                <a:spcPts val="420"/>
              </a:spcBef>
              <a:spcAft>
                <a:spcPts val="0"/>
              </a:spcAft>
              <a:buClr>
                <a:srgbClr val="000099"/>
              </a:buClr>
              <a:buSzPts val="2660"/>
              <a:buFont typeface="Noto Sans Symbols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interconnected routers</a:t>
            </a:r>
            <a:endParaRPr/>
          </a:p>
          <a:p>
            <a:pPr indent="-207962" lvl="1" marL="342900" rtl="0" algn="l">
              <a:lnSpc>
                <a:spcPct val="85000"/>
              </a:lnSpc>
              <a:spcBef>
                <a:spcPts val="420"/>
              </a:spcBef>
              <a:spcAft>
                <a:spcPts val="0"/>
              </a:spcAft>
              <a:buClr>
                <a:srgbClr val="000099"/>
              </a:buClr>
              <a:buSzPts val="2660"/>
              <a:buFont typeface="Noto Sans Symbols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network of networks</a:t>
            </a:r>
            <a:endParaRPr/>
          </a:p>
          <a:p>
            <a:pPr indent="0" lvl="0" marL="1746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983" name="Google Shape;983;p9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9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9"/>
          <p:cNvSpPr/>
          <p:nvPr/>
        </p:nvSpPr>
        <p:spPr>
          <a:xfrm>
            <a:off x="7205350" y="3289251"/>
            <a:ext cx="1458912" cy="317850"/>
          </a:xfrm>
          <a:prstGeom prst="triangle">
            <a:avLst>
              <a:gd fmla="val 50000" name="adj"/>
            </a:avLst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CC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9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9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988" name="Google Shape;988;p9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989" name="Google Shape;989;p9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990" name="Google Shape;990;p9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1" name="Google Shape;991;p9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992" name="Google Shape;992;p9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3" name="Google Shape;993;p9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94" name="Google Shape;994;p9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95" name="Google Shape;995;p9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96" name="Google Shape;996;p9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97" name="Google Shape;997;p9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98" name="Google Shape;998;p9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999" name="Google Shape;999;p9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000" name="Google Shape;1000;p9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1001" name="Google Shape;1001;p9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2" name="Google Shape;1002;p9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03" name="Google Shape;1003;p9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04" name="Google Shape;1004;p9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05" name="Google Shape;1005;p9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06" name="Google Shape;1006;p9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07" name="Google Shape;1007;p9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08" name="Google Shape;1008;p9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009" name="Google Shape;1009;p9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9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1011" name="Google Shape;1011;p9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9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1013" name="Google Shape;1013;p9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1014" name="Google Shape;1014;p9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5" name="Google Shape;1015;p9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6" name="Google Shape;1016;p9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7" name="Google Shape;1017;p9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8" name="Google Shape;1018;p9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9" name="Google Shape;1019;p9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20" name="Google Shape;1020;p9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21" name="Google Shape;1021;p9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22" name="Google Shape;1022;p9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23" name="Google Shape;1023;p9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24" name="Google Shape;1024;p9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25" name="Google Shape;1025;p9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26" name="Google Shape;1026;p9"/>
          <p:cNvCxnSpPr/>
          <p:nvPr/>
        </p:nvCxnSpPr>
        <p:spPr>
          <a:xfrm flipH="1">
            <a:off x="10100635" y="2169432"/>
            <a:ext cx="761467" cy="5773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27" name="Google Shape;1027;p9"/>
          <p:cNvCxnSpPr/>
          <p:nvPr/>
        </p:nvCxnSpPr>
        <p:spPr>
          <a:xfrm flipH="1">
            <a:off x="10100635" y="2268313"/>
            <a:ext cx="397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28" name="Google Shape;1028;p9"/>
          <p:cNvCxnSpPr/>
          <p:nvPr/>
        </p:nvCxnSpPr>
        <p:spPr>
          <a:xfrm flipH="1">
            <a:off x="10672135" y="2200506"/>
            <a:ext cx="14936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29" name="Google Shape;1029;p9"/>
          <p:cNvCxnSpPr/>
          <p:nvPr/>
        </p:nvCxnSpPr>
        <p:spPr>
          <a:xfrm flipH="1">
            <a:off x="10142166" y="2718967"/>
            <a:ext cx="574283" cy="2782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30" name="Google Shape;1030;p9"/>
          <p:cNvCxnSpPr/>
          <p:nvPr/>
        </p:nvCxnSpPr>
        <p:spPr>
          <a:xfrm flipH="1">
            <a:off x="10069542" y="2169432"/>
            <a:ext cx="788589" cy="9888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31" name="Google Shape;1031;p9"/>
          <p:cNvCxnSpPr/>
          <p:nvPr/>
        </p:nvCxnSpPr>
        <p:spPr>
          <a:xfrm flipH="1">
            <a:off x="10862103" y="2127325"/>
            <a:ext cx="279002" cy="421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32" name="Google Shape;1032;p9"/>
          <p:cNvCxnSpPr/>
          <p:nvPr/>
        </p:nvCxnSpPr>
        <p:spPr>
          <a:xfrm rot="10800000">
            <a:off x="10681994" y="2718967"/>
            <a:ext cx="353541" cy="67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33" name="Google Shape;1033;p9"/>
          <p:cNvCxnSpPr/>
          <p:nvPr/>
        </p:nvCxnSpPr>
        <p:spPr>
          <a:xfrm flipH="1">
            <a:off x="8769223" y="2268313"/>
            <a:ext cx="1300319" cy="6066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34" name="Google Shape;1034;p9"/>
          <p:cNvCxnSpPr/>
          <p:nvPr/>
        </p:nvCxnSpPr>
        <p:spPr>
          <a:xfrm flipH="1" rot="10800000">
            <a:off x="9378705" y="4113379"/>
            <a:ext cx="429324" cy="70560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5" name="Google Shape;1035;p9"/>
          <p:cNvCxnSpPr/>
          <p:nvPr/>
        </p:nvCxnSpPr>
        <p:spPr>
          <a:xfrm flipH="1" rot="10800000">
            <a:off x="8244554" y="4047456"/>
            <a:ext cx="969051" cy="31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6" name="Google Shape;1036;p9"/>
          <p:cNvSpPr/>
          <p:nvPr/>
        </p:nvSpPr>
        <p:spPr>
          <a:xfrm>
            <a:off x="8174541" y="2292995"/>
            <a:ext cx="52388" cy="4948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37" name="Google Shape;1037;p9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1038" name="Google Shape;1038;p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39" name="Google Shape;1039;p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40" name="Google Shape;1040;p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41" name="Google Shape;1041;p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" name="Google Shape;1042;p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3" name="Google Shape;1043;p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" name="Google Shape;1044;p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45" name="Google Shape;1045;p9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1046" name="Google Shape;1046;p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47" name="Google Shape;1047;p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48" name="Google Shape;1048;p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49" name="Google Shape;1049;p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0" name="Google Shape;1050;p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1" name="Google Shape;1051;p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" name="Google Shape;1052;p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53" name="Google Shape;1053;p9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1054" name="Google Shape;1054;p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55" name="Google Shape;1055;p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56" name="Google Shape;1056;p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57" name="Google Shape;1057;p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" name="Google Shape;1058;p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" name="Google Shape;1059;p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" name="Google Shape;1060;p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61" name="Google Shape;1061;p9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1062" name="Google Shape;1062;p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63" name="Google Shape;1063;p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64" name="Google Shape;1064;p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65" name="Google Shape;1065;p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6" name="Google Shape;1066;p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7" name="Google Shape;1067;p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8" name="Google Shape;1068;p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69" name="Google Shape;1069;p9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1070" name="Google Shape;1070;p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71" name="Google Shape;1071;p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72" name="Google Shape;1072;p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73" name="Google Shape;1073;p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4" name="Google Shape;1074;p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5" name="Google Shape;1075;p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6" name="Google Shape;1076;p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77" name="Google Shape;1077;p9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1078" name="Google Shape;1078;p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79" name="Google Shape;1079;p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80" name="Google Shape;1080;p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81" name="Google Shape;1081;p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2" name="Google Shape;1082;p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3" name="Google Shape;1083;p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4" name="Google Shape;1084;p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85" name="Google Shape;1085;p9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1086" name="Google Shape;1086;p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87" name="Google Shape;1087;p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88" name="Google Shape;1088;p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89" name="Google Shape;1089;p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0" name="Google Shape;1090;p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1" name="Google Shape;1091;p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2" name="Google Shape;1092;p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93" name="Google Shape;1093;p9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1094" name="Google Shape;1094;p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95" name="Google Shape;1095;p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96" name="Google Shape;1096;p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97" name="Google Shape;1097;p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8" name="Google Shape;1098;p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9" name="Google Shape;1099;p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0" name="Google Shape;1100;p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01" name="Google Shape;1101;p9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1102" name="Google Shape;1102;p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103" name="Google Shape;1103;p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104" name="Google Shape;1104;p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05" name="Google Shape;1105;p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6" name="Google Shape;1106;p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7" name="Google Shape;1107;p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8" name="Google Shape;1108;p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descr="iphone_stylized_small" id="1109" name="Google Shape;110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72" y="1917025"/>
            <a:ext cx="136841" cy="328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1110" name="Google Shape;111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9064">
            <a:off x="7464781" y="2605090"/>
            <a:ext cx="437221" cy="159511"/>
          </a:xfrm>
          <a:prstGeom prst="rect">
            <a:avLst/>
          </a:prstGeom>
          <a:noFill/>
          <a:ln>
            <a:noFill/>
          </a:ln>
        </p:spPr>
      </p:pic>
      <p:sp>
        <p:nvSpPr>
          <p:cNvPr id="1111" name="Google Shape;1111;p9"/>
          <p:cNvSpPr/>
          <p:nvPr/>
        </p:nvSpPr>
        <p:spPr>
          <a:xfrm>
            <a:off x="7609678" y="2450304"/>
            <a:ext cx="351919" cy="208167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1112" name="Google Shape;111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7011" y="2455658"/>
            <a:ext cx="319785" cy="189429"/>
          </a:xfrm>
          <a:prstGeom prst="rect">
            <a:avLst/>
          </a:prstGeom>
          <a:noFill/>
          <a:ln>
            <a:noFill/>
          </a:ln>
        </p:spPr>
      </p:pic>
      <p:sp>
        <p:nvSpPr>
          <p:cNvPr id="1113" name="Google Shape;1113;p9"/>
          <p:cNvSpPr/>
          <p:nvPr/>
        </p:nvSpPr>
        <p:spPr>
          <a:xfrm>
            <a:off x="7673752" y="2444163"/>
            <a:ext cx="298167" cy="38736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9"/>
          <p:cNvSpPr/>
          <p:nvPr/>
        </p:nvSpPr>
        <p:spPr>
          <a:xfrm>
            <a:off x="7606562" y="2443848"/>
            <a:ext cx="82770" cy="161243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9"/>
          <p:cNvSpPr/>
          <p:nvPr/>
        </p:nvSpPr>
        <p:spPr>
          <a:xfrm>
            <a:off x="7880579" y="2472664"/>
            <a:ext cx="89197" cy="186122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9"/>
          <p:cNvSpPr/>
          <p:nvPr/>
        </p:nvSpPr>
        <p:spPr>
          <a:xfrm>
            <a:off x="7605588" y="2596902"/>
            <a:ext cx="327185" cy="6282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9"/>
          <p:cNvSpPr/>
          <p:nvPr/>
        </p:nvSpPr>
        <p:spPr>
          <a:xfrm>
            <a:off x="7890512" y="2474238"/>
            <a:ext cx="83549" cy="18690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9"/>
          <p:cNvSpPr/>
          <p:nvPr/>
        </p:nvSpPr>
        <p:spPr>
          <a:xfrm>
            <a:off x="7605977" y="2605248"/>
            <a:ext cx="290961" cy="62041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9" name="Google Shape;1119;p9"/>
          <p:cNvGrpSpPr/>
          <p:nvPr/>
        </p:nvGrpSpPr>
        <p:grpSpPr>
          <a:xfrm>
            <a:off x="7601109" y="2671540"/>
            <a:ext cx="98740" cy="36846"/>
            <a:chOff x="1740" y="2642"/>
            <a:chExt cx="752" cy="327"/>
          </a:xfrm>
        </p:grpSpPr>
        <p:sp>
          <p:nvSpPr>
            <p:cNvPr id="1120" name="Google Shape;1120;p9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" name="Google Shape;1121;p9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2" name="Google Shape;1122;p9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3" name="Google Shape;1123;p9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9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5" name="Google Shape;1125;p9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6" name="Google Shape;1126;p9"/>
          <p:cNvSpPr/>
          <p:nvPr/>
        </p:nvSpPr>
        <p:spPr>
          <a:xfrm>
            <a:off x="7770154" y="2677051"/>
            <a:ext cx="119578" cy="80936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9"/>
          <p:cNvSpPr/>
          <p:nvPr/>
        </p:nvSpPr>
        <p:spPr>
          <a:xfrm>
            <a:off x="7464976" y="2683507"/>
            <a:ext cx="305957" cy="7385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9"/>
          <p:cNvSpPr/>
          <p:nvPr/>
        </p:nvSpPr>
        <p:spPr>
          <a:xfrm>
            <a:off x="7465171" y="2669965"/>
            <a:ext cx="3311" cy="14959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9"/>
          <p:cNvSpPr/>
          <p:nvPr/>
        </p:nvSpPr>
        <p:spPr>
          <a:xfrm>
            <a:off x="7465366" y="2609027"/>
            <a:ext cx="142170" cy="61883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9"/>
          <p:cNvSpPr/>
          <p:nvPr/>
        </p:nvSpPr>
        <p:spPr>
          <a:xfrm>
            <a:off x="7474909" y="2673115"/>
            <a:ext cx="290182" cy="7101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9"/>
          <p:cNvSpPr/>
          <p:nvPr/>
        </p:nvSpPr>
        <p:spPr>
          <a:xfrm flipH="1" rot="10800000">
            <a:off x="7764701" y="2668076"/>
            <a:ext cx="118410" cy="73535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ight2.png" id="1132" name="Google Shape;1132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8831667" y="2392289"/>
            <a:ext cx="92772" cy="4054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r_icon_small" id="1133" name="Google Shape;1133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99539" y="2116958"/>
            <a:ext cx="849312" cy="16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1134" name="Google Shape;1134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flipH="1" rot="109064">
            <a:off x="7510375" y="3605209"/>
            <a:ext cx="286699" cy="119448"/>
          </a:xfrm>
          <a:prstGeom prst="rect">
            <a:avLst/>
          </a:prstGeom>
          <a:noFill/>
          <a:ln>
            <a:noFill/>
          </a:ln>
        </p:spPr>
      </p:pic>
      <p:sp>
        <p:nvSpPr>
          <p:cNvPr id="1135" name="Google Shape;1135;p9"/>
          <p:cNvSpPr/>
          <p:nvPr/>
        </p:nvSpPr>
        <p:spPr>
          <a:xfrm>
            <a:off x="7605388" y="3489299"/>
            <a:ext cx="230764" cy="155883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1136" name="Google Shape;1136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16754" y="3493308"/>
            <a:ext cx="209692" cy="141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7" name="Google Shape;1137;p9"/>
          <p:cNvSpPr/>
          <p:nvPr/>
        </p:nvSpPr>
        <p:spPr>
          <a:xfrm>
            <a:off x="7647403" y="3484701"/>
            <a:ext cx="195517" cy="2900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9"/>
          <p:cNvSpPr/>
          <p:nvPr/>
        </p:nvSpPr>
        <p:spPr>
          <a:xfrm>
            <a:off x="7603345" y="3484465"/>
            <a:ext cx="54275" cy="120745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9"/>
          <p:cNvSpPr/>
          <p:nvPr/>
        </p:nvSpPr>
        <p:spPr>
          <a:xfrm>
            <a:off x="7783026" y="3506043"/>
            <a:ext cx="58489" cy="139375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9"/>
          <p:cNvSpPr/>
          <p:nvPr/>
        </p:nvSpPr>
        <p:spPr>
          <a:xfrm>
            <a:off x="7602706" y="3599078"/>
            <a:ext cx="214545" cy="4704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9"/>
          <p:cNvSpPr/>
          <p:nvPr/>
        </p:nvSpPr>
        <p:spPr>
          <a:xfrm>
            <a:off x="7789539" y="3507222"/>
            <a:ext cx="54786" cy="139965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9"/>
          <p:cNvSpPr/>
          <p:nvPr/>
        </p:nvSpPr>
        <p:spPr>
          <a:xfrm>
            <a:off x="7602962" y="3605327"/>
            <a:ext cx="190792" cy="46458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43" name="Google Shape;1143;p9"/>
          <p:cNvGrpSpPr/>
          <p:nvPr/>
        </p:nvGrpSpPr>
        <p:grpSpPr>
          <a:xfrm>
            <a:off x="7599769" y="3654969"/>
            <a:ext cx="64747" cy="27592"/>
            <a:chOff x="1740" y="2642"/>
            <a:chExt cx="752" cy="327"/>
          </a:xfrm>
        </p:grpSpPr>
        <p:sp>
          <p:nvSpPr>
            <p:cNvPr id="1144" name="Google Shape;1144;p9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5" name="Google Shape;1145;p9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6" name="Google Shape;1146;p9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7" name="Google Shape;1147;p9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8" name="Google Shape;1148;p9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9" name="Google Shape;1149;p9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0" name="Google Shape;1150;p9"/>
          <p:cNvSpPr/>
          <p:nvPr/>
        </p:nvSpPr>
        <p:spPr>
          <a:xfrm>
            <a:off x="7710617" y="3659096"/>
            <a:ext cx="78411" cy="60608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9"/>
          <p:cNvSpPr/>
          <p:nvPr/>
        </p:nvSpPr>
        <p:spPr>
          <a:xfrm>
            <a:off x="7510503" y="3663931"/>
            <a:ext cx="200625" cy="55302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9"/>
          <p:cNvSpPr/>
          <p:nvPr/>
        </p:nvSpPr>
        <p:spPr>
          <a:xfrm>
            <a:off x="7510631" y="3653790"/>
            <a:ext cx="2171" cy="11202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9"/>
          <p:cNvSpPr/>
          <p:nvPr/>
        </p:nvSpPr>
        <p:spPr>
          <a:xfrm>
            <a:off x="7510758" y="3608157"/>
            <a:ext cx="93225" cy="46340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9"/>
          <p:cNvSpPr/>
          <p:nvPr/>
        </p:nvSpPr>
        <p:spPr>
          <a:xfrm>
            <a:off x="7517016" y="3656149"/>
            <a:ext cx="190281" cy="5318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9"/>
          <p:cNvSpPr/>
          <p:nvPr/>
        </p:nvSpPr>
        <p:spPr>
          <a:xfrm flipH="1" rot="10800000">
            <a:off x="7707042" y="3652375"/>
            <a:ext cx="77645" cy="5506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ktop_computer_stylized_medium" id="1156" name="Google Shape;1156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flipH="1">
            <a:off x="7991996" y="3567143"/>
            <a:ext cx="359261" cy="342045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p9"/>
          <p:cNvSpPr/>
          <p:nvPr/>
        </p:nvSpPr>
        <p:spPr>
          <a:xfrm flipH="1">
            <a:off x="8145217" y="3599942"/>
            <a:ext cx="169400" cy="156753"/>
          </a:xfrm>
          <a:custGeom>
            <a:rect b="b" l="l" r="r" t="t"/>
            <a:pathLst>
              <a:path extrusionOk="0" h="368" w="356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chemeClr val="lt1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ridge2.png" id="1158" name="Google Shape;1158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903199" y="3385017"/>
            <a:ext cx="189578" cy="3370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9" name="Google Shape;1159;p9"/>
          <p:cNvGrpSpPr/>
          <p:nvPr/>
        </p:nvGrpSpPr>
        <p:grpSpPr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1160" name="Google Shape;1160;p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1" name="Google Shape;1161;p9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3" name="Google Shape;1163;p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4" name="Google Shape;1164;p9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65" name="Google Shape;1165;p9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1166" name="Google Shape;1166;p9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7" name="Google Shape;1167;p9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68" name="Google Shape;1168;p9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69" name="Google Shape;1169;p9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1170" name="Google Shape;1170;p9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1" name="Google Shape;1171;p9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72" name="Google Shape;1172;p9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9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74" name="Google Shape;1174;p9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1175" name="Google Shape;1175;p9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6" name="Google Shape;1176;p9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77" name="Google Shape;1177;p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78" name="Google Shape;1178;p9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1179" name="Google Shape;1179;p9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0" name="Google Shape;1180;p9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81" name="Google Shape;1181;p9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3" name="Google Shape;1183;p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4" name="Google Shape;1184;p9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6" name="Google Shape;1186;p9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9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9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9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9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9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2" name="Google Shape;1192;p9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1193" name="Google Shape;1193;p9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4" name="Google Shape;1194;p9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1195" name="Google Shape;1195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216586" y="6040274"/>
            <a:ext cx="253501" cy="120343"/>
          </a:xfrm>
          <a:prstGeom prst="rect">
            <a:avLst/>
          </a:prstGeom>
          <a:noFill/>
          <a:ln>
            <a:noFill/>
          </a:ln>
        </p:spPr>
      </p:pic>
      <p:sp>
        <p:nvSpPr>
          <p:cNvPr id="1196" name="Google Shape;1196;p9"/>
          <p:cNvSpPr/>
          <p:nvPr/>
        </p:nvSpPr>
        <p:spPr>
          <a:xfrm>
            <a:off x="9300597" y="5923494"/>
            <a:ext cx="204043" cy="157052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1197" name="Google Shape;1197;p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310647" y="5927534"/>
            <a:ext cx="185412" cy="142915"/>
          </a:xfrm>
          <a:prstGeom prst="rect">
            <a:avLst/>
          </a:prstGeom>
          <a:noFill/>
          <a:ln>
            <a:noFill/>
          </a:ln>
        </p:spPr>
      </p:pic>
      <p:sp>
        <p:nvSpPr>
          <p:cNvPr id="1198" name="Google Shape;1198;p9"/>
          <p:cNvSpPr/>
          <p:nvPr/>
        </p:nvSpPr>
        <p:spPr>
          <a:xfrm>
            <a:off x="9337747" y="5918861"/>
            <a:ext cx="172878" cy="29225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9"/>
          <p:cNvSpPr/>
          <p:nvPr/>
        </p:nvSpPr>
        <p:spPr>
          <a:xfrm>
            <a:off x="9298791" y="5918624"/>
            <a:ext cx="47990" cy="121650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9"/>
          <p:cNvSpPr/>
          <p:nvPr/>
        </p:nvSpPr>
        <p:spPr>
          <a:xfrm>
            <a:off x="9457666" y="5940364"/>
            <a:ext cx="51716" cy="14042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9"/>
          <p:cNvSpPr/>
          <p:nvPr/>
        </p:nvSpPr>
        <p:spPr>
          <a:xfrm>
            <a:off x="9298226" y="6034096"/>
            <a:ext cx="189702" cy="47401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9"/>
          <p:cNvSpPr/>
          <p:nvPr/>
        </p:nvSpPr>
        <p:spPr>
          <a:xfrm>
            <a:off x="9463425" y="5941552"/>
            <a:ext cx="48442" cy="141014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9"/>
          <p:cNvSpPr/>
          <p:nvPr/>
        </p:nvSpPr>
        <p:spPr>
          <a:xfrm>
            <a:off x="9298452" y="6040392"/>
            <a:ext cx="168700" cy="46807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04" name="Google Shape;1204;p9"/>
          <p:cNvGrpSpPr/>
          <p:nvPr/>
        </p:nvGrpSpPr>
        <p:grpSpPr>
          <a:xfrm>
            <a:off x="9295629" y="6090407"/>
            <a:ext cx="57249" cy="27799"/>
            <a:chOff x="1740" y="2642"/>
            <a:chExt cx="752" cy="327"/>
          </a:xfrm>
        </p:grpSpPr>
        <p:sp>
          <p:nvSpPr>
            <p:cNvPr id="1205" name="Google Shape;1205;p9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6" name="Google Shape;1206;p9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7" name="Google Shape;1207;p9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8" name="Google Shape;1208;p9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" name="Google Shape;1209;p9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0" name="Google Shape;1210;p9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1" name="Google Shape;1211;p9"/>
          <p:cNvSpPr/>
          <p:nvPr/>
        </p:nvSpPr>
        <p:spPr>
          <a:xfrm>
            <a:off x="9393642" y="6094565"/>
            <a:ext cx="69332" cy="61063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9"/>
          <p:cNvSpPr/>
          <p:nvPr/>
        </p:nvSpPr>
        <p:spPr>
          <a:xfrm>
            <a:off x="9216699" y="6099436"/>
            <a:ext cx="177394" cy="55717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9"/>
          <p:cNvSpPr/>
          <p:nvPr/>
        </p:nvSpPr>
        <p:spPr>
          <a:xfrm>
            <a:off x="9216812" y="6089219"/>
            <a:ext cx="1920" cy="11286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9"/>
          <p:cNvSpPr/>
          <p:nvPr/>
        </p:nvSpPr>
        <p:spPr>
          <a:xfrm>
            <a:off x="9216925" y="6043244"/>
            <a:ext cx="82430" cy="46688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9"/>
          <p:cNvSpPr/>
          <p:nvPr/>
        </p:nvSpPr>
        <p:spPr>
          <a:xfrm>
            <a:off x="9222458" y="6091595"/>
            <a:ext cx="168248" cy="53578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9"/>
          <p:cNvSpPr/>
          <p:nvPr/>
        </p:nvSpPr>
        <p:spPr>
          <a:xfrm flipH="1" rot="10800000">
            <a:off x="9390480" y="6087793"/>
            <a:ext cx="68654" cy="5547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17" name="Google Shape;1217;p9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1218" name="Google Shape;1218;p9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9" name="Google Shape;1219;p9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0" name="Google Shape;1220;p9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1221" name="Google Shape;1221;p9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2" name="Google Shape;1222;p9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1223" name="Google Shape;1223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550087" y="5949454"/>
            <a:ext cx="260920" cy="99063"/>
          </a:xfrm>
          <a:prstGeom prst="rect">
            <a:avLst/>
          </a:prstGeom>
          <a:noFill/>
          <a:ln>
            <a:noFill/>
          </a:ln>
        </p:spPr>
      </p:pic>
      <p:sp>
        <p:nvSpPr>
          <p:cNvPr id="1224" name="Google Shape;1224;p9"/>
          <p:cNvSpPr/>
          <p:nvPr/>
        </p:nvSpPr>
        <p:spPr>
          <a:xfrm>
            <a:off x="9636557" y="5853324"/>
            <a:ext cx="210015" cy="129281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1225" name="Google Shape;1225;p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646901" y="5856649"/>
            <a:ext cx="190838" cy="117644"/>
          </a:xfrm>
          <a:prstGeom prst="rect">
            <a:avLst/>
          </a:prstGeom>
          <a:noFill/>
          <a:ln>
            <a:noFill/>
          </a:ln>
        </p:spPr>
      </p:pic>
      <p:sp>
        <p:nvSpPr>
          <p:cNvPr id="1226" name="Google Shape;1226;p9"/>
          <p:cNvSpPr/>
          <p:nvPr/>
        </p:nvSpPr>
        <p:spPr>
          <a:xfrm>
            <a:off x="9674794" y="5849510"/>
            <a:ext cx="177937" cy="2405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9"/>
          <p:cNvSpPr/>
          <p:nvPr/>
        </p:nvSpPr>
        <p:spPr>
          <a:xfrm>
            <a:off x="9634698" y="5849315"/>
            <a:ext cx="49395" cy="100139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9"/>
          <p:cNvSpPr/>
          <p:nvPr/>
        </p:nvSpPr>
        <p:spPr>
          <a:xfrm>
            <a:off x="9798223" y="5867211"/>
            <a:ext cx="53230" cy="11559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9"/>
          <p:cNvSpPr/>
          <p:nvPr/>
        </p:nvSpPr>
        <p:spPr>
          <a:xfrm>
            <a:off x="9634116" y="5944369"/>
            <a:ext cx="195254" cy="39019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9"/>
          <p:cNvSpPr/>
          <p:nvPr/>
        </p:nvSpPr>
        <p:spPr>
          <a:xfrm>
            <a:off x="9804150" y="5868189"/>
            <a:ext cx="49860" cy="11607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9"/>
          <p:cNvSpPr/>
          <p:nvPr/>
        </p:nvSpPr>
        <p:spPr>
          <a:xfrm>
            <a:off x="9634349" y="5949552"/>
            <a:ext cx="173637" cy="38530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2" name="Google Shape;1232;p9"/>
          <p:cNvGrpSpPr/>
          <p:nvPr/>
        </p:nvGrpSpPr>
        <p:grpSpPr>
          <a:xfrm>
            <a:off x="9631443" y="5990722"/>
            <a:ext cx="58925" cy="22883"/>
            <a:chOff x="1740" y="2642"/>
            <a:chExt cx="752" cy="327"/>
          </a:xfrm>
        </p:grpSpPr>
        <p:sp>
          <p:nvSpPr>
            <p:cNvPr id="1233" name="Google Shape;1233;p9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4" name="Google Shape;1234;p9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5" name="Google Shape;1235;p9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6" name="Google Shape;1236;p9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7" name="Google Shape;1237;p9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8" name="Google Shape;1238;p9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39" name="Google Shape;1239;p9"/>
          <p:cNvSpPr/>
          <p:nvPr/>
        </p:nvSpPr>
        <p:spPr>
          <a:xfrm>
            <a:off x="9732325" y="5994145"/>
            <a:ext cx="71361" cy="50265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9"/>
          <p:cNvSpPr/>
          <p:nvPr/>
        </p:nvSpPr>
        <p:spPr>
          <a:xfrm>
            <a:off x="9550204" y="5998154"/>
            <a:ext cx="182586" cy="4586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9"/>
          <p:cNvSpPr/>
          <p:nvPr/>
        </p:nvSpPr>
        <p:spPr>
          <a:xfrm>
            <a:off x="9550320" y="5989744"/>
            <a:ext cx="1976" cy="9290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9"/>
          <p:cNvSpPr/>
          <p:nvPr/>
        </p:nvSpPr>
        <p:spPr>
          <a:xfrm>
            <a:off x="9550436" y="5951899"/>
            <a:ext cx="84843" cy="38432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p9"/>
          <p:cNvSpPr/>
          <p:nvPr/>
        </p:nvSpPr>
        <p:spPr>
          <a:xfrm>
            <a:off x="9556131" y="5991700"/>
            <a:ext cx="173172" cy="4410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9"/>
          <p:cNvSpPr/>
          <p:nvPr/>
        </p:nvSpPr>
        <p:spPr>
          <a:xfrm flipH="1" rot="10800000">
            <a:off x="9729071" y="5988571"/>
            <a:ext cx="70663" cy="4566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45" name="Google Shape;1245;p9"/>
          <p:cNvGrpSpPr/>
          <p:nvPr/>
        </p:nvGrpSpPr>
        <p:grpSpPr>
          <a:xfrm>
            <a:off x="10017877" y="5636388"/>
            <a:ext cx="171450" cy="348944"/>
            <a:chOff x="4140" y="429"/>
            <a:chExt cx="1425" cy="2396"/>
          </a:xfrm>
        </p:grpSpPr>
        <p:sp>
          <p:nvSpPr>
            <p:cNvPr id="1246" name="Google Shape;1246;p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7" name="Google Shape;1247;p9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9" name="Google Shape;1249;p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0" name="Google Shape;1250;p9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51" name="Google Shape;1251;p9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1252" name="Google Shape;1252;p9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3" name="Google Shape;1253;p9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54" name="Google Shape;1254;p9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55" name="Google Shape;1255;p9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1256" name="Google Shape;1256;p9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7" name="Google Shape;1257;p9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58" name="Google Shape;1258;p9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9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60" name="Google Shape;1260;p9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1261" name="Google Shape;1261;p9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2" name="Google Shape;1262;p9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63" name="Google Shape;1263;p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64" name="Google Shape;1264;p9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1265" name="Google Shape;1265;p9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6" name="Google Shape;1266;p9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67" name="Google Shape;1267;p9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" name="Google Shape;1269;p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" name="Google Shape;1270;p9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" name="Google Shape;1272;p9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9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9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9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9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9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8" name="Google Shape;1278;p9"/>
          <p:cNvGrpSpPr/>
          <p:nvPr/>
        </p:nvGrpSpPr>
        <p:grpSpPr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descr="desktop_computer_stylized_medium" id="1279" name="Google Shape;1279;p9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0" name="Google Shape;1280;p9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1" name="Google Shape;1281;p9"/>
          <p:cNvGrpSpPr/>
          <p:nvPr/>
        </p:nvGrpSpPr>
        <p:grpSpPr>
          <a:xfrm>
            <a:off x="7439074" y="1859725"/>
            <a:ext cx="4144321" cy="4127477"/>
            <a:chOff x="7439074" y="1859725"/>
            <a:chExt cx="4144321" cy="4127477"/>
          </a:xfrm>
        </p:grpSpPr>
        <p:grpSp>
          <p:nvGrpSpPr>
            <p:cNvPr id="1282" name="Google Shape;1282;p9"/>
            <p:cNvGrpSpPr/>
            <p:nvPr/>
          </p:nvGrpSpPr>
          <p:grpSpPr>
            <a:xfrm>
              <a:off x="7439074" y="1859725"/>
              <a:ext cx="1802647" cy="1120859"/>
              <a:chOff x="7439074" y="1859725"/>
              <a:chExt cx="1802647" cy="1120859"/>
            </a:xfrm>
          </p:grpSpPr>
          <p:pic>
            <p:nvPicPr>
              <p:cNvPr descr="cell_tower_radiation copy" id="1283" name="Google Shape;1283;p9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84" name="Google Shape;1284;p9"/>
              <p:cNvCxnSpPr/>
              <p:nvPr/>
            </p:nvCxnSpPr>
            <p:spPr>
              <a:xfrm>
                <a:off x="8207860" y="2700359"/>
                <a:ext cx="227964" cy="17435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285" name="Google Shape;1285;p9"/>
              <p:cNvGrpSpPr/>
              <p:nvPr/>
            </p:nvGrpSpPr>
            <p:grpSpPr>
              <a:xfrm>
                <a:off x="8050698" y="2309376"/>
                <a:ext cx="298450" cy="464008"/>
                <a:chOff x="3130" y="3288"/>
                <a:chExt cx="410" cy="742"/>
              </a:xfrm>
            </p:grpSpPr>
            <p:cxnSp>
              <p:nvCxnSpPr>
                <p:cNvPr id="1286" name="Google Shape;1286;p9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87" name="Google Shape;1287;p9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88" name="Google Shape;1288;p9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89" name="Google Shape;1289;p9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90" name="Google Shape;1290;p9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91" name="Google Shape;1291;p9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92" name="Google Shape;1292;p9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93" name="Google Shape;1293;p9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94" name="Google Shape;1294;p9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95" name="Google Shape;1295;p9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96" name="Google Shape;1296;p9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97" name="Google Shape;1297;p9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98" name="Google Shape;1298;p9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99" name="Google Shape;1299;p9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00" name="Google Shape;1300;p9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301" name="Google Shape;1301;p9"/>
              <p:cNvGrpSpPr/>
              <p:nvPr/>
            </p:nvGrpSpPr>
            <p:grpSpPr>
              <a:xfrm>
                <a:off x="8439827" y="2812309"/>
                <a:ext cx="353678" cy="168275"/>
                <a:chOff x="7493876" y="2774731"/>
                <a:chExt cx="1481958" cy="894622"/>
              </a:xfrm>
            </p:grpSpPr>
            <p:sp>
              <p:nvSpPr>
                <p:cNvPr id="1302" name="Google Shape;1302;p9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1303" name="Google Shape;1303;p9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1304" name="Google Shape;1304;p9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305" name="Google Shape;1305;p9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06" name="Google Shape;1306;p9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07" name="Google Shape;1307;p9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08" name="Google Shape;1308;p9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pic>
            <p:nvPicPr>
              <p:cNvPr descr="antenna_radiation_stylized" id="1309" name="Google Shape;1309;p9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750224" y="1859725"/>
                <a:ext cx="415925" cy="887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310" name="Google Shape;1310;p9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7439074" y="235661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311" name="Google Shape;1311;p9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8637781" y="2319727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312" name="Google Shape;1312;p9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8711019" y="205912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313" name="Google Shape;1313;p9"/>
            <p:cNvGrpSpPr/>
            <p:nvPr/>
          </p:nvGrpSpPr>
          <p:grpSpPr>
            <a:xfrm>
              <a:off x="7493518" y="3325424"/>
              <a:ext cx="911538" cy="843226"/>
              <a:chOff x="7493518" y="3325424"/>
              <a:chExt cx="911538" cy="843226"/>
            </a:xfrm>
          </p:grpSpPr>
          <p:pic>
            <p:nvPicPr>
              <p:cNvPr descr="access_point_stylized_small" id="1314" name="Google Shape;1314;p9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7613882" y="3861899"/>
                <a:ext cx="370169" cy="306751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315" name="Google Shape;1315;p9"/>
              <p:cNvGrpSpPr/>
              <p:nvPr/>
            </p:nvGrpSpPr>
            <p:grpSpPr>
              <a:xfrm>
                <a:off x="7493518" y="3325424"/>
                <a:ext cx="911538" cy="816238"/>
                <a:chOff x="7493518" y="3325424"/>
                <a:chExt cx="911538" cy="816238"/>
              </a:xfrm>
            </p:grpSpPr>
            <p:cxnSp>
              <p:nvCxnSpPr>
                <p:cNvPr id="1316" name="Google Shape;1316;p9"/>
                <p:cNvCxnSpPr/>
                <p:nvPr/>
              </p:nvCxnSpPr>
              <p:spPr>
                <a:xfrm>
                  <a:off x="8247778" y="3829970"/>
                  <a:ext cx="0" cy="1317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17" name="Google Shape;1317;p9"/>
                <p:cNvCxnSpPr/>
                <p:nvPr/>
              </p:nvCxnSpPr>
              <p:spPr>
                <a:xfrm flipH="1" rot="10800000">
                  <a:off x="7857253" y="4041107"/>
                  <a:ext cx="168275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pic>
              <p:nvPicPr>
                <p:cNvPr descr="antenna_radiation_stylized" id="1318" name="Google Shape;1318;p9"/>
                <p:cNvPicPr preferRelativeResize="0"/>
                <p:nvPr/>
              </p:nvPicPr>
              <p:blipFill rotWithShape="1">
                <a:blip r:embed="rId19">
                  <a:alphaModFix/>
                </a:blip>
                <a:srcRect b="0" l="0" r="0" t="0"/>
                <a:stretch/>
              </p:blipFill>
              <p:spPr>
                <a:xfrm>
                  <a:off x="7562238" y="3813930"/>
                  <a:ext cx="506412" cy="10600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1319" name="Google Shape;1319;p9"/>
                <p:cNvGrpSpPr/>
                <p:nvPr/>
              </p:nvGrpSpPr>
              <p:grpSpPr>
                <a:xfrm>
                  <a:off x="8050070" y="3965994"/>
                  <a:ext cx="354986" cy="175668"/>
                  <a:chOff x="7493876" y="2774731"/>
                  <a:chExt cx="1481958" cy="894622"/>
                </a:xfrm>
              </p:grpSpPr>
              <p:sp>
                <p:nvSpPr>
                  <p:cNvPr id="1320" name="Google Shape;1320;p9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1321" name="Google Shape;1321;p9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1322" name="Google Shape;1322;p9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1323" name="Google Shape;1323;p9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24" name="Google Shape;1324;p9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25" name="Google Shape;1325;p9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26" name="Google Shape;1326;p9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pic>
              <p:nvPicPr>
                <p:cNvPr descr="antenna_stylized" id="1327" name="Google Shape;1327;p9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>
                  <a:off x="7493518" y="3419140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1328" name="Google Shape;1328;p9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>
                  <a:off x="7803435" y="332542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1329" name="Google Shape;1329;p9"/>
            <p:cNvGrpSpPr/>
            <p:nvPr/>
          </p:nvGrpSpPr>
          <p:grpSpPr>
            <a:xfrm>
              <a:off x="10884085" y="3428485"/>
              <a:ext cx="604586" cy="405973"/>
              <a:chOff x="10884085" y="3428485"/>
              <a:chExt cx="604586" cy="405973"/>
            </a:xfrm>
          </p:grpSpPr>
          <p:grpSp>
            <p:nvGrpSpPr>
              <p:cNvPr id="1330" name="Google Shape;1330;p9"/>
              <p:cNvGrpSpPr/>
              <p:nvPr/>
            </p:nvGrpSpPr>
            <p:grpSpPr>
              <a:xfrm>
                <a:off x="10884085" y="3601365"/>
                <a:ext cx="170989" cy="97052"/>
                <a:chOff x="7493876" y="2774731"/>
                <a:chExt cx="1481958" cy="894622"/>
              </a:xfrm>
            </p:grpSpPr>
            <p:sp>
              <p:nvSpPr>
                <p:cNvPr id="1331" name="Google Shape;1331;p9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1332" name="Google Shape;1332;p9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1333" name="Google Shape;1333;p9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334" name="Google Shape;1334;p9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35" name="Google Shape;1335;p9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36" name="Google Shape;1336;p9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37" name="Google Shape;1337;p9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338" name="Google Shape;1338;p9"/>
              <p:cNvGrpSpPr/>
              <p:nvPr/>
            </p:nvGrpSpPr>
            <p:grpSpPr>
              <a:xfrm>
                <a:off x="11064947" y="3428485"/>
                <a:ext cx="423724" cy="405973"/>
                <a:chOff x="5103720" y="2693365"/>
                <a:chExt cx="611650" cy="414788"/>
              </a:xfrm>
            </p:grpSpPr>
            <p:cxnSp>
              <p:nvCxnSpPr>
                <p:cNvPr id="1339" name="Google Shape;1339;p9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1340" name="Google Shape;1340;p9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1341" name="Google Shape;1341;p9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1342" name="Google Shape;1342;p9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1343" name="Google Shape;1343;p9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</p:grpSp>
        <p:grpSp>
          <p:nvGrpSpPr>
            <p:cNvPr id="1344" name="Google Shape;1344;p9"/>
            <p:cNvGrpSpPr/>
            <p:nvPr/>
          </p:nvGrpSpPr>
          <p:grpSpPr>
            <a:xfrm>
              <a:off x="7975881" y="4741266"/>
              <a:ext cx="2318709" cy="1245936"/>
              <a:chOff x="7948367" y="4775686"/>
              <a:chExt cx="2318709" cy="1245936"/>
            </a:xfrm>
          </p:grpSpPr>
          <p:cxnSp>
            <p:nvCxnSpPr>
              <p:cNvPr id="1345" name="Google Shape;1345;p9"/>
              <p:cNvCxnSpPr/>
              <p:nvPr/>
            </p:nvCxnSpPr>
            <p:spPr>
              <a:xfrm flipH="1" rot="5400000">
                <a:off x="9789609" y="5251739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6" name="Google Shape;1346;p9"/>
              <p:cNvCxnSpPr/>
              <p:nvPr/>
            </p:nvCxnSpPr>
            <p:spPr>
              <a:xfrm>
                <a:off x="8210207" y="5117334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7" name="Google Shape;1347;p9"/>
              <p:cNvCxnSpPr/>
              <p:nvPr/>
            </p:nvCxnSpPr>
            <p:spPr>
              <a:xfrm flipH="1" rot="10800000">
                <a:off x="8459425" y="5036562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348" name="Google Shape;1348;p9"/>
              <p:cNvGrpSpPr/>
              <p:nvPr/>
            </p:nvGrpSpPr>
            <p:grpSpPr>
              <a:xfrm>
                <a:off x="7948367" y="4775686"/>
                <a:ext cx="2318709" cy="1245936"/>
                <a:chOff x="7948367" y="4775686"/>
                <a:chExt cx="2318709" cy="1245936"/>
              </a:xfrm>
            </p:grpSpPr>
            <p:cxnSp>
              <p:nvCxnSpPr>
                <p:cNvPr id="1349" name="Google Shape;1349;p9"/>
                <p:cNvCxnSpPr/>
                <p:nvPr/>
              </p:nvCxnSpPr>
              <p:spPr>
                <a:xfrm rot="10800000">
                  <a:off x="10209926" y="5405286"/>
                  <a:ext cx="0" cy="1143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50" name="Google Shape;1350;p9"/>
                <p:cNvCxnSpPr/>
                <p:nvPr/>
              </p:nvCxnSpPr>
              <p:spPr>
                <a:xfrm>
                  <a:off x="9432959" y="4838517"/>
                  <a:ext cx="524483" cy="26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51" name="Google Shape;1351;p9"/>
                <p:cNvCxnSpPr/>
                <p:nvPr/>
              </p:nvCxnSpPr>
              <p:spPr>
                <a:xfrm flipH="1" rot="10800000">
                  <a:off x="8850066" y="4838517"/>
                  <a:ext cx="569255" cy="2462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52" name="Google Shape;1352;p9"/>
                <p:cNvCxnSpPr/>
                <p:nvPr/>
              </p:nvCxnSpPr>
              <p:spPr>
                <a:xfrm>
                  <a:off x="8821744" y="5108876"/>
                  <a:ext cx="103050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53" name="Google Shape;1353;p9"/>
                <p:cNvCxnSpPr/>
                <p:nvPr/>
              </p:nvCxnSpPr>
              <p:spPr>
                <a:xfrm flipH="1" rot="10800000">
                  <a:off x="7948367" y="5290470"/>
                  <a:ext cx="41275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54" name="Google Shape;1354;p9"/>
                <p:cNvCxnSpPr/>
                <p:nvPr/>
              </p:nvCxnSpPr>
              <p:spPr>
                <a:xfrm flipH="1">
                  <a:off x="8373817" y="5282252"/>
                  <a:ext cx="68080" cy="2939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55" name="Google Shape;1355;p9"/>
                <p:cNvCxnSpPr/>
                <p:nvPr/>
              </p:nvCxnSpPr>
              <p:spPr>
                <a:xfrm rot="10800000">
                  <a:off x="8488731" y="5307931"/>
                  <a:ext cx="280374" cy="2698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56" name="Google Shape;1356;p9"/>
                <p:cNvCxnSpPr/>
                <p:nvPr/>
              </p:nvCxnSpPr>
              <p:spPr>
                <a:xfrm>
                  <a:off x="8488731" y="5258048"/>
                  <a:ext cx="914184" cy="4686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57" name="Google Shape;1357;p9"/>
                <p:cNvCxnSpPr/>
                <p:nvPr/>
              </p:nvCxnSpPr>
              <p:spPr>
                <a:xfrm flipH="1" rot="5400000">
                  <a:off x="9885545" y="5583471"/>
                  <a:ext cx="366793" cy="148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pic>
              <p:nvPicPr>
                <p:cNvPr descr="antenna_radiation_stylized" id="1358" name="Google Shape;1358;p9"/>
                <p:cNvPicPr preferRelativeResize="0"/>
                <p:nvPr/>
              </p:nvPicPr>
              <p:blipFill rotWithShape="1">
                <a:blip r:embed="rId22">
                  <a:alphaModFix/>
                </a:blip>
                <a:srcRect b="0" l="0" r="0" t="0"/>
                <a:stretch/>
              </p:blipFill>
              <p:spPr>
                <a:xfrm>
                  <a:off x="9242073" y="5480938"/>
                  <a:ext cx="452014" cy="9515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ccess_point_stylized_small" id="1359" name="Google Shape;1359;p9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9290610" y="5524232"/>
                  <a:ext cx="380935" cy="31746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1360" name="Google Shape;1360;p9"/>
                <p:cNvGrpSpPr/>
                <p:nvPr/>
              </p:nvGrpSpPr>
              <p:grpSpPr>
                <a:xfrm>
                  <a:off x="9783558" y="4989983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1361" name="Google Shape;1361;p9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1362" name="Google Shape;1362;p9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1363" name="Google Shape;1363;p9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1364" name="Google Shape;1364;p9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65" name="Google Shape;1365;p9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66" name="Google Shape;1366;p9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67" name="Google Shape;1367;p9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1368" name="Google Shape;1368;p9"/>
                <p:cNvGrpSpPr/>
                <p:nvPr/>
              </p:nvGrpSpPr>
              <p:grpSpPr>
                <a:xfrm>
                  <a:off x="9849365" y="5339037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1369" name="Google Shape;1369;p9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70" name="Google Shape;1370;p9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371" name="Google Shape;1371;p9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1372" name="Google Shape;1372;p9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73" name="Google Shape;1373;p9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74" name="Google Shape;1374;p9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75" name="Google Shape;1375;p9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1376" name="Google Shape;1376;p9"/>
                <p:cNvGrpSpPr/>
                <p:nvPr/>
              </p:nvGrpSpPr>
              <p:grpSpPr>
                <a:xfrm>
                  <a:off x="8676619" y="4967420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1377" name="Google Shape;1377;p9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1378" name="Google Shape;1378;p9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1379" name="Google Shape;1379;p9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1380" name="Google Shape;1380;p9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81" name="Google Shape;1381;p9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82" name="Google Shape;1382;p9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83" name="Google Shape;1383;p9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1384" name="Google Shape;1384;p9"/>
                <p:cNvGrpSpPr/>
                <p:nvPr/>
              </p:nvGrpSpPr>
              <p:grpSpPr>
                <a:xfrm>
                  <a:off x="8311520" y="5194433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1385" name="Google Shape;1385;p9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86" name="Google Shape;1386;p9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387" name="Google Shape;1387;p9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1388" name="Google Shape;1388;p9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89" name="Google Shape;1389;p9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90" name="Google Shape;1390;p9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91" name="Google Shape;1391;p9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1392" name="Google Shape;1392;p9"/>
                <p:cNvGrpSpPr/>
                <p:nvPr/>
              </p:nvGrpSpPr>
              <p:grpSpPr>
                <a:xfrm>
                  <a:off x="9247893" y="4775686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1393" name="Google Shape;1393;p9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1394" name="Google Shape;1394;p9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1395" name="Google Shape;1395;p9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1396" name="Google Shape;1396;p9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97" name="Google Shape;1397;p9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98" name="Google Shape;1398;p9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99" name="Google Shape;1399;p9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pic>
              <p:nvPicPr>
                <p:cNvPr descr="antenna_stylized" id="1400" name="Google Shape;1400;p9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9201681" y="5852809"/>
                  <a:ext cx="307702" cy="16881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1401" name="Google Shape;1401;p9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9534746" y="5795138"/>
                  <a:ext cx="316707" cy="13896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1402" name="Google Shape;1402;p9"/>
            <p:cNvGrpSpPr/>
            <p:nvPr/>
          </p:nvGrpSpPr>
          <p:grpSpPr>
            <a:xfrm>
              <a:off x="10925982" y="4188911"/>
              <a:ext cx="657413" cy="451816"/>
              <a:chOff x="10925982" y="4188911"/>
              <a:chExt cx="657413" cy="451816"/>
            </a:xfrm>
          </p:grpSpPr>
          <p:grpSp>
            <p:nvGrpSpPr>
              <p:cNvPr id="1403" name="Google Shape;1403;p9"/>
              <p:cNvGrpSpPr/>
              <p:nvPr/>
            </p:nvGrpSpPr>
            <p:grpSpPr>
              <a:xfrm>
                <a:off x="11093556" y="4188911"/>
                <a:ext cx="489839" cy="451816"/>
                <a:chOff x="5103720" y="2693365"/>
                <a:chExt cx="611650" cy="414788"/>
              </a:xfrm>
            </p:grpSpPr>
            <p:cxnSp>
              <p:nvCxnSpPr>
                <p:cNvPr id="1404" name="Google Shape;1404;p9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1405" name="Google Shape;1405;p9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1406" name="Google Shape;1406;p9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1407" name="Google Shape;1407;p9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1408" name="Google Shape;1408;p9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1409" name="Google Shape;1409;p9"/>
              <p:cNvGrpSpPr/>
              <p:nvPr/>
            </p:nvGrpSpPr>
            <p:grpSpPr>
              <a:xfrm>
                <a:off x="10925982" y="4369125"/>
                <a:ext cx="228295" cy="120400"/>
                <a:chOff x="7493876" y="2774731"/>
                <a:chExt cx="1481958" cy="894622"/>
              </a:xfrm>
            </p:grpSpPr>
            <p:sp>
              <p:nvSpPr>
                <p:cNvPr id="1410" name="Google Shape;1410;p9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1411" name="Google Shape;1411;p9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1412" name="Google Shape;1412;p9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413" name="Google Shape;1413;p9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14" name="Google Shape;1414;p9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15" name="Google Shape;1415;p9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16" name="Google Shape;1416;p9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1417" name="Google Shape;1417;p9"/>
          <p:cNvGrpSpPr/>
          <p:nvPr/>
        </p:nvGrpSpPr>
        <p:grpSpPr>
          <a:xfrm>
            <a:off x="8694912" y="1702617"/>
            <a:ext cx="2658888" cy="2831440"/>
            <a:chOff x="17449127" y="2067553"/>
            <a:chExt cx="2658888" cy="2831440"/>
          </a:xfrm>
        </p:grpSpPr>
        <p:sp>
          <p:nvSpPr>
            <p:cNvPr id="1418" name="Google Shape;1418;p9"/>
            <p:cNvSpPr/>
            <p:nvPr/>
          </p:nvSpPr>
          <p:spPr>
            <a:xfrm>
              <a:off x="18054808" y="2067553"/>
              <a:ext cx="2053207" cy="1399514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9" name="Google Shape;1419;p9"/>
            <p:cNvSpPr/>
            <p:nvPr/>
          </p:nvSpPr>
          <p:spPr>
            <a:xfrm>
              <a:off x="17449127" y="3391110"/>
              <a:ext cx="2173774" cy="1507883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20" name="Google Shape;1420;p9"/>
          <p:cNvSpPr/>
          <p:nvPr/>
        </p:nvSpPr>
        <p:spPr>
          <a:xfrm>
            <a:off x="807652" y="1884278"/>
            <a:ext cx="5787853" cy="2921876"/>
          </a:xfrm>
          <a:prstGeom prst="rect">
            <a:avLst/>
          </a:prstGeom>
          <a:solidFill>
            <a:schemeClr val="lt1">
              <a:alpha val="7294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1" name="Google Shape;1421;p9"/>
          <p:cNvSpPr/>
          <p:nvPr/>
        </p:nvSpPr>
        <p:spPr>
          <a:xfrm>
            <a:off x="7157545" y="1523999"/>
            <a:ext cx="4550979" cy="4897821"/>
          </a:xfrm>
          <a:custGeom>
            <a:rect b="b" l="l" r="r" t="t"/>
            <a:pathLst>
              <a:path extrusionOk="0" h="4897821" w="4550979">
                <a:moveTo>
                  <a:pt x="21020" y="178677"/>
                </a:moveTo>
                <a:cubicBezTo>
                  <a:pt x="1030013" y="42043"/>
                  <a:pt x="1453930" y="54304"/>
                  <a:pt x="2270234" y="0"/>
                </a:cubicBezTo>
                <a:cubicBezTo>
                  <a:pt x="2291255" y="476469"/>
                  <a:pt x="1902372" y="963447"/>
                  <a:pt x="2333296" y="1429406"/>
                </a:cubicBezTo>
                <a:lnTo>
                  <a:pt x="1587062" y="1881352"/>
                </a:lnTo>
                <a:lnTo>
                  <a:pt x="1450427" y="2427889"/>
                </a:lnTo>
                <a:cubicBezTo>
                  <a:pt x="1681655" y="2998951"/>
                  <a:pt x="2312276" y="3139089"/>
                  <a:pt x="3026979" y="3048000"/>
                </a:cubicBezTo>
                <a:lnTo>
                  <a:pt x="3499945" y="2827283"/>
                </a:lnTo>
                <a:lnTo>
                  <a:pt x="3699641" y="2554013"/>
                </a:lnTo>
                <a:lnTo>
                  <a:pt x="3720662" y="2217683"/>
                </a:lnTo>
                <a:lnTo>
                  <a:pt x="3678621" y="2017986"/>
                </a:lnTo>
                <a:lnTo>
                  <a:pt x="3584027" y="1839310"/>
                </a:lnTo>
                <a:lnTo>
                  <a:pt x="3342289" y="1681655"/>
                </a:lnTo>
                <a:lnTo>
                  <a:pt x="4393324" y="1545021"/>
                </a:lnTo>
                <a:lnTo>
                  <a:pt x="4550979" y="2879834"/>
                </a:lnTo>
                <a:lnTo>
                  <a:pt x="4403834" y="4519448"/>
                </a:lnTo>
                <a:lnTo>
                  <a:pt x="3394841" y="4897821"/>
                </a:lnTo>
                <a:lnTo>
                  <a:pt x="0" y="4855779"/>
                </a:lnTo>
                <a:cubicBezTo>
                  <a:pt x="7007" y="3296745"/>
                  <a:pt x="14013" y="1737711"/>
                  <a:pt x="21020" y="178677"/>
                </a:cubicBezTo>
                <a:close/>
              </a:path>
            </a:pathLst>
          </a:custGeom>
          <a:solidFill>
            <a:schemeClr val="lt1">
              <a:alpha val="7098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10"/>
          <p:cNvSpPr/>
          <p:nvPr/>
        </p:nvSpPr>
        <p:spPr>
          <a:xfrm>
            <a:off x="7439074" y="3553079"/>
            <a:ext cx="986999" cy="669622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8" name="Google Shape;1428;p10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b="0" lang="en-US" sz="4800"/>
              <a:t>Access networks and physical media</a:t>
            </a:r>
            <a:endParaRPr b="0" sz="4800"/>
          </a:p>
        </p:txBody>
      </p:sp>
      <p:sp>
        <p:nvSpPr>
          <p:cNvPr id="1429" name="Google Shape;1429;p10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0" name="Google Shape;1430;p10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1" name="Google Shape;1431;p10"/>
          <p:cNvSpPr/>
          <p:nvPr/>
        </p:nvSpPr>
        <p:spPr>
          <a:xfrm>
            <a:off x="7205350" y="3289251"/>
            <a:ext cx="1458912" cy="317850"/>
          </a:xfrm>
          <a:prstGeom prst="triangle">
            <a:avLst>
              <a:gd fmla="val 50000" name="adj"/>
            </a:avLst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CC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2" name="Google Shape;1432;p10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3" name="Google Shape;1433;p10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1434" name="Google Shape;1434;p10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1435" name="Google Shape;1435;p10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1436" name="Google Shape;1436;p10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37" name="Google Shape;1437;p10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1438" name="Google Shape;1438;p10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9" name="Google Shape;1439;p10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40" name="Google Shape;1440;p10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41" name="Google Shape;1441;p10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42" name="Google Shape;1442;p10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43" name="Google Shape;1443;p10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44" name="Google Shape;1444;p10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45" name="Google Shape;1445;p10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446" name="Google Shape;1446;p10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1447" name="Google Shape;1447;p10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8" name="Google Shape;1448;p10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49" name="Google Shape;1449;p10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50" name="Google Shape;1450;p10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51" name="Google Shape;1451;p10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52" name="Google Shape;1452;p10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53" name="Google Shape;1453;p10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54" name="Google Shape;1454;p10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455" name="Google Shape;1455;p10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6" name="Google Shape;1456;p10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1457" name="Google Shape;1457;p10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8" name="Google Shape;1458;p10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1459" name="Google Shape;1459;p10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1460" name="Google Shape;1460;p10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1" name="Google Shape;1461;p10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62" name="Google Shape;1462;p10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63" name="Google Shape;1463;p10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64" name="Google Shape;1464;p10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65" name="Google Shape;1465;p10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66" name="Google Shape;1466;p10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67" name="Google Shape;1467;p10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68" name="Google Shape;1468;p10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69" name="Google Shape;1469;p10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70" name="Google Shape;1470;p10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71" name="Google Shape;1471;p10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72" name="Google Shape;1472;p10"/>
          <p:cNvCxnSpPr/>
          <p:nvPr/>
        </p:nvCxnSpPr>
        <p:spPr>
          <a:xfrm flipH="1">
            <a:off x="10100635" y="2169432"/>
            <a:ext cx="761467" cy="5773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73" name="Google Shape;1473;p10"/>
          <p:cNvCxnSpPr/>
          <p:nvPr/>
        </p:nvCxnSpPr>
        <p:spPr>
          <a:xfrm flipH="1">
            <a:off x="10100635" y="2268313"/>
            <a:ext cx="397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74" name="Google Shape;1474;p10"/>
          <p:cNvCxnSpPr/>
          <p:nvPr/>
        </p:nvCxnSpPr>
        <p:spPr>
          <a:xfrm flipH="1">
            <a:off x="10672135" y="2200506"/>
            <a:ext cx="14936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75" name="Google Shape;1475;p10"/>
          <p:cNvCxnSpPr/>
          <p:nvPr/>
        </p:nvCxnSpPr>
        <p:spPr>
          <a:xfrm flipH="1">
            <a:off x="10142166" y="2718967"/>
            <a:ext cx="574283" cy="2782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76" name="Google Shape;1476;p10"/>
          <p:cNvCxnSpPr/>
          <p:nvPr/>
        </p:nvCxnSpPr>
        <p:spPr>
          <a:xfrm flipH="1">
            <a:off x="10069542" y="2169432"/>
            <a:ext cx="788589" cy="9888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77" name="Google Shape;1477;p10"/>
          <p:cNvCxnSpPr/>
          <p:nvPr/>
        </p:nvCxnSpPr>
        <p:spPr>
          <a:xfrm flipH="1">
            <a:off x="10862103" y="2127325"/>
            <a:ext cx="279002" cy="421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78" name="Google Shape;1478;p10"/>
          <p:cNvCxnSpPr/>
          <p:nvPr/>
        </p:nvCxnSpPr>
        <p:spPr>
          <a:xfrm rot="10800000">
            <a:off x="10681994" y="2718967"/>
            <a:ext cx="353541" cy="67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79" name="Google Shape;1479;p10"/>
          <p:cNvCxnSpPr/>
          <p:nvPr/>
        </p:nvCxnSpPr>
        <p:spPr>
          <a:xfrm flipH="1">
            <a:off x="8769223" y="2268313"/>
            <a:ext cx="1300319" cy="6066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80" name="Google Shape;1480;p10"/>
          <p:cNvCxnSpPr/>
          <p:nvPr/>
        </p:nvCxnSpPr>
        <p:spPr>
          <a:xfrm flipH="1" rot="10800000">
            <a:off x="9378705" y="4113379"/>
            <a:ext cx="429324" cy="70560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1" name="Google Shape;1481;p10"/>
          <p:cNvCxnSpPr/>
          <p:nvPr/>
        </p:nvCxnSpPr>
        <p:spPr>
          <a:xfrm flipH="1" rot="10800000">
            <a:off x="8244554" y="4047456"/>
            <a:ext cx="969051" cy="31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2" name="Google Shape;1482;p10"/>
          <p:cNvSpPr/>
          <p:nvPr/>
        </p:nvSpPr>
        <p:spPr>
          <a:xfrm>
            <a:off x="8174541" y="2292995"/>
            <a:ext cx="52388" cy="4948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83" name="Google Shape;1483;p10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1484" name="Google Shape;1484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485" name="Google Shape;1485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486" name="Google Shape;1486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87" name="Google Shape;1487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8" name="Google Shape;1488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9" name="Google Shape;1489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0" name="Google Shape;1490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91" name="Google Shape;1491;p10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1492" name="Google Shape;1492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493" name="Google Shape;1493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494" name="Google Shape;1494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95" name="Google Shape;1495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6" name="Google Shape;1496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7" name="Google Shape;1497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8" name="Google Shape;1498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99" name="Google Shape;1499;p10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1500" name="Google Shape;1500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501" name="Google Shape;1501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502" name="Google Shape;1502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03" name="Google Shape;1503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4" name="Google Shape;1504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5" name="Google Shape;1505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6" name="Google Shape;1506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07" name="Google Shape;1507;p10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1508" name="Google Shape;1508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509" name="Google Shape;1509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510" name="Google Shape;1510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11" name="Google Shape;1511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2" name="Google Shape;1512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3" name="Google Shape;1513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4" name="Google Shape;1514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15" name="Google Shape;1515;p10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1516" name="Google Shape;1516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517" name="Google Shape;1517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518" name="Google Shape;1518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19" name="Google Shape;1519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0" name="Google Shape;1520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1" name="Google Shape;1521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2" name="Google Shape;1522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23" name="Google Shape;1523;p10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1524" name="Google Shape;1524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525" name="Google Shape;1525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526" name="Google Shape;1526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27" name="Google Shape;1527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8" name="Google Shape;1528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9" name="Google Shape;1529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0" name="Google Shape;1530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31" name="Google Shape;1531;p10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1532" name="Google Shape;1532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533" name="Google Shape;1533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534" name="Google Shape;1534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35" name="Google Shape;1535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6" name="Google Shape;1536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7" name="Google Shape;1537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8" name="Google Shape;1538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39" name="Google Shape;1539;p10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1540" name="Google Shape;1540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541" name="Google Shape;1541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542" name="Google Shape;1542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43" name="Google Shape;1543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4" name="Google Shape;1544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5" name="Google Shape;1545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6" name="Google Shape;1546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47" name="Google Shape;1547;p10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1548" name="Google Shape;1548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549" name="Google Shape;1549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550" name="Google Shape;1550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51" name="Google Shape;1551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2" name="Google Shape;1552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3" name="Google Shape;1553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4" name="Google Shape;1554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descr="iphone_stylized_small" id="1555" name="Google Shape;155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72" y="1917025"/>
            <a:ext cx="136841" cy="328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1556" name="Google Shape;155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9064">
            <a:off x="7464781" y="2605090"/>
            <a:ext cx="437221" cy="159511"/>
          </a:xfrm>
          <a:prstGeom prst="rect">
            <a:avLst/>
          </a:prstGeom>
          <a:noFill/>
          <a:ln>
            <a:noFill/>
          </a:ln>
        </p:spPr>
      </p:pic>
      <p:sp>
        <p:nvSpPr>
          <p:cNvPr id="1557" name="Google Shape;1557;p10"/>
          <p:cNvSpPr/>
          <p:nvPr/>
        </p:nvSpPr>
        <p:spPr>
          <a:xfrm>
            <a:off x="7609678" y="2450304"/>
            <a:ext cx="351919" cy="208167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1558" name="Google Shape;155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7011" y="2455658"/>
            <a:ext cx="319785" cy="189429"/>
          </a:xfrm>
          <a:prstGeom prst="rect">
            <a:avLst/>
          </a:prstGeom>
          <a:noFill/>
          <a:ln>
            <a:noFill/>
          </a:ln>
        </p:spPr>
      </p:pic>
      <p:sp>
        <p:nvSpPr>
          <p:cNvPr id="1559" name="Google Shape;1559;p10"/>
          <p:cNvSpPr/>
          <p:nvPr/>
        </p:nvSpPr>
        <p:spPr>
          <a:xfrm>
            <a:off x="7673752" y="2444163"/>
            <a:ext cx="298167" cy="38736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0" name="Google Shape;1560;p10"/>
          <p:cNvSpPr/>
          <p:nvPr/>
        </p:nvSpPr>
        <p:spPr>
          <a:xfrm>
            <a:off x="7606562" y="2443848"/>
            <a:ext cx="82770" cy="161243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1" name="Google Shape;1561;p10"/>
          <p:cNvSpPr/>
          <p:nvPr/>
        </p:nvSpPr>
        <p:spPr>
          <a:xfrm>
            <a:off x="7880579" y="2472664"/>
            <a:ext cx="89197" cy="186122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2" name="Google Shape;1562;p10"/>
          <p:cNvSpPr/>
          <p:nvPr/>
        </p:nvSpPr>
        <p:spPr>
          <a:xfrm>
            <a:off x="7605588" y="2596902"/>
            <a:ext cx="327185" cy="6282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3" name="Google Shape;1563;p10"/>
          <p:cNvSpPr/>
          <p:nvPr/>
        </p:nvSpPr>
        <p:spPr>
          <a:xfrm>
            <a:off x="7890512" y="2474238"/>
            <a:ext cx="83549" cy="18690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4" name="Google Shape;1564;p10"/>
          <p:cNvSpPr/>
          <p:nvPr/>
        </p:nvSpPr>
        <p:spPr>
          <a:xfrm>
            <a:off x="7605977" y="2605248"/>
            <a:ext cx="290961" cy="62041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65" name="Google Shape;1565;p10"/>
          <p:cNvGrpSpPr/>
          <p:nvPr/>
        </p:nvGrpSpPr>
        <p:grpSpPr>
          <a:xfrm>
            <a:off x="7601109" y="2671540"/>
            <a:ext cx="98740" cy="36846"/>
            <a:chOff x="1740" y="2642"/>
            <a:chExt cx="752" cy="327"/>
          </a:xfrm>
        </p:grpSpPr>
        <p:sp>
          <p:nvSpPr>
            <p:cNvPr id="1566" name="Google Shape;1566;p10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7" name="Google Shape;1567;p10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8" name="Google Shape;1568;p10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9" name="Google Shape;1569;p10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0" name="Google Shape;1570;p10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1" name="Google Shape;1571;p10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72" name="Google Shape;1572;p10"/>
          <p:cNvSpPr/>
          <p:nvPr/>
        </p:nvSpPr>
        <p:spPr>
          <a:xfrm>
            <a:off x="7770154" y="2677051"/>
            <a:ext cx="119578" cy="80936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3" name="Google Shape;1573;p10"/>
          <p:cNvSpPr/>
          <p:nvPr/>
        </p:nvSpPr>
        <p:spPr>
          <a:xfrm>
            <a:off x="7464976" y="2683507"/>
            <a:ext cx="305957" cy="7385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4" name="Google Shape;1574;p10"/>
          <p:cNvSpPr/>
          <p:nvPr/>
        </p:nvSpPr>
        <p:spPr>
          <a:xfrm>
            <a:off x="7465171" y="2669965"/>
            <a:ext cx="3311" cy="14959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5" name="Google Shape;1575;p10"/>
          <p:cNvSpPr/>
          <p:nvPr/>
        </p:nvSpPr>
        <p:spPr>
          <a:xfrm>
            <a:off x="7465366" y="2609027"/>
            <a:ext cx="142170" cy="61883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6" name="Google Shape;1576;p10"/>
          <p:cNvSpPr/>
          <p:nvPr/>
        </p:nvSpPr>
        <p:spPr>
          <a:xfrm>
            <a:off x="7474909" y="2673115"/>
            <a:ext cx="290182" cy="7101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7" name="Google Shape;1577;p10"/>
          <p:cNvSpPr/>
          <p:nvPr/>
        </p:nvSpPr>
        <p:spPr>
          <a:xfrm flipH="1" rot="10800000">
            <a:off x="7764701" y="2668076"/>
            <a:ext cx="118410" cy="73535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ight2.png" id="1578" name="Google Shape;1578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8831667" y="2392289"/>
            <a:ext cx="92772" cy="4054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r_icon_small" id="1579" name="Google Shape;1579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99539" y="2116958"/>
            <a:ext cx="849312" cy="16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1580" name="Google Shape;1580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flipH="1" rot="109064">
            <a:off x="7510375" y="3605209"/>
            <a:ext cx="286699" cy="119448"/>
          </a:xfrm>
          <a:prstGeom prst="rect">
            <a:avLst/>
          </a:prstGeom>
          <a:noFill/>
          <a:ln>
            <a:noFill/>
          </a:ln>
        </p:spPr>
      </p:pic>
      <p:sp>
        <p:nvSpPr>
          <p:cNvPr id="1581" name="Google Shape;1581;p10"/>
          <p:cNvSpPr/>
          <p:nvPr/>
        </p:nvSpPr>
        <p:spPr>
          <a:xfrm>
            <a:off x="7605388" y="3489299"/>
            <a:ext cx="230764" cy="155883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1582" name="Google Shape;1582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16754" y="3493308"/>
            <a:ext cx="209692" cy="141851"/>
          </a:xfrm>
          <a:prstGeom prst="rect">
            <a:avLst/>
          </a:prstGeom>
          <a:noFill/>
          <a:ln>
            <a:noFill/>
          </a:ln>
        </p:spPr>
      </p:pic>
      <p:sp>
        <p:nvSpPr>
          <p:cNvPr id="1583" name="Google Shape;1583;p10"/>
          <p:cNvSpPr/>
          <p:nvPr/>
        </p:nvSpPr>
        <p:spPr>
          <a:xfrm>
            <a:off x="7647403" y="3484701"/>
            <a:ext cx="195517" cy="2900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4" name="Google Shape;1584;p10"/>
          <p:cNvSpPr/>
          <p:nvPr/>
        </p:nvSpPr>
        <p:spPr>
          <a:xfrm>
            <a:off x="7603345" y="3484465"/>
            <a:ext cx="54275" cy="120745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5" name="Google Shape;1585;p10"/>
          <p:cNvSpPr/>
          <p:nvPr/>
        </p:nvSpPr>
        <p:spPr>
          <a:xfrm>
            <a:off x="7783026" y="3506043"/>
            <a:ext cx="58489" cy="139375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6" name="Google Shape;1586;p10"/>
          <p:cNvSpPr/>
          <p:nvPr/>
        </p:nvSpPr>
        <p:spPr>
          <a:xfrm>
            <a:off x="7602706" y="3599078"/>
            <a:ext cx="214545" cy="4704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7" name="Google Shape;1587;p10"/>
          <p:cNvSpPr/>
          <p:nvPr/>
        </p:nvSpPr>
        <p:spPr>
          <a:xfrm>
            <a:off x="7789539" y="3507222"/>
            <a:ext cx="54786" cy="139965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8" name="Google Shape;1588;p10"/>
          <p:cNvSpPr/>
          <p:nvPr/>
        </p:nvSpPr>
        <p:spPr>
          <a:xfrm>
            <a:off x="7602962" y="3605327"/>
            <a:ext cx="190792" cy="46458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89" name="Google Shape;1589;p10"/>
          <p:cNvGrpSpPr/>
          <p:nvPr/>
        </p:nvGrpSpPr>
        <p:grpSpPr>
          <a:xfrm>
            <a:off x="7599769" y="3654969"/>
            <a:ext cx="64747" cy="27592"/>
            <a:chOff x="1740" y="2642"/>
            <a:chExt cx="752" cy="327"/>
          </a:xfrm>
        </p:grpSpPr>
        <p:sp>
          <p:nvSpPr>
            <p:cNvPr id="1590" name="Google Shape;1590;p10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1" name="Google Shape;1591;p10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2" name="Google Shape;1592;p10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3" name="Google Shape;1593;p10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4" name="Google Shape;1594;p10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5" name="Google Shape;1595;p10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6" name="Google Shape;1596;p10"/>
          <p:cNvSpPr/>
          <p:nvPr/>
        </p:nvSpPr>
        <p:spPr>
          <a:xfrm>
            <a:off x="7710617" y="3659096"/>
            <a:ext cx="78411" cy="60608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7" name="Google Shape;1597;p10"/>
          <p:cNvSpPr/>
          <p:nvPr/>
        </p:nvSpPr>
        <p:spPr>
          <a:xfrm>
            <a:off x="7510503" y="3663931"/>
            <a:ext cx="200625" cy="55302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8" name="Google Shape;1598;p10"/>
          <p:cNvSpPr/>
          <p:nvPr/>
        </p:nvSpPr>
        <p:spPr>
          <a:xfrm>
            <a:off x="7510631" y="3653790"/>
            <a:ext cx="2171" cy="11202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9" name="Google Shape;1599;p10"/>
          <p:cNvSpPr/>
          <p:nvPr/>
        </p:nvSpPr>
        <p:spPr>
          <a:xfrm>
            <a:off x="7510758" y="3608157"/>
            <a:ext cx="93225" cy="46340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0" name="Google Shape;1600;p10"/>
          <p:cNvSpPr/>
          <p:nvPr/>
        </p:nvSpPr>
        <p:spPr>
          <a:xfrm>
            <a:off x="7517016" y="3656149"/>
            <a:ext cx="190281" cy="5318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1" name="Google Shape;1601;p10"/>
          <p:cNvSpPr/>
          <p:nvPr/>
        </p:nvSpPr>
        <p:spPr>
          <a:xfrm flipH="1" rot="10800000">
            <a:off x="7707042" y="3652375"/>
            <a:ext cx="77645" cy="5506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ktop_computer_stylized_medium" id="1602" name="Google Shape;1602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flipH="1">
            <a:off x="7991996" y="3567143"/>
            <a:ext cx="359261" cy="342045"/>
          </a:xfrm>
          <a:prstGeom prst="rect">
            <a:avLst/>
          </a:prstGeom>
          <a:noFill/>
          <a:ln>
            <a:noFill/>
          </a:ln>
        </p:spPr>
      </p:pic>
      <p:sp>
        <p:nvSpPr>
          <p:cNvPr id="1603" name="Google Shape;1603;p10"/>
          <p:cNvSpPr/>
          <p:nvPr/>
        </p:nvSpPr>
        <p:spPr>
          <a:xfrm flipH="1">
            <a:off x="8145217" y="3599942"/>
            <a:ext cx="169400" cy="156753"/>
          </a:xfrm>
          <a:custGeom>
            <a:rect b="b" l="l" r="r" t="t"/>
            <a:pathLst>
              <a:path extrusionOk="0" h="368" w="356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chemeClr val="lt1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ridge2.png" id="1604" name="Google Shape;1604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903199" y="3385017"/>
            <a:ext cx="189578" cy="3370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05" name="Google Shape;1605;p10"/>
          <p:cNvGrpSpPr/>
          <p:nvPr/>
        </p:nvGrpSpPr>
        <p:grpSpPr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1606" name="Google Shape;1606;p1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7" name="Google Shape;1607;p10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p1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9" name="Google Shape;1609;p1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0" name="Google Shape;1610;p10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11" name="Google Shape;1611;p10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1612" name="Google Shape;1612;p10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3" name="Google Shape;1613;p10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14" name="Google Shape;1614;p10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15" name="Google Shape;1615;p10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1616" name="Google Shape;1616;p10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7" name="Google Shape;1617;p10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18" name="Google Shape;1618;p10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10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20" name="Google Shape;1620;p10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1621" name="Google Shape;1621;p10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2" name="Google Shape;1622;p10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23" name="Google Shape;1623;p1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24" name="Google Shape;1624;p10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1625" name="Google Shape;1625;p10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6" name="Google Shape;1626;p10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27" name="Google Shape;1627;p10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p1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9" name="Google Shape;1629;p1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0" name="Google Shape;1630;p10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p1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2" name="Google Shape;1632;p10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3" name="Google Shape;1633;p10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4" name="Google Shape;1634;p10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5" name="Google Shape;1635;p10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6" name="Google Shape;1636;p10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7" name="Google Shape;1637;p10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38" name="Google Shape;1638;p10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1639" name="Google Shape;1639;p1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0" name="Google Shape;1640;p10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1641" name="Google Shape;1641;p1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216586" y="6040274"/>
            <a:ext cx="253501" cy="120343"/>
          </a:xfrm>
          <a:prstGeom prst="rect">
            <a:avLst/>
          </a:prstGeom>
          <a:noFill/>
          <a:ln>
            <a:noFill/>
          </a:ln>
        </p:spPr>
      </p:pic>
      <p:sp>
        <p:nvSpPr>
          <p:cNvPr id="1642" name="Google Shape;1642;p10"/>
          <p:cNvSpPr/>
          <p:nvPr/>
        </p:nvSpPr>
        <p:spPr>
          <a:xfrm>
            <a:off x="9300597" y="5923494"/>
            <a:ext cx="204043" cy="157052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1643" name="Google Shape;1643;p1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310647" y="5927534"/>
            <a:ext cx="185412" cy="142915"/>
          </a:xfrm>
          <a:prstGeom prst="rect">
            <a:avLst/>
          </a:prstGeom>
          <a:noFill/>
          <a:ln>
            <a:noFill/>
          </a:ln>
        </p:spPr>
      </p:pic>
      <p:sp>
        <p:nvSpPr>
          <p:cNvPr id="1644" name="Google Shape;1644;p10"/>
          <p:cNvSpPr/>
          <p:nvPr/>
        </p:nvSpPr>
        <p:spPr>
          <a:xfrm>
            <a:off x="9337747" y="5918861"/>
            <a:ext cx="172878" cy="29225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5" name="Google Shape;1645;p10"/>
          <p:cNvSpPr/>
          <p:nvPr/>
        </p:nvSpPr>
        <p:spPr>
          <a:xfrm>
            <a:off x="9298791" y="5918624"/>
            <a:ext cx="47990" cy="121650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6" name="Google Shape;1646;p10"/>
          <p:cNvSpPr/>
          <p:nvPr/>
        </p:nvSpPr>
        <p:spPr>
          <a:xfrm>
            <a:off x="9457666" y="5940364"/>
            <a:ext cx="51716" cy="14042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7" name="Google Shape;1647;p10"/>
          <p:cNvSpPr/>
          <p:nvPr/>
        </p:nvSpPr>
        <p:spPr>
          <a:xfrm>
            <a:off x="9298226" y="6034096"/>
            <a:ext cx="189702" cy="47401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8" name="Google Shape;1648;p10"/>
          <p:cNvSpPr/>
          <p:nvPr/>
        </p:nvSpPr>
        <p:spPr>
          <a:xfrm>
            <a:off x="9463425" y="5941552"/>
            <a:ext cx="48442" cy="141014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9" name="Google Shape;1649;p10"/>
          <p:cNvSpPr/>
          <p:nvPr/>
        </p:nvSpPr>
        <p:spPr>
          <a:xfrm>
            <a:off x="9298452" y="6040392"/>
            <a:ext cx="168700" cy="46807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50" name="Google Shape;1650;p10"/>
          <p:cNvGrpSpPr/>
          <p:nvPr/>
        </p:nvGrpSpPr>
        <p:grpSpPr>
          <a:xfrm>
            <a:off x="9295629" y="6090407"/>
            <a:ext cx="57249" cy="27799"/>
            <a:chOff x="1740" y="2642"/>
            <a:chExt cx="752" cy="327"/>
          </a:xfrm>
        </p:grpSpPr>
        <p:sp>
          <p:nvSpPr>
            <p:cNvPr id="1651" name="Google Shape;1651;p10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2" name="Google Shape;1652;p10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3" name="Google Shape;1653;p10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4" name="Google Shape;1654;p10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5" name="Google Shape;1655;p10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6" name="Google Shape;1656;p10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57" name="Google Shape;1657;p10"/>
          <p:cNvSpPr/>
          <p:nvPr/>
        </p:nvSpPr>
        <p:spPr>
          <a:xfrm>
            <a:off x="9393642" y="6094565"/>
            <a:ext cx="69332" cy="61063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8" name="Google Shape;1658;p10"/>
          <p:cNvSpPr/>
          <p:nvPr/>
        </p:nvSpPr>
        <p:spPr>
          <a:xfrm>
            <a:off x="9216699" y="6099436"/>
            <a:ext cx="177394" cy="55717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9" name="Google Shape;1659;p10"/>
          <p:cNvSpPr/>
          <p:nvPr/>
        </p:nvSpPr>
        <p:spPr>
          <a:xfrm>
            <a:off x="9216812" y="6089219"/>
            <a:ext cx="1920" cy="11286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0" name="Google Shape;1660;p10"/>
          <p:cNvSpPr/>
          <p:nvPr/>
        </p:nvSpPr>
        <p:spPr>
          <a:xfrm>
            <a:off x="9216925" y="6043244"/>
            <a:ext cx="82430" cy="46688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1" name="Google Shape;1661;p10"/>
          <p:cNvSpPr/>
          <p:nvPr/>
        </p:nvSpPr>
        <p:spPr>
          <a:xfrm>
            <a:off x="9222458" y="6091595"/>
            <a:ext cx="168248" cy="53578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2" name="Google Shape;1662;p10"/>
          <p:cNvSpPr/>
          <p:nvPr/>
        </p:nvSpPr>
        <p:spPr>
          <a:xfrm flipH="1" rot="10800000">
            <a:off x="9390480" y="6087793"/>
            <a:ext cx="68654" cy="5547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63" name="Google Shape;1663;p10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1664" name="Google Shape;1664;p1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5" name="Google Shape;1665;p10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66" name="Google Shape;1666;p10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1667" name="Google Shape;1667;p1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8" name="Google Shape;1668;p10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1669" name="Google Shape;1669;p1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550087" y="5949454"/>
            <a:ext cx="260920" cy="99063"/>
          </a:xfrm>
          <a:prstGeom prst="rect">
            <a:avLst/>
          </a:prstGeom>
          <a:noFill/>
          <a:ln>
            <a:noFill/>
          </a:ln>
        </p:spPr>
      </p:pic>
      <p:sp>
        <p:nvSpPr>
          <p:cNvPr id="1670" name="Google Shape;1670;p10"/>
          <p:cNvSpPr/>
          <p:nvPr/>
        </p:nvSpPr>
        <p:spPr>
          <a:xfrm>
            <a:off x="9636557" y="5853324"/>
            <a:ext cx="210015" cy="129281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1671" name="Google Shape;1671;p1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646901" y="5856649"/>
            <a:ext cx="190838" cy="117644"/>
          </a:xfrm>
          <a:prstGeom prst="rect">
            <a:avLst/>
          </a:prstGeom>
          <a:noFill/>
          <a:ln>
            <a:noFill/>
          </a:ln>
        </p:spPr>
      </p:pic>
      <p:sp>
        <p:nvSpPr>
          <p:cNvPr id="1672" name="Google Shape;1672;p10"/>
          <p:cNvSpPr/>
          <p:nvPr/>
        </p:nvSpPr>
        <p:spPr>
          <a:xfrm>
            <a:off x="9674794" y="5849510"/>
            <a:ext cx="177937" cy="2405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3" name="Google Shape;1673;p10"/>
          <p:cNvSpPr/>
          <p:nvPr/>
        </p:nvSpPr>
        <p:spPr>
          <a:xfrm>
            <a:off x="9634698" y="5849315"/>
            <a:ext cx="49395" cy="100139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4" name="Google Shape;1674;p10"/>
          <p:cNvSpPr/>
          <p:nvPr/>
        </p:nvSpPr>
        <p:spPr>
          <a:xfrm>
            <a:off x="9798223" y="5867211"/>
            <a:ext cx="53230" cy="11559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5" name="Google Shape;1675;p10"/>
          <p:cNvSpPr/>
          <p:nvPr/>
        </p:nvSpPr>
        <p:spPr>
          <a:xfrm>
            <a:off x="9634116" y="5944369"/>
            <a:ext cx="195254" cy="39019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6" name="Google Shape;1676;p10"/>
          <p:cNvSpPr/>
          <p:nvPr/>
        </p:nvSpPr>
        <p:spPr>
          <a:xfrm>
            <a:off x="9804150" y="5868189"/>
            <a:ext cx="49860" cy="11607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7" name="Google Shape;1677;p10"/>
          <p:cNvSpPr/>
          <p:nvPr/>
        </p:nvSpPr>
        <p:spPr>
          <a:xfrm>
            <a:off x="9634349" y="5949552"/>
            <a:ext cx="173637" cy="38530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78" name="Google Shape;1678;p10"/>
          <p:cNvGrpSpPr/>
          <p:nvPr/>
        </p:nvGrpSpPr>
        <p:grpSpPr>
          <a:xfrm>
            <a:off x="9631443" y="5990722"/>
            <a:ext cx="58925" cy="22883"/>
            <a:chOff x="1740" y="2642"/>
            <a:chExt cx="752" cy="327"/>
          </a:xfrm>
        </p:grpSpPr>
        <p:sp>
          <p:nvSpPr>
            <p:cNvPr id="1679" name="Google Shape;1679;p10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0" name="Google Shape;1680;p10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1" name="Google Shape;1681;p10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2" name="Google Shape;1682;p10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3" name="Google Shape;1683;p10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4" name="Google Shape;1684;p10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5" name="Google Shape;1685;p10"/>
          <p:cNvSpPr/>
          <p:nvPr/>
        </p:nvSpPr>
        <p:spPr>
          <a:xfrm>
            <a:off x="9732325" y="5994145"/>
            <a:ext cx="71361" cy="50265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6" name="Google Shape;1686;p10"/>
          <p:cNvSpPr/>
          <p:nvPr/>
        </p:nvSpPr>
        <p:spPr>
          <a:xfrm>
            <a:off x="9550204" y="5998154"/>
            <a:ext cx="182586" cy="4586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7" name="Google Shape;1687;p10"/>
          <p:cNvSpPr/>
          <p:nvPr/>
        </p:nvSpPr>
        <p:spPr>
          <a:xfrm>
            <a:off x="9550320" y="5989744"/>
            <a:ext cx="1976" cy="9290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8" name="Google Shape;1688;p10"/>
          <p:cNvSpPr/>
          <p:nvPr/>
        </p:nvSpPr>
        <p:spPr>
          <a:xfrm>
            <a:off x="9550436" y="5951899"/>
            <a:ext cx="84843" cy="38432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9" name="Google Shape;1689;p10"/>
          <p:cNvSpPr/>
          <p:nvPr/>
        </p:nvSpPr>
        <p:spPr>
          <a:xfrm>
            <a:off x="9556131" y="5991700"/>
            <a:ext cx="173172" cy="4410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0" name="Google Shape;1690;p10"/>
          <p:cNvSpPr/>
          <p:nvPr/>
        </p:nvSpPr>
        <p:spPr>
          <a:xfrm flipH="1" rot="10800000">
            <a:off x="9729071" y="5988571"/>
            <a:ext cx="70663" cy="4566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91" name="Google Shape;1691;p10"/>
          <p:cNvGrpSpPr/>
          <p:nvPr/>
        </p:nvGrpSpPr>
        <p:grpSpPr>
          <a:xfrm>
            <a:off x="10017877" y="5636388"/>
            <a:ext cx="171450" cy="348944"/>
            <a:chOff x="4140" y="429"/>
            <a:chExt cx="1425" cy="2396"/>
          </a:xfrm>
        </p:grpSpPr>
        <p:sp>
          <p:nvSpPr>
            <p:cNvPr id="1692" name="Google Shape;1692;p1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3" name="Google Shape;1693;p10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p1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5" name="Google Shape;1695;p1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6" name="Google Shape;1696;p10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97" name="Google Shape;1697;p10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1698" name="Google Shape;1698;p10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9" name="Google Shape;1699;p10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00" name="Google Shape;1700;p10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01" name="Google Shape;1701;p10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1702" name="Google Shape;1702;p10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3" name="Google Shape;1703;p10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04" name="Google Shape;1704;p10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p10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06" name="Google Shape;1706;p10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1707" name="Google Shape;1707;p10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8" name="Google Shape;1708;p10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09" name="Google Shape;1709;p1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10" name="Google Shape;1710;p10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1711" name="Google Shape;1711;p10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2" name="Google Shape;1712;p10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13" name="Google Shape;1713;p10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p1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5" name="Google Shape;1715;p1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6" name="Google Shape;1716;p10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p1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8" name="Google Shape;1718;p10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9" name="Google Shape;1719;p10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p10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p10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p10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3" name="Google Shape;1723;p10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24" name="Google Shape;1724;p10"/>
          <p:cNvGrpSpPr/>
          <p:nvPr/>
        </p:nvGrpSpPr>
        <p:grpSpPr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descr="desktop_computer_stylized_medium" id="1725" name="Google Shape;1725;p1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6" name="Google Shape;1726;p10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27" name="Google Shape;1727;p10"/>
          <p:cNvSpPr/>
          <p:nvPr/>
        </p:nvSpPr>
        <p:spPr>
          <a:xfrm>
            <a:off x="6471025" y="1451551"/>
            <a:ext cx="5359400" cy="4954628"/>
          </a:xfrm>
          <a:prstGeom prst="rect">
            <a:avLst/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28" name="Google Shape;1728;p10"/>
          <p:cNvGrpSpPr/>
          <p:nvPr/>
        </p:nvGrpSpPr>
        <p:grpSpPr>
          <a:xfrm>
            <a:off x="7439074" y="1859725"/>
            <a:ext cx="4144321" cy="4127477"/>
            <a:chOff x="7439074" y="1859725"/>
            <a:chExt cx="4144321" cy="4127477"/>
          </a:xfrm>
        </p:grpSpPr>
        <p:grpSp>
          <p:nvGrpSpPr>
            <p:cNvPr id="1729" name="Google Shape;1729;p10"/>
            <p:cNvGrpSpPr/>
            <p:nvPr/>
          </p:nvGrpSpPr>
          <p:grpSpPr>
            <a:xfrm>
              <a:off x="7439074" y="1859725"/>
              <a:ext cx="1802647" cy="1120859"/>
              <a:chOff x="7439074" y="1859725"/>
              <a:chExt cx="1802647" cy="1120859"/>
            </a:xfrm>
          </p:grpSpPr>
          <p:pic>
            <p:nvPicPr>
              <p:cNvPr descr="cell_tower_radiation copy" id="1730" name="Google Shape;1730;p10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731" name="Google Shape;1731;p10"/>
              <p:cNvCxnSpPr/>
              <p:nvPr/>
            </p:nvCxnSpPr>
            <p:spPr>
              <a:xfrm>
                <a:off x="8207860" y="2700359"/>
                <a:ext cx="227964" cy="17435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732" name="Google Shape;1732;p10"/>
              <p:cNvGrpSpPr/>
              <p:nvPr/>
            </p:nvGrpSpPr>
            <p:grpSpPr>
              <a:xfrm>
                <a:off x="8050698" y="2309376"/>
                <a:ext cx="298450" cy="464008"/>
                <a:chOff x="3130" y="3288"/>
                <a:chExt cx="410" cy="742"/>
              </a:xfrm>
            </p:grpSpPr>
            <p:cxnSp>
              <p:nvCxnSpPr>
                <p:cNvPr id="1733" name="Google Shape;1733;p10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734" name="Google Shape;1734;p10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735" name="Google Shape;1735;p10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736" name="Google Shape;1736;p10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737" name="Google Shape;1737;p10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738" name="Google Shape;1738;p10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739" name="Google Shape;1739;p10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740" name="Google Shape;1740;p10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741" name="Google Shape;1741;p10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742" name="Google Shape;1742;p10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743" name="Google Shape;1743;p10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744" name="Google Shape;1744;p10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745" name="Google Shape;1745;p10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746" name="Google Shape;1746;p10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747" name="Google Shape;1747;p10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748" name="Google Shape;1748;p10"/>
              <p:cNvGrpSpPr/>
              <p:nvPr/>
            </p:nvGrpSpPr>
            <p:grpSpPr>
              <a:xfrm>
                <a:off x="8439827" y="2812309"/>
                <a:ext cx="353678" cy="168275"/>
                <a:chOff x="7493876" y="2774731"/>
                <a:chExt cx="1481958" cy="894622"/>
              </a:xfrm>
            </p:grpSpPr>
            <p:sp>
              <p:nvSpPr>
                <p:cNvPr id="1749" name="Google Shape;1749;p10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1750" name="Google Shape;1750;p10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1751" name="Google Shape;1751;p10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752" name="Google Shape;1752;p10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53" name="Google Shape;1753;p10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54" name="Google Shape;1754;p10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55" name="Google Shape;1755;p10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pic>
            <p:nvPicPr>
              <p:cNvPr descr="antenna_radiation_stylized" id="1756" name="Google Shape;1756;p10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750224" y="1859725"/>
                <a:ext cx="415925" cy="887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757" name="Google Shape;1757;p10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7439074" y="235661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758" name="Google Shape;1758;p10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8637781" y="2319727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759" name="Google Shape;1759;p10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8711019" y="205912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760" name="Google Shape;1760;p10"/>
            <p:cNvGrpSpPr/>
            <p:nvPr/>
          </p:nvGrpSpPr>
          <p:grpSpPr>
            <a:xfrm>
              <a:off x="7493518" y="3325424"/>
              <a:ext cx="911538" cy="843226"/>
              <a:chOff x="7493518" y="3325424"/>
              <a:chExt cx="911538" cy="843226"/>
            </a:xfrm>
          </p:grpSpPr>
          <p:pic>
            <p:nvPicPr>
              <p:cNvPr descr="access_point_stylized_small" id="1761" name="Google Shape;1761;p10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7613882" y="3861899"/>
                <a:ext cx="370169" cy="306751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762" name="Google Shape;1762;p10"/>
              <p:cNvGrpSpPr/>
              <p:nvPr/>
            </p:nvGrpSpPr>
            <p:grpSpPr>
              <a:xfrm>
                <a:off x="7493518" y="3325424"/>
                <a:ext cx="911538" cy="816238"/>
                <a:chOff x="7493518" y="3325424"/>
                <a:chExt cx="911538" cy="816238"/>
              </a:xfrm>
            </p:grpSpPr>
            <p:cxnSp>
              <p:nvCxnSpPr>
                <p:cNvPr id="1763" name="Google Shape;1763;p10"/>
                <p:cNvCxnSpPr/>
                <p:nvPr/>
              </p:nvCxnSpPr>
              <p:spPr>
                <a:xfrm>
                  <a:off x="8247778" y="3829970"/>
                  <a:ext cx="0" cy="1317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764" name="Google Shape;1764;p10"/>
                <p:cNvCxnSpPr/>
                <p:nvPr/>
              </p:nvCxnSpPr>
              <p:spPr>
                <a:xfrm flipH="1" rot="10800000">
                  <a:off x="7857253" y="4041107"/>
                  <a:ext cx="168275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pic>
              <p:nvPicPr>
                <p:cNvPr descr="antenna_radiation_stylized" id="1765" name="Google Shape;1765;p10"/>
                <p:cNvPicPr preferRelativeResize="0"/>
                <p:nvPr/>
              </p:nvPicPr>
              <p:blipFill rotWithShape="1">
                <a:blip r:embed="rId19">
                  <a:alphaModFix/>
                </a:blip>
                <a:srcRect b="0" l="0" r="0" t="0"/>
                <a:stretch/>
              </p:blipFill>
              <p:spPr>
                <a:xfrm>
                  <a:off x="7562238" y="3813930"/>
                  <a:ext cx="506412" cy="10600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1766" name="Google Shape;1766;p10"/>
                <p:cNvGrpSpPr/>
                <p:nvPr/>
              </p:nvGrpSpPr>
              <p:grpSpPr>
                <a:xfrm>
                  <a:off x="8050070" y="3965994"/>
                  <a:ext cx="354986" cy="175668"/>
                  <a:chOff x="7493876" y="2774731"/>
                  <a:chExt cx="1481958" cy="894622"/>
                </a:xfrm>
              </p:grpSpPr>
              <p:sp>
                <p:nvSpPr>
                  <p:cNvPr id="1767" name="Google Shape;1767;p10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1768" name="Google Shape;1768;p10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1769" name="Google Shape;1769;p10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1770" name="Google Shape;1770;p10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771" name="Google Shape;1771;p10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772" name="Google Shape;1772;p10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773" name="Google Shape;1773;p10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pic>
              <p:nvPicPr>
                <p:cNvPr descr="antenna_stylized" id="1774" name="Google Shape;1774;p10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>
                  <a:off x="7493518" y="3419140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1775" name="Google Shape;1775;p10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>
                  <a:off x="7803435" y="332542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1776" name="Google Shape;1776;p10"/>
            <p:cNvGrpSpPr/>
            <p:nvPr/>
          </p:nvGrpSpPr>
          <p:grpSpPr>
            <a:xfrm>
              <a:off x="10884085" y="3428485"/>
              <a:ext cx="604586" cy="405973"/>
              <a:chOff x="10884085" y="3428485"/>
              <a:chExt cx="604586" cy="405973"/>
            </a:xfrm>
          </p:grpSpPr>
          <p:grpSp>
            <p:nvGrpSpPr>
              <p:cNvPr id="1777" name="Google Shape;1777;p10"/>
              <p:cNvGrpSpPr/>
              <p:nvPr/>
            </p:nvGrpSpPr>
            <p:grpSpPr>
              <a:xfrm>
                <a:off x="10884085" y="3601365"/>
                <a:ext cx="170989" cy="97052"/>
                <a:chOff x="7493876" y="2774731"/>
                <a:chExt cx="1481958" cy="894622"/>
              </a:xfrm>
            </p:grpSpPr>
            <p:sp>
              <p:nvSpPr>
                <p:cNvPr id="1778" name="Google Shape;1778;p10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1779" name="Google Shape;1779;p10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1780" name="Google Shape;1780;p10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781" name="Google Shape;1781;p10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82" name="Google Shape;1782;p10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83" name="Google Shape;1783;p10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84" name="Google Shape;1784;p10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785" name="Google Shape;1785;p10"/>
              <p:cNvGrpSpPr/>
              <p:nvPr/>
            </p:nvGrpSpPr>
            <p:grpSpPr>
              <a:xfrm>
                <a:off x="11064947" y="3428485"/>
                <a:ext cx="423724" cy="405973"/>
                <a:chOff x="5103720" y="2693365"/>
                <a:chExt cx="611650" cy="414788"/>
              </a:xfrm>
            </p:grpSpPr>
            <p:cxnSp>
              <p:nvCxnSpPr>
                <p:cNvPr id="1786" name="Google Shape;1786;p10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1787" name="Google Shape;1787;p10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1788" name="Google Shape;1788;p10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1789" name="Google Shape;1789;p10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1790" name="Google Shape;1790;p10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</p:grpSp>
        <p:grpSp>
          <p:nvGrpSpPr>
            <p:cNvPr id="1791" name="Google Shape;1791;p10"/>
            <p:cNvGrpSpPr/>
            <p:nvPr/>
          </p:nvGrpSpPr>
          <p:grpSpPr>
            <a:xfrm>
              <a:off x="7975881" y="4741266"/>
              <a:ext cx="2318709" cy="1245936"/>
              <a:chOff x="7948367" y="4775686"/>
              <a:chExt cx="2318709" cy="1245936"/>
            </a:xfrm>
          </p:grpSpPr>
          <p:cxnSp>
            <p:nvCxnSpPr>
              <p:cNvPr id="1792" name="Google Shape;1792;p10"/>
              <p:cNvCxnSpPr/>
              <p:nvPr/>
            </p:nvCxnSpPr>
            <p:spPr>
              <a:xfrm flipH="1" rot="5400000">
                <a:off x="9789609" y="5251739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93" name="Google Shape;1793;p10"/>
              <p:cNvCxnSpPr/>
              <p:nvPr/>
            </p:nvCxnSpPr>
            <p:spPr>
              <a:xfrm>
                <a:off x="8210207" y="5117334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94" name="Google Shape;1794;p10"/>
              <p:cNvCxnSpPr/>
              <p:nvPr/>
            </p:nvCxnSpPr>
            <p:spPr>
              <a:xfrm flipH="1" rot="10800000">
                <a:off x="8459425" y="5036562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795" name="Google Shape;1795;p10"/>
              <p:cNvGrpSpPr/>
              <p:nvPr/>
            </p:nvGrpSpPr>
            <p:grpSpPr>
              <a:xfrm>
                <a:off x="7948367" y="4775686"/>
                <a:ext cx="2318709" cy="1245936"/>
                <a:chOff x="7948367" y="4775686"/>
                <a:chExt cx="2318709" cy="1245936"/>
              </a:xfrm>
            </p:grpSpPr>
            <p:cxnSp>
              <p:nvCxnSpPr>
                <p:cNvPr id="1796" name="Google Shape;1796;p10"/>
                <p:cNvCxnSpPr/>
                <p:nvPr/>
              </p:nvCxnSpPr>
              <p:spPr>
                <a:xfrm rot="10800000">
                  <a:off x="10209926" y="5405286"/>
                  <a:ext cx="0" cy="1143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797" name="Google Shape;1797;p10"/>
                <p:cNvCxnSpPr/>
                <p:nvPr/>
              </p:nvCxnSpPr>
              <p:spPr>
                <a:xfrm>
                  <a:off x="9432959" y="4838517"/>
                  <a:ext cx="524483" cy="26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798" name="Google Shape;1798;p10"/>
                <p:cNvCxnSpPr/>
                <p:nvPr/>
              </p:nvCxnSpPr>
              <p:spPr>
                <a:xfrm flipH="1" rot="10800000">
                  <a:off x="8850066" y="4838517"/>
                  <a:ext cx="569255" cy="2462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799" name="Google Shape;1799;p10"/>
                <p:cNvCxnSpPr/>
                <p:nvPr/>
              </p:nvCxnSpPr>
              <p:spPr>
                <a:xfrm>
                  <a:off x="8821744" y="5108876"/>
                  <a:ext cx="103050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00" name="Google Shape;1800;p10"/>
                <p:cNvCxnSpPr/>
                <p:nvPr/>
              </p:nvCxnSpPr>
              <p:spPr>
                <a:xfrm flipH="1" rot="10800000">
                  <a:off x="7948367" y="5290470"/>
                  <a:ext cx="41275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01" name="Google Shape;1801;p10"/>
                <p:cNvCxnSpPr/>
                <p:nvPr/>
              </p:nvCxnSpPr>
              <p:spPr>
                <a:xfrm flipH="1">
                  <a:off x="8373817" y="5282252"/>
                  <a:ext cx="68080" cy="2939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02" name="Google Shape;1802;p10"/>
                <p:cNvCxnSpPr/>
                <p:nvPr/>
              </p:nvCxnSpPr>
              <p:spPr>
                <a:xfrm rot="10800000">
                  <a:off x="8488731" y="5307931"/>
                  <a:ext cx="280374" cy="2698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03" name="Google Shape;1803;p10"/>
                <p:cNvCxnSpPr/>
                <p:nvPr/>
              </p:nvCxnSpPr>
              <p:spPr>
                <a:xfrm>
                  <a:off x="8488731" y="5258048"/>
                  <a:ext cx="914184" cy="4686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04" name="Google Shape;1804;p10"/>
                <p:cNvCxnSpPr/>
                <p:nvPr/>
              </p:nvCxnSpPr>
              <p:spPr>
                <a:xfrm flipH="1" rot="5400000">
                  <a:off x="9885545" y="5583471"/>
                  <a:ext cx="366793" cy="148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pic>
              <p:nvPicPr>
                <p:cNvPr descr="antenna_radiation_stylized" id="1805" name="Google Shape;1805;p10"/>
                <p:cNvPicPr preferRelativeResize="0"/>
                <p:nvPr/>
              </p:nvPicPr>
              <p:blipFill rotWithShape="1">
                <a:blip r:embed="rId22">
                  <a:alphaModFix/>
                </a:blip>
                <a:srcRect b="0" l="0" r="0" t="0"/>
                <a:stretch/>
              </p:blipFill>
              <p:spPr>
                <a:xfrm>
                  <a:off x="9242073" y="5480938"/>
                  <a:ext cx="452014" cy="9515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ccess_point_stylized_small" id="1806" name="Google Shape;1806;p10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9290610" y="5524232"/>
                  <a:ext cx="380935" cy="31746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1807" name="Google Shape;1807;p10"/>
                <p:cNvGrpSpPr/>
                <p:nvPr/>
              </p:nvGrpSpPr>
              <p:grpSpPr>
                <a:xfrm>
                  <a:off x="9783558" y="4989983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1808" name="Google Shape;1808;p10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1809" name="Google Shape;1809;p10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1810" name="Google Shape;1810;p10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1811" name="Google Shape;1811;p10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812" name="Google Shape;1812;p10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813" name="Google Shape;1813;p10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814" name="Google Shape;1814;p10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1815" name="Google Shape;1815;p10"/>
                <p:cNvGrpSpPr/>
                <p:nvPr/>
              </p:nvGrpSpPr>
              <p:grpSpPr>
                <a:xfrm>
                  <a:off x="9849365" y="5339037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1816" name="Google Shape;1816;p10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17" name="Google Shape;1817;p10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818" name="Google Shape;1818;p10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1819" name="Google Shape;1819;p10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820" name="Google Shape;1820;p10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821" name="Google Shape;1821;p10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822" name="Google Shape;1822;p10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1823" name="Google Shape;1823;p10"/>
                <p:cNvGrpSpPr/>
                <p:nvPr/>
              </p:nvGrpSpPr>
              <p:grpSpPr>
                <a:xfrm>
                  <a:off x="8676619" y="4967420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1824" name="Google Shape;1824;p10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1825" name="Google Shape;1825;p10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1826" name="Google Shape;1826;p10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1827" name="Google Shape;1827;p10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828" name="Google Shape;1828;p10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829" name="Google Shape;1829;p10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830" name="Google Shape;1830;p10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1831" name="Google Shape;1831;p10"/>
                <p:cNvGrpSpPr/>
                <p:nvPr/>
              </p:nvGrpSpPr>
              <p:grpSpPr>
                <a:xfrm>
                  <a:off x="8311520" y="5194433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1832" name="Google Shape;1832;p10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33" name="Google Shape;1833;p10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834" name="Google Shape;1834;p10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1835" name="Google Shape;1835;p10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836" name="Google Shape;1836;p10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837" name="Google Shape;1837;p10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838" name="Google Shape;1838;p10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1839" name="Google Shape;1839;p10"/>
                <p:cNvGrpSpPr/>
                <p:nvPr/>
              </p:nvGrpSpPr>
              <p:grpSpPr>
                <a:xfrm>
                  <a:off x="9247893" y="4775686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1840" name="Google Shape;1840;p10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1841" name="Google Shape;1841;p10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1842" name="Google Shape;1842;p10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1843" name="Google Shape;1843;p10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844" name="Google Shape;1844;p10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845" name="Google Shape;1845;p10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846" name="Google Shape;1846;p10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pic>
              <p:nvPicPr>
                <p:cNvPr descr="antenna_stylized" id="1847" name="Google Shape;1847;p10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9201681" y="5852809"/>
                  <a:ext cx="307702" cy="16881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1848" name="Google Shape;1848;p10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9534746" y="5795138"/>
                  <a:ext cx="316707" cy="13896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1849" name="Google Shape;1849;p10"/>
            <p:cNvGrpSpPr/>
            <p:nvPr/>
          </p:nvGrpSpPr>
          <p:grpSpPr>
            <a:xfrm>
              <a:off x="10925982" y="4188911"/>
              <a:ext cx="657413" cy="451816"/>
              <a:chOff x="10925982" y="4188911"/>
              <a:chExt cx="657413" cy="451816"/>
            </a:xfrm>
          </p:grpSpPr>
          <p:grpSp>
            <p:nvGrpSpPr>
              <p:cNvPr id="1850" name="Google Shape;1850;p10"/>
              <p:cNvGrpSpPr/>
              <p:nvPr/>
            </p:nvGrpSpPr>
            <p:grpSpPr>
              <a:xfrm>
                <a:off x="11093556" y="4188911"/>
                <a:ext cx="489839" cy="451816"/>
                <a:chOff x="5103720" y="2693365"/>
                <a:chExt cx="611650" cy="414788"/>
              </a:xfrm>
            </p:grpSpPr>
            <p:cxnSp>
              <p:nvCxnSpPr>
                <p:cNvPr id="1851" name="Google Shape;1851;p10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1852" name="Google Shape;1852;p10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1853" name="Google Shape;1853;p10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1854" name="Google Shape;1854;p10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1855" name="Google Shape;1855;p10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1856" name="Google Shape;1856;p10"/>
              <p:cNvGrpSpPr/>
              <p:nvPr/>
            </p:nvGrpSpPr>
            <p:grpSpPr>
              <a:xfrm>
                <a:off x="10925982" y="4369125"/>
                <a:ext cx="228295" cy="120400"/>
                <a:chOff x="7493876" y="2774731"/>
                <a:chExt cx="1481958" cy="894622"/>
              </a:xfrm>
            </p:grpSpPr>
            <p:sp>
              <p:nvSpPr>
                <p:cNvPr id="1857" name="Google Shape;1857;p10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1858" name="Google Shape;1858;p10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1859" name="Google Shape;1859;p10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860" name="Google Shape;1860;p10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61" name="Google Shape;1861;p10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62" name="Google Shape;1862;p10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63" name="Google Shape;1863;p10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1864" name="Google Shape;1864;p10"/>
          <p:cNvGrpSpPr/>
          <p:nvPr/>
        </p:nvGrpSpPr>
        <p:grpSpPr>
          <a:xfrm>
            <a:off x="7380480" y="1798646"/>
            <a:ext cx="4322981" cy="3949460"/>
            <a:chOff x="11448552" y="1676017"/>
            <a:chExt cx="4322981" cy="3949460"/>
          </a:xfrm>
        </p:grpSpPr>
        <p:sp>
          <p:nvSpPr>
            <p:cNvPr id="1865" name="Google Shape;1865;p10"/>
            <p:cNvSpPr/>
            <p:nvPr/>
          </p:nvSpPr>
          <p:spPr>
            <a:xfrm>
              <a:off x="11548524" y="3627656"/>
              <a:ext cx="1007401" cy="448210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6" name="Google Shape;1866;p10"/>
            <p:cNvSpPr/>
            <p:nvPr/>
          </p:nvSpPr>
          <p:spPr>
            <a:xfrm rot="1622536">
              <a:off x="12634901" y="5270789"/>
              <a:ext cx="887739" cy="161724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7" name="Google Shape;1867;p10"/>
            <p:cNvSpPr/>
            <p:nvPr/>
          </p:nvSpPr>
          <p:spPr>
            <a:xfrm>
              <a:off x="12775958" y="1847944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8" name="Google Shape;1868;p10"/>
            <p:cNvSpPr/>
            <p:nvPr/>
          </p:nvSpPr>
          <p:spPr>
            <a:xfrm>
              <a:off x="12669374" y="4563454"/>
              <a:ext cx="1698836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9" name="Google Shape;1869;p10"/>
            <p:cNvSpPr/>
            <p:nvPr/>
          </p:nvSpPr>
          <p:spPr>
            <a:xfrm>
              <a:off x="12239699" y="4881027"/>
              <a:ext cx="660040" cy="553827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0" name="Google Shape;1870;p10"/>
            <p:cNvSpPr/>
            <p:nvPr/>
          </p:nvSpPr>
          <p:spPr>
            <a:xfrm>
              <a:off x="12638017" y="2106713"/>
              <a:ext cx="503074" cy="24332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1" name="Google Shape;1871;p10"/>
            <p:cNvSpPr/>
            <p:nvPr/>
          </p:nvSpPr>
          <p:spPr>
            <a:xfrm>
              <a:off x="13837524" y="5040395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2" name="Google Shape;1872;p10"/>
            <p:cNvSpPr/>
            <p:nvPr/>
          </p:nvSpPr>
          <p:spPr>
            <a:xfrm rot="2528345">
              <a:off x="12297976" y="2504847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3" name="Google Shape;1873;p10"/>
            <p:cNvSpPr/>
            <p:nvPr/>
          </p:nvSpPr>
          <p:spPr>
            <a:xfrm>
              <a:off x="11972286" y="1972003"/>
              <a:ext cx="612303" cy="754264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4" name="Google Shape;1874;p10"/>
            <p:cNvSpPr/>
            <p:nvPr/>
          </p:nvSpPr>
          <p:spPr>
            <a:xfrm>
              <a:off x="11792971" y="1676017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5" name="Google Shape;1875;p10"/>
            <p:cNvSpPr/>
            <p:nvPr/>
          </p:nvSpPr>
          <p:spPr>
            <a:xfrm>
              <a:off x="11448552" y="2167072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6" name="Google Shape;1876;p10"/>
            <p:cNvSpPr/>
            <p:nvPr/>
          </p:nvSpPr>
          <p:spPr>
            <a:xfrm>
              <a:off x="11807613" y="3089587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7" name="Google Shape;1877;p10"/>
            <p:cNvSpPr/>
            <p:nvPr/>
          </p:nvSpPr>
          <p:spPr>
            <a:xfrm>
              <a:off x="11461856" y="3203435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8" name="Google Shape;1878;p10"/>
            <p:cNvSpPr/>
            <p:nvPr/>
          </p:nvSpPr>
          <p:spPr>
            <a:xfrm>
              <a:off x="14880961" y="3246013"/>
              <a:ext cx="81304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9" name="Google Shape;1879;p10"/>
            <p:cNvSpPr/>
            <p:nvPr/>
          </p:nvSpPr>
          <p:spPr>
            <a:xfrm>
              <a:off x="14958490" y="4026029"/>
              <a:ext cx="81304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80" name="Google Shape;1880;p10"/>
          <p:cNvSpPr txBox="1"/>
          <p:nvPr>
            <p:ph idx="1" type="body"/>
          </p:nvPr>
        </p:nvSpPr>
        <p:spPr>
          <a:xfrm>
            <a:off x="839285" y="1424002"/>
            <a:ext cx="5823897" cy="26352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-US" sz="3200">
                <a:solidFill>
                  <a:srgbClr val="CC0000"/>
                </a:solidFill>
              </a:rPr>
              <a:t>Q: How to connect end systems to edge router?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</a:pPr>
            <a:r>
              <a:rPr lang="en-US" sz="2400"/>
              <a:t>residential access nets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</a:pPr>
            <a:r>
              <a:rPr lang="en-US" sz="2400"/>
              <a:t>institutional access networks (school, company)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</a:pPr>
            <a:r>
              <a:rPr lang="en-US" sz="2400"/>
              <a:t>mobile access networks (WiFi, 4G/5G)</a:t>
            </a:r>
            <a:endParaRPr sz="2400">
              <a:solidFill>
                <a:srgbClr val="FF0000"/>
              </a:solidFill>
            </a:endParaRPr>
          </a:p>
          <a:p>
            <a:pPr indent="0" lvl="0" marL="174625" rtl="0" algn="l">
              <a:lnSpc>
                <a:spcPct val="90000"/>
              </a:lnSpc>
              <a:spcBef>
                <a:spcPts val="172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p11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b="0" lang="en-US" sz="4800"/>
              <a:t>Access networks: cable-based access</a:t>
            </a:r>
            <a:endParaRPr b="0" sz="4800"/>
          </a:p>
        </p:txBody>
      </p:sp>
      <p:sp>
        <p:nvSpPr>
          <p:cNvPr id="1887" name="Google Shape;1887;p11"/>
          <p:cNvSpPr/>
          <p:nvPr/>
        </p:nvSpPr>
        <p:spPr>
          <a:xfrm>
            <a:off x="2097142" y="1686498"/>
            <a:ext cx="1793875" cy="925513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88" name="Google Shape;1888;p11"/>
          <p:cNvCxnSpPr/>
          <p:nvPr/>
        </p:nvCxnSpPr>
        <p:spPr>
          <a:xfrm flipH="1" rot="10800000">
            <a:off x="2398767" y="2237361"/>
            <a:ext cx="365125" cy="1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9" name="Google Shape;1889;p11"/>
          <p:cNvSpPr txBox="1"/>
          <p:nvPr/>
        </p:nvSpPr>
        <p:spPr>
          <a:xfrm>
            <a:off x="2560692" y="2388173"/>
            <a:ext cx="7747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cable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modem</a:t>
            </a:r>
            <a:endParaRPr/>
          </a:p>
        </p:txBody>
      </p:sp>
      <p:sp>
        <p:nvSpPr>
          <p:cNvPr id="1890" name="Google Shape;1890;p11"/>
          <p:cNvSpPr txBox="1"/>
          <p:nvPr/>
        </p:nvSpPr>
        <p:spPr>
          <a:xfrm>
            <a:off x="3227442" y="2389761"/>
            <a:ext cx="706438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splitter</a:t>
            </a:r>
            <a:endParaRPr/>
          </a:p>
        </p:txBody>
      </p:sp>
      <p:grpSp>
        <p:nvGrpSpPr>
          <p:cNvPr id="1891" name="Google Shape;1891;p11"/>
          <p:cNvGrpSpPr/>
          <p:nvPr/>
        </p:nvGrpSpPr>
        <p:grpSpPr>
          <a:xfrm>
            <a:off x="2744842" y="2113536"/>
            <a:ext cx="614363" cy="220662"/>
            <a:chOff x="322" y="890"/>
            <a:chExt cx="872" cy="339"/>
          </a:xfrm>
        </p:grpSpPr>
        <p:sp>
          <p:nvSpPr>
            <p:cNvPr id="1892" name="Google Shape;1892;p11"/>
            <p:cNvSpPr/>
            <p:nvPr/>
          </p:nvSpPr>
          <p:spPr>
            <a:xfrm>
              <a:off x="322" y="1005"/>
              <a:ext cx="872" cy="224"/>
            </a:xfrm>
            <a:prstGeom prst="rect">
              <a:avLst/>
            </a:prstGeom>
            <a:solidFill>
              <a:srgbClr val="D8D8D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3" name="Google Shape;1893;p11"/>
            <p:cNvSpPr/>
            <p:nvPr/>
          </p:nvSpPr>
          <p:spPr>
            <a:xfrm>
              <a:off x="394" y="1073"/>
              <a:ext cx="54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4" name="Google Shape;1894;p11"/>
            <p:cNvSpPr/>
            <p:nvPr/>
          </p:nvSpPr>
          <p:spPr>
            <a:xfrm>
              <a:off x="466" y="1073"/>
              <a:ext cx="56" cy="56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5" name="Google Shape;1895;p11"/>
            <p:cNvSpPr/>
            <p:nvPr/>
          </p:nvSpPr>
          <p:spPr>
            <a:xfrm>
              <a:off x="541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6" name="Google Shape;1896;p11"/>
            <p:cNvSpPr/>
            <p:nvPr/>
          </p:nvSpPr>
          <p:spPr>
            <a:xfrm>
              <a:off x="615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7" name="Google Shape;1897;p11"/>
            <p:cNvSpPr/>
            <p:nvPr/>
          </p:nvSpPr>
          <p:spPr>
            <a:xfrm flipH="1" rot="10800000">
              <a:off x="322" y="890"/>
              <a:ext cx="859" cy="11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8" name="Google Shape;1898;p11"/>
          <p:cNvSpPr/>
          <p:nvPr/>
        </p:nvSpPr>
        <p:spPr>
          <a:xfrm>
            <a:off x="1859017" y="1275336"/>
            <a:ext cx="2268538" cy="468312"/>
          </a:xfrm>
          <a:prstGeom prst="triangle">
            <a:avLst>
              <a:gd fmla="val 50000" name="adj"/>
            </a:avLst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9" name="Google Shape;1899;p11"/>
          <p:cNvSpPr/>
          <p:nvPr/>
        </p:nvSpPr>
        <p:spPr>
          <a:xfrm>
            <a:off x="3475092" y="2175448"/>
            <a:ext cx="166688" cy="144463"/>
          </a:xfrm>
          <a:prstGeom prst="rect">
            <a:avLst/>
          </a:prstGeom>
          <a:solidFill>
            <a:srgbClr val="0000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0" name="Google Shape;1900;p11"/>
          <p:cNvSpPr/>
          <p:nvPr/>
        </p:nvSpPr>
        <p:spPr>
          <a:xfrm>
            <a:off x="3084567" y="1730948"/>
            <a:ext cx="479425" cy="434975"/>
          </a:xfrm>
          <a:custGeom>
            <a:rect b="b" l="l" r="r" t="t"/>
            <a:pathLst>
              <a:path extrusionOk="0" h="274" w="381">
                <a:moveTo>
                  <a:pt x="381" y="274"/>
                </a:moveTo>
                <a:lnTo>
                  <a:pt x="381" y="130"/>
                </a:ln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1" name="Google Shape;1901;p11"/>
          <p:cNvCxnSpPr/>
          <p:nvPr/>
        </p:nvCxnSpPr>
        <p:spPr>
          <a:xfrm rot="10800000">
            <a:off x="3383017" y="2237361"/>
            <a:ext cx="2397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tv" id="1902" name="Google Shape;19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0067" y="1391223"/>
            <a:ext cx="755650" cy="6746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03" name="Google Shape;1903;p11"/>
          <p:cNvGrpSpPr/>
          <p:nvPr/>
        </p:nvGrpSpPr>
        <p:grpSpPr>
          <a:xfrm>
            <a:off x="4116442" y="1505523"/>
            <a:ext cx="850900" cy="527050"/>
            <a:chOff x="-490" y="1664"/>
            <a:chExt cx="1429" cy="842"/>
          </a:xfrm>
        </p:grpSpPr>
        <p:sp>
          <p:nvSpPr>
            <p:cNvPr id="1904" name="Google Shape;1904;p11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05" name="Google Shape;1905;p11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1906" name="Google Shape;1906;p11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907" name="Google Shape;1907;p11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908" name="Google Shape;1908;p11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1909" name="Google Shape;1909;p11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10" name="Google Shape;1910;p11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11" name="Google Shape;1911;p11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12" name="Google Shape;1912;p11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13" name="Google Shape;1913;p11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14" name="Google Shape;1914;p11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1915" name="Google Shape;1915;p1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16" name="Google Shape;1916;p11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7" name="Google Shape;1917;p11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918" name="Google Shape;1918;p11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1919" name="Google Shape;1919;p1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920" name="Google Shape;1920;p11"/>
          <p:cNvGrpSpPr/>
          <p:nvPr/>
        </p:nvGrpSpPr>
        <p:grpSpPr>
          <a:xfrm>
            <a:off x="5018142" y="1499173"/>
            <a:ext cx="850900" cy="527050"/>
            <a:chOff x="-490" y="1664"/>
            <a:chExt cx="1429" cy="842"/>
          </a:xfrm>
        </p:grpSpPr>
        <p:sp>
          <p:nvSpPr>
            <p:cNvPr id="1921" name="Google Shape;1921;p11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22" name="Google Shape;1922;p11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1923" name="Google Shape;1923;p11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924" name="Google Shape;1924;p11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925" name="Google Shape;1925;p11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1926" name="Google Shape;1926;p11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27" name="Google Shape;1927;p11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28" name="Google Shape;1928;p11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29" name="Google Shape;1929;p11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30" name="Google Shape;1930;p11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31" name="Google Shape;1931;p11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1932" name="Google Shape;1932;p1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33" name="Google Shape;1933;p11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4" name="Google Shape;1934;p11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935" name="Google Shape;1935;p11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1936" name="Google Shape;1936;p1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937" name="Google Shape;1937;p11"/>
          <p:cNvGrpSpPr/>
          <p:nvPr/>
        </p:nvGrpSpPr>
        <p:grpSpPr>
          <a:xfrm>
            <a:off x="4203755" y="2345311"/>
            <a:ext cx="850900" cy="527050"/>
            <a:chOff x="-490" y="1664"/>
            <a:chExt cx="1429" cy="842"/>
          </a:xfrm>
        </p:grpSpPr>
        <p:sp>
          <p:nvSpPr>
            <p:cNvPr id="1938" name="Google Shape;1938;p11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39" name="Google Shape;1939;p11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1940" name="Google Shape;1940;p11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941" name="Google Shape;1941;p11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942" name="Google Shape;1942;p11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1943" name="Google Shape;1943;p11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44" name="Google Shape;1944;p11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45" name="Google Shape;1945;p11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46" name="Google Shape;1946;p11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47" name="Google Shape;1947;p11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48" name="Google Shape;1948;p11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1949" name="Google Shape;1949;p1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50" name="Google Shape;1950;p11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1" name="Google Shape;1951;p11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952" name="Google Shape;1952;p11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1953" name="Google Shape;1953;p1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954" name="Google Shape;1954;p11"/>
          <p:cNvGrpSpPr/>
          <p:nvPr/>
        </p:nvGrpSpPr>
        <p:grpSpPr>
          <a:xfrm>
            <a:off x="5070530" y="2354836"/>
            <a:ext cx="850900" cy="527050"/>
            <a:chOff x="-490" y="1664"/>
            <a:chExt cx="1429" cy="842"/>
          </a:xfrm>
        </p:grpSpPr>
        <p:sp>
          <p:nvSpPr>
            <p:cNvPr id="1955" name="Google Shape;1955;p11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56" name="Google Shape;1956;p11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1957" name="Google Shape;1957;p11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958" name="Google Shape;1958;p11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959" name="Google Shape;1959;p11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1960" name="Google Shape;1960;p11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1" name="Google Shape;1961;p11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2" name="Google Shape;1962;p11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3" name="Google Shape;1963;p11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4" name="Google Shape;1964;p11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5" name="Google Shape;1965;p11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1966" name="Google Shape;1966;p1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67" name="Google Shape;1967;p11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8" name="Google Shape;1968;p11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969" name="Google Shape;1969;p11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1970" name="Google Shape;1970;p1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cxnSp>
        <p:nvCxnSpPr>
          <p:cNvPr id="1971" name="Google Shape;1971;p11"/>
          <p:cNvCxnSpPr/>
          <p:nvPr/>
        </p:nvCxnSpPr>
        <p:spPr>
          <a:xfrm>
            <a:off x="3657655" y="2248473"/>
            <a:ext cx="3690937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72" name="Google Shape;1972;p11"/>
          <p:cNvGrpSpPr/>
          <p:nvPr/>
        </p:nvGrpSpPr>
        <p:grpSpPr>
          <a:xfrm>
            <a:off x="6159555" y="1507111"/>
            <a:ext cx="850900" cy="527050"/>
            <a:chOff x="-490" y="1664"/>
            <a:chExt cx="1429" cy="842"/>
          </a:xfrm>
        </p:grpSpPr>
        <p:sp>
          <p:nvSpPr>
            <p:cNvPr id="1973" name="Google Shape;1973;p11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74" name="Google Shape;1974;p11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1975" name="Google Shape;1975;p11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976" name="Google Shape;1976;p11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977" name="Google Shape;1977;p11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1978" name="Google Shape;1978;p11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79" name="Google Shape;1979;p11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0" name="Google Shape;1980;p11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1" name="Google Shape;1981;p11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2" name="Google Shape;1982;p11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3" name="Google Shape;1983;p11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1984" name="Google Shape;1984;p1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85" name="Google Shape;1985;p11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6" name="Google Shape;1986;p11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987" name="Google Shape;1987;p11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1988" name="Google Shape;1988;p1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989" name="Google Shape;1989;p11"/>
          <p:cNvSpPr txBox="1"/>
          <p:nvPr/>
        </p:nvSpPr>
        <p:spPr>
          <a:xfrm>
            <a:off x="5770617" y="1576961"/>
            <a:ext cx="488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9696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/>
          </a:p>
        </p:txBody>
      </p:sp>
      <p:cxnSp>
        <p:nvCxnSpPr>
          <p:cNvPr id="1990" name="Google Shape;1990;p11"/>
          <p:cNvCxnSpPr/>
          <p:nvPr/>
        </p:nvCxnSpPr>
        <p:spPr>
          <a:xfrm flipH="1">
            <a:off x="4751442" y="1918273"/>
            <a:ext cx="3175" cy="3333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1" name="Google Shape;1991;p11"/>
          <p:cNvCxnSpPr/>
          <p:nvPr/>
        </p:nvCxnSpPr>
        <p:spPr>
          <a:xfrm flipH="1">
            <a:off x="5656317" y="1918273"/>
            <a:ext cx="3175" cy="3333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2" name="Google Shape;1992;p11"/>
          <p:cNvCxnSpPr/>
          <p:nvPr/>
        </p:nvCxnSpPr>
        <p:spPr>
          <a:xfrm flipH="1">
            <a:off x="6792967" y="1918273"/>
            <a:ext cx="3175" cy="3333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3" name="Google Shape;1993;p11"/>
          <p:cNvSpPr/>
          <p:nvPr/>
        </p:nvSpPr>
        <p:spPr>
          <a:xfrm>
            <a:off x="5742042" y="2254823"/>
            <a:ext cx="127000" cy="476250"/>
          </a:xfrm>
          <a:custGeom>
            <a:rect b="b" l="l" r="r" t="t"/>
            <a:pathLst>
              <a:path extrusionOk="0" h="300" w="80">
                <a:moveTo>
                  <a:pt x="0" y="300"/>
                </a:moveTo>
                <a:lnTo>
                  <a:pt x="80" y="300"/>
                </a:lnTo>
                <a:lnTo>
                  <a:pt x="80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4" name="Google Shape;1994;p11"/>
          <p:cNvSpPr/>
          <p:nvPr/>
        </p:nvSpPr>
        <p:spPr>
          <a:xfrm>
            <a:off x="4875267" y="2248473"/>
            <a:ext cx="127000" cy="476250"/>
          </a:xfrm>
          <a:custGeom>
            <a:rect b="b" l="l" r="r" t="t"/>
            <a:pathLst>
              <a:path extrusionOk="0" h="300" w="80">
                <a:moveTo>
                  <a:pt x="0" y="300"/>
                </a:moveTo>
                <a:lnTo>
                  <a:pt x="80" y="300"/>
                </a:lnTo>
                <a:lnTo>
                  <a:pt x="80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5" name="Google Shape;1995;p11"/>
          <p:cNvSpPr/>
          <p:nvPr/>
        </p:nvSpPr>
        <p:spPr>
          <a:xfrm>
            <a:off x="7086655" y="1823023"/>
            <a:ext cx="955675" cy="70008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6" name="Google Shape;1996;p11"/>
          <p:cNvSpPr txBox="1"/>
          <p:nvPr/>
        </p:nvSpPr>
        <p:spPr>
          <a:xfrm>
            <a:off x="6597705" y="1286448"/>
            <a:ext cx="1925637" cy="296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cable headend</a:t>
            </a:r>
            <a:endParaRPr/>
          </a:p>
        </p:txBody>
      </p:sp>
      <p:sp>
        <p:nvSpPr>
          <p:cNvPr id="1997" name="Google Shape;1997;p11"/>
          <p:cNvSpPr/>
          <p:nvPr/>
        </p:nvSpPr>
        <p:spPr>
          <a:xfrm>
            <a:off x="7343830" y="2005586"/>
            <a:ext cx="330200" cy="454025"/>
          </a:xfrm>
          <a:custGeom>
            <a:rect b="b" l="l" r="r" t="t"/>
            <a:pathLst>
              <a:path extrusionOk="0" h="412" w="318">
                <a:moveTo>
                  <a:pt x="0" y="412"/>
                </a:moveTo>
                <a:lnTo>
                  <a:pt x="3" y="1"/>
                </a:lnTo>
                <a:lnTo>
                  <a:pt x="74" y="0"/>
                </a:lnTo>
                <a:lnTo>
                  <a:pt x="254" y="111"/>
                </a:lnTo>
                <a:lnTo>
                  <a:pt x="318" y="115"/>
                </a:lnTo>
                <a:lnTo>
                  <a:pt x="318" y="308"/>
                </a:lnTo>
                <a:lnTo>
                  <a:pt x="246" y="308"/>
                </a:lnTo>
                <a:lnTo>
                  <a:pt x="74" y="412"/>
                </a:lnTo>
                <a:lnTo>
                  <a:pt x="0" y="412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DA9DB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8" name="Google Shape;1998;p11"/>
          <p:cNvSpPr/>
          <p:nvPr/>
        </p:nvSpPr>
        <p:spPr>
          <a:xfrm>
            <a:off x="7345417" y="1940498"/>
            <a:ext cx="366713" cy="406400"/>
          </a:xfrm>
          <a:custGeom>
            <a:rect b="b" l="l" r="r" t="t"/>
            <a:pathLst>
              <a:path extrusionOk="0" h="369" w="353">
                <a:moveTo>
                  <a:pt x="0" y="59"/>
                </a:moveTo>
                <a:lnTo>
                  <a:pt x="32" y="0"/>
                </a:lnTo>
                <a:lnTo>
                  <a:pt x="105" y="0"/>
                </a:lnTo>
                <a:lnTo>
                  <a:pt x="276" y="113"/>
                </a:lnTo>
                <a:lnTo>
                  <a:pt x="353" y="113"/>
                </a:lnTo>
                <a:lnTo>
                  <a:pt x="353" y="315"/>
                </a:lnTo>
                <a:lnTo>
                  <a:pt x="318" y="369"/>
                </a:lnTo>
                <a:lnTo>
                  <a:pt x="315" y="173"/>
                </a:lnTo>
                <a:lnTo>
                  <a:pt x="254" y="173"/>
                </a:lnTo>
                <a:lnTo>
                  <a:pt x="75" y="60"/>
                </a:lnTo>
                <a:lnTo>
                  <a:pt x="0" y="59"/>
                </a:lnTo>
                <a:close/>
              </a:path>
            </a:pathLst>
          </a:custGeom>
          <a:solidFill>
            <a:srgbClr val="2F549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9" name="Google Shape;1999;p11"/>
          <p:cNvCxnSpPr/>
          <p:nvPr/>
        </p:nvCxnSpPr>
        <p:spPr>
          <a:xfrm flipH="1">
            <a:off x="7670855" y="2064323"/>
            <a:ext cx="34925" cy="682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0" name="Google Shape;2000;p11"/>
          <p:cNvCxnSpPr/>
          <p:nvPr/>
        </p:nvCxnSpPr>
        <p:spPr>
          <a:xfrm>
            <a:off x="7372405" y="2235773"/>
            <a:ext cx="2682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01" name="Google Shape;2001;p11"/>
          <p:cNvSpPr/>
          <p:nvPr/>
        </p:nvSpPr>
        <p:spPr>
          <a:xfrm>
            <a:off x="7366055" y="2059561"/>
            <a:ext cx="274637" cy="115887"/>
          </a:xfrm>
          <a:custGeom>
            <a:rect b="b" l="l" r="r" t="t"/>
            <a:pathLst>
              <a:path extrusionOk="0" h="105" w="264">
                <a:moveTo>
                  <a:pt x="0" y="0"/>
                </a:moveTo>
                <a:lnTo>
                  <a:pt x="52" y="0"/>
                </a:lnTo>
                <a:lnTo>
                  <a:pt x="207" y="105"/>
                </a:lnTo>
                <a:lnTo>
                  <a:pt x="264" y="105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2" name="Google Shape;2002;p11"/>
          <p:cNvSpPr/>
          <p:nvPr/>
        </p:nvSpPr>
        <p:spPr>
          <a:xfrm flipH="1" rot="10800000">
            <a:off x="7366055" y="2296098"/>
            <a:ext cx="274637" cy="114300"/>
          </a:xfrm>
          <a:custGeom>
            <a:rect b="b" l="l" r="r" t="t"/>
            <a:pathLst>
              <a:path extrusionOk="0" h="105" w="264">
                <a:moveTo>
                  <a:pt x="0" y="0"/>
                </a:moveTo>
                <a:lnTo>
                  <a:pt x="52" y="0"/>
                </a:lnTo>
                <a:lnTo>
                  <a:pt x="207" y="105"/>
                </a:lnTo>
                <a:lnTo>
                  <a:pt x="264" y="105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3" name="Google Shape;2003;p11"/>
          <p:cNvSpPr/>
          <p:nvPr/>
        </p:nvSpPr>
        <p:spPr>
          <a:xfrm>
            <a:off x="6946955" y="1559498"/>
            <a:ext cx="1206500" cy="261938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04" name="Google Shape;2004;p11"/>
          <p:cNvGrpSpPr/>
          <p:nvPr/>
        </p:nvGrpSpPr>
        <p:grpSpPr>
          <a:xfrm>
            <a:off x="4857805" y="3221611"/>
            <a:ext cx="2043112" cy="958850"/>
            <a:chOff x="2505" y="826"/>
            <a:chExt cx="1287" cy="604"/>
          </a:xfrm>
        </p:grpSpPr>
        <p:cxnSp>
          <p:nvCxnSpPr>
            <p:cNvPr id="2005" name="Google Shape;2005;p11"/>
            <p:cNvCxnSpPr/>
            <p:nvPr/>
          </p:nvCxnSpPr>
          <p:spPr>
            <a:xfrm flipH="1">
              <a:off x="2505" y="1115"/>
              <a:ext cx="128" cy="29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06" name="Google Shape;2006;p11"/>
            <p:cNvSpPr/>
            <p:nvPr/>
          </p:nvSpPr>
          <p:spPr>
            <a:xfrm>
              <a:off x="2548" y="826"/>
              <a:ext cx="562" cy="266"/>
            </a:xfrm>
            <a:custGeom>
              <a:rect b="b" l="l" r="r" t="t"/>
              <a:pathLst>
                <a:path extrusionOk="0" h="266" w="562">
                  <a:moveTo>
                    <a:pt x="4" y="264"/>
                  </a:moveTo>
                  <a:cubicBezTo>
                    <a:pt x="4" y="212"/>
                    <a:pt x="0" y="4"/>
                    <a:pt x="52" y="6"/>
                  </a:cubicBezTo>
                  <a:cubicBezTo>
                    <a:pt x="106" y="4"/>
                    <a:pt x="58" y="266"/>
                    <a:pt x="108" y="266"/>
                  </a:cubicBezTo>
                  <a:cubicBezTo>
                    <a:pt x="158" y="266"/>
                    <a:pt x="126" y="0"/>
                    <a:pt x="174" y="0"/>
                  </a:cubicBezTo>
                  <a:cubicBezTo>
                    <a:pt x="222" y="0"/>
                    <a:pt x="184" y="266"/>
                    <a:pt x="228" y="264"/>
                  </a:cubicBezTo>
                  <a:cubicBezTo>
                    <a:pt x="272" y="262"/>
                    <a:pt x="244" y="8"/>
                    <a:pt x="288" y="8"/>
                  </a:cubicBezTo>
                  <a:cubicBezTo>
                    <a:pt x="332" y="8"/>
                    <a:pt x="304" y="266"/>
                    <a:pt x="354" y="266"/>
                  </a:cubicBezTo>
                  <a:cubicBezTo>
                    <a:pt x="404" y="266"/>
                    <a:pt x="336" y="8"/>
                    <a:pt x="402" y="8"/>
                  </a:cubicBezTo>
                  <a:cubicBezTo>
                    <a:pt x="468" y="8"/>
                    <a:pt x="416" y="266"/>
                    <a:pt x="464" y="264"/>
                  </a:cubicBezTo>
                  <a:cubicBezTo>
                    <a:pt x="512" y="262"/>
                    <a:pt x="450" y="4"/>
                    <a:pt x="506" y="6"/>
                  </a:cubicBezTo>
                  <a:cubicBezTo>
                    <a:pt x="562" y="8"/>
                    <a:pt x="546" y="192"/>
                    <a:pt x="556" y="26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7" name="Google Shape;2007;p11"/>
            <p:cNvSpPr/>
            <p:nvPr/>
          </p:nvSpPr>
          <p:spPr>
            <a:xfrm>
              <a:off x="3523" y="830"/>
              <a:ext cx="269" cy="266"/>
            </a:xfrm>
            <a:custGeom>
              <a:rect b="b" l="l" r="r" t="t"/>
              <a:pathLst>
                <a:path extrusionOk="0" h="266" w="562">
                  <a:moveTo>
                    <a:pt x="4" y="264"/>
                  </a:moveTo>
                  <a:cubicBezTo>
                    <a:pt x="4" y="212"/>
                    <a:pt x="0" y="4"/>
                    <a:pt x="52" y="6"/>
                  </a:cubicBezTo>
                  <a:cubicBezTo>
                    <a:pt x="106" y="4"/>
                    <a:pt x="58" y="266"/>
                    <a:pt x="108" y="266"/>
                  </a:cubicBezTo>
                  <a:cubicBezTo>
                    <a:pt x="158" y="266"/>
                    <a:pt x="126" y="0"/>
                    <a:pt x="174" y="0"/>
                  </a:cubicBezTo>
                  <a:cubicBezTo>
                    <a:pt x="222" y="0"/>
                    <a:pt x="184" y="266"/>
                    <a:pt x="228" y="264"/>
                  </a:cubicBezTo>
                  <a:cubicBezTo>
                    <a:pt x="272" y="262"/>
                    <a:pt x="244" y="8"/>
                    <a:pt x="288" y="8"/>
                  </a:cubicBezTo>
                  <a:cubicBezTo>
                    <a:pt x="332" y="8"/>
                    <a:pt x="304" y="266"/>
                    <a:pt x="354" y="266"/>
                  </a:cubicBezTo>
                  <a:cubicBezTo>
                    <a:pt x="404" y="266"/>
                    <a:pt x="336" y="8"/>
                    <a:pt x="402" y="8"/>
                  </a:cubicBezTo>
                  <a:cubicBezTo>
                    <a:pt x="468" y="8"/>
                    <a:pt x="416" y="266"/>
                    <a:pt x="464" y="264"/>
                  </a:cubicBezTo>
                  <a:cubicBezTo>
                    <a:pt x="512" y="262"/>
                    <a:pt x="450" y="4"/>
                    <a:pt x="506" y="6"/>
                  </a:cubicBezTo>
                  <a:cubicBezTo>
                    <a:pt x="562" y="8"/>
                    <a:pt x="546" y="192"/>
                    <a:pt x="556" y="26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08" name="Google Shape;2008;p11"/>
            <p:cNvCxnSpPr/>
            <p:nvPr/>
          </p:nvCxnSpPr>
          <p:spPr>
            <a:xfrm flipH="1">
              <a:off x="3433" y="1137"/>
              <a:ext cx="128" cy="29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009" name="Google Shape;2009;p11"/>
          <p:cNvGrpSpPr/>
          <p:nvPr/>
        </p:nvGrpSpPr>
        <p:grpSpPr>
          <a:xfrm>
            <a:off x="4148192" y="3378773"/>
            <a:ext cx="3021013" cy="2114550"/>
            <a:chOff x="2606" y="951"/>
            <a:chExt cx="1903" cy="1332"/>
          </a:xfrm>
        </p:grpSpPr>
        <p:sp>
          <p:nvSpPr>
            <p:cNvPr id="2010" name="Google Shape;2010;p11"/>
            <p:cNvSpPr txBox="1"/>
            <p:nvPr/>
          </p:nvSpPr>
          <p:spPr>
            <a:xfrm>
              <a:off x="3378" y="2071"/>
              <a:ext cx="655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Channels</a:t>
              </a:r>
              <a:endParaRPr/>
            </a:p>
          </p:txBody>
        </p:sp>
        <p:cxnSp>
          <p:nvCxnSpPr>
            <p:cNvPr id="2011" name="Google Shape;2011;p11"/>
            <p:cNvCxnSpPr/>
            <p:nvPr/>
          </p:nvCxnSpPr>
          <p:spPr>
            <a:xfrm>
              <a:off x="2994" y="951"/>
              <a:ext cx="0" cy="97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2" name="Google Shape;2012;p11"/>
            <p:cNvCxnSpPr/>
            <p:nvPr/>
          </p:nvCxnSpPr>
          <p:spPr>
            <a:xfrm>
              <a:off x="2988" y="1935"/>
              <a:ext cx="1464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13" name="Google Shape;2013;p11"/>
            <p:cNvSpPr txBox="1"/>
            <p:nvPr/>
          </p:nvSpPr>
          <p:spPr>
            <a:xfrm>
              <a:off x="2978" y="1408"/>
              <a:ext cx="178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/>
            </a:p>
          </p:txBody>
        </p:sp>
        <p:cxnSp>
          <p:nvCxnSpPr>
            <p:cNvPr id="2014" name="Google Shape;2014;p11"/>
            <p:cNvCxnSpPr/>
            <p:nvPr/>
          </p:nvCxnSpPr>
          <p:spPr>
            <a:xfrm>
              <a:off x="3150" y="1863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15" name="Google Shape;2015;p11"/>
            <p:cNvSpPr txBox="1"/>
            <p:nvPr/>
          </p:nvSpPr>
          <p:spPr>
            <a:xfrm>
              <a:off x="3152" y="1408"/>
              <a:ext cx="178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/>
            </a:p>
          </p:txBody>
        </p:sp>
        <p:sp>
          <p:nvSpPr>
            <p:cNvPr id="2016" name="Google Shape;2016;p11"/>
            <p:cNvSpPr txBox="1"/>
            <p:nvPr/>
          </p:nvSpPr>
          <p:spPr>
            <a:xfrm>
              <a:off x="3338" y="1408"/>
              <a:ext cx="178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/>
            </a:p>
          </p:txBody>
        </p:sp>
        <p:sp>
          <p:nvSpPr>
            <p:cNvPr id="2017" name="Google Shape;2017;p11"/>
            <p:cNvSpPr txBox="1"/>
            <p:nvPr/>
          </p:nvSpPr>
          <p:spPr>
            <a:xfrm>
              <a:off x="3524" y="1408"/>
              <a:ext cx="178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/>
            </a:p>
          </p:txBody>
        </p:sp>
        <p:sp>
          <p:nvSpPr>
            <p:cNvPr id="2018" name="Google Shape;2018;p11"/>
            <p:cNvSpPr txBox="1"/>
            <p:nvPr/>
          </p:nvSpPr>
          <p:spPr>
            <a:xfrm>
              <a:off x="3710" y="1408"/>
              <a:ext cx="178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/>
            </a:p>
          </p:txBody>
        </p:sp>
        <p:sp>
          <p:nvSpPr>
            <p:cNvPr id="2019" name="Google Shape;2019;p11"/>
            <p:cNvSpPr txBox="1"/>
            <p:nvPr/>
          </p:nvSpPr>
          <p:spPr>
            <a:xfrm>
              <a:off x="3896" y="1408"/>
              <a:ext cx="178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/>
            </a:p>
          </p:txBody>
        </p:sp>
        <p:sp>
          <p:nvSpPr>
            <p:cNvPr id="2020" name="Google Shape;2020;p11"/>
            <p:cNvSpPr txBox="1"/>
            <p:nvPr/>
          </p:nvSpPr>
          <p:spPr>
            <a:xfrm>
              <a:off x="4058" y="1402"/>
              <a:ext cx="174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2021" name="Google Shape;2021;p11"/>
            <p:cNvSpPr txBox="1"/>
            <p:nvPr/>
          </p:nvSpPr>
          <p:spPr>
            <a:xfrm>
              <a:off x="4202" y="1402"/>
              <a:ext cx="174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2022" name="Google Shape;2022;p11"/>
            <p:cNvSpPr txBox="1"/>
            <p:nvPr/>
          </p:nvSpPr>
          <p:spPr>
            <a:xfrm>
              <a:off x="4330" y="1114"/>
              <a:ext cx="178" cy="8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endParaRPr/>
            </a:p>
          </p:txBody>
        </p:sp>
        <p:cxnSp>
          <p:nvCxnSpPr>
            <p:cNvPr id="2023" name="Google Shape;2023;p11"/>
            <p:cNvCxnSpPr/>
            <p:nvPr/>
          </p:nvCxnSpPr>
          <p:spPr>
            <a:xfrm>
              <a:off x="3334" y="1863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4" name="Google Shape;2024;p11"/>
            <p:cNvCxnSpPr/>
            <p:nvPr/>
          </p:nvCxnSpPr>
          <p:spPr>
            <a:xfrm>
              <a:off x="3514" y="1863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5" name="Google Shape;2025;p11"/>
            <p:cNvCxnSpPr/>
            <p:nvPr/>
          </p:nvCxnSpPr>
          <p:spPr>
            <a:xfrm>
              <a:off x="3698" y="1863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6" name="Google Shape;2026;p11"/>
            <p:cNvCxnSpPr/>
            <p:nvPr/>
          </p:nvCxnSpPr>
          <p:spPr>
            <a:xfrm>
              <a:off x="3886" y="1863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7" name="Google Shape;2027;p11"/>
            <p:cNvCxnSpPr/>
            <p:nvPr/>
          </p:nvCxnSpPr>
          <p:spPr>
            <a:xfrm>
              <a:off x="4062" y="1871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8" name="Google Shape;2028;p11"/>
            <p:cNvCxnSpPr/>
            <p:nvPr/>
          </p:nvCxnSpPr>
          <p:spPr>
            <a:xfrm>
              <a:off x="4218" y="1867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9" name="Google Shape;2029;p11"/>
            <p:cNvCxnSpPr/>
            <p:nvPr/>
          </p:nvCxnSpPr>
          <p:spPr>
            <a:xfrm>
              <a:off x="4362" y="1859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30" name="Google Shape;2030;p11"/>
            <p:cNvSpPr txBox="1"/>
            <p:nvPr/>
          </p:nvSpPr>
          <p:spPr>
            <a:xfrm>
              <a:off x="2985" y="1960"/>
              <a:ext cx="16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2031" name="Google Shape;2031;p11"/>
            <p:cNvSpPr txBox="1"/>
            <p:nvPr/>
          </p:nvSpPr>
          <p:spPr>
            <a:xfrm>
              <a:off x="3153" y="1960"/>
              <a:ext cx="16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2032" name="Google Shape;2032;p11"/>
            <p:cNvSpPr txBox="1"/>
            <p:nvPr/>
          </p:nvSpPr>
          <p:spPr>
            <a:xfrm>
              <a:off x="3345" y="1960"/>
              <a:ext cx="16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2033" name="Google Shape;2033;p11"/>
            <p:cNvSpPr txBox="1"/>
            <p:nvPr/>
          </p:nvSpPr>
          <p:spPr>
            <a:xfrm>
              <a:off x="3517" y="1960"/>
              <a:ext cx="16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  <p:sp>
          <p:nvSpPr>
            <p:cNvPr id="2034" name="Google Shape;2034;p11"/>
            <p:cNvSpPr txBox="1"/>
            <p:nvPr/>
          </p:nvSpPr>
          <p:spPr>
            <a:xfrm>
              <a:off x="3705" y="1956"/>
              <a:ext cx="16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  <p:sp>
          <p:nvSpPr>
            <p:cNvPr id="2035" name="Google Shape;2035;p11"/>
            <p:cNvSpPr txBox="1"/>
            <p:nvPr/>
          </p:nvSpPr>
          <p:spPr>
            <a:xfrm>
              <a:off x="3893" y="1956"/>
              <a:ext cx="16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  <p:sp>
          <p:nvSpPr>
            <p:cNvPr id="2036" name="Google Shape;2036;p11"/>
            <p:cNvSpPr txBox="1"/>
            <p:nvPr/>
          </p:nvSpPr>
          <p:spPr>
            <a:xfrm>
              <a:off x="4057" y="1956"/>
              <a:ext cx="16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/>
            </a:p>
          </p:txBody>
        </p:sp>
        <p:sp>
          <p:nvSpPr>
            <p:cNvPr id="2037" name="Google Shape;2037;p11"/>
            <p:cNvSpPr txBox="1"/>
            <p:nvPr/>
          </p:nvSpPr>
          <p:spPr>
            <a:xfrm>
              <a:off x="4205" y="1956"/>
              <a:ext cx="16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/>
            </a:p>
          </p:txBody>
        </p:sp>
        <p:sp>
          <p:nvSpPr>
            <p:cNvPr id="2038" name="Google Shape;2038;p11"/>
            <p:cNvSpPr txBox="1"/>
            <p:nvPr/>
          </p:nvSpPr>
          <p:spPr>
            <a:xfrm>
              <a:off x="4349" y="1956"/>
              <a:ext cx="16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/>
            </a:p>
          </p:txBody>
        </p:sp>
        <p:sp>
          <p:nvSpPr>
            <p:cNvPr id="2039" name="Google Shape;2039;p11"/>
            <p:cNvSpPr/>
            <p:nvPr/>
          </p:nvSpPr>
          <p:spPr>
            <a:xfrm>
              <a:off x="2606" y="969"/>
              <a:ext cx="375" cy="969"/>
            </a:xfrm>
            <a:custGeom>
              <a:rect b="b" l="l" r="r" t="t"/>
              <a:pathLst>
                <a:path extrusionOk="0" h="969" w="375">
                  <a:moveTo>
                    <a:pt x="375" y="0"/>
                  </a:moveTo>
                  <a:lnTo>
                    <a:pt x="0" y="485"/>
                  </a:lnTo>
                  <a:lnTo>
                    <a:pt x="375" y="969"/>
                  </a:lnTo>
                  <a:lnTo>
                    <a:pt x="375" y="0"/>
                  </a:lnTo>
                  <a:close/>
                </a:path>
              </a:pathLst>
            </a:custGeom>
            <a:gradFill>
              <a:gsLst>
                <a:gs pos="0">
                  <a:srgbClr val="0000A8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40" name="Google Shape;2040;p11"/>
          <p:cNvGrpSpPr/>
          <p:nvPr/>
        </p:nvGrpSpPr>
        <p:grpSpPr>
          <a:xfrm flipH="1" rot="10800000">
            <a:off x="2457505" y="2273873"/>
            <a:ext cx="1689100" cy="2092326"/>
            <a:chOff x="1497" y="1352"/>
            <a:chExt cx="1064" cy="1318"/>
          </a:xfrm>
        </p:grpSpPr>
        <p:grpSp>
          <p:nvGrpSpPr>
            <p:cNvPr id="2041" name="Google Shape;2041;p11"/>
            <p:cNvGrpSpPr/>
            <p:nvPr/>
          </p:nvGrpSpPr>
          <p:grpSpPr>
            <a:xfrm>
              <a:off x="1497" y="1352"/>
              <a:ext cx="1064" cy="217"/>
              <a:chOff x="1600" y="1475"/>
              <a:chExt cx="1064" cy="217"/>
            </a:xfrm>
          </p:grpSpPr>
          <p:sp>
            <p:nvSpPr>
              <p:cNvPr id="2042" name="Google Shape;2042;p11"/>
              <p:cNvSpPr/>
              <p:nvPr/>
            </p:nvSpPr>
            <p:spPr>
              <a:xfrm rot="10800000">
                <a:off x="2358" y="1500"/>
                <a:ext cx="168" cy="174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43" name="Google Shape;2043;p11"/>
              <p:cNvSpPr/>
              <p:nvPr/>
            </p:nvSpPr>
            <p:spPr>
              <a:xfrm>
                <a:off x="1614" y="1494"/>
                <a:ext cx="896" cy="198"/>
              </a:xfrm>
              <a:custGeom>
                <a:rect b="b" l="l" r="r" t="t"/>
                <a:pathLst>
                  <a:path extrusionOk="0" h="198" w="896">
                    <a:moveTo>
                      <a:pt x="18" y="0"/>
                    </a:moveTo>
                    <a:lnTo>
                      <a:pt x="0" y="96"/>
                    </a:lnTo>
                    <a:lnTo>
                      <a:pt x="18" y="198"/>
                    </a:lnTo>
                    <a:lnTo>
                      <a:pt x="774" y="198"/>
                    </a:lnTo>
                    <a:cubicBezTo>
                      <a:pt x="896" y="180"/>
                      <a:pt x="750" y="123"/>
                      <a:pt x="750" y="90"/>
                    </a:cubicBezTo>
                    <a:cubicBezTo>
                      <a:pt x="750" y="57"/>
                      <a:pt x="896" y="15"/>
                      <a:pt x="774" y="0"/>
                    </a:cubicBezTo>
                    <a:lnTo>
                      <a:pt x="1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1"/>
                  </a:gs>
                </a:gsLst>
                <a:lin ang="540000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4" name="Google Shape;2044;p11"/>
              <p:cNvSpPr txBox="1"/>
              <p:nvPr/>
            </p:nvSpPr>
            <p:spPr>
              <a:xfrm rot="10800000">
                <a:off x="1600" y="1475"/>
                <a:ext cx="896" cy="1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45" name="Google Shape;2045;p11"/>
              <p:cNvSpPr/>
              <p:nvPr/>
            </p:nvSpPr>
            <p:spPr>
              <a:xfrm>
                <a:off x="2502" y="1506"/>
                <a:ext cx="62" cy="168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6" name="Google Shape;2046;p11"/>
              <p:cNvSpPr txBox="1"/>
              <p:nvPr/>
            </p:nvSpPr>
            <p:spPr>
              <a:xfrm rot="10800000">
                <a:off x="2509" y="1525"/>
                <a:ext cx="44" cy="1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2047" name="Google Shape;2047;p11"/>
              <p:cNvCxnSpPr/>
              <p:nvPr/>
            </p:nvCxnSpPr>
            <p:spPr>
              <a:xfrm>
                <a:off x="2526" y="1584"/>
                <a:ext cx="138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048" name="Google Shape;2048;p11"/>
            <p:cNvSpPr/>
            <p:nvPr/>
          </p:nvSpPr>
          <p:spPr>
            <a:xfrm>
              <a:off x="1536" y="1563"/>
              <a:ext cx="1015" cy="1107"/>
            </a:xfrm>
            <a:custGeom>
              <a:rect b="b" l="l" r="r" t="t"/>
              <a:pathLst>
                <a:path extrusionOk="0" h="1107" w="1015">
                  <a:moveTo>
                    <a:pt x="1015" y="1107"/>
                  </a:moveTo>
                  <a:lnTo>
                    <a:pt x="0" y="0"/>
                  </a:lnTo>
                  <a:lnTo>
                    <a:pt x="905" y="0"/>
                  </a:lnTo>
                  <a:lnTo>
                    <a:pt x="1015" y="1107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0000A8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11"/>
            <p:cNvSpPr txBox="1"/>
            <p:nvPr/>
          </p:nvSpPr>
          <p:spPr>
            <a:xfrm rot="10800000">
              <a:off x="1525" y="1550"/>
              <a:ext cx="1015" cy="1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50" name="Google Shape;2050;p11"/>
          <p:cNvSpPr txBox="1"/>
          <p:nvPr/>
        </p:nvSpPr>
        <p:spPr>
          <a:xfrm>
            <a:off x="1551869" y="5790510"/>
            <a:ext cx="9964671" cy="722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frequency division multiplexing (FDM):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different channels transmitted in different frequency bands</a:t>
            </a:r>
            <a:endParaRPr/>
          </a:p>
        </p:txBody>
      </p:sp>
      <p:grpSp>
        <p:nvGrpSpPr>
          <p:cNvPr id="2051" name="Google Shape;2051;p11"/>
          <p:cNvGrpSpPr/>
          <p:nvPr/>
        </p:nvGrpSpPr>
        <p:grpSpPr>
          <a:xfrm>
            <a:off x="2000305" y="1964311"/>
            <a:ext cx="609600" cy="609600"/>
            <a:chOff x="-44" y="1473"/>
            <a:chExt cx="981" cy="1105"/>
          </a:xfrm>
        </p:grpSpPr>
        <p:pic>
          <p:nvPicPr>
            <p:cNvPr descr="desktop_computer_stylized_medium" id="2052" name="Google Shape;2052;p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3" name="Google Shape;2053;p1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8" name="Shape 2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Google Shape;2059;p12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b="0" lang="en-US" sz="4800"/>
              <a:t>Access networks: cable-based access</a:t>
            </a:r>
            <a:endParaRPr b="0" sz="4800"/>
          </a:p>
        </p:txBody>
      </p:sp>
      <p:sp>
        <p:nvSpPr>
          <p:cNvPr id="2060" name="Google Shape;2060;p12"/>
          <p:cNvSpPr/>
          <p:nvPr/>
        </p:nvSpPr>
        <p:spPr>
          <a:xfrm>
            <a:off x="2097142" y="1686498"/>
            <a:ext cx="1793875" cy="925513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61" name="Google Shape;2061;p12"/>
          <p:cNvCxnSpPr/>
          <p:nvPr/>
        </p:nvCxnSpPr>
        <p:spPr>
          <a:xfrm flipH="1" rot="10800000">
            <a:off x="2398767" y="2237361"/>
            <a:ext cx="365125" cy="1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2" name="Google Shape;2062;p12"/>
          <p:cNvSpPr txBox="1"/>
          <p:nvPr/>
        </p:nvSpPr>
        <p:spPr>
          <a:xfrm>
            <a:off x="2560692" y="2388173"/>
            <a:ext cx="7747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cable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modem</a:t>
            </a:r>
            <a:endParaRPr/>
          </a:p>
        </p:txBody>
      </p:sp>
      <p:sp>
        <p:nvSpPr>
          <p:cNvPr id="2063" name="Google Shape;2063;p12"/>
          <p:cNvSpPr txBox="1"/>
          <p:nvPr/>
        </p:nvSpPr>
        <p:spPr>
          <a:xfrm>
            <a:off x="3227442" y="2389761"/>
            <a:ext cx="706438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splitter</a:t>
            </a:r>
            <a:endParaRPr/>
          </a:p>
        </p:txBody>
      </p:sp>
      <p:grpSp>
        <p:nvGrpSpPr>
          <p:cNvPr id="2064" name="Google Shape;2064;p12"/>
          <p:cNvGrpSpPr/>
          <p:nvPr/>
        </p:nvGrpSpPr>
        <p:grpSpPr>
          <a:xfrm>
            <a:off x="2744842" y="2113536"/>
            <a:ext cx="614363" cy="220662"/>
            <a:chOff x="322" y="890"/>
            <a:chExt cx="872" cy="339"/>
          </a:xfrm>
        </p:grpSpPr>
        <p:sp>
          <p:nvSpPr>
            <p:cNvPr id="2065" name="Google Shape;2065;p12"/>
            <p:cNvSpPr/>
            <p:nvPr/>
          </p:nvSpPr>
          <p:spPr>
            <a:xfrm>
              <a:off x="322" y="1005"/>
              <a:ext cx="872" cy="224"/>
            </a:xfrm>
            <a:prstGeom prst="rect">
              <a:avLst/>
            </a:prstGeom>
            <a:solidFill>
              <a:srgbClr val="D8D8D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6" name="Google Shape;2066;p12"/>
            <p:cNvSpPr/>
            <p:nvPr/>
          </p:nvSpPr>
          <p:spPr>
            <a:xfrm>
              <a:off x="394" y="1073"/>
              <a:ext cx="54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7" name="Google Shape;2067;p12"/>
            <p:cNvSpPr/>
            <p:nvPr/>
          </p:nvSpPr>
          <p:spPr>
            <a:xfrm>
              <a:off x="466" y="1073"/>
              <a:ext cx="56" cy="56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8" name="Google Shape;2068;p12"/>
            <p:cNvSpPr/>
            <p:nvPr/>
          </p:nvSpPr>
          <p:spPr>
            <a:xfrm>
              <a:off x="541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9" name="Google Shape;2069;p12"/>
            <p:cNvSpPr/>
            <p:nvPr/>
          </p:nvSpPr>
          <p:spPr>
            <a:xfrm>
              <a:off x="615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0" name="Google Shape;2070;p12"/>
            <p:cNvSpPr/>
            <p:nvPr/>
          </p:nvSpPr>
          <p:spPr>
            <a:xfrm flipH="1" rot="10800000">
              <a:off x="322" y="890"/>
              <a:ext cx="859" cy="11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71" name="Google Shape;2071;p12"/>
          <p:cNvSpPr/>
          <p:nvPr/>
        </p:nvSpPr>
        <p:spPr>
          <a:xfrm>
            <a:off x="1859017" y="1275336"/>
            <a:ext cx="2268538" cy="468312"/>
          </a:xfrm>
          <a:prstGeom prst="triangle">
            <a:avLst>
              <a:gd fmla="val 50000" name="adj"/>
            </a:avLst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2" name="Google Shape;2072;p12"/>
          <p:cNvSpPr/>
          <p:nvPr/>
        </p:nvSpPr>
        <p:spPr>
          <a:xfrm>
            <a:off x="3475092" y="2175448"/>
            <a:ext cx="166688" cy="144463"/>
          </a:xfrm>
          <a:prstGeom prst="rect">
            <a:avLst/>
          </a:prstGeom>
          <a:solidFill>
            <a:srgbClr val="0000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3" name="Google Shape;2073;p12"/>
          <p:cNvSpPr/>
          <p:nvPr/>
        </p:nvSpPr>
        <p:spPr>
          <a:xfrm>
            <a:off x="3084567" y="1730948"/>
            <a:ext cx="479425" cy="434975"/>
          </a:xfrm>
          <a:custGeom>
            <a:rect b="b" l="l" r="r" t="t"/>
            <a:pathLst>
              <a:path extrusionOk="0" h="274" w="381">
                <a:moveTo>
                  <a:pt x="381" y="274"/>
                </a:moveTo>
                <a:lnTo>
                  <a:pt x="381" y="130"/>
                </a:ln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4" name="Google Shape;2074;p12"/>
          <p:cNvCxnSpPr/>
          <p:nvPr/>
        </p:nvCxnSpPr>
        <p:spPr>
          <a:xfrm rot="10800000">
            <a:off x="3383017" y="2237361"/>
            <a:ext cx="2397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tv" id="2075" name="Google Shape;207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0067" y="1391223"/>
            <a:ext cx="755650" cy="6746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76" name="Google Shape;2076;p12"/>
          <p:cNvGrpSpPr/>
          <p:nvPr/>
        </p:nvGrpSpPr>
        <p:grpSpPr>
          <a:xfrm>
            <a:off x="4116442" y="1505523"/>
            <a:ext cx="850900" cy="527050"/>
            <a:chOff x="-490" y="1664"/>
            <a:chExt cx="1429" cy="842"/>
          </a:xfrm>
        </p:grpSpPr>
        <p:sp>
          <p:nvSpPr>
            <p:cNvPr id="2077" name="Google Shape;2077;p12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78" name="Google Shape;2078;p12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2079" name="Google Shape;2079;p12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080" name="Google Shape;2080;p12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081" name="Google Shape;2081;p12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2082" name="Google Shape;2082;p12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83" name="Google Shape;2083;p12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84" name="Google Shape;2084;p12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85" name="Google Shape;2085;p12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86" name="Google Shape;2086;p12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87" name="Google Shape;2087;p12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2088" name="Google Shape;2088;p1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89" name="Google Shape;2089;p12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0" name="Google Shape;2090;p12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91" name="Google Shape;2091;p12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2092" name="Google Shape;2092;p12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093" name="Google Shape;2093;p12"/>
          <p:cNvGrpSpPr/>
          <p:nvPr/>
        </p:nvGrpSpPr>
        <p:grpSpPr>
          <a:xfrm>
            <a:off x="5018142" y="1499173"/>
            <a:ext cx="850900" cy="527050"/>
            <a:chOff x="-490" y="1664"/>
            <a:chExt cx="1429" cy="842"/>
          </a:xfrm>
        </p:grpSpPr>
        <p:sp>
          <p:nvSpPr>
            <p:cNvPr id="2094" name="Google Shape;2094;p12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95" name="Google Shape;2095;p12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2096" name="Google Shape;2096;p12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097" name="Google Shape;2097;p12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098" name="Google Shape;2098;p12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2099" name="Google Shape;2099;p12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0" name="Google Shape;2100;p12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1" name="Google Shape;2101;p12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2" name="Google Shape;2102;p12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3" name="Google Shape;2103;p12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4" name="Google Shape;2104;p12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2105" name="Google Shape;2105;p1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06" name="Google Shape;2106;p12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7" name="Google Shape;2107;p12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108" name="Google Shape;2108;p12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2109" name="Google Shape;2109;p12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110" name="Google Shape;2110;p12"/>
          <p:cNvGrpSpPr/>
          <p:nvPr/>
        </p:nvGrpSpPr>
        <p:grpSpPr>
          <a:xfrm>
            <a:off x="4203755" y="2345311"/>
            <a:ext cx="850900" cy="527050"/>
            <a:chOff x="-490" y="1664"/>
            <a:chExt cx="1429" cy="842"/>
          </a:xfrm>
        </p:grpSpPr>
        <p:sp>
          <p:nvSpPr>
            <p:cNvPr id="2111" name="Google Shape;2111;p12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12" name="Google Shape;2112;p12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2113" name="Google Shape;2113;p12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114" name="Google Shape;2114;p12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115" name="Google Shape;2115;p12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2116" name="Google Shape;2116;p12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17" name="Google Shape;2117;p12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18" name="Google Shape;2118;p12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19" name="Google Shape;2119;p12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20" name="Google Shape;2120;p12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21" name="Google Shape;2121;p12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2122" name="Google Shape;2122;p1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23" name="Google Shape;2123;p12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4" name="Google Shape;2124;p12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125" name="Google Shape;2125;p12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2126" name="Google Shape;2126;p12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127" name="Google Shape;2127;p12"/>
          <p:cNvGrpSpPr/>
          <p:nvPr/>
        </p:nvGrpSpPr>
        <p:grpSpPr>
          <a:xfrm>
            <a:off x="5070530" y="2354836"/>
            <a:ext cx="850900" cy="527050"/>
            <a:chOff x="-490" y="1664"/>
            <a:chExt cx="1429" cy="842"/>
          </a:xfrm>
        </p:grpSpPr>
        <p:sp>
          <p:nvSpPr>
            <p:cNvPr id="2128" name="Google Shape;2128;p12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29" name="Google Shape;2129;p12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2130" name="Google Shape;2130;p12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131" name="Google Shape;2131;p12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132" name="Google Shape;2132;p12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2133" name="Google Shape;2133;p12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34" name="Google Shape;2134;p12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35" name="Google Shape;2135;p12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36" name="Google Shape;2136;p12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37" name="Google Shape;2137;p12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38" name="Google Shape;2138;p12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2139" name="Google Shape;2139;p1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40" name="Google Shape;2140;p12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1" name="Google Shape;2141;p12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142" name="Google Shape;2142;p12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2143" name="Google Shape;2143;p12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cxnSp>
        <p:nvCxnSpPr>
          <p:cNvPr id="2144" name="Google Shape;2144;p12"/>
          <p:cNvCxnSpPr/>
          <p:nvPr/>
        </p:nvCxnSpPr>
        <p:spPr>
          <a:xfrm>
            <a:off x="3657655" y="2248473"/>
            <a:ext cx="3690937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145" name="Google Shape;2145;p12"/>
          <p:cNvGrpSpPr/>
          <p:nvPr/>
        </p:nvGrpSpPr>
        <p:grpSpPr>
          <a:xfrm>
            <a:off x="6159555" y="1507111"/>
            <a:ext cx="850900" cy="527050"/>
            <a:chOff x="-490" y="1664"/>
            <a:chExt cx="1429" cy="842"/>
          </a:xfrm>
        </p:grpSpPr>
        <p:sp>
          <p:nvSpPr>
            <p:cNvPr id="2146" name="Google Shape;2146;p12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47" name="Google Shape;2147;p12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2148" name="Google Shape;2148;p12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149" name="Google Shape;2149;p12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150" name="Google Shape;2150;p12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2151" name="Google Shape;2151;p12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52" name="Google Shape;2152;p12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53" name="Google Shape;2153;p12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54" name="Google Shape;2154;p12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55" name="Google Shape;2155;p12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56" name="Google Shape;2156;p12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2157" name="Google Shape;2157;p1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58" name="Google Shape;2158;p12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9" name="Google Shape;2159;p12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160" name="Google Shape;2160;p12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2161" name="Google Shape;2161;p12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162" name="Google Shape;2162;p12"/>
          <p:cNvSpPr txBox="1"/>
          <p:nvPr/>
        </p:nvSpPr>
        <p:spPr>
          <a:xfrm>
            <a:off x="5770617" y="1576961"/>
            <a:ext cx="488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9696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/>
          </a:p>
        </p:txBody>
      </p:sp>
      <p:cxnSp>
        <p:nvCxnSpPr>
          <p:cNvPr id="2163" name="Google Shape;2163;p12"/>
          <p:cNvCxnSpPr/>
          <p:nvPr/>
        </p:nvCxnSpPr>
        <p:spPr>
          <a:xfrm flipH="1">
            <a:off x="4751442" y="1918273"/>
            <a:ext cx="3175" cy="3333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4" name="Google Shape;2164;p12"/>
          <p:cNvCxnSpPr/>
          <p:nvPr/>
        </p:nvCxnSpPr>
        <p:spPr>
          <a:xfrm flipH="1">
            <a:off x="5656317" y="1918273"/>
            <a:ext cx="3175" cy="3333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5" name="Google Shape;2165;p12"/>
          <p:cNvCxnSpPr/>
          <p:nvPr/>
        </p:nvCxnSpPr>
        <p:spPr>
          <a:xfrm flipH="1">
            <a:off x="6792967" y="1918273"/>
            <a:ext cx="3175" cy="3333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6" name="Google Shape;2166;p12"/>
          <p:cNvSpPr/>
          <p:nvPr/>
        </p:nvSpPr>
        <p:spPr>
          <a:xfrm>
            <a:off x="5742042" y="2254823"/>
            <a:ext cx="127000" cy="476250"/>
          </a:xfrm>
          <a:custGeom>
            <a:rect b="b" l="l" r="r" t="t"/>
            <a:pathLst>
              <a:path extrusionOk="0" h="300" w="80">
                <a:moveTo>
                  <a:pt x="0" y="300"/>
                </a:moveTo>
                <a:lnTo>
                  <a:pt x="80" y="300"/>
                </a:lnTo>
                <a:lnTo>
                  <a:pt x="80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7" name="Google Shape;2167;p12"/>
          <p:cNvSpPr/>
          <p:nvPr/>
        </p:nvSpPr>
        <p:spPr>
          <a:xfrm>
            <a:off x="4875267" y="2248473"/>
            <a:ext cx="127000" cy="476250"/>
          </a:xfrm>
          <a:custGeom>
            <a:rect b="b" l="l" r="r" t="t"/>
            <a:pathLst>
              <a:path extrusionOk="0" h="300" w="80">
                <a:moveTo>
                  <a:pt x="0" y="300"/>
                </a:moveTo>
                <a:lnTo>
                  <a:pt x="80" y="300"/>
                </a:lnTo>
                <a:lnTo>
                  <a:pt x="80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8" name="Google Shape;2168;p12"/>
          <p:cNvSpPr/>
          <p:nvPr/>
        </p:nvSpPr>
        <p:spPr>
          <a:xfrm>
            <a:off x="7086655" y="1823023"/>
            <a:ext cx="955675" cy="70008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9" name="Google Shape;2169;p12"/>
          <p:cNvSpPr txBox="1"/>
          <p:nvPr/>
        </p:nvSpPr>
        <p:spPr>
          <a:xfrm>
            <a:off x="6597705" y="1286448"/>
            <a:ext cx="1925637" cy="296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cable headend</a:t>
            </a:r>
            <a:endParaRPr/>
          </a:p>
        </p:txBody>
      </p:sp>
      <p:sp>
        <p:nvSpPr>
          <p:cNvPr id="2170" name="Google Shape;2170;p12"/>
          <p:cNvSpPr/>
          <p:nvPr/>
        </p:nvSpPr>
        <p:spPr>
          <a:xfrm>
            <a:off x="7343830" y="2005586"/>
            <a:ext cx="330200" cy="454025"/>
          </a:xfrm>
          <a:custGeom>
            <a:rect b="b" l="l" r="r" t="t"/>
            <a:pathLst>
              <a:path extrusionOk="0" h="412" w="318">
                <a:moveTo>
                  <a:pt x="0" y="412"/>
                </a:moveTo>
                <a:lnTo>
                  <a:pt x="3" y="1"/>
                </a:lnTo>
                <a:lnTo>
                  <a:pt x="74" y="0"/>
                </a:lnTo>
                <a:lnTo>
                  <a:pt x="254" y="111"/>
                </a:lnTo>
                <a:lnTo>
                  <a:pt x="318" y="115"/>
                </a:lnTo>
                <a:lnTo>
                  <a:pt x="318" y="308"/>
                </a:lnTo>
                <a:lnTo>
                  <a:pt x="246" y="308"/>
                </a:lnTo>
                <a:lnTo>
                  <a:pt x="74" y="412"/>
                </a:lnTo>
                <a:lnTo>
                  <a:pt x="0" y="412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DA9DB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1" name="Google Shape;2171;p12"/>
          <p:cNvSpPr/>
          <p:nvPr/>
        </p:nvSpPr>
        <p:spPr>
          <a:xfrm>
            <a:off x="7345417" y="1940498"/>
            <a:ext cx="366713" cy="406400"/>
          </a:xfrm>
          <a:custGeom>
            <a:rect b="b" l="l" r="r" t="t"/>
            <a:pathLst>
              <a:path extrusionOk="0" h="369" w="353">
                <a:moveTo>
                  <a:pt x="0" y="59"/>
                </a:moveTo>
                <a:lnTo>
                  <a:pt x="32" y="0"/>
                </a:lnTo>
                <a:lnTo>
                  <a:pt x="105" y="0"/>
                </a:lnTo>
                <a:lnTo>
                  <a:pt x="276" y="113"/>
                </a:lnTo>
                <a:lnTo>
                  <a:pt x="353" y="113"/>
                </a:lnTo>
                <a:lnTo>
                  <a:pt x="353" y="315"/>
                </a:lnTo>
                <a:lnTo>
                  <a:pt x="318" y="369"/>
                </a:lnTo>
                <a:lnTo>
                  <a:pt x="315" y="173"/>
                </a:lnTo>
                <a:lnTo>
                  <a:pt x="254" y="173"/>
                </a:lnTo>
                <a:lnTo>
                  <a:pt x="75" y="60"/>
                </a:lnTo>
                <a:lnTo>
                  <a:pt x="0" y="59"/>
                </a:lnTo>
                <a:close/>
              </a:path>
            </a:pathLst>
          </a:custGeom>
          <a:solidFill>
            <a:srgbClr val="2F549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72" name="Google Shape;2172;p12"/>
          <p:cNvCxnSpPr/>
          <p:nvPr/>
        </p:nvCxnSpPr>
        <p:spPr>
          <a:xfrm flipH="1">
            <a:off x="7670855" y="2064323"/>
            <a:ext cx="34925" cy="682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3" name="Google Shape;2173;p12"/>
          <p:cNvCxnSpPr/>
          <p:nvPr/>
        </p:nvCxnSpPr>
        <p:spPr>
          <a:xfrm>
            <a:off x="7372405" y="2235773"/>
            <a:ext cx="2682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74" name="Google Shape;2174;p12"/>
          <p:cNvSpPr/>
          <p:nvPr/>
        </p:nvSpPr>
        <p:spPr>
          <a:xfrm>
            <a:off x="7366055" y="2059561"/>
            <a:ext cx="274637" cy="115887"/>
          </a:xfrm>
          <a:custGeom>
            <a:rect b="b" l="l" r="r" t="t"/>
            <a:pathLst>
              <a:path extrusionOk="0" h="105" w="264">
                <a:moveTo>
                  <a:pt x="0" y="0"/>
                </a:moveTo>
                <a:lnTo>
                  <a:pt x="52" y="0"/>
                </a:lnTo>
                <a:lnTo>
                  <a:pt x="207" y="105"/>
                </a:lnTo>
                <a:lnTo>
                  <a:pt x="264" y="105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5" name="Google Shape;2175;p12"/>
          <p:cNvSpPr/>
          <p:nvPr/>
        </p:nvSpPr>
        <p:spPr>
          <a:xfrm flipH="1" rot="10800000">
            <a:off x="7366055" y="2296098"/>
            <a:ext cx="274637" cy="114300"/>
          </a:xfrm>
          <a:custGeom>
            <a:rect b="b" l="l" r="r" t="t"/>
            <a:pathLst>
              <a:path extrusionOk="0" h="105" w="264">
                <a:moveTo>
                  <a:pt x="0" y="0"/>
                </a:moveTo>
                <a:lnTo>
                  <a:pt x="52" y="0"/>
                </a:lnTo>
                <a:lnTo>
                  <a:pt x="207" y="105"/>
                </a:lnTo>
                <a:lnTo>
                  <a:pt x="264" y="105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6" name="Google Shape;2176;p12"/>
          <p:cNvSpPr/>
          <p:nvPr/>
        </p:nvSpPr>
        <p:spPr>
          <a:xfrm>
            <a:off x="6946955" y="1559498"/>
            <a:ext cx="1206500" cy="261938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77" name="Google Shape;2177;p12"/>
          <p:cNvGrpSpPr/>
          <p:nvPr/>
        </p:nvGrpSpPr>
        <p:grpSpPr>
          <a:xfrm>
            <a:off x="2000305" y="1964311"/>
            <a:ext cx="609600" cy="609600"/>
            <a:chOff x="-44" y="1473"/>
            <a:chExt cx="981" cy="1105"/>
          </a:xfrm>
        </p:grpSpPr>
        <p:pic>
          <p:nvPicPr>
            <p:cNvPr descr="desktop_computer_stylized_medium" id="2178" name="Google Shape;2178;p1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79" name="Google Shape;2179;p1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80" name="Google Shape;2180;p12"/>
          <p:cNvGrpSpPr/>
          <p:nvPr/>
        </p:nvGrpSpPr>
        <p:grpSpPr>
          <a:xfrm>
            <a:off x="1815284" y="2250058"/>
            <a:ext cx="3092450" cy="1417637"/>
            <a:chOff x="256" y="1443"/>
            <a:chExt cx="1948" cy="893"/>
          </a:xfrm>
        </p:grpSpPr>
        <p:sp>
          <p:nvSpPr>
            <p:cNvPr id="2181" name="Google Shape;2181;p12"/>
            <p:cNvSpPr txBox="1"/>
            <p:nvPr/>
          </p:nvSpPr>
          <p:spPr>
            <a:xfrm>
              <a:off x="256" y="1885"/>
              <a:ext cx="1948" cy="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data, TV transmitted at different 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frequencies over </a:t>
              </a:r>
              <a:r>
                <a:rPr b="0" i="1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shared </a:t>
              </a: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cable 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distribution network</a:t>
              </a:r>
              <a:endParaRPr/>
            </a:p>
          </p:txBody>
        </p:sp>
        <p:cxnSp>
          <p:nvCxnSpPr>
            <p:cNvPr id="2182" name="Google Shape;2182;p12"/>
            <p:cNvCxnSpPr/>
            <p:nvPr/>
          </p:nvCxnSpPr>
          <p:spPr>
            <a:xfrm flipH="1" rot="10800000">
              <a:off x="1452" y="1443"/>
              <a:ext cx="282" cy="476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183" name="Google Shape;2183;p12"/>
          <p:cNvSpPr/>
          <p:nvPr/>
        </p:nvSpPr>
        <p:spPr>
          <a:xfrm>
            <a:off x="952500" y="4196551"/>
            <a:ext cx="11503627" cy="23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7338" lvl="0" marL="287338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HFC: hybrid fiber coax</a:t>
            </a:r>
            <a:endParaRPr/>
          </a:p>
          <a:p>
            <a:pPr indent="-225425" lvl="1" marL="682625" marR="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asymmetric: up to 40 Mbps – 1.2 Gbs downstream transmission rate, 30-100 Mbps upstream transmission rate</a:t>
            </a:r>
            <a:endParaRPr/>
          </a:p>
          <a:p>
            <a:pPr indent="-342900" lvl="0" marL="342900" marR="0" rtl="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network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cable, fiber attaches homes to ISP router</a:t>
            </a:r>
            <a:endParaRPr/>
          </a:p>
          <a:p>
            <a:pPr indent="-225425" lvl="1" marL="682625" marR="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homes </a:t>
            </a: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share access network</a:t>
            </a:r>
            <a:r>
              <a:rPr b="0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cable headend 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2184" name="Google Shape;2184;p12"/>
          <p:cNvGrpSpPr/>
          <p:nvPr/>
        </p:nvGrpSpPr>
        <p:grpSpPr>
          <a:xfrm>
            <a:off x="6634372" y="2229423"/>
            <a:ext cx="3584575" cy="1858963"/>
            <a:chOff x="6634372" y="2229423"/>
            <a:chExt cx="3584575" cy="1858963"/>
          </a:xfrm>
        </p:grpSpPr>
        <p:grpSp>
          <p:nvGrpSpPr>
            <p:cNvPr id="2185" name="Google Shape;2185;p12"/>
            <p:cNvGrpSpPr/>
            <p:nvPr/>
          </p:nvGrpSpPr>
          <p:grpSpPr>
            <a:xfrm>
              <a:off x="7701172" y="2391348"/>
              <a:ext cx="2517775" cy="508000"/>
              <a:chOff x="3912" y="1484"/>
              <a:chExt cx="1586" cy="320"/>
            </a:xfrm>
          </p:grpSpPr>
          <p:cxnSp>
            <p:nvCxnSpPr>
              <p:cNvPr id="2186" name="Google Shape;2186;p12"/>
              <p:cNvCxnSpPr/>
              <p:nvPr/>
            </p:nvCxnSpPr>
            <p:spPr>
              <a:xfrm rot="10800000">
                <a:off x="3912" y="1497"/>
                <a:ext cx="711" cy="94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187" name="Google Shape;2187;p12"/>
              <p:cNvSpPr txBox="1"/>
              <p:nvPr/>
            </p:nvSpPr>
            <p:spPr>
              <a:xfrm>
                <a:off x="4307" y="1484"/>
                <a:ext cx="1191" cy="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cable modem</a:t>
                </a:r>
                <a:endParaRPr/>
              </a:p>
              <a:p>
                <a:pPr indent="0" lvl="0" marL="0" marR="0" rtl="0" algn="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termination system</a:t>
                </a:r>
                <a:endParaRPr/>
              </a:p>
            </p:txBody>
          </p:sp>
        </p:grpSp>
        <p:sp>
          <p:nvSpPr>
            <p:cNvPr id="2188" name="Google Shape;2188;p12"/>
            <p:cNvSpPr txBox="1"/>
            <p:nvPr/>
          </p:nvSpPr>
          <p:spPr>
            <a:xfrm>
              <a:off x="7086655" y="2478661"/>
              <a:ext cx="95091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CMTS</a:t>
              </a:r>
              <a:endParaRPr/>
            </a:p>
          </p:txBody>
        </p:sp>
        <p:sp>
          <p:nvSpPr>
            <p:cNvPr id="2189" name="Google Shape;2189;p12"/>
            <p:cNvSpPr/>
            <p:nvPr/>
          </p:nvSpPr>
          <p:spPr>
            <a:xfrm>
              <a:off x="7742447" y="2229423"/>
              <a:ext cx="206375" cy="927100"/>
            </a:xfrm>
            <a:custGeom>
              <a:rect b="b" l="l" r="r" t="t"/>
              <a:pathLst>
                <a:path extrusionOk="0" h="584" w="130">
                  <a:moveTo>
                    <a:pt x="0" y="0"/>
                  </a:moveTo>
                  <a:lnTo>
                    <a:pt x="130" y="0"/>
                  </a:lnTo>
                  <a:lnTo>
                    <a:pt x="130" y="584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90" name="Google Shape;2190;p12"/>
            <p:cNvGrpSpPr/>
            <p:nvPr/>
          </p:nvGrpSpPr>
          <p:grpSpPr>
            <a:xfrm>
              <a:off x="6634372" y="2940623"/>
              <a:ext cx="2178050" cy="1147763"/>
              <a:chOff x="6634372" y="2940623"/>
              <a:chExt cx="2178050" cy="1147763"/>
            </a:xfrm>
          </p:grpSpPr>
          <p:sp>
            <p:nvSpPr>
              <p:cNvPr id="2191" name="Google Shape;2191;p12"/>
              <p:cNvSpPr/>
              <p:nvPr/>
            </p:nvSpPr>
            <p:spPr>
              <a:xfrm>
                <a:off x="6634372" y="2940623"/>
                <a:ext cx="2178050" cy="1147763"/>
              </a:xfrm>
              <a:custGeom>
                <a:rect b="b" l="l" r="r" t="t"/>
                <a:pathLst>
                  <a:path extrusionOk="0" h="459" w="765">
                    <a:moveTo>
                      <a:pt x="424" y="10"/>
                    </a:moveTo>
                    <a:cubicBezTo>
                      <a:pt x="362" y="16"/>
                      <a:pt x="343" y="55"/>
                      <a:pt x="288" y="70"/>
                    </a:cubicBezTo>
                    <a:cubicBezTo>
                      <a:pt x="233" y="85"/>
                      <a:pt x="142" y="56"/>
                      <a:pt x="96" y="100"/>
                    </a:cubicBezTo>
                    <a:cubicBezTo>
                      <a:pt x="50" y="144"/>
                      <a:pt x="0" y="279"/>
                      <a:pt x="14" y="336"/>
                    </a:cubicBezTo>
                    <a:cubicBezTo>
                      <a:pt x="28" y="393"/>
                      <a:pt x="125" y="429"/>
                      <a:pt x="180" y="444"/>
                    </a:cubicBezTo>
                    <a:cubicBezTo>
                      <a:pt x="235" y="459"/>
                      <a:pt x="279" y="426"/>
                      <a:pt x="346" y="426"/>
                    </a:cubicBezTo>
                    <a:cubicBezTo>
                      <a:pt x="413" y="426"/>
                      <a:pt x="525" y="443"/>
                      <a:pt x="584" y="444"/>
                    </a:cubicBezTo>
                    <a:cubicBezTo>
                      <a:pt x="643" y="445"/>
                      <a:pt x="670" y="446"/>
                      <a:pt x="698" y="434"/>
                    </a:cubicBezTo>
                    <a:cubicBezTo>
                      <a:pt x="726" y="422"/>
                      <a:pt x="743" y="418"/>
                      <a:pt x="752" y="372"/>
                    </a:cubicBezTo>
                    <a:cubicBezTo>
                      <a:pt x="761" y="326"/>
                      <a:pt x="765" y="214"/>
                      <a:pt x="750" y="158"/>
                    </a:cubicBezTo>
                    <a:cubicBezTo>
                      <a:pt x="735" y="102"/>
                      <a:pt x="716" y="58"/>
                      <a:pt x="662" y="34"/>
                    </a:cubicBezTo>
                    <a:cubicBezTo>
                      <a:pt x="608" y="10"/>
                      <a:pt x="505" y="0"/>
                      <a:pt x="424" y="1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0CCFF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192" name="Google Shape;2192;p12"/>
              <p:cNvCxnSpPr/>
              <p:nvPr/>
            </p:nvCxnSpPr>
            <p:spPr>
              <a:xfrm flipH="1" rot="10800000">
                <a:off x="7464635" y="3294636"/>
                <a:ext cx="168275" cy="1206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93" name="Google Shape;2193;p12"/>
              <p:cNvCxnSpPr/>
              <p:nvPr/>
            </p:nvCxnSpPr>
            <p:spPr>
              <a:xfrm>
                <a:off x="7231272" y="3534348"/>
                <a:ext cx="0" cy="114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94" name="Google Shape;2194;p12"/>
              <p:cNvCxnSpPr/>
              <p:nvPr/>
            </p:nvCxnSpPr>
            <p:spPr>
              <a:xfrm flipH="1" rot="10800000">
                <a:off x="7464635" y="3391473"/>
                <a:ext cx="358775" cy="4000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95" name="Google Shape;2195;p12"/>
              <p:cNvCxnSpPr/>
              <p:nvPr/>
            </p:nvCxnSpPr>
            <p:spPr>
              <a:xfrm>
                <a:off x="7961522" y="3389886"/>
                <a:ext cx="0" cy="27146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96" name="Google Shape;2196;p12"/>
              <p:cNvCxnSpPr/>
              <p:nvPr/>
            </p:nvCxnSpPr>
            <p:spPr>
              <a:xfrm>
                <a:off x="7490035" y="3813748"/>
                <a:ext cx="257175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97" name="Google Shape;2197;p12"/>
              <p:cNvCxnSpPr/>
              <p:nvPr/>
            </p:nvCxnSpPr>
            <p:spPr>
              <a:xfrm>
                <a:off x="8245685" y="3801048"/>
                <a:ext cx="241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98" name="Google Shape;2198;p12"/>
              <p:cNvCxnSpPr/>
              <p:nvPr/>
            </p:nvCxnSpPr>
            <p:spPr>
              <a:xfrm>
                <a:off x="8510797" y="3797873"/>
                <a:ext cx="24288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199" name="Google Shape;2199;p12"/>
              <p:cNvSpPr txBox="1"/>
              <p:nvPr/>
            </p:nvSpPr>
            <p:spPr>
              <a:xfrm>
                <a:off x="8207585" y="3191448"/>
                <a:ext cx="552450" cy="3667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ISP</a:t>
                </a:r>
                <a:endParaRPr/>
              </a:p>
            </p:txBody>
          </p:sp>
          <p:grpSp>
            <p:nvGrpSpPr>
              <p:cNvPr id="2200" name="Google Shape;2200;p12"/>
              <p:cNvGrpSpPr/>
              <p:nvPr/>
            </p:nvGrpSpPr>
            <p:grpSpPr>
              <a:xfrm>
                <a:off x="6972551" y="3193191"/>
                <a:ext cx="576221" cy="330754"/>
                <a:chOff x="7493876" y="2774731"/>
                <a:chExt cx="1481958" cy="894622"/>
              </a:xfrm>
            </p:grpSpPr>
            <p:sp>
              <p:nvSpPr>
                <p:cNvPr id="2201" name="Google Shape;2201;p12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2202" name="Google Shape;2202;p12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2203" name="Google Shape;2203;p12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2204" name="Google Shape;2204;p12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05" name="Google Shape;2205;p12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06" name="Google Shape;2206;p12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07" name="Google Shape;2207;p12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208" name="Google Shape;2208;p12"/>
              <p:cNvGrpSpPr/>
              <p:nvPr/>
            </p:nvGrpSpPr>
            <p:grpSpPr>
              <a:xfrm>
                <a:off x="6955883" y="3598924"/>
                <a:ext cx="576221" cy="330754"/>
                <a:chOff x="7493876" y="2774731"/>
                <a:chExt cx="1481958" cy="894622"/>
              </a:xfrm>
            </p:grpSpPr>
            <p:sp>
              <p:nvSpPr>
                <p:cNvPr id="2209" name="Google Shape;2209;p12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2210" name="Google Shape;2210;p12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2211" name="Google Shape;2211;p12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2212" name="Google Shape;2212;p12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3" name="Google Shape;2213;p12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4" name="Google Shape;2214;p12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5" name="Google Shape;2215;p12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216" name="Google Shape;2216;p12"/>
              <p:cNvGrpSpPr/>
              <p:nvPr/>
            </p:nvGrpSpPr>
            <p:grpSpPr>
              <a:xfrm>
                <a:off x="7720114" y="3593282"/>
                <a:ext cx="576221" cy="330754"/>
                <a:chOff x="7493876" y="2774731"/>
                <a:chExt cx="1481958" cy="894622"/>
              </a:xfrm>
            </p:grpSpPr>
            <p:sp>
              <p:nvSpPr>
                <p:cNvPr id="2217" name="Google Shape;2217;p12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2218" name="Google Shape;2218;p12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2219" name="Google Shape;2219;p12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2220" name="Google Shape;2220;p12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21" name="Google Shape;2221;p12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22" name="Google Shape;2222;p12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23" name="Google Shape;2223;p12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224" name="Google Shape;2224;p12"/>
              <p:cNvGrpSpPr/>
              <p:nvPr/>
            </p:nvGrpSpPr>
            <p:grpSpPr>
              <a:xfrm>
                <a:off x="7618622" y="3082478"/>
                <a:ext cx="576221" cy="330754"/>
                <a:chOff x="7493876" y="2774731"/>
                <a:chExt cx="1481958" cy="894622"/>
              </a:xfrm>
            </p:grpSpPr>
            <p:sp>
              <p:nvSpPr>
                <p:cNvPr id="2225" name="Google Shape;2225;p12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2226" name="Google Shape;2226;p12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2227" name="Google Shape;2227;p12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2228" name="Google Shape;2228;p12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29" name="Google Shape;2229;p12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30" name="Google Shape;2230;p12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31" name="Google Shape;2231;p12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6" name="Shape 2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7" name="Google Shape;2237;p13"/>
          <p:cNvGrpSpPr/>
          <p:nvPr/>
        </p:nvGrpSpPr>
        <p:grpSpPr>
          <a:xfrm>
            <a:off x="6745014" y="2947413"/>
            <a:ext cx="2178050" cy="1147763"/>
            <a:chOff x="6634372" y="2940623"/>
            <a:chExt cx="2178050" cy="1147763"/>
          </a:xfrm>
        </p:grpSpPr>
        <p:sp>
          <p:nvSpPr>
            <p:cNvPr id="2238" name="Google Shape;2238;p13"/>
            <p:cNvSpPr/>
            <p:nvPr/>
          </p:nvSpPr>
          <p:spPr>
            <a:xfrm>
              <a:off x="6634372" y="2940623"/>
              <a:ext cx="2178050" cy="1147763"/>
            </a:xfrm>
            <a:custGeom>
              <a:rect b="b" l="l" r="r" t="t"/>
              <a:pathLst>
                <a:path extrusionOk="0" h="459" w="765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>
              <a:gsLst>
                <a:gs pos="0">
                  <a:srgbClr val="9CDFF9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39" name="Google Shape;2239;p13"/>
            <p:cNvCxnSpPr/>
            <p:nvPr/>
          </p:nvCxnSpPr>
          <p:spPr>
            <a:xfrm flipH="1" rot="10800000">
              <a:off x="7464635" y="3294636"/>
              <a:ext cx="168275" cy="1206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0" name="Google Shape;2240;p13"/>
            <p:cNvCxnSpPr/>
            <p:nvPr/>
          </p:nvCxnSpPr>
          <p:spPr>
            <a:xfrm>
              <a:off x="7231272" y="3534348"/>
              <a:ext cx="0" cy="114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1" name="Google Shape;2241;p13"/>
            <p:cNvCxnSpPr/>
            <p:nvPr/>
          </p:nvCxnSpPr>
          <p:spPr>
            <a:xfrm flipH="1" rot="10800000">
              <a:off x="7464635" y="3391473"/>
              <a:ext cx="358775" cy="4000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2" name="Google Shape;2242;p13"/>
            <p:cNvCxnSpPr/>
            <p:nvPr/>
          </p:nvCxnSpPr>
          <p:spPr>
            <a:xfrm>
              <a:off x="7961522" y="3389886"/>
              <a:ext cx="0" cy="2714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3" name="Google Shape;2243;p13"/>
            <p:cNvCxnSpPr/>
            <p:nvPr/>
          </p:nvCxnSpPr>
          <p:spPr>
            <a:xfrm>
              <a:off x="7490035" y="3813748"/>
              <a:ext cx="25717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4" name="Google Shape;2244;p13"/>
            <p:cNvCxnSpPr/>
            <p:nvPr/>
          </p:nvCxnSpPr>
          <p:spPr>
            <a:xfrm>
              <a:off x="8245685" y="3801048"/>
              <a:ext cx="241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5" name="Google Shape;2245;p13"/>
            <p:cNvCxnSpPr/>
            <p:nvPr/>
          </p:nvCxnSpPr>
          <p:spPr>
            <a:xfrm>
              <a:off x="8510797" y="3797873"/>
              <a:ext cx="242888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2246" name="Google Shape;2246;p13"/>
            <p:cNvSpPr txBox="1"/>
            <p:nvPr/>
          </p:nvSpPr>
          <p:spPr>
            <a:xfrm>
              <a:off x="8207585" y="3191448"/>
              <a:ext cx="5524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ISP</a:t>
              </a:r>
              <a:endParaRPr/>
            </a:p>
          </p:txBody>
        </p:sp>
        <p:grpSp>
          <p:nvGrpSpPr>
            <p:cNvPr id="2247" name="Google Shape;2247;p13"/>
            <p:cNvGrpSpPr/>
            <p:nvPr/>
          </p:nvGrpSpPr>
          <p:grpSpPr>
            <a:xfrm>
              <a:off x="6972551" y="3193191"/>
              <a:ext cx="576221" cy="330754"/>
              <a:chOff x="7493876" y="2774731"/>
              <a:chExt cx="1481958" cy="894622"/>
            </a:xfrm>
          </p:grpSpPr>
          <p:sp>
            <p:nvSpPr>
              <p:cNvPr id="2248" name="Google Shape;2248;p13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249" name="Google Shape;2249;p13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250" name="Google Shape;2250;p13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251" name="Google Shape;2251;p13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52" name="Google Shape;2252;p13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53" name="Google Shape;2253;p13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54" name="Google Shape;2254;p13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255" name="Google Shape;2255;p13"/>
            <p:cNvGrpSpPr/>
            <p:nvPr/>
          </p:nvGrpSpPr>
          <p:grpSpPr>
            <a:xfrm>
              <a:off x="6955883" y="3598924"/>
              <a:ext cx="576221" cy="330754"/>
              <a:chOff x="7493876" y="2774731"/>
              <a:chExt cx="1481958" cy="894622"/>
            </a:xfrm>
          </p:grpSpPr>
          <p:sp>
            <p:nvSpPr>
              <p:cNvPr id="2256" name="Google Shape;2256;p13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257" name="Google Shape;2257;p13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258" name="Google Shape;2258;p13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259" name="Google Shape;2259;p13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60" name="Google Shape;2260;p13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61" name="Google Shape;2261;p13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62" name="Google Shape;2262;p13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263" name="Google Shape;2263;p13"/>
            <p:cNvGrpSpPr/>
            <p:nvPr/>
          </p:nvGrpSpPr>
          <p:grpSpPr>
            <a:xfrm>
              <a:off x="7720114" y="3593282"/>
              <a:ext cx="576221" cy="330754"/>
              <a:chOff x="7493876" y="2774731"/>
              <a:chExt cx="1481958" cy="894622"/>
            </a:xfrm>
          </p:grpSpPr>
          <p:sp>
            <p:nvSpPr>
              <p:cNvPr id="2264" name="Google Shape;2264;p13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265" name="Google Shape;2265;p13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266" name="Google Shape;2266;p13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267" name="Google Shape;2267;p13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68" name="Google Shape;2268;p13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69" name="Google Shape;2269;p13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70" name="Google Shape;2270;p13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271" name="Google Shape;2271;p13"/>
            <p:cNvGrpSpPr/>
            <p:nvPr/>
          </p:nvGrpSpPr>
          <p:grpSpPr>
            <a:xfrm>
              <a:off x="7618622" y="3082478"/>
              <a:ext cx="576221" cy="330754"/>
              <a:chOff x="7493876" y="2774731"/>
              <a:chExt cx="1481958" cy="894622"/>
            </a:xfrm>
          </p:grpSpPr>
          <p:sp>
            <p:nvSpPr>
              <p:cNvPr id="2272" name="Google Shape;2272;p13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273" name="Google Shape;2273;p13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274" name="Google Shape;2274;p13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275" name="Google Shape;2275;p13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76" name="Google Shape;2276;p13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77" name="Google Shape;2277;p13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78" name="Google Shape;2278;p13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2279" name="Google Shape;2279;p13"/>
          <p:cNvSpPr txBox="1"/>
          <p:nvPr>
            <p:ph type="title"/>
          </p:nvPr>
        </p:nvSpPr>
        <p:spPr>
          <a:xfrm>
            <a:off x="419100" y="273146"/>
            <a:ext cx="114300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b="0" lang="en-US" sz="4800"/>
              <a:t>Access networks: digital subscriber line (DSL)</a:t>
            </a:r>
            <a:endParaRPr b="0" sz="4800"/>
          </a:p>
        </p:txBody>
      </p:sp>
      <p:sp>
        <p:nvSpPr>
          <p:cNvPr id="2280" name="Google Shape;2280;p13"/>
          <p:cNvSpPr/>
          <p:nvPr/>
        </p:nvSpPr>
        <p:spPr>
          <a:xfrm>
            <a:off x="5902873" y="1444625"/>
            <a:ext cx="2216150" cy="1477963"/>
          </a:xfrm>
          <a:custGeom>
            <a:rect b="b" l="l" r="r" t="t"/>
            <a:pathLst>
              <a:path extrusionOk="0" h="931" w="1396">
                <a:moveTo>
                  <a:pt x="873" y="18"/>
                </a:moveTo>
                <a:cubicBezTo>
                  <a:pt x="787" y="32"/>
                  <a:pt x="625" y="55"/>
                  <a:pt x="526" y="89"/>
                </a:cubicBezTo>
                <a:cubicBezTo>
                  <a:pt x="426" y="122"/>
                  <a:pt x="346" y="184"/>
                  <a:pt x="278" y="216"/>
                </a:cubicBezTo>
                <a:cubicBezTo>
                  <a:pt x="210" y="248"/>
                  <a:pt x="159" y="236"/>
                  <a:pt x="118" y="283"/>
                </a:cubicBezTo>
                <a:cubicBezTo>
                  <a:pt x="77" y="330"/>
                  <a:pt x="46" y="416"/>
                  <a:pt x="30" y="497"/>
                </a:cubicBezTo>
                <a:cubicBezTo>
                  <a:pt x="14" y="578"/>
                  <a:pt x="0" y="714"/>
                  <a:pt x="24" y="768"/>
                </a:cubicBezTo>
                <a:cubicBezTo>
                  <a:pt x="49" y="821"/>
                  <a:pt x="112" y="796"/>
                  <a:pt x="178" y="818"/>
                </a:cubicBezTo>
                <a:cubicBezTo>
                  <a:pt x="244" y="840"/>
                  <a:pt x="318" y="886"/>
                  <a:pt x="421" y="902"/>
                </a:cubicBezTo>
                <a:cubicBezTo>
                  <a:pt x="524" y="918"/>
                  <a:pt x="681" y="916"/>
                  <a:pt x="793" y="916"/>
                </a:cubicBezTo>
                <a:cubicBezTo>
                  <a:pt x="905" y="916"/>
                  <a:pt x="1004" y="931"/>
                  <a:pt x="1095" y="902"/>
                </a:cubicBezTo>
                <a:cubicBezTo>
                  <a:pt x="1186" y="873"/>
                  <a:pt x="1291" y="813"/>
                  <a:pt x="1337" y="744"/>
                </a:cubicBezTo>
                <a:cubicBezTo>
                  <a:pt x="1383" y="675"/>
                  <a:pt x="1365" y="580"/>
                  <a:pt x="1372" y="487"/>
                </a:cubicBezTo>
                <a:cubicBezTo>
                  <a:pt x="1378" y="393"/>
                  <a:pt x="1396" y="256"/>
                  <a:pt x="1377" y="179"/>
                </a:cubicBezTo>
                <a:cubicBezTo>
                  <a:pt x="1358" y="102"/>
                  <a:pt x="1314" y="57"/>
                  <a:pt x="1259" y="28"/>
                </a:cubicBezTo>
                <a:cubicBezTo>
                  <a:pt x="1203" y="0"/>
                  <a:pt x="1110" y="7"/>
                  <a:pt x="1046" y="5"/>
                </a:cubicBezTo>
                <a:cubicBezTo>
                  <a:pt x="981" y="3"/>
                  <a:pt x="959" y="5"/>
                  <a:pt x="873" y="18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1" name="Google Shape;2281;p13"/>
          <p:cNvSpPr/>
          <p:nvPr/>
        </p:nvSpPr>
        <p:spPr>
          <a:xfrm>
            <a:off x="6902998" y="2151063"/>
            <a:ext cx="193675" cy="19367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2" name="Google Shape;2282;p13"/>
          <p:cNvSpPr/>
          <p:nvPr/>
        </p:nvSpPr>
        <p:spPr>
          <a:xfrm>
            <a:off x="7283998" y="1779588"/>
            <a:ext cx="193675" cy="19367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283" name="Google Shape;2283;p13"/>
          <p:cNvCxnSpPr/>
          <p:nvPr/>
        </p:nvCxnSpPr>
        <p:spPr>
          <a:xfrm flipH="1" rot="10800000">
            <a:off x="6990311" y="1920875"/>
            <a:ext cx="317500" cy="3365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4" name="Google Shape;2284;p13"/>
          <p:cNvCxnSpPr/>
          <p:nvPr/>
        </p:nvCxnSpPr>
        <p:spPr>
          <a:xfrm>
            <a:off x="7384011" y="1897063"/>
            <a:ext cx="400050" cy="5905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285" name="Google Shape;2285;p13"/>
          <p:cNvSpPr/>
          <p:nvPr/>
        </p:nvSpPr>
        <p:spPr>
          <a:xfrm>
            <a:off x="6182273" y="1900238"/>
            <a:ext cx="955675" cy="70008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6" name="Google Shape;2286;p13"/>
          <p:cNvSpPr txBox="1"/>
          <p:nvPr/>
        </p:nvSpPr>
        <p:spPr>
          <a:xfrm>
            <a:off x="5637761" y="1419225"/>
            <a:ext cx="1925637" cy="287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central office</a:t>
            </a:r>
            <a:endParaRPr/>
          </a:p>
        </p:txBody>
      </p:sp>
      <p:cxnSp>
        <p:nvCxnSpPr>
          <p:cNvPr id="2287" name="Google Shape;2287;p13"/>
          <p:cNvCxnSpPr/>
          <p:nvPr/>
        </p:nvCxnSpPr>
        <p:spPr>
          <a:xfrm>
            <a:off x="4288386" y="2306638"/>
            <a:ext cx="193833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8" name="Google Shape;2288;p13"/>
          <p:cNvSpPr txBox="1"/>
          <p:nvPr/>
        </p:nvSpPr>
        <p:spPr>
          <a:xfrm>
            <a:off x="7539586" y="1473200"/>
            <a:ext cx="1074737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telephone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</p:txBody>
      </p:sp>
      <p:grpSp>
        <p:nvGrpSpPr>
          <p:cNvPr id="2289" name="Google Shape;2289;p13"/>
          <p:cNvGrpSpPr/>
          <p:nvPr/>
        </p:nvGrpSpPr>
        <p:grpSpPr>
          <a:xfrm>
            <a:off x="6239423" y="2017713"/>
            <a:ext cx="368300" cy="519112"/>
            <a:chOff x="1852" y="2562"/>
            <a:chExt cx="355" cy="471"/>
          </a:xfrm>
        </p:grpSpPr>
        <p:sp>
          <p:nvSpPr>
            <p:cNvPr id="2290" name="Google Shape;2290;p13"/>
            <p:cNvSpPr/>
            <p:nvPr/>
          </p:nvSpPr>
          <p:spPr>
            <a:xfrm>
              <a:off x="1852" y="2621"/>
              <a:ext cx="318" cy="412"/>
            </a:xfrm>
            <a:custGeom>
              <a:rect b="b" l="l" r="r" t="t"/>
              <a:pathLst>
                <a:path extrusionOk="0" h="412" w="318">
                  <a:moveTo>
                    <a:pt x="0" y="412"/>
                  </a:moveTo>
                  <a:lnTo>
                    <a:pt x="3" y="1"/>
                  </a:lnTo>
                  <a:lnTo>
                    <a:pt x="74" y="0"/>
                  </a:lnTo>
                  <a:lnTo>
                    <a:pt x="254" y="111"/>
                  </a:lnTo>
                  <a:lnTo>
                    <a:pt x="318" y="115"/>
                  </a:lnTo>
                  <a:lnTo>
                    <a:pt x="318" y="308"/>
                  </a:lnTo>
                  <a:lnTo>
                    <a:pt x="246" y="308"/>
                  </a:lnTo>
                  <a:lnTo>
                    <a:pt x="74" y="412"/>
                  </a:lnTo>
                  <a:lnTo>
                    <a:pt x="0" y="412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1" name="Google Shape;2291;p13"/>
            <p:cNvSpPr/>
            <p:nvPr/>
          </p:nvSpPr>
          <p:spPr>
            <a:xfrm>
              <a:off x="1854" y="2562"/>
              <a:ext cx="353" cy="369"/>
            </a:xfrm>
            <a:custGeom>
              <a:rect b="b" l="l" r="r" t="t"/>
              <a:pathLst>
                <a:path extrusionOk="0" h="369" w="353">
                  <a:moveTo>
                    <a:pt x="0" y="59"/>
                  </a:moveTo>
                  <a:lnTo>
                    <a:pt x="32" y="0"/>
                  </a:lnTo>
                  <a:lnTo>
                    <a:pt x="105" y="0"/>
                  </a:lnTo>
                  <a:lnTo>
                    <a:pt x="276" y="113"/>
                  </a:lnTo>
                  <a:lnTo>
                    <a:pt x="353" y="113"/>
                  </a:lnTo>
                  <a:lnTo>
                    <a:pt x="353" y="315"/>
                  </a:lnTo>
                  <a:lnTo>
                    <a:pt x="318" y="369"/>
                  </a:lnTo>
                  <a:lnTo>
                    <a:pt x="315" y="173"/>
                  </a:lnTo>
                  <a:lnTo>
                    <a:pt x="254" y="173"/>
                  </a:lnTo>
                  <a:lnTo>
                    <a:pt x="75" y="6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92" name="Google Shape;2292;p13"/>
            <p:cNvCxnSpPr/>
            <p:nvPr/>
          </p:nvCxnSpPr>
          <p:spPr>
            <a:xfrm flipH="1">
              <a:off x="2167" y="2674"/>
              <a:ext cx="34" cy="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93" name="Google Shape;2293;p13"/>
            <p:cNvCxnSpPr/>
            <p:nvPr/>
          </p:nvCxnSpPr>
          <p:spPr>
            <a:xfrm>
              <a:off x="1880" y="2830"/>
              <a:ext cx="26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94" name="Google Shape;2294;p13"/>
            <p:cNvSpPr/>
            <p:nvPr/>
          </p:nvSpPr>
          <p:spPr>
            <a:xfrm>
              <a:off x="1874" y="2670"/>
              <a:ext cx="264" cy="105"/>
            </a:xfrm>
            <a:custGeom>
              <a:rect b="b" l="l" r="r" t="t"/>
              <a:pathLst>
                <a:path extrusionOk="0" h="105" w="264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5" name="Google Shape;2295;p13"/>
            <p:cNvSpPr/>
            <p:nvPr/>
          </p:nvSpPr>
          <p:spPr>
            <a:xfrm flipH="1" rot="10800000">
              <a:off x="1874" y="2884"/>
              <a:ext cx="264" cy="105"/>
            </a:xfrm>
            <a:custGeom>
              <a:rect b="b" l="l" r="r" t="t"/>
              <a:pathLst>
                <a:path extrusionOk="0" h="105" w="264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6" name="Google Shape;2296;p13"/>
          <p:cNvSpPr txBox="1"/>
          <p:nvPr/>
        </p:nvSpPr>
        <p:spPr>
          <a:xfrm>
            <a:off x="5918748" y="2562225"/>
            <a:ext cx="95091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DSLAM</a:t>
            </a:r>
            <a:endParaRPr/>
          </a:p>
        </p:txBody>
      </p:sp>
      <p:grpSp>
        <p:nvGrpSpPr>
          <p:cNvPr id="2297" name="Google Shape;2297;p13"/>
          <p:cNvGrpSpPr/>
          <p:nvPr/>
        </p:nvGrpSpPr>
        <p:grpSpPr>
          <a:xfrm>
            <a:off x="4980536" y="1304925"/>
            <a:ext cx="796925" cy="658813"/>
            <a:chOff x="1671" y="1861"/>
            <a:chExt cx="502" cy="415"/>
          </a:xfrm>
        </p:grpSpPr>
        <p:sp>
          <p:nvSpPr>
            <p:cNvPr id="2298" name="Google Shape;2298;p13"/>
            <p:cNvSpPr/>
            <p:nvPr/>
          </p:nvSpPr>
          <p:spPr>
            <a:xfrm>
              <a:off x="1742" y="1966"/>
              <a:ext cx="360" cy="31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9" name="Google Shape;2299;p13"/>
            <p:cNvSpPr/>
            <p:nvPr/>
          </p:nvSpPr>
          <p:spPr>
            <a:xfrm>
              <a:off x="1671" y="1861"/>
              <a:ext cx="502" cy="129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00" name="Google Shape;2300;p13"/>
          <p:cNvSpPr/>
          <p:nvPr/>
        </p:nvSpPr>
        <p:spPr>
          <a:xfrm>
            <a:off x="5583786" y="1893888"/>
            <a:ext cx="674687" cy="239712"/>
          </a:xfrm>
          <a:custGeom>
            <a:rect b="b" l="l" r="r" t="t"/>
            <a:pathLst>
              <a:path extrusionOk="0" h="151" w="425">
                <a:moveTo>
                  <a:pt x="0" y="0"/>
                </a:moveTo>
                <a:lnTo>
                  <a:pt x="0" y="151"/>
                </a:lnTo>
                <a:lnTo>
                  <a:pt x="425" y="151"/>
                </a:lnTo>
              </a:path>
            </a:pathLst>
          </a:cu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1" name="Google Shape;2301;p13"/>
          <p:cNvCxnSpPr/>
          <p:nvPr/>
        </p:nvCxnSpPr>
        <p:spPr>
          <a:xfrm>
            <a:off x="6612486" y="2259013"/>
            <a:ext cx="3778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02" name="Google Shape;2302;p13"/>
          <p:cNvSpPr/>
          <p:nvPr/>
        </p:nvSpPr>
        <p:spPr>
          <a:xfrm>
            <a:off x="6612486" y="2327275"/>
            <a:ext cx="463550" cy="1009650"/>
          </a:xfrm>
          <a:custGeom>
            <a:rect b="b" l="l" r="r" t="t"/>
            <a:pathLst>
              <a:path extrusionOk="0" h="636" w="292">
                <a:moveTo>
                  <a:pt x="0" y="0"/>
                </a:moveTo>
                <a:lnTo>
                  <a:pt x="130" y="0"/>
                </a:lnTo>
                <a:lnTo>
                  <a:pt x="130" y="636"/>
                </a:lnTo>
                <a:lnTo>
                  <a:pt x="292" y="636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03" name="Google Shape;2303;p13"/>
          <p:cNvGrpSpPr/>
          <p:nvPr/>
        </p:nvGrpSpPr>
        <p:grpSpPr>
          <a:xfrm>
            <a:off x="2375448" y="2384425"/>
            <a:ext cx="3117850" cy="1611313"/>
            <a:chOff x="490" y="1538"/>
            <a:chExt cx="1964" cy="1015"/>
          </a:xfrm>
        </p:grpSpPr>
        <p:sp>
          <p:nvSpPr>
            <p:cNvPr id="2304" name="Google Shape;2304;p13"/>
            <p:cNvSpPr txBox="1"/>
            <p:nvPr/>
          </p:nvSpPr>
          <p:spPr>
            <a:xfrm>
              <a:off x="490" y="2102"/>
              <a:ext cx="1809" cy="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voice, data transmitted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at different frequencies over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dedicated </a:t>
              </a: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line to central office</a:t>
              </a:r>
              <a:endParaRPr/>
            </a:p>
          </p:txBody>
        </p:sp>
        <p:cxnSp>
          <p:nvCxnSpPr>
            <p:cNvPr id="2305" name="Google Shape;2305;p13"/>
            <p:cNvCxnSpPr/>
            <p:nvPr/>
          </p:nvCxnSpPr>
          <p:spPr>
            <a:xfrm flipH="1" rot="10800000">
              <a:off x="2093" y="1538"/>
              <a:ext cx="361" cy="584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06" name="Google Shape;2306;p13"/>
          <p:cNvSpPr/>
          <p:nvPr/>
        </p:nvSpPr>
        <p:spPr>
          <a:xfrm>
            <a:off x="1010672" y="4004660"/>
            <a:ext cx="10515599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04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19075" lvl="1" marL="738188" marR="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existing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telephone line to central office DSLAM</a:t>
            </a:r>
            <a:endParaRPr/>
          </a:p>
          <a:p>
            <a:pPr indent="-233362" lvl="2" marL="1147763" marR="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over DSL phone line goes to Internet</a:t>
            </a:r>
            <a:endParaRPr/>
          </a:p>
          <a:p>
            <a:pPr indent="-233362" lvl="2" marL="1147763" marR="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voice over DSL phone line goes to telephone net</a:t>
            </a:r>
            <a:endParaRPr/>
          </a:p>
          <a:p>
            <a:pPr indent="-219075" lvl="1" marL="738188" marR="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24-52 Mbps dedicated downstream transmission rate </a:t>
            </a:r>
            <a:endParaRPr/>
          </a:p>
          <a:p>
            <a:pPr indent="-219075" lvl="1" marL="738188" marR="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3.5-16 Mbps dedicated upstream transmission rate</a:t>
            </a:r>
            <a:endParaRPr/>
          </a:p>
        </p:txBody>
      </p:sp>
      <p:sp>
        <p:nvSpPr>
          <p:cNvPr id="2307" name="Google Shape;2307;p13"/>
          <p:cNvSpPr/>
          <p:nvPr/>
        </p:nvSpPr>
        <p:spPr>
          <a:xfrm>
            <a:off x="2835823" y="1757363"/>
            <a:ext cx="1978025" cy="139541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08" name="Google Shape;2308;p13"/>
          <p:cNvCxnSpPr/>
          <p:nvPr/>
        </p:nvCxnSpPr>
        <p:spPr>
          <a:xfrm flipH="1" rot="10800000">
            <a:off x="3321598" y="2308225"/>
            <a:ext cx="365125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09" name="Google Shape;2309;p13"/>
          <p:cNvSpPr txBox="1"/>
          <p:nvPr/>
        </p:nvSpPr>
        <p:spPr>
          <a:xfrm>
            <a:off x="3583536" y="2414588"/>
            <a:ext cx="7747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DSL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modem</a:t>
            </a:r>
            <a:endParaRPr/>
          </a:p>
        </p:txBody>
      </p:sp>
      <p:sp>
        <p:nvSpPr>
          <p:cNvPr id="2310" name="Google Shape;2310;p13"/>
          <p:cNvSpPr txBox="1"/>
          <p:nvPr/>
        </p:nvSpPr>
        <p:spPr>
          <a:xfrm>
            <a:off x="4261398" y="2438400"/>
            <a:ext cx="706438" cy="261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splitter</a:t>
            </a:r>
            <a:endParaRPr/>
          </a:p>
        </p:txBody>
      </p:sp>
      <p:grpSp>
        <p:nvGrpSpPr>
          <p:cNvPr id="2311" name="Google Shape;2311;p13"/>
          <p:cNvGrpSpPr/>
          <p:nvPr/>
        </p:nvGrpSpPr>
        <p:grpSpPr>
          <a:xfrm>
            <a:off x="3677198" y="2195513"/>
            <a:ext cx="614363" cy="220662"/>
            <a:chOff x="322" y="890"/>
            <a:chExt cx="872" cy="339"/>
          </a:xfrm>
        </p:grpSpPr>
        <p:sp>
          <p:nvSpPr>
            <p:cNvPr id="2312" name="Google Shape;2312;p13"/>
            <p:cNvSpPr/>
            <p:nvPr/>
          </p:nvSpPr>
          <p:spPr>
            <a:xfrm>
              <a:off x="322" y="1005"/>
              <a:ext cx="872" cy="224"/>
            </a:xfrm>
            <a:prstGeom prst="rect">
              <a:avLst/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3" name="Google Shape;2313;p13"/>
            <p:cNvSpPr/>
            <p:nvPr/>
          </p:nvSpPr>
          <p:spPr>
            <a:xfrm>
              <a:off x="394" y="1073"/>
              <a:ext cx="54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4" name="Google Shape;2314;p13"/>
            <p:cNvSpPr/>
            <p:nvPr/>
          </p:nvSpPr>
          <p:spPr>
            <a:xfrm>
              <a:off x="466" y="1073"/>
              <a:ext cx="56" cy="56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5" name="Google Shape;2315;p13"/>
            <p:cNvSpPr/>
            <p:nvPr/>
          </p:nvSpPr>
          <p:spPr>
            <a:xfrm>
              <a:off x="541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6" name="Google Shape;2316;p13"/>
            <p:cNvSpPr/>
            <p:nvPr/>
          </p:nvSpPr>
          <p:spPr>
            <a:xfrm>
              <a:off x="615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7" name="Google Shape;2317;p13"/>
            <p:cNvSpPr/>
            <p:nvPr/>
          </p:nvSpPr>
          <p:spPr>
            <a:xfrm flipH="1" rot="10800000">
              <a:off x="322" y="890"/>
              <a:ext cx="859" cy="11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8D8D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18" name="Google Shape;2318;p13"/>
          <p:cNvSpPr/>
          <p:nvPr/>
        </p:nvSpPr>
        <p:spPr>
          <a:xfrm>
            <a:off x="2553248" y="1346200"/>
            <a:ext cx="2498725" cy="468313"/>
          </a:xfrm>
          <a:prstGeom prst="triangle">
            <a:avLst>
              <a:gd fmla="val 50000" name="adj"/>
            </a:avLst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9" name="Google Shape;2319;p13"/>
          <p:cNvSpPr/>
          <p:nvPr/>
        </p:nvSpPr>
        <p:spPr>
          <a:xfrm>
            <a:off x="4531273" y="2246313"/>
            <a:ext cx="166688" cy="144462"/>
          </a:xfrm>
          <a:prstGeom prst="rect">
            <a:avLst/>
          </a:prstGeom>
          <a:solidFill>
            <a:srgbClr val="0000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0" name="Google Shape;2320;p13"/>
          <p:cNvSpPr/>
          <p:nvPr/>
        </p:nvSpPr>
        <p:spPr>
          <a:xfrm>
            <a:off x="4007398" y="1801813"/>
            <a:ext cx="604838" cy="434975"/>
          </a:xfrm>
          <a:custGeom>
            <a:rect b="b" l="l" r="r" t="t"/>
            <a:pathLst>
              <a:path extrusionOk="0" h="274" w="381">
                <a:moveTo>
                  <a:pt x="381" y="274"/>
                </a:moveTo>
                <a:lnTo>
                  <a:pt x="381" y="130"/>
                </a:ln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1" name="Google Shape;232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7673" y="1598613"/>
            <a:ext cx="490538" cy="3698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22" name="Google Shape;2322;p13"/>
          <p:cNvCxnSpPr/>
          <p:nvPr/>
        </p:nvCxnSpPr>
        <p:spPr>
          <a:xfrm rot="10800000">
            <a:off x="4294736" y="2308225"/>
            <a:ext cx="23971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3" name="Google Shape;2323;p13"/>
          <p:cNvSpPr/>
          <p:nvPr/>
        </p:nvSpPr>
        <p:spPr>
          <a:xfrm>
            <a:off x="6042573" y="1646238"/>
            <a:ext cx="1206500" cy="261937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24" name="Google Shape;2324;p13"/>
          <p:cNvGrpSpPr/>
          <p:nvPr/>
        </p:nvGrpSpPr>
        <p:grpSpPr>
          <a:xfrm>
            <a:off x="5275811" y="2809875"/>
            <a:ext cx="1323975" cy="1174750"/>
            <a:chOff x="2317" y="1806"/>
            <a:chExt cx="834" cy="740"/>
          </a:xfrm>
        </p:grpSpPr>
        <p:cxnSp>
          <p:nvCxnSpPr>
            <p:cNvPr id="2325" name="Google Shape;2325;p13"/>
            <p:cNvCxnSpPr/>
            <p:nvPr/>
          </p:nvCxnSpPr>
          <p:spPr>
            <a:xfrm flipH="1" rot="10800000">
              <a:off x="2671" y="1806"/>
              <a:ext cx="268" cy="433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26" name="Google Shape;2326;p13"/>
            <p:cNvSpPr txBox="1"/>
            <p:nvPr/>
          </p:nvSpPr>
          <p:spPr>
            <a:xfrm>
              <a:off x="2317" y="2226"/>
              <a:ext cx="834" cy="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DSL access 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multiplexer</a:t>
              </a:r>
              <a:endParaRPr/>
            </a:p>
          </p:txBody>
        </p:sp>
      </p:grpSp>
      <p:grpSp>
        <p:nvGrpSpPr>
          <p:cNvPr id="2327" name="Google Shape;2327;p13"/>
          <p:cNvGrpSpPr/>
          <p:nvPr/>
        </p:nvGrpSpPr>
        <p:grpSpPr>
          <a:xfrm>
            <a:off x="2740573" y="1985963"/>
            <a:ext cx="642938" cy="644525"/>
            <a:chOff x="-44" y="1473"/>
            <a:chExt cx="981" cy="1105"/>
          </a:xfrm>
        </p:grpSpPr>
        <p:pic>
          <p:nvPicPr>
            <p:cNvPr descr="desktop_computer_stylized_medium" id="2328" name="Google Shape;2328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29" name="Google Shape;2329;p1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4" name="Shape 2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5" name="Google Shape;2335;p14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b="0" lang="en-US" sz="5400"/>
              <a:t>Access networks: home networks</a:t>
            </a:r>
            <a:endParaRPr b="0" sz="5400"/>
          </a:p>
        </p:txBody>
      </p:sp>
      <p:sp>
        <p:nvSpPr>
          <p:cNvPr id="2336" name="Google Shape;2336;p14"/>
          <p:cNvSpPr/>
          <p:nvPr/>
        </p:nvSpPr>
        <p:spPr>
          <a:xfrm>
            <a:off x="2624905" y="1540065"/>
            <a:ext cx="5649912" cy="768350"/>
          </a:xfrm>
          <a:prstGeom prst="triangle">
            <a:avLst>
              <a:gd fmla="val 50000" name="adj"/>
            </a:avLst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7" name="Google Shape;2337;p14"/>
          <p:cNvSpPr txBox="1"/>
          <p:nvPr/>
        </p:nvSpPr>
        <p:spPr>
          <a:xfrm>
            <a:off x="8542942" y="3493569"/>
            <a:ext cx="2897188" cy="722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to/from headend or central office</a:t>
            </a:r>
            <a:endParaRPr/>
          </a:p>
        </p:txBody>
      </p:sp>
      <p:sp>
        <p:nvSpPr>
          <p:cNvPr id="2338" name="Google Shape;2338;p14"/>
          <p:cNvSpPr/>
          <p:nvPr/>
        </p:nvSpPr>
        <p:spPr>
          <a:xfrm>
            <a:off x="3059880" y="2294128"/>
            <a:ext cx="4781550" cy="2662237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39" name="Google Shape;2339;p14"/>
          <p:cNvGrpSpPr/>
          <p:nvPr/>
        </p:nvGrpSpPr>
        <p:grpSpPr>
          <a:xfrm>
            <a:off x="6158680" y="3633978"/>
            <a:ext cx="3000375" cy="361950"/>
            <a:chOff x="2434" y="2109"/>
            <a:chExt cx="1890" cy="228"/>
          </a:xfrm>
        </p:grpSpPr>
        <p:grpSp>
          <p:nvGrpSpPr>
            <p:cNvPr id="2340" name="Google Shape;2340;p14"/>
            <p:cNvGrpSpPr/>
            <p:nvPr/>
          </p:nvGrpSpPr>
          <p:grpSpPr>
            <a:xfrm>
              <a:off x="2722" y="2109"/>
              <a:ext cx="642" cy="228"/>
              <a:chOff x="322" y="890"/>
              <a:chExt cx="872" cy="339"/>
            </a:xfrm>
          </p:grpSpPr>
          <p:sp>
            <p:nvSpPr>
              <p:cNvPr id="2341" name="Google Shape;2341;p14"/>
              <p:cNvSpPr/>
              <p:nvPr/>
            </p:nvSpPr>
            <p:spPr>
              <a:xfrm>
                <a:off x="323" y="1004"/>
                <a:ext cx="871" cy="225"/>
              </a:xfrm>
              <a:prstGeom prst="rect">
                <a:avLst/>
              </a:prstGeom>
              <a:solidFill>
                <a:srgbClr val="BFBFB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2" name="Google Shape;2342;p14"/>
              <p:cNvSpPr/>
              <p:nvPr/>
            </p:nvSpPr>
            <p:spPr>
              <a:xfrm>
                <a:off x="393" y="1073"/>
                <a:ext cx="57" cy="57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3" name="Google Shape;2343;p14"/>
              <p:cNvSpPr/>
              <p:nvPr/>
            </p:nvSpPr>
            <p:spPr>
              <a:xfrm>
                <a:off x="467" y="1073"/>
                <a:ext cx="56" cy="57"/>
              </a:xfrm>
              <a:prstGeom prst="rect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4" name="Google Shape;2344;p14"/>
              <p:cNvSpPr/>
              <p:nvPr/>
            </p:nvSpPr>
            <p:spPr>
              <a:xfrm>
                <a:off x="541" y="1071"/>
                <a:ext cx="56" cy="5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5" name="Google Shape;2345;p14"/>
              <p:cNvSpPr/>
              <p:nvPr/>
            </p:nvSpPr>
            <p:spPr>
              <a:xfrm>
                <a:off x="615" y="1071"/>
                <a:ext cx="56" cy="5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6" name="Google Shape;2346;p14"/>
              <p:cNvSpPr/>
              <p:nvPr/>
            </p:nvSpPr>
            <p:spPr>
              <a:xfrm flipH="1" rot="10800000">
                <a:off x="322" y="890"/>
                <a:ext cx="859" cy="110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347" name="Google Shape;2347;p14"/>
            <p:cNvCxnSpPr/>
            <p:nvPr/>
          </p:nvCxnSpPr>
          <p:spPr>
            <a:xfrm rot="10800000">
              <a:off x="3361" y="2258"/>
              <a:ext cx="963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48" name="Google Shape;2348;p14"/>
            <p:cNvCxnSpPr/>
            <p:nvPr/>
          </p:nvCxnSpPr>
          <p:spPr>
            <a:xfrm rot="10800000">
              <a:off x="2434" y="2261"/>
              <a:ext cx="288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349" name="Google Shape;2349;p14"/>
          <p:cNvCxnSpPr/>
          <p:nvPr/>
        </p:nvCxnSpPr>
        <p:spPr>
          <a:xfrm rot="10800000">
            <a:off x="4306067" y="3845115"/>
            <a:ext cx="822325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50" name="Google Shape;2350;p14"/>
          <p:cNvGrpSpPr/>
          <p:nvPr/>
        </p:nvGrpSpPr>
        <p:grpSpPr>
          <a:xfrm>
            <a:off x="3685355" y="3265678"/>
            <a:ext cx="1068387" cy="820737"/>
            <a:chOff x="2967" y="478"/>
            <a:chExt cx="788" cy="625"/>
          </a:xfrm>
        </p:grpSpPr>
        <p:pic>
          <p:nvPicPr>
            <p:cNvPr descr="access_point_stylized_small" id="2351" name="Google Shape;2351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352" name="Google Shape;2352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353" name="Google Shape;2353;p14"/>
          <p:cNvCxnSpPr/>
          <p:nvPr/>
        </p:nvCxnSpPr>
        <p:spPr>
          <a:xfrm rot="10800000">
            <a:off x="5632155" y="3109101"/>
            <a:ext cx="0" cy="46831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54" name="Google Shape;2354;p14"/>
          <p:cNvGrpSpPr/>
          <p:nvPr/>
        </p:nvGrpSpPr>
        <p:grpSpPr>
          <a:xfrm>
            <a:off x="7196905" y="4084827"/>
            <a:ext cx="2527300" cy="1298574"/>
            <a:chOff x="3355" y="2333"/>
            <a:chExt cx="1592" cy="818"/>
          </a:xfrm>
        </p:grpSpPr>
        <p:sp>
          <p:nvSpPr>
            <p:cNvPr id="2355" name="Google Shape;2355;p14"/>
            <p:cNvSpPr txBox="1"/>
            <p:nvPr/>
          </p:nvSpPr>
          <p:spPr>
            <a:xfrm>
              <a:off x="3355" y="2934"/>
              <a:ext cx="1592" cy="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cable or DSL modem</a:t>
              </a:r>
              <a:endParaRPr/>
            </a:p>
          </p:txBody>
        </p:sp>
        <p:cxnSp>
          <p:nvCxnSpPr>
            <p:cNvPr id="2356" name="Google Shape;2356;p14"/>
            <p:cNvCxnSpPr/>
            <p:nvPr/>
          </p:nvCxnSpPr>
          <p:spPr>
            <a:xfrm>
              <a:off x="3449" y="2333"/>
              <a:ext cx="0" cy="590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357" name="Google Shape;2357;p14"/>
          <p:cNvGrpSpPr/>
          <p:nvPr/>
        </p:nvGrpSpPr>
        <p:grpSpPr>
          <a:xfrm>
            <a:off x="5931667" y="4076891"/>
            <a:ext cx="2593975" cy="1811338"/>
            <a:chOff x="2558" y="2328"/>
            <a:chExt cx="1634" cy="1141"/>
          </a:xfrm>
        </p:grpSpPr>
        <p:sp>
          <p:nvSpPr>
            <p:cNvPr id="2358" name="Google Shape;2358;p14"/>
            <p:cNvSpPr txBox="1"/>
            <p:nvPr/>
          </p:nvSpPr>
          <p:spPr>
            <a:xfrm>
              <a:off x="2558" y="3252"/>
              <a:ext cx="1634" cy="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router, firewall, NAT</a:t>
              </a:r>
              <a:endParaRPr/>
            </a:p>
          </p:txBody>
        </p:sp>
        <p:cxnSp>
          <p:nvCxnSpPr>
            <p:cNvPr id="2359" name="Google Shape;2359;p14"/>
            <p:cNvCxnSpPr/>
            <p:nvPr/>
          </p:nvCxnSpPr>
          <p:spPr>
            <a:xfrm>
              <a:off x="2645" y="2328"/>
              <a:ext cx="0" cy="938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360" name="Google Shape;2360;p14"/>
          <p:cNvGrpSpPr/>
          <p:nvPr/>
        </p:nvGrpSpPr>
        <p:grpSpPr>
          <a:xfrm>
            <a:off x="5476055" y="4957952"/>
            <a:ext cx="2927350" cy="1425205"/>
            <a:chOff x="2062" y="2532"/>
            <a:chExt cx="1844" cy="1239"/>
          </a:xfrm>
        </p:grpSpPr>
        <p:cxnSp>
          <p:nvCxnSpPr>
            <p:cNvPr id="2361" name="Google Shape;2361;p14"/>
            <p:cNvCxnSpPr/>
            <p:nvPr/>
          </p:nvCxnSpPr>
          <p:spPr>
            <a:xfrm>
              <a:off x="2064" y="2532"/>
              <a:ext cx="0" cy="938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62" name="Google Shape;2362;p14"/>
            <p:cNvSpPr txBox="1"/>
            <p:nvPr/>
          </p:nvSpPr>
          <p:spPr>
            <a:xfrm>
              <a:off x="2062" y="3471"/>
              <a:ext cx="1844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wired Ethernet (1 Gbps)</a:t>
              </a:r>
              <a:endParaRPr/>
            </a:p>
          </p:txBody>
        </p:sp>
      </p:grpSp>
      <p:grpSp>
        <p:nvGrpSpPr>
          <p:cNvPr id="2363" name="Google Shape;2363;p14"/>
          <p:cNvGrpSpPr/>
          <p:nvPr/>
        </p:nvGrpSpPr>
        <p:grpSpPr>
          <a:xfrm>
            <a:off x="1907355" y="4107051"/>
            <a:ext cx="2354262" cy="2103436"/>
            <a:chOff x="23" y="2347"/>
            <a:chExt cx="1483" cy="1325"/>
          </a:xfrm>
        </p:grpSpPr>
        <p:cxnSp>
          <p:nvCxnSpPr>
            <p:cNvPr id="2364" name="Google Shape;2364;p14"/>
            <p:cNvCxnSpPr/>
            <p:nvPr/>
          </p:nvCxnSpPr>
          <p:spPr>
            <a:xfrm>
              <a:off x="1360" y="2347"/>
              <a:ext cx="0" cy="938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65" name="Google Shape;2365;p14"/>
            <p:cNvSpPr txBox="1"/>
            <p:nvPr/>
          </p:nvSpPr>
          <p:spPr>
            <a:xfrm>
              <a:off x="23" y="3300"/>
              <a:ext cx="1483" cy="3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WiFi wireless access 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point (54, 450 Mbps)</a:t>
              </a:r>
              <a:endParaRPr/>
            </a:p>
          </p:txBody>
        </p:sp>
      </p:grpSp>
      <p:sp>
        <p:nvSpPr>
          <p:cNvPr id="2366" name="Google Shape;2366;p14"/>
          <p:cNvSpPr txBox="1"/>
          <p:nvPr/>
        </p:nvSpPr>
        <p:spPr>
          <a:xfrm>
            <a:off x="2285961" y="1599824"/>
            <a:ext cx="2569871" cy="757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Wireless and wired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devices</a:t>
            </a:r>
            <a:endParaRPr/>
          </a:p>
        </p:txBody>
      </p:sp>
      <p:grpSp>
        <p:nvGrpSpPr>
          <p:cNvPr id="2367" name="Google Shape;2367;p14"/>
          <p:cNvGrpSpPr/>
          <p:nvPr/>
        </p:nvGrpSpPr>
        <p:grpSpPr>
          <a:xfrm>
            <a:off x="3255142" y="2335403"/>
            <a:ext cx="733425" cy="758825"/>
            <a:chOff x="2751" y="1851"/>
            <a:chExt cx="462" cy="478"/>
          </a:xfrm>
        </p:grpSpPr>
        <p:pic>
          <p:nvPicPr>
            <p:cNvPr descr="iphone_stylized_small" id="2368" name="Google Shape;2368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369" name="Google Shape;2369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370" name="Google Shape;2370;p14"/>
          <p:cNvCxnSpPr/>
          <p:nvPr/>
        </p:nvCxnSpPr>
        <p:spPr>
          <a:xfrm>
            <a:off x="5632155" y="4054099"/>
            <a:ext cx="2" cy="225129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71" name="Google Shape;2371;p14"/>
          <p:cNvSpPr/>
          <p:nvPr/>
        </p:nvSpPr>
        <p:spPr>
          <a:xfrm>
            <a:off x="3151955" y="3382613"/>
            <a:ext cx="4895850" cy="81017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72" name="Google Shape;2372;p14"/>
          <p:cNvGrpSpPr/>
          <p:nvPr/>
        </p:nvGrpSpPr>
        <p:grpSpPr>
          <a:xfrm>
            <a:off x="1907354" y="3913382"/>
            <a:ext cx="1730376" cy="774701"/>
            <a:chOff x="23" y="2225"/>
            <a:chExt cx="1090" cy="488"/>
          </a:xfrm>
        </p:grpSpPr>
        <p:sp>
          <p:nvSpPr>
            <p:cNvPr id="2373" name="Google Shape;2373;p14"/>
            <p:cNvSpPr txBox="1"/>
            <p:nvPr/>
          </p:nvSpPr>
          <p:spPr>
            <a:xfrm>
              <a:off x="23" y="2357"/>
              <a:ext cx="1090" cy="3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often combined 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in single box</a:t>
              </a:r>
              <a:endParaRPr/>
            </a:p>
          </p:txBody>
        </p:sp>
        <p:cxnSp>
          <p:nvCxnSpPr>
            <p:cNvPr id="2374" name="Google Shape;2374;p14"/>
            <p:cNvCxnSpPr/>
            <p:nvPr/>
          </p:nvCxnSpPr>
          <p:spPr>
            <a:xfrm flipH="1" rot="10800000">
              <a:off x="590" y="2225"/>
              <a:ext cx="238" cy="1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375" name="Google Shape;2375;p14"/>
          <p:cNvGrpSpPr/>
          <p:nvPr/>
        </p:nvGrpSpPr>
        <p:grpSpPr>
          <a:xfrm>
            <a:off x="4250505" y="1948053"/>
            <a:ext cx="954087" cy="1041126"/>
            <a:chOff x="877" y="1008"/>
            <a:chExt cx="2747" cy="2626"/>
          </a:xfrm>
        </p:grpSpPr>
        <p:pic>
          <p:nvPicPr>
            <p:cNvPr descr="antenna_stylized" id="2376" name="Google Shape;2376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2377" name="Google Shape;2377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78" name="Google Shape;2378;p14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2379" name="Google Shape;2379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80" name="Google Shape;2380;p14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1" name="Google Shape;2381;p14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2" name="Google Shape;2382;p14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3" name="Google Shape;2383;p14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4" name="Google Shape;2384;p14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5" name="Google Shape;2385;p14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86" name="Google Shape;2386;p14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2387" name="Google Shape;2387;p14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8" name="Google Shape;2388;p14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9" name="Google Shape;2389;p14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0" name="Google Shape;2390;p14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1" name="Google Shape;2391;p14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2" name="Google Shape;2392;p14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93" name="Google Shape;2393;p14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4" name="Google Shape;2394;p14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5" name="Google Shape;2395;p14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6" name="Google Shape;2396;p14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7" name="Google Shape;2397;p14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8" name="Google Shape;2398;p14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99" name="Google Shape;2399;p14"/>
          <p:cNvGrpSpPr/>
          <p:nvPr/>
        </p:nvGrpSpPr>
        <p:grpSpPr>
          <a:xfrm>
            <a:off x="5020442" y="2413190"/>
            <a:ext cx="1123950" cy="862013"/>
            <a:chOff x="-44" y="1473"/>
            <a:chExt cx="981" cy="1105"/>
          </a:xfrm>
        </p:grpSpPr>
        <p:pic>
          <p:nvPicPr>
            <p:cNvPr descr="desktop_computer_stylized_medium" id="2400" name="Google Shape;2400;p1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01" name="Google Shape;2401;p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02" name="Google Shape;2402;p14"/>
          <p:cNvGrpSpPr/>
          <p:nvPr/>
        </p:nvGrpSpPr>
        <p:grpSpPr>
          <a:xfrm>
            <a:off x="4961705" y="4219765"/>
            <a:ext cx="849312" cy="712788"/>
            <a:chOff x="-44" y="1473"/>
            <a:chExt cx="981" cy="1105"/>
          </a:xfrm>
        </p:grpSpPr>
        <p:pic>
          <p:nvPicPr>
            <p:cNvPr descr="desktop_computer_stylized_medium" id="2403" name="Google Shape;2403;p1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04" name="Google Shape;2404;p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05" name="Google Shape;2405;p14"/>
          <p:cNvGrpSpPr/>
          <p:nvPr/>
        </p:nvGrpSpPr>
        <p:grpSpPr>
          <a:xfrm>
            <a:off x="6357117" y="2089340"/>
            <a:ext cx="958850" cy="1276350"/>
            <a:chOff x="5806938" y="3011924"/>
            <a:chExt cx="347997" cy="396620"/>
          </a:xfrm>
        </p:grpSpPr>
        <p:pic>
          <p:nvPicPr>
            <p:cNvPr descr="fridge2.png" id="2406" name="Google Shape;2406;p1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906702" y="3071517"/>
              <a:ext cx="189578" cy="3370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407" name="Google Shape;2407;p1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806938" y="3011924"/>
              <a:ext cx="347997" cy="1675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08" name="Google Shape;2408;p14"/>
          <p:cNvGrpSpPr/>
          <p:nvPr/>
        </p:nvGrpSpPr>
        <p:grpSpPr>
          <a:xfrm>
            <a:off x="5059243" y="3529374"/>
            <a:ext cx="1192203" cy="583857"/>
            <a:chOff x="7493876" y="2774731"/>
            <a:chExt cx="1481958" cy="894622"/>
          </a:xfrm>
        </p:grpSpPr>
        <p:sp>
          <p:nvSpPr>
            <p:cNvPr id="2409" name="Google Shape;2409;p1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410" name="Google Shape;2410;p1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411" name="Google Shape;2411;p1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412" name="Google Shape;2412;p1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3" name="Google Shape;2413;p1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4" name="Google Shape;2414;p1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5" name="Google Shape;2415;p1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0" name="Shape 2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1" name="Google Shape;2421;p15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b="0" lang="en-US" sz="5400"/>
              <a:t>Wireless access networks</a:t>
            </a:r>
            <a:endParaRPr b="0" sz="5400"/>
          </a:p>
        </p:txBody>
      </p:sp>
      <p:sp>
        <p:nvSpPr>
          <p:cNvPr id="2422" name="Google Shape;2422;p15"/>
          <p:cNvSpPr txBox="1"/>
          <p:nvPr/>
        </p:nvSpPr>
        <p:spPr>
          <a:xfrm>
            <a:off x="889001" y="1174398"/>
            <a:ext cx="9379606" cy="1118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Shared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wireless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access network connects end system to router</a:t>
            </a:r>
            <a:endParaRPr/>
          </a:p>
          <a:p>
            <a:pPr indent="-225425" lvl="0" marL="3397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via base station aka “access point”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23" name="Google Shape;2423;p15"/>
          <p:cNvGrpSpPr/>
          <p:nvPr/>
        </p:nvGrpSpPr>
        <p:grpSpPr>
          <a:xfrm>
            <a:off x="848711" y="2383154"/>
            <a:ext cx="4720964" cy="4020776"/>
            <a:chOff x="848711" y="2383154"/>
            <a:chExt cx="4720964" cy="4020776"/>
          </a:xfrm>
        </p:grpSpPr>
        <p:sp>
          <p:nvSpPr>
            <p:cNvPr id="2424" name="Google Shape;2424;p15"/>
            <p:cNvSpPr/>
            <p:nvPr/>
          </p:nvSpPr>
          <p:spPr>
            <a:xfrm>
              <a:off x="848711" y="2383154"/>
              <a:ext cx="4720964" cy="31186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20"/>
                <a:buFont typeface="Noto Sans Symbols"/>
                <a:buNone/>
              </a:pPr>
              <a:r>
                <a:rPr b="0" i="0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Wireless local area networks </a:t>
              </a: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(WLANs)</a:t>
              </a:r>
              <a:endParaRPr/>
            </a:p>
            <a:p>
              <a:pPr indent="-260350" lvl="1" marL="342900" marR="0" rtl="0" algn="l">
                <a:lnSpc>
                  <a:spcPct val="90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typically within or around building (~100 ft)</a:t>
              </a:r>
              <a:endParaRPr/>
            </a:p>
            <a:p>
              <a:pPr indent="-260350" lvl="1" marL="342900" marR="0" rtl="0" algn="l">
                <a:lnSpc>
                  <a:spcPct val="90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802.11b/g/n (WiFi): 11, 54, 450 Mbps transmission rate</a:t>
              </a:r>
              <a:endParaRPr/>
            </a:p>
          </p:txBody>
        </p:sp>
        <p:grpSp>
          <p:nvGrpSpPr>
            <p:cNvPr id="2425" name="Google Shape;2425;p15"/>
            <p:cNvGrpSpPr/>
            <p:nvPr/>
          </p:nvGrpSpPr>
          <p:grpSpPr>
            <a:xfrm>
              <a:off x="1457197" y="4740844"/>
              <a:ext cx="2487613" cy="1562100"/>
              <a:chOff x="2889" y="1631"/>
              <a:chExt cx="980" cy="743"/>
            </a:xfrm>
          </p:grpSpPr>
          <p:sp>
            <p:nvSpPr>
              <p:cNvPr id="2426" name="Google Shape;2426;p15"/>
              <p:cNvSpPr/>
              <p:nvPr/>
            </p:nvSpPr>
            <p:spPr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9CDFF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7" name="Google Shape;2427;p15"/>
              <p:cNvSpPr/>
              <p:nvPr/>
            </p:nvSpPr>
            <p:spPr>
              <a:xfrm>
                <a:off x="2889" y="1631"/>
                <a:ext cx="980" cy="253"/>
              </a:xfrm>
              <a:prstGeom prst="triangle">
                <a:avLst>
                  <a:gd fmla="val 50000" name="adj"/>
                </a:avLst>
              </a:prstGeom>
              <a:solidFill>
                <a:srgbClr val="9CDFF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CC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428" name="Google Shape;2428;p15"/>
            <p:cNvCxnSpPr/>
            <p:nvPr/>
          </p:nvCxnSpPr>
          <p:spPr>
            <a:xfrm>
              <a:off x="3123661" y="6082085"/>
              <a:ext cx="934073" cy="396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9" name="Google Shape;2429;p15"/>
            <p:cNvCxnSpPr/>
            <p:nvPr/>
          </p:nvCxnSpPr>
          <p:spPr>
            <a:xfrm flipH="1" rot="10800000">
              <a:off x="2501772" y="6010844"/>
              <a:ext cx="287338" cy="47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430" name="Google Shape;2430;p15"/>
            <p:cNvGrpSpPr/>
            <p:nvPr/>
          </p:nvGrpSpPr>
          <p:grpSpPr>
            <a:xfrm>
              <a:off x="2025522" y="5620319"/>
              <a:ext cx="863600" cy="588962"/>
              <a:chOff x="2967" y="478"/>
              <a:chExt cx="788" cy="625"/>
            </a:xfrm>
          </p:grpSpPr>
          <p:pic>
            <p:nvPicPr>
              <p:cNvPr descr="access_point_stylized_small" id="2431" name="Google Shape;2431;p1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2432" name="Google Shape;2432;p1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433" name="Google Shape;2433;p15"/>
            <p:cNvGrpSpPr/>
            <p:nvPr/>
          </p:nvGrpSpPr>
          <p:grpSpPr>
            <a:xfrm>
              <a:off x="1939797" y="4851969"/>
              <a:ext cx="757238" cy="691939"/>
              <a:chOff x="877" y="1008"/>
              <a:chExt cx="2747" cy="2626"/>
            </a:xfrm>
          </p:grpSpPr>
          <p:pic>
            <p:nvPicPr>
              <p:cNvPr descr="antenna_stylized" id="2434" name="Google Shape;2434;p1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2435" name="Google Shape;2435;p1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 flipH="1" rot="109064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36" name="Google Shape;2436;p15"/>
              <p:cNvSpPr/>
              <p:nvPr/>
            </p:nvSpPr>
            <p:spPr>
              <a:xfrm>
                <a:off x="1753" y="1603"/>
                <a:ext cx="1807" cy="1322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2437" name="Google Shape;2437;p15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38" name="Google Shape;2438;p15"/>
              <p:cNvSpPr/>
              <p:nvPr/>
            </p:nvSpPr>
            <p:spPr>
              <a:xfrm>
                <a:off x="2082" y="1564"/>
                <a:ext cx="1531" cy="246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9" name="Google Shape;2439;p15"/>
              <p:cNvSpPr/>
              <p:nvPr/>
            </p:nvSpPr>
            <p:spPr>
              <a:xfrm>
                <a:off x="1737" y="1562"/>
                <a:ext cx="425" cy="1024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0" name="Google Shape;2440;p15"/>
              <p:cNvSpPr/>
              <p:nvPr/>
            </p:nvSpPr>
            <p:spPr>
              <a:xfrm>
                <a:off x="3144" y="1745"/>
                <a:ext cx="458" cy="1182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1" name="Google Shape;2441;p15"/>
              <p:cNvSpPr/>
              <p:nvPr/>
            </p:nvSpPr>
            <p:spPr>
              <a:xfrm>
                <a:off x="1732" y="2534"/>
                <a:ext cx="1680" cy="399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2" name="Google Shape;2442;p15"/>
              <p:cNvSpPr/>
              <p:nvPr/>
            </p:nvSpPr>
            <p:spPr>
              <a:xfrm>
                <a:off x="3195" y="1755"/>
                <a:ext cx="429" cy="1187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3" name="Google Shape;2443;p15"/>
              <p:cNvSpPr/>
              <p:nvPr/>
            </p:nvSpPr>
            <p:spPr>
              <a:xfrm>
                <a:off x="1734" y="2587"/>
                <a:ext cx="1494" cy="394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444" name="Google Shape;2444;p15"/>
              <p:cNvGrpSpPr/>
              <p:nvPr/>
            </p:nvGrpSpPr>
            <p:grpSpPr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2445" name="Google Shape;2445;p15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46" name="Google Shape;2446;p15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47" name="Google Shape;2447;p15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48" name="Google Shape;2448;p15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49" name="Google Shape;2449;p15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50" name="Google Shape;2450;p15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451" name="Google Shape;2451;p15"/>
              <p:cNvSpPr/>
              <p:nvPr/>
            </p:nvSpPr>
            <p:spPr>
              <a:xfrm>
                <a:off x="2577" y="3043"/>
                <a:ext cx="614" cy="514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2" name="Google Shape;2452;p15"/>
              <p:cNvSpPr/>
              <p:nvPr/>
            </p:nvSpPr>
            <p:spPr>
              <a:xfrm>
                <a:off x="1010" y="3084"/>
                <a:ext cx="1571" cy="469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3" name="Google Shape;2453;p15"/>
              <p:cNvSpPr/>
              <p:nvPr/>
            </p:nvSpPr>
            <p:spPr>
              <a:xfrm>
                <a:off x="1011" y="2998"/>
                <a:ext cx="17" cy="95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4" name="Google Shape;2454;p15"/>
              <p:cNvSpPr/>
              <p:nvPr/>
            </p:nvSpPr>
            <p:spPr>
              <a:xfrm>
                <a:off x="1012" y="2611"/>
                <a:ext cx="730" cy="393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5" name="Google Shape;2455;p15"/>
              <p:cNvSpPr/>
              <p:nvPr/>
            </p:nvSpPr>
            <p:spPr>
              <a:xfrm>
                <a:off x="1061" y="3018"/>
                <a:ext cx="1490" cy="451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6" name="Google Shape;2456;p15"/>
              <p:cNvSpPr/>
              <p:nvPr/>
            </p:nvSpPr>
            <p:spPr>
              <a:xfrm flipH="1" rot="10800000">
                <a:off x="2549" y="2986"/>
                <a:ext cx="608" cy="467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57" name="Google Shape;2457;p15"/>
            <p:cNvSpPr txBox="1"/>
            <p:nvPr/>
          </p:nvSpPr>
          <p:spPr>
            <a:xfrm>
              <a:off x="3690431" y="6037217"/>
              <a:ext cx="12128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Internet</a:t>
              </a:r>
              <a:endParaRPr/>
            </a:p>
          </p:txBody>
        </p:sp>
        <p:grpSp>
          <p:nvGrpSpPr>
            <p:cNvPr id="2458" name="Google Shape;2458;p15"/>
            <p:cNvGrpSpPr/>
            <p:nvPr/>
          </p:nvGrpSpPr>
          <p:grpSpPr>
            <a:xfrm>
              <a:off x="2828797" y="4912294"/>
              <a:ext cx="636588" cy="879475"/>
              <a:chOff x="5806938" y="3011924"/>
              <a:chExt cx="347997" cy="396620"/>
            </a:xfrm>
          </p:grpSpPr>
          <p:pic>
            <p:nvPicPr>
              <p:cNvPr descr="fridge2.png" id="2459" name="Google Shape;2459;p15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5906702" y="307151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2460" name="Google Shape;2460;p15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5806938" y="301192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461" name="Google Shape;2461;p15"/>
            <p:cNvGrpSpPr/>
            <p:nvPr/>
          </p:nvGrpSpPr>
          <p:grpSpPr>
            <a:xfrm>
              <a:off x="2789999" y="5883655"/>
              <a:ext cx="686068" cy="362749"/>
              <a:chOff x="7493876" y="2774731"/>
              <a:chExt cx="1481958" cy="894622"/>
            </a:xfrm>
          </p:grpSpPr>
          <p:sp>
            <p:nvSpPr>
              <p:cNvPr id="2462" name="Google Shape;2462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463" name="Google Shape;2463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464" name="Google Shape;2464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465" name="Google Shape;2465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66" name="Google Shape;2466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67" name="Google Shape;2467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68" name="Google Shape;2468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2469" name="Google Shape;2469;p15"/>
          <p:cNvGrpSpPr/>
          <p:nvPr/>
        </p:nvGrpSpPr>
        <p:grpSpPr>
          <a:xfrm>
            <a:off x="6622327" y="1977830"/>
            <a:ext cx="5443549" cy="4198133"/>
            <a:chOff x="6622327" y="1977830"/>
            <a:chExt cx="5443549" cy="4198133"/>
          </a:xfrm>
        </p:grpSpPr>
        <p:sp>
          <p:nvSpPr>
            <p:cNvPr id="2470" name="Google Shape;2470;p15"/>
            <p:cNvSpPr/>
            <p:nvPr/>
          </p:nvSpPr>
          <p:spPr>
            <a:xfrm>
              <a:off x="6874928" y="4765952"/>
              <a:ext cx="2365994" cy="141001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71" name="Google Shape;2471;p15"/>
            <p:cNvCxnSpPr/>
            <p:nvPr/>
          </p:nvCxnSpPr>
          <p:spPr>
            <a:xfrm>
              <a:off x="8360702" y="5771600"/>
              <a:ext cx="203294" cy="3253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descr="car_icon_small" id="2472" name="Google Shape;2472;p1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8427747" y="4780575"/>
              <a:ext cx="1157044" cy="2214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473" name="Google Shape;2473;p15"/>
            <p:cNvGrpSpPr/>
            <p:nvPr/>
          </p:nvGrpSpPr>
          <p:grpSpPr>
            <a:xfrm>
              <a:off x="7435067" y="4550795"/>
              <a:ext cx="566627" cy="507604"/>
              <a:chOff x="2751" y="1851"/>
              <a:chExt cx="462" cy="478"/>
            </a:xfrm>
          </p:grpSpPr>
          <p:pic>
            <p:nvPicPr>
              <p:cNvPr descr="iphone_stylized_small" id="2474" name="Google Shape;2474;p15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2475" name="Google Shape;2475;p15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476" name="Google Shape;2476;p15"/>
            <p:cNvGrpSpPr/>
            <p:nvPr/>
          </p:nvGrpSpPr>
          <p:grpSpPr>
            <a:xfrm>
              <a:off x="8044949" y="4943509"/>
              <a:ext cx="622858" cy="831384"/>
              <a:chOff x="742" y="2409"/>
              <a:chExt cx="576" cy="881"/>
            </a:xfrm>
          </p:grpSpPr>
          <p:grpSp>
            <p:nvGrpSpPr>
              <p:cNvPr id="2477" name="Google Shape;2477;p15"/>
              <p:cNvGrpSpPr/>
              <p:nvPr/>
            </p:nvGrpSpPr>
            <p:grpSpPr>
              <a:xfrm>
                <a:off x="832" y="2643"/>
                <a:ext cx="376" cy="647"/>
                <a:chOff x="3130" y="3288"/>
                <a:chExt cx="410" cy="742"/>
              </a:xfrm>
            </p:grpSpPr>
            <p:cxnSp>
              <p:nvCxnSpPr>
                <p:cNvPr id="2478" name="Google Shape;2478;p15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79" name="Google Shape;2479;p15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80" name="Google Shape;2480;p15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81" name="Google Shape;2481;p15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82" name="Google Shape;2482;p15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83" name="Google Shape;2483;p15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84" name="Google Shape;2484;p15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85" name="Google Shape;2485;p15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86" name="Google Shape;2486;p15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87" name="Google Shape;2487;p15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88" name="Google Shape;2488;p15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89" name="Google Shape;2489;p15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90" name="Google Shape;2490;p15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91" name="Google Shape;2491;p15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92" name="Google Shape;2492;p15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cell_tower_radiation copy" id="2493" name="Google Shape;2493;p15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94" name="Google Shape;2494;p15"/>
              <p:cNvSpPr/>
              <p:nvPr/>
            </p:nvSpPr>
            <p:spPr>
              <a:xfrm>
                <a:off x="986" y="2597"/>
                <a:ext cx="65" cy="67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95" name="Google Shape;2495;p15"/>
            <p:cNvGrpSpPr/>
            <p:nvPr/>
          </p:nvGrpSpPr>
          <p:grpSpPr>
            <a:xfrm>
              <a:off x="7011178" y="5204622"/>
              <a:ext cx="728830" cy="544174"/>
              <a:chOff x="877" y="1008"/>
              <a:chExt cx="2747" cy="2626"/>
            </a:xfrm>
          </p:grpSpPr>
          <p:pic>
            <p:nvPicPr>
              <p:cNvPr descr="antenna_stylized" id="2496" name="Google Shape;2496;p15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2497" name="Google Shape;2497;p15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 flipH="1" rot="109064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98" name="Google Shape;2498;p15"/>
              <p:cNvSpPr/>
              <p:nvPr/>
            </p:nvSpPr>
            <p:spPr>
              <a:xfrm>
                <a:off x="1753" y="1603"/>
                <a:ext cx="1807" cy="1322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2499" name="Google Shape;2499;p15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00" name="Google Shape;2500;p15"/>
              <p:cNvSpPr/>
              <p:nvPr/>
            </p:nvSpPr>
            <p:spPr>
              <a:xfrm>
                <a:off x="2082" y="1564"/>
                <a:ext cx="1531" cy="246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1" name="Google Shape;2501;p15"/>
              <p:cNvSpPr/>
              <p:nvPr/>
            </p:nvSpPr>
            <p:spPr>
              <a:xfrm>
                <a:off x="1737" y="1562"/>
                <a:ext cx="425" cy="1024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2" name="Google Shape;2502;p15"/>
              <p:cNvSpPr/>
              <p:nvPr/>
            </p:nvSpPr>
            <p:spPr>
              <a:xfrm>
                <a:off x="3144" y="1745"/>
                <a:ext cx="458" cy="1182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3" name="Google Shape;2503;p15"/>
              <p:cNvSpPr/>
              <p:nvPr/>
            </p:nvSpPr>
            <p:spPr>
              <a:xfrm>
                <a:off x="1732" y="2534"/>
                <a:ext cx="1680" cy="399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4" name="Google Shape;2504;p15"/>
              <p:cNvSpPr/>
              <p:nvPr/>
            </p:nvSpPr>
            <p:spPr>
              <a:xfrm>
                <a:off x="3195" y="1755"/>
                <a:ext cx="429" cy="1187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5" name="Google Shape;2505;p15"/>
              <p:cNvSpPr/>
              <p:nvPr/>
            </p:nvSpPr>
            <p:spPr>
              <a:xfrm>
                <a:off x="1734" y="2587"/>
                <a:ext cx="1494" cy="394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506" name="Google Shape;2506;p15"/>
              <p:cNvGrpSpPr/>
              <p:nvPr/>
            </p:nvGrpSpPr>
            <p:grpSpPr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2507" name="Google Shape;2507;p15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08" name="Google Shape;2508;p15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09" name="Google Shape;2509;p15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10" name="Google Shape;2510;p15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11" name="Google Shape;2511;p15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12" name="Google Shape;2512;p15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513" name="Google Shape;2513;p15"/>
              <p:cNvSpPr/>
              <p:nvPr/>
            </p:nvSpPr>
            <p:spPr>
              <a:xfrm>
                <a:off x="2577" y="3043"/>
                <a:ext cx="614" cy="514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4" name="Google Shape;2514;p15"/>
              <p:cNvSpPr/>
              <p:nvPr/>
            </p:nvSpPr>
            <p:spPr>
              <a:xfrm>
                <a:off x="1010" y="3084"/>
                <a:ext cx="1571" cy="469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5" name="Google Shape;2515;p15"/>
              <p:cNvSpPr/>
              <p:nvPr/>
            </p:nvSpPr>
            <p:spPr>
              <a:xfrm>
                <a:off x="1011" y="2998"/>
                <a:ext cx="17" cy="95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6" name="Google Shape;2516;p15"/>
              <p:cNvSpPr/>
              <p:nvPr/>
            </p:nvSpPr>
            <p:spPr>
              <a:xfrm>
                <a:off x="1012" y="2611"/>
                <a:ext cx="730" cy="393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7" name="Google Shape;2517;p15"/>
              <p:cNvSpPr/>
              <p:nvPr/>
            </p:nvSpPr>
            <p:spPr>
              <a:xfrm>
                <a:off x="1061" y="3018"/>
                <a:ext cx="1490" cy="451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8" name="Google Shape;2518;p15"/>
              <p:cNvSpPr/>
              <p:nvPr/>
            </p:nvSpPr>
            <p:spPr>
              <a:xfrm flipH="1" rot="10800000">
                <a:off x="2549" y="2986"/>
                <a:ext cx="608" cy="467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519" name="Google Shape;2519;p15"/>
            <p:cNvCxnSpPr/>
            <p:nvPr/>
          </p:nvCxnSpPr>
          <p:spPr>
            <a:xfrm>
              <a:off x="8933050" y="5885917"/>
              <a:ext cx="62934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520" name="Google Shape;2520;p15"/>
            <p:cNvSpPr txBox="1"/>
            <p:nvPr/>
          </p:nvSpPr>
          <p:spPr>
            <a:xfrm>
              <a:off x="9277842" y="5809251"/>
              <a:ext cx="12128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Internet</a:t>
              </a:r>
              <a:endParaRPr/>
            </a:p>
          </p:txBody>
        </p:sp>
        <p:sp>
          <p:nvSpPr>
            <p:cNvPr id="2521" name="Google Shape;2521;p15"/>
            <p:cNvSpPr/>
            <p:nvPr/>
          </p:nvSpPr>
          <p:spPr>
            <a:xfrm>
              <a:off x="6622327" y="1977830"/>
              <a:ext cx="5443549" cy="2625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4384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56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-342900" lvl="0" marL="342900" marR="0" rtl="0" algn="l">
                <a:lnSpc>
                  <a:spcPct val="85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99"/>
                </a:buClr>
                <a:buSzPts val="1820"/>
                <a:buFont typeface="Noto Sans Symbols"/>
                <a:buNone/>
              </a:pPr>
              <a:r>
                <a:rPr b="0" i="0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Wide-area cellular access networks</a:t>
              </a:r>
              <a:endParaRPr/>
            </a:p>
            <a:p>
              <a:pPr indent="-249238" lvl="1" marL="457200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provided by mobile, cellular network operator (10’s km)</a:t>
              </a:r>
              <a:endParaRPr/>
            </a:p>
            <a:p>
              <a:pPr indent="-249238" lvl="1" marL="457200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10’s Mbps </a:t>
              </a:r>
              <a:endParaRPr/>
            </a:p>
            <a:p>
              <a:pPr indent="-249238" lvl="1" marL="457200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4G cellular networks (5G coming)</a:t>
              </a:r>
              <a:endParaRPr/>
            </a:p>
          </p:txBody>
        </p:sp>
        <p:grpSp>
          <p:nvGrpSpPr>
            <p:cNvPr id="2522" name="Google Shape;2522;p15"/>
            <p:cNvGrpSpPr/>
            <p:nvPr/>
          </p:nvGrpSpPr>
          <p:grpSpPr>
            <a:xfrm>
              <a:off x="8517156" y="5755545"/>
              <a:ext cx="499292" cy="246225"/>
              <a:chOff x="7493876" y="2774731"/>
              <a:chExt cx="1481958" cy="894622"/>
            </a:xfrm>
          </p:grpSpPr>
          <p:sp>
            <p:nvSpPr>
              <p:cNvPr id="2523" name="Google Shape;2523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524" name="Google Shape;2524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525" name="Google Shape;2525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526" name="Google Shape;2526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27" name="Google Shape;2527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28" name="Google Shape;2528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29" name="Google Shape;2529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4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4" name="Shape 2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5" name="Google Shape;2535;p16"/>
          <p:cNvSpPr txBox="1"/>
          <p:nvPr>
            <p:ph type="title"/>
          </p:nvPr>
        </p:nvSpPr>
        <p:spPr>
          <a:xfrm>
            <a:off x="848710" y="273146"/>
            <a:ext cx="1086704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b="0" lang="en-US" sz="5400"/>
              <a:t>Access networks: enterprise networks</a:t>
            </a:r>
            <a:endParaRPr b="0" sz="5400"/>
          </a:p>
        </p:txBody>
      </p:sp>
      <p:sp>
        <p:nvSpPr>
          <p:cNvPr id="2536" name="Google Shape;2536;p16"/>
          <p:cNvSpPr txBox="1"/>
          <p:nvPr/>
        </p:nvSpPr>
        <p:spPr>
          <a:xfrm>
            <a:off x="1016188" y="3974373"/>
            <a:ext cx="10847590" cy="2401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companies, universities, etc.</a:t>
            </a:r>
            <a:endParaRPr/>
          </a:p>
          <a:p>
            <a:pPr indent="-287338" lvl="1" marL="2873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mix of wired, wireless link technologies, connecting a mix of switches and routers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(we’ll cover differences shortly)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2" marL="7350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Ethernet: wired access at 100Mbps, 1Gbps, 10Gbps </a:t>
            </a:r>
            <a:endParaRPr/>
          </a:p>
          <a:p>
            <a:pPr indent="-287338" lvl="2" marL="7350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WiFi: wireless access points at 11, 54, 450 Mbps 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37" name="Google Shape;2537;p16"/>
          <p:cNvCxnSpPr/>
          <p:nvPr/>
        </p:nvCxnSpPr>
        <p:spPr>
          <a:xfrm>
            <a:off x="4170166" y="2675819"/>
            <a:ext cx="0" cy="3065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8" name="Google Shape;2538;p16"/>
          <p:cNvCxnSpPr/>
          <p:nvPr/>
        </p:nvCxnSpPr>
        <p:spPr>
          <a:xfrm>
            <a:off x="4478096" y="2681014"/>
            <a:ext cx="0" cy="3658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9" name="Google Shape;2539;p16"/>
          <p:cNvCxnSpPr/>
          <p:nvPr/>
        </p:nvCxnSpPr>
        <p:spPr>
          <a:xfrm rot="10800000">
            <a:off x="3726933" y="2663348"/>
            <a:ext cx="5120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0" name="Google Shape;2540;p16"/>
          <p:cNvCxnSpPr/>
          <p:nvPr/>
        </p:nvCxnSpPr>
        <p:spPr>
          <a:xfrm rot="10800000">
            <a:off x="3354851" y="2518893"/>
            <a:ext cx="78032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1" name="Google Shape;2541;p16"/>
          <p:cNvCxnSpPr/>
          <p:nvPr/>
        </p:nvCxnSpPr>
        <p:spPr>
          <a:xfrm rot="10800000">
            <a:off x="4296137" y="2114630"/>
            <a:ext cx="0" cy="3512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542" name="Google Shape;2542;p16"/>
          <p:cNvGrpSpPr/>
          <p:nvPr/>
        </p:nvGrpSpPr>
        <p:grpSpPr>
          <a:xfrm>
            <a:off x="4075687" y="1818447"/>
            <a:ext cx="641521" cy="410499"/>
            <a:chOff x="2967" y="478"/>
            <a:chExt cx="788" cy="625"/>
          </a:xfrm>
        </p:grpSpPr>
        <p:pic>
          <p:nvPicPr>
            <p:cNvPr descr="access_point_stylized_small" id="2543" name="Google Shape;2543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544" name="Google Shape;2544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45" name="Google Shape;2545;p16"/>
          <p:cNvGrpSpPr/>
          <p:nvPr/>
        </p:nvGrpSpPr>
        <p:grpSpPr>
          <a:xfrm>
            <a:off x="4558577" y="1396516"/>
            <a:ext cx="457229" cy="468771"/>
            <a:chOff x="877" y="1008"/>
            <a:chExt cx="2747" cy="2626"/>
          </a:xfrm>
        </p:grpSpPr>
        <p:pic>
          <p:nvPicPr>
            <p:cNvPr descr="antenna_stylized" id="2546" name="Google Shape;2546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2547" name="Google Shape;2547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8" name="Google Shape;2548;p16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2549" name="Google Shape;2549;p1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0" name="Google Shape;2550;p16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1" name="Google Shape;2551;p16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2" name="Google Shape;2552;p16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3" name="Google Shape;2553;p16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4" name="Google Shape;2554;p16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5" name="Google Shape;2555;p16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56" name="Google Shape;2556;p16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2557" name="Google Shape;2557;p16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8" name="Google Shape;2558;p16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9" name="Google Shape;2559;p16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0" name="Google Shape;2560;p16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1" name="Google Shape;2561;p16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2" name="Google Shape;2562;p16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63" name="Google Shape;2563;p16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4" name="Google Shape;2564;p16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5" name="Google Shape;2565;p16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6" name="Google Shape;2566;p16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7" name="Google Shape;2567;p16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8" name="Google Shape;2568;p16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69" name="Google Shape;2569;p16"/>
          <p:cNvGrpSpPr/>
          <p:nvPr/>
        </p:nvGrpSpPr>
        <p:grpSpPr>
          <a:xfrm>
            <a:off x="3434166" y="1579422"/>
            <a:ext cx="416406" cy="415047"/>
            <a:chOff x="877" y="1008"/>
            <a:chExt cx="2747" cy="2626"/>
          </a:xfrm>
        </p:grpSpPr>
        <p:pic>
          <p:nvPicPr>
            <p:cNvPr descr="antenna_stylized" id="2570" name="Google Shape;2570;p1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2571" name="Google Shape;2571;p1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2" name="Google Shape;2572;p16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2573" name="Google Shape;2573;p1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4" name="Google Shape;2574;p16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5" name="Google Shape;2575;p16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6" name="Google Shape;2576;p16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7" name="Google Shape;2577;p16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8" name="Google Shape;2578;p16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9" name="Google Shape;2579;p16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80" name="Google Shape;2580;p16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2581" name="Google Shape;2581;p16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2" name="Google Shape;2582;p16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3" name="Google Shape;2583;p16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4" name="Google Shape;2584;p16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5" name="Google Shape;2585;p16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6" name="Google Shape;2586;p16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87" name="Google Shape;2587;p16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8" name="Google Shape;2588;p16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9" name="Google Shape;2589;p16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0" name="Google Shape;2590;p16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1" name="Google Shape;2591;p16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2" name="Google Shape;2592;p16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93" name="Google Shape;2593;p16"/>
          <p:cNvGrpSpPr/>
          <p:nvPr/>
        </p:nvGrpSpPr>
        <p:grpSpPr>
          <a:xfrm>
            <a:off x="3983542" y="1377810"/>
            <a:ext cx="466561" cy="408725"/>
            <a:chOff x="877" y="1008"/>
            <a:chExt cx="2747" cy="2626"/>
          </a:xfrm>
        </p:grpSpPr>
        <p:pic>
          <p:nvPicPr>
            <p:cNvPr descr="antenna_stylized" id="2594" name="Google Shape;2594;p1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2595" name="Google Shape;2595;p1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96" name="Google Shape;2596;p16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2597" name="Google Shape;2597;p16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98" name="Google Shape;2598;p16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9" name="Google Shape;2599;p16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0" name="Google Shape;2600;p16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1" name="Google Shape;2601;p16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2" name="Google Shape;2602;p16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3" name="Google Shape;2603;p16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04" name="Google Shape;2604;p16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2605" name="Google Shape;2605;p16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6" name="Google Shape;2606;p16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7" name="Google Shape;2607;p16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8" name="Google Shape;2608;p16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9" name="Google Shape;2609;p16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0" name="Google Shape;2610;p16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11" name="Google Shape;2611;p16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2" name="Google Shape;2612;p16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3" name="Google Shape;2613;p16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4" name="Google Shape;2614;p16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5" name="Google Shape;2615;p16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6" name="Google Shape;2616;p16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617" name="Google Shape;2617;p16"/>
          <p:cNvCxnSpPr/>
          <p:nvPr/>
        </p:nvCxnSpPr>
        <p:spPr>
          <a:xfrm flipH="1" rot="10800000">
            <a:off x="4581905" y="1972254"/>
            <a:ext cx="1225888" cy="501952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8" name="Google Shape;2618;p16"/>
          <p:cNvCxnSpPr/>
          <p:nvPr/>
        </p:nvCxnSpPr>
        <p:spPr>
          <a:xfrm>
            <a:off x="5916269" y="2557345"/>
            <a:ext cx="0" cy="427126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9" name="Google Shape;2619;p16"/>
          <p:cNvCxnSpPr/>
          <p:nvPr/>
        </p:nvCxnSpPr>
        <p:spPr>
          <a:xfrm>
            <a:off x="6196205" y="2552149"/>
            <a:ext cx="0" cy="42712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620" name="Google Shape;2620;p16"/>
          <p:cNvGrpSpPr/>
          <p:nvPr/>
        </p:nvGrpSpPr>
        <p:grpSpPr>
          <a:xfrm>
            <a:off x="5797296" y="2957452"/>
            <a:ext cx="268272" cy="501952"/>
            <a:chOff x="4140" y="429"/>
            <a:chExt cx="1425" cy="2396"/>
          </a:xfrm>
        </p:grpSpPr>
        <p:sp>
          <p:nvSpPr>
            <p:cNvPr id="2621" name="Google Shape;2621;p1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2" name="Google Shape;2622;p16"/>
            <p:cNvSpPr/>
            <p:nvPr/>
          </p:nvSpPr>
          <p:spPr>
            <a:xfrm>
              <a:off x="4208" y="429"/>
              <a:ext cx="1047" cy="2282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3" name="Google Shape;2623;p1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4" name="Google Shape;2624;p1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5" name="Google Shape;2625;p16"/>
            <p:cNvSpPr/>
            <p:nvPr/>
          </p:nvSpPr>
          <p:spPr>
            <a:xfrm>
              <a:off x="4214" y="692"/>
              <a:ext cx="595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26" name="Google Shape;2626;p16"/>
            <p:cNvGrpSpPr/>
            <p:nvPr/>
          </p:nvGrpSpPr>
          <p:grpSpPr>
            <a:xfrm>
              <a:off x="4747" y="667"/>
              <a:ext cx="583" cy="144"/>
              <a:chOff x="612" y="2567"/>
              <a:chExt cx="727" cy="138"/>
            </a:xfrm>
          </p:grpSpPr>
          <p:sp>
            <p:nvSpPr>
              <p:cNvPr id="2627" name="Google Shape;2627;p16"/>
              <p:cNvSpPr/>
              <p:nvPr/>
            </p:nvSpPr>
            <p:spPr>
              <a:xfrm>
                <a:off x="612" y="2567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8" name="Google Shape;2628;p16"/>
              <p:cNvSpPr/>
              <p:nvPr/>
            </p:nvSpPr>
            <p:spPr>
              <a:xfrm>
                <a:off x="627" y="2581"/>
                <a:ext cx="696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29" name="Google Shape;2629;p16"/>
            <p:cNvSpPr/>
            <p:nvPr/>
          </p:nvSpPr>
          <p:spPr>
            <a:xfrm>
              <a:off x="4227" y="1019"/>
              <a:ext cx="595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30" name="Google Shape;2630;p16"/>
            <p:cNvGrpSpPr/>
            <p:nvPr/>
          </p:nvGrpSpPr>
          <p:grpSpPr>
            <a:xfrm>
              <a:off x="4747" y="995"/>
              <a:ext cx="583" cy="134"/>
              <a:chOff x="614" y="2569"/>
              <a:chExt cx="727" cy="139"/>
            </a:xfrm>
          </p:grpSpPr>
          <p:sp>
            <p:nvSpPr>
              <p:cNvPr id="2631" name="Google Shape;2631;p16"/>
              <p:cNvSpPr/>
              <p:nvPr/>
            </p:nvSpPr>
            <p:spPr>
              <a:xfrm>
                <a:off x="614" y="2569"/>
                <a:ext cx="727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2" name="Google Shape;2632;p16"/>
              <p:cNvSpPr/>
              <p:nvPr/>
            </p:nvSpPr>
            <p:spPr>
              <a:xfrm>
                <a:off x="630" y="2584"/>
                <a:ext cx="696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33" name="Google Shape;2633;p16"/>
            <p:cNvSpPr/>
            <p:nvPr/>
          </p:nvSpPr>
          <p:spPr>
            <a:xfrm>
              <a:off x="4214" y="1357"/>
              <a:ext cx="601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4" name="Google Shape;2634;p16"/>
            <p:cNvSpPr/>
            <p:nvPr/>
          </p:nvSpPr>
          <p:spPr>
            <a:xfrm>
              <a:off x="4227" y="1654"/>
              <a:ext cx="595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35" name="Google Shape;2635;p16"/>
            <p:cNvGrpSpPr/>
            <p:nvPr/>
          </p:nvGrpSpPr>
          <p:grpSpPr>
            <a:xfrm>
              <a:off x="4735" y="1629"/>
              <a:ext cx="582" cy="149"/>
              <a:chOff x="614" y="2570"/>
              <a:chExt cx="725" cy="137"/>
            </a:xfrm>
          </p:grpSpPr>
          <p:sp>
            <p:nvSpPr>
              <p:cNvPr id="2636" name="Google Shape;2636;p16"/>
              <p:cNvSpPr/>
              <p:nvPr/>
            </p:nvSpPr>
            <p:spPr>
              <a:xfrm>
                <a:off x="614" y="2570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7" name="Google Shape;2637;p16"/>
              <p:cNvSpPr/>
              <p:nvPr/>
            </p:nvSpPr>
            <p:spPr>
              <a:xfrm>
                <a:off x="629" y="2584"/>
                <a:ext cx="695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38" name="Google Shape;2638;p1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39" name="Google Shape;2639;p16"/>
            <p:cNvGrpSpPr/>
            <p:nvPr/>
          </p:nvGrpSpPr>
          <p:grpSpPr>
            <a:xfrm>
              <a:off x="4741" y="1327"/>
              <a:ext cx="582" cy="139"/>
              <a:chOff x="616" y="2568"/>
              <a:chExt cx="725" cy="139"/>
            </a:xfrm>
          </p:grpSpPr>
          <p:sp>
            <p:nvSpPr>
              <p:cNvPr id="2640" name="Google Shape;2640;p16"/>
              <p:cNvSpPr/>
              <p:nvPr/>
            </p:nvSpPr>
            <p:spPr>
              <a:xfrm>
                <a:off x="616" y="2568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1" name="Google Shape;2641;p16"/>
              <p:cNvSpPr/>
              <p:nvPr/>
            </p:nvSpPr>
            <p:spPr>
              <a:xfrm>
                <a:off x="632" y="2583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42" name="Google Shape;2642;p16"/>
            <p:cNvSpPr/>
            <p:nvPr/>
          </p:nvSpPr>
          <p:spPr>
            <a:xfrm>
              <a:off x="5249" y="429"/>
              <a:ext cx="68" cy="2287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3" name="Google Shape;2643;p1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4" name="Google Shape;2644;p1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5" name="Google Shape;2645;p16"/>
            <p:cNvSpPr/>
            <p:nvPr/>
          </p:nvSpPr>
          <p:spPr>
            <a:xfrm>
              <a:off x="5515" y="2612"/>
              <a:ext cx="50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6" name="Google Shape;2646;p1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7" name="Google Shape;2647;p16"/>
            <p:cNvSpPr/>
            <p:nvPr/>
          </p:nvSpPr>
          <p:spPr>
            <a:xfrm>
              <a:off x="4140" y="2676"/>
              <a:ext cx="1202" cy="149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8" name="Google Shape;2648;p16"/>
            <p:cNvSpPr/>
            <p:nvPr/>
          </p:nvSpPr>
          <p:spPr>
            <a:xfrm>
              <a:off x="4208" y="2711"/>
              <a:ext cx="1066" cy="8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9" name="Google Shape;2649;p16"/>
            <p:cNvSpPr/>
            <p:nvPr/>
          </p:nvSpPr>
          <p:spPr>
            <a:xfrm>
              <a:off x="4307" y="2383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0" name="Google Shape;2650;p16"/>
            <p:cNvSpPr/>
            <p:nvPr/>
          </p:nvSpPr>
          <p:spPr>
            <a:xfrm>
              <a:off x="4487" y="2383"/>
              <a:ext cx="161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1" name="Google Shape;2651;p16"/>
            <p:cNvSpPr/>
            <p:nvPr/>
          </p:nvSpPr>
          <p:spPr>
            <a:xfrm>
              <a:off x="4660" y="2379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2" name="Google Shape;2652;p16"/>
            <p:cNvSpPr/>
            <p:nvPr/>
          </p:nvSpPr>
          <p:spPr>
            <a:xfrm>
              <a:off x="5063" y="1833"/>
              <a:ext cx="87" cy="764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53" name="Google Shape;2653;p16"/>
          <p:cNvSpPr txBox="1"/>
          <p:nvPr/>
        </p:nvSpPr>
        <p:spPr>
          <a:xfrm>
            <a:off x="4764388" y="2906529"/>
            <a:ext cx="927409" cy="462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 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</a:t>
            </a:r>
            <a:endParaRPr/>
          </a:p>
        </p:txBody>
      </p:sp>
      <p:cxnSp>
        <p:nvCxnSpPr>
          <p:cNvPr id="2654" name="Google Shape;2654;p16"/>
          <p:cNvCxnSpPr/>
          <p:nvPr/>
        </p:nvCxnSpPr>
        <p:spPr>
          <a:xfrm>
            <a:off x="6439983" y="3178810"/>
            <a:ext cx="386079" cy="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55" name="Google Shape;2655;p16"/>
          <p:cNvSpPr txBox="1"/>
          <p:nvPr/>
        </p:nvSpPr>
        <p:spPr>
          <a:xfrm>
            <a:off x="6660355" y="2915882"/>
            <a:ext cx="1603958" cy="462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institutional mail,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servers</a:t>
            </a:r>
            <a:endParaRPr/>
          </a:p>
        </p:txBody>
      </p:sp>
      <p:sp>
        <p:nvSpPr>
          <p:cNvPr id="2656" name="Google Shape;2656;p16"/>
          <p:cNvSpPr txBox="1"/>
          <p:nvPr/>
        </p:nvSpPr>
        <p:spPr>
          <a:xfrm>
            <a:off x="7268479" y="2511682"/>
            <a:ext cx="1719743" cy="269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institutional router</a:t>
            </a:r>
            <a:endParaRPr/>
          </a:p>
        </p:txBody>
      </p:sp>
      <p:cxnSp>
        <p:nvCxnSpPr>
          <p:cNvPr id="2657" name="Google Shape;2657;p16"/>
          <p:cNvCxnSpPr/>
          <p:nvPr/>
        </p:nvCxnSpPr>
        <p:spPr>
          <a:xfrm>
            <a:off x="6585783" y="2140611"/>
            <a:ext cx="739499" cy="434401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8" name="Google Shape;2658;p16"/>
          <p:cNvCxnSpPr/>
          <p:nvPr/>
        </p:nvCxnSpPr>
        <p:spPr>
          <a:xfrm>
            <a:off x="6639438" y="1920292"/>
            <a:ext cx="71383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9" name="Google Shape;2659;p16"/>
          <p:cNvCxnSpPr/>
          <p:nvPr/>
        </p:nvCxnSpPr>
        <p:spPr>
          <a:xfrm>
            <a:off x="7396433" y="1918214"/>
            <a:ext cx="71383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60" name="Google Shape;2660;p16"/>
          <p:cNvCxnSpPr/>
          <p:nvPr/>
        </p:nvCxnSpPr>
        <p:spPr>
          <a:xfrm>
            <a:off x="6948534" y="1976411"/>
            <a:ext cx="369749" cy="217201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1" name="Google Shape;2661;p16"/>
          <p:cNvSpPr txBox="1"/>
          <p:nvPr/>
        </p:nvSpPr>
        <p:spPr>
          <a:xfrm>
            <a:off x="7321915" y="2109434"/>
            <a:ext cx="1612869" cy="655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 link to 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ISP (Internet)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62" name="Google Shape;2662;p16"/>
          <p:cNvCxnSpPr/>
          <p:nvPr/>
        </p:nvCxnSpPr>
        <p:spPr>
          <a:xfrm>
            <a:off x="6202037" y="2116709"/>
            <a:ext cx="0" cy="19433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663" name="Google Shape;2663;p16"/>
          <p:cNvGrpSpPr/>
          <p:nvPr/>
        </p:nvGrpSpPr>
        <p:grpSpPr>
          <a:xfrm>
            <a:off x="6120389" y="2953295"/>
            <a:ext cx="268272" cy="501952"/>
            <a:chOff x="4140" y="429"/>
            <a:chExt cx="1425" cy="2396"/>
          </a:xfrm>
        </p:grpSpPr>
        <p:sp>
          <p:nvSpPr>
            <p:cNvPr id="2664" name="Google Shape;2664;p1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5" name="Google Shape;2665;p16"/>
            <p:cNvSpPr/>
            <p:nvPr/>
          </p:nvSpPr>
          <p:spPr>
            <a:xfrm>
              <a:off x="4208" y="429"/>
              <a:ext cx="1047" cy="2282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6" name="Google Shape;2666;p1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7" name="Google Shape;2667;p1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8" name="Google Shape;2668;p16"/>
            <p:cNvSpPr/>
            <p:nvPr/>
          </p:nvSpPr>
          <p:spPr>
            <a:xfrm>
              <a:off x="4214" y="692"/>
              <a:ext cx="595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69" name="Google Shape;2669;p16"/>
            <p:cNvGrpSpPr/>
            <p:nvPr/>
          </p:nvGrpSpPr>
          <p:grpSpPr>
            <a:xfrm>
              <a:off x="4747" y="667"/>
              <a:ext cx="583" cy="144"/>
              <a:chOff x="612" y="2567"/>
              <a:chExt cx="727" cy="138"/>
            </a:xfrm>
          </p:grpSpPr>
          <p:sp>
            <p:nvSpPr>
              <p:cNvPr id="2670" name="Google Shape;2670;p16"/>
              <p:cNvSpPr/>
              <p:nvPr/>
            </p:nvSpPr>
            <p:spPr>
              <a:xfrm>
                <a:off x="612" y="2567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1" name="Google Shape;2671;p16"/>
              <p:cNvSpPr/>
              <p:nvPr/>
            </p:nvSpPr>
            <p:spPr>
              <a:xfrm>
                <a:off x="627" y="2581"/>
                <a:ext cx="696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72" name="Google Shape;2672;p16"/>
            <p:cNvSpPr/>
            <p:nvPr/>
          </p:nvSpPr>
          <p:spPr>
            <a:xfrm>
              <a:off x="4227" y="1019"/>
              <a:ext cx="595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73" name="Google Shape;2673;p16"/>
            <p:cNvGrpSpPr/>
            <p:nvPr/>
          </p:nvGrpSpPr>
          <p:grpSpPr>
            <a:xfrm>
              <a:off x="4747" y="995"/>
              <a:ext cx="583" cy="134"/>
              <a:chOff x="614" y="2569"/>
              <a:chExt cx="727" cy="139"/>
            </a:xfrm>
          </p:grpSpPr>
          <p:sp>
            <p:nvSpPr>
              <p:cNvPr id="2674" name="Google Shape;2674;p16"/>
              <p:cNvSpPr/>
              <p:nvPr/>
            </p:nvSpPr>
            <p:spPr>
              <a:xfrm>
                <a:off x="614" y="2569"/>
                <a:ext cx="727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5" name="Google Shape;2675;p16"/>
              <p:cNvSpPr/>
              <p:nvPr/>
            </p:nvSpPr>
            <p:spPr>
              <a:xfrm>
                <a:off x="630" y="2584"/>
                <a:ext cx="696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76" name="Google Shape;2676;p16"/>
            <p:cNvSpPr/>
            <p:nvPr/>
          </p:nvSpPr>
          <p:spPr>
            <a:xfrm>
              <a:off x="4214" y="1357"/>
              <a:ext cx="601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7" name="Google Shape;2677;p16"/>
            <p:cNvSpPr/>
            <p:nvPr/>
          </p:nvSpPr>
          <p:spPr>
            <a:xfrm>
              <a:off x="4227" y="1654"/>
              <a:ext cx="595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78" name="Google Shape;2678;p16"/>
            <p:cNvGrpSpPr/>
            <p:nvPr/>
          </p:nvGrpSpPr>
          <p:grpSpPr>
            <a:xfrm>
              <a:off x="4735" y="1629"/>
              <a:ext cx="582" cy="149"/>
              <a:chOff x="614" y="2570"/>
              <a:chExt cx="725" cy="137"/>
            </a:xfrm>
          </p:grpSpPr>
          <p:sp>
            <p:nvSpPr>
              <p:cNvPr id="2679" name="Google Shape;2679;p16"/>
              <p:cNvSpPr/>
              <p:nvPr/>
            </p:nvSpPr>
            <p:spPr>
              <a:xfrm>
                <a:off x="614" y="2570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0" name="Google Shape;2680;p16"/>
              <p:cNvSpPr/>
              <p:nvPr/>
            </p:nvSpPr>
            <p:spPr>
              <a:xfrm>
                <a:off x="629" y="2584"/>
                <a:ext cx="695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81" name="Google Shape;2681;p1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82" name="Google Shape;2682;p16"/>
            <p:cNvGrpSpPr/>
            <p:nvPr/>
          </p:nvGrpSpPr>
          <p:grpSpPr>
            <a:xfrm>
              <a:off x="4741" y="1327"/>
              <a:ext cx="582" cy="139"/>
              <a:chOff x="616" y="2568"/>
              <a:chExt cx="725" cy="139"/>
            </a:xfrm>
          </p:grpSpPr>
          <p:sp>
            <p:nvSpPr>
              <p:cNvPr id="2683" name="Google Shape;2683;p16"/>
              <p:cNvSpPr/>
              <p:nvPr/>
            </p:nvSpPr>
            <p:spPr>
              <a:xfrm>
                <a:off x="616" y="2568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4" name="Google Shape;2684;p16"/>
              <p:cNvSpPr/>
              <p:nvPr/>
            </p:nvSpPr>
            <p:spPr>
              <a:xfrm>
                <a:off x="632" y="2583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85" name="Google Shape;2685;p16"/>
            <p:cNvSpPr/>
            <p:nvPr/>
          </p:nvSpPr>
          <p:spPr>
            <a:xfrm>
              <a:off x="5249" y="429"/>
              <a:ext cx="68" cy="2287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6" name="Google Shape;2686;p1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7" name="Google Shape;2687;p1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8" name="Google Shape;2688;p16"/>
            <p:cNvSpPr/>
            <p:nvPr/>
          </p:nvSpPr>
          <p:spPr>
            <a:xfrm>
              <a:off x="5515" y="2612"/>
              <a:ext cx="50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9" name="Google Shape;2689;p1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0" name="Google Shape;2690;p16"/>
            <p:cNvSpPr/>
            <p:nvPr/>
          </p:nvSpPr>
          <p:spPr>
            <a:xfrm>
              <a:off x="4140" y="2676"/>
              <a:ext cx="1202" cy="149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1" name="Google Shape;2691;p16"/>
            <p:cNvSpPr/>
            <p:nvPr/>
          </p:nvSpPr>
          <p:spPr>
            <a:xfrm>
              <a:off x="4208" y="2711"/>
              <a:ext cx="1066" cy="8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2" name="Google Shape;2692;p16"/>
            <p:cNvSpPr/>
            <p:nvPr/>
          </p:nvSpPr>
          <p:spPr>
            <a:xfrm>
              <a:off x="4307" y="2383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3" name="Google Shape;2693;p16"/>
            <p:cNvSpPr/>
            <p:nvPr/>
          </p:nvSpPr>
          <p:spPr>
            <a:xfrm>
              <a:off x="4487" y="2383"/>
              <a:ext cx="161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4" name="Google Shape;2694;p16"/>
            <p:cNvSpPr/>
            <p:nvPr/>
          </p:nvSpPr>
          <p:spPr>
            <a:xfrm>
              <a:off x="4660" y="2379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5" name="Google Shape;2695;p16"/>
            <p:cNvSpPr/>
            <p:nvPr/>
          </p:nvSpPr>
          <p:spPr>
            <a:xfrm>
              <a:off x="5063" y="1833"/>
              <a:ext cx="87" cy="764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96" name="Google Shape;2696;p16"/>
          <p:cNvGrpSpPr/>
          <p:nvPr/>
        </p:nvGrpSpPr>
        <p:grpSpPr>
          <a:xfrm>
            <a:off x="2986268" y="2270516"/>
            <a:ext cx="531879" cy="435440"/>
            <a:chOff x="-44" y="1473"/>
            <a:chExt cx="981" cy="1105"/>
          </a:xfrm>
        </p:grpSpPr>
        <p:pic>
          <p:nvPicPr>
            <p:cNvPr descr="desktop_computer_stylized_medium" id="2697" name="Google Shape;2697;p16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98" name="Google Shape;2698;p1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99" name="Google Shape;2699;p16"/>
          <p:cNvGrpSpPr/>
          <p:nvPr/>
        </p:nvGrpSpPr>
        <p:grpSpPr>
          <a:xfrm>
            <a:off x="3275536" y="2564620"/>
            <a:ext cx="531879" cy="435441"/>
            <a:chOff x="-44" y="1473"/>
            <a:chExt cx="981" cy="1105"/>
          </a:xfrm>
        </p:grpSpPr>
        <p:pic>
          <p:nvPicPr>
            <p:cNvPr descr="desktop_computer_stylized_medium" id="2700" name="Google Shape;2700;p16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1" name="Google Shape;2701;p1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02" name="Google Shape;2702;p16"/>
          <p:cNvGrpSpPr/>
          <p:nvPr/>
        </p:nvGrpSpPr>
        <p:grpSpPr>
          <a:xfrm>
            <a:off x="3724601" y="2941863"/>
            <a:ext cx="531879" cy="435440"/>
            <a:chOff x="-44" y="1473"/>
            <a:chExt cx="981" cy="1105"/>
          </a:xfrm>
        </p:grpSpPr>
        <p:pic>
          <p:nvPicPr>
            <p:cNvPr descr="desktop_computer_stylized_medium" id="2703" name="Google Shape;2703;p16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4" name="Google Shape;2704;p1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05" name="Google Shape;2705;p16"/>
          <p:cNvGrpSpPr/>
          <p:nvPr/>
        </p:nvGrpSpPr>
        <p:grpSpPr>
          <a:xfrm>
            <a:off x="4145671" y="2951216"/>
            <a:ext cx="531879" cy="435441"/>
            <a:chOff x="-44" y="1473"/>
            <a:chExt cx="981" cy="1105"/>
          </a:xfrm>
        </p:grpSpPr>
        <p:pic>
          <p:nvPicPr>
            <p:cNvPr descr="desktop_computer_stylized_medium" id="2706" name="Google Shape;2706;p16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7" name="Google Shape;2707;p1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08" name="Google Shape;2708;p16"/>
          <p:cNvGrpSpPr/>
          <p:nvPr/>
        </p:nvGrpSpPr>
        <p:grpSpPr>
          <a:xfrm>
            <a:off x="5763477" y="1758396"/>
            <a:ext cx="875961" cy="382215"/>
            <a:chOff x="7493876" y="2774731"/>
            <a:chExt cx="1481958" cy="894622"/>
          </a:xfrm>
        </p:grpSpPr>
        <p:sp>
          <p:nvSpPr>
            <p:cNvPr id="2709" name="Google Shape;2709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10" name="Google Shape;2710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11" name="Google Shape;2711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12" name="Google Shape;2712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3" name="Google Shape;2713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4" name="Google Shape;2714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5" name="Google Shape;2715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16" name="Google Shape;2716;p16"/>
          <p:cNvGrpSpPr/>
          <p:nvPr/>
        </p:nvGrpSpPr>
        <p:grpSpPr>
          <a:xfrm>
            <a:off x="5810083" y="2299755"/>
            <a:ext cx="881870" cy="312528"/>
            <a:chOff x="3668110" y="2448910"/>
            <a:chExt cx="3794234" cy="2165130"/>
          </a:xfrm>
        </p:grpSpPr>
        <p:sp>
          <p:nvSpPr>
            <p:cNvPr id="2717" name="Google Shape;2717;p1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8" name="Google Shape;2718;p1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19" name="Google Shape;2719;p1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2720" name="Google Shape;2720;p1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1" name="Google Shape;2721;p1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2" name="Google Shape;2722;p1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3" name="Google Shape;2723;p1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2724" name="Google Shape;2724;p16"/>
          <p:cNvCxnSpPr/>
          <p:nvPr/>
        </p:nvCxnSpPr>
        <p:spPr>
          <a:xfrm>
            <a:off x="4758032" y="2690368"/>
            <a:ext cx="369749" cy="2172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5" name="Google Shape;2725;p16"/>
          <p:cNvCxnSpPr/>
          <p:nvPr/>
        </p:nvCxnSpPr>
        <p:spPr>
          <a:xfrm flipH="1">
            <a:off x="5214095" y="2587483"/>
            <a:ext cx="579702" cy="329439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726" name="Google Shape;2726;p16"/>
          <p:cNvGrpSpPr/>
          <p:nvPr/>
        </p:nvGrpSpPr>
        <p:grpSpPr>
          <a:xfrm>
            <a:off x="4009167" y="2420866"/>
            <a:ext cx="881870" cy="312528"/>
            <a:chOff x="3668110" y="2448910"/>
            <a:chExt cx="3794234" cy="2165130"/>
          </a:xfrm>
        </p:grpSpPr>
        <p:sp>
          <p:nvSpPr>
            <p:cNvPr id="2727" name="Google Shape;2727;p1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8" name="Google Shape;2728;p1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29" name="Google Shape;2729;p1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2730" name="Google Shape;2730;p1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1" name="Google Shape;2731;p1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2" name="Google Shape;2732;p1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3" name="Google Shape;2733;p1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8" name="Shape 2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9" name="Google Shape;2739;p17"/>
          <p:cNvSpPr txBox="1"/>
          <p:nvPr>
            <p:ph type="title"/>
          </p:nvPr>
        </p:nvSpPr>
        <p:spPr>
          <a:xfrm>
            <a:off x="848710" y="273146"/>
            <a:ext cx="1086704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b="0" lang="en-US" sz="5400"/>
              <a:t>Access networks: data center networks</a:t>
            </a:r>
            <a:endParaRPr b="0" sz="5400"/>
          </a:p>
        </p:txBody>
      </p:sp>
      <p:sp>
        <p:nvSpPr>
          <p:cNvPr id="2740" name="Google Shape;2740;p17"/>
          <p:cNvSpPr txBox="1"/>
          <p:nvPr/>
        </p:nvSpPr>
        <p:spPr>
          <a:xfrm>
            <a:off x="698688" y="1650273"/>
            <a:ext cx="6238140" cy="12978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high-bandwidth links (10s to 100s Gbps) connect hundreds to thousands of servers together, and to Internet</a:t>
            </a:r>
            <a:endParaRPr/>
          </a:p>
        </p:txBody>
      </p:sp>
      <p:sp>
        <p:nvSpPr>
          <p:cNvPr id="2741" name="Google Shape;2741;p17"/>
          <p:cNvSpPr/>
          <p:nvPr/>
        </p:nvSpPr>
        <p:spPr>
          <a:xfrm>
            <a:off x="7439074" y="3553079"/>
            <a:ext cx="986999" cy="669622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2" name="Google Shape;2742;p17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3" name="Google Shape;2743;p17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4" name="Google Shape;2744;p17"/>
          <p:cNvSpPr/>
          <p:nvPr/>
        </p:nvSpPr>
        <p:spPr>
          <a:xfrm>
            <a:off x="7205350" y="3289251"/>
            <a:ext cx="1458912" cy="317850"/>
          </a:xfrm>
          <a:prstGeom prst="triangle">
            <a:avLst>
              <a:gd fmla="val 50000" name="adj"/>
            </a:avLst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CC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5" name="Google Shape;2745;p17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6" name="Google Shape;2746;p17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2747" name="Google Shape;2747;p17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2748" name="Google Shape;2748;p17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2749" name="Google Shape;2749;p17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50" name="Google Shape;2750;p17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2751" name="Google Shape;2751;p17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2" name="Google Shape;2752;p17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753" name="Google Shape;2753;p17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54" name="Google Shape;2754;p17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55" name="Google Shape;2755;p17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56" name="Google Shape;2756;p17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57" name="Google Shape;2757;p17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58" name="Google Shape;2758;p17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759" name="Google Shape;2759;p17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2760" name="Google Shape;2760;p17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1" name="Google Shape;2761;p17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762" name="Google Shape;2762;p17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63" name="Google Shape;2763;p17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64" name="Google Shape;2764;p17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65" name="Google Shape;2765;p17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66" name="Google Shape;2766;p17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67" name="Google Shape;2767;p17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768" name="Google Shape;2768;p17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9" name="Google Shape;2769;p17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2770" name="Google Shape;2770;p17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1" name="Google Shape;2771;p17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2772" name="Google Shape;2772;p17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2773" name="Google Shape;2773;p17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74" name="Google Shape;2774;p17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75" name="Google Shape;2775;p17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76" name="Google Shape;2776;p17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77" name="Google Shape;2777;p17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78" name="Google Shape;2778;p17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79" name="Google Shape;2779;p17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80" name="Google Shape;2780;p17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81" name="Google Shape;2781;p17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82" name="Google Shape;2782;p17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83" name="Google Shape;2783;p17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84" name="Google Shape;2784;p17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85" name="Google Shape;2785;p17"/>
          <p:cNvCxnSpPr/>
          <p:nvPr/>
        </p:nvCxnSpPr>
        <p:spPr>
          <a:xfrm flipH="1">
            <a:off x="10100635" y="2169432"/>
            <a:ext cx="761467" cy="5773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86" name="Google Shape;2786;p17"/>
          <p:cNvCxnSpPr/>
          <p:nvPr/>
        </p:nvCxnSpPr>
        <p:spPr>
          <a:xfrm flipH="1">
            <a:off x="10100635" y="2268313"/>
            <a:ext cx="397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87" name="Google Shape;2787;p17"/>
          <p:cNvCxnSpPr/>
          <p:nvPr/>
        </p:nvCxnSpPr>
        <p:spPr>
          <a:xfrm flipH="1">
            <a:off x="10672135" y="2200506"/>
            <a:ext cx="14936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88" name="Google Shape;2788;p17"/>
          <p:cNvCxnSpPr/>
          <p:nvPr/>
        </p:nvCxnSpPr>
        <p:spPr>
          <a:xfrm flipH="1">
            <a:off x="10142166" y="2718967"/>
            <a:ext cx="574283" cy="2782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89" name="Google Shape;2789;p17"/>
          <p:cNvCxnSpPr/>
          <p:nvPr/>
        </p:nvCxnSpPr>
        <p:spPr>
          <a:xfrm flipH="1">
            <a:off x="10069542" y="2169432"/>
            <a:ext cx="788589" cy="9888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90" name="Google Shape;2790;p17"/>
          <p:cNvCxnSpPr/>
          <p:nvPr/>
        </p:nvCxnSpPr>
        <p:spPr>
          <a:xfrm flipH="1">
            <a:off x="10862103" y="2127325"/>
            <a:ext cx="279002" cy="421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91" name="Google Shape;2791;p17"/>
          <p:cNvCxnSpPr/>
          <p:nvPr/>
        </p:nvCxnSpPr>
        <p:spPr>
          <a:xfrm rot="10800000">
            <a:off x="10681994" y="2718967"/>
            <a:ext cx="353541" cy="67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92" name="Google Shape;2792;p17"/>
          <p:cNvCxnSpPr/>
          <p:nvPr/>
        </p:nvCxnSpPr>
        <p:spPr>
          <a:xfrm flipH="1">
            <a:off x="8769223" y="2268313"/>
            <a:ext cx="1300319" cy="6066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93" name="Google Shape;2793;p17"/>
          <p:cNvCxnSpPr/>
          <p:nvPr/>
        </p:nvCxnSpPr>
        <p:spPr>
          <a:xfrm flipH="1" rot="10800000">
            <a:off x="9378705" y="4113379"/>
            <a:ext cx="429324" cy="70560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4" name="Google Shape;2794;p17"/>
          <p:cNvCxnSpPr/>
          <p:nvPr/>
        </p:nvCxnSpPr>
        <p:spPr>
          <a:xfrm flipH="1" rot="10800000">
            <a:off x="8244554" y="4047456"/>
            <a:ext cx="969051" cy="31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95" name="Google Shape;2795;p17"/>
          <p:cNvSpPr/>
          <p:nvPr/>
        </p:nvSpPr>
        <p:spPr>
          <a:xfrm>
            <a:off x="8174541" y="2292995"/>
            <a:ext cx="52388" cy="4948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96" name="Google Shape;2796;p17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2797" name="Google Shape;2797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98" name="Google Shape;2798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99" name="Google Shape;2799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00" name="Google Shape;2800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1" name="Google Shape;2801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2" name="Google Shape;2802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3" name="Google Shape;2803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04" name="Google Shape;2804;p17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2805" name="Google Shape;2805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806" name="Google Shape;2806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807" name="Google Shape;2807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08" name="Google Shape;2808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9" name="Google Shape;2809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0" name="Google Shape;2810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1" name="Google Shape;2811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12" name="Google Shape;2812;p17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2813" name="Google Shape;2813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814" name="Google Shape;2814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815" name="Google Shape;2815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16" name="Google Shape;2816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7" name="Google Shape;2817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8" name="Google Shape;2818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9" name="Google Shape;2819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20" name="Google Shape;2820;p17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2821" name="Google Shape;2821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822" name="Google Shape;2822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823" name="Google Shape;2823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24" name="Google Shape;2824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5" name="Google Shape;2825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6" name="Google Shape;2826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7" name="Google Shape;2827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28" name="Google Shape;2828;p17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2829" name="Google Shape;2829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830" name="Google Shape;2830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831" name="Google Shape;2831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32" name="Google Shape;2832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3" name="Google Shape;2833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4" name="Google Shape;2834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5" name="Google Shape;2835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36" name="Google Shape;2836;p17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2837" name="Google Shape;2837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838" name="Google Shape;2838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839" name="Google Shape;2839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40" name="Google Shape;2840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1" name="Google Shape;2841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2" name="Google Shape;2842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3" name="Google Shape;2843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44" name="Google Shape;2844;p17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2845" name="Google Shape;2845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846" name="Google Shape;2846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847" name="Google Shape;2847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48" name="Google Shape;2848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9" name="Google Shape;2849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0" name="Google Shape;2850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1" name="Google Shape;2851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52" name="Google Shape;2852;p17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2853" name="Google Shape;2853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854" name="Google Shape;2854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855" name="Google Shape;2855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56" name="Google Shape;2856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7" name="Google Shape;2857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8" name="Google Shape;2858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9" name="Google Shape;2859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60" name="Google Shape;2860;p17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2861" name="Google Shape;2861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862" name="Google Shape;2862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863" name="Google Shape;2863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64" name="Google Shape;2864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5" name="Google Shape;2865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6" name="Google Shape;2866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7" name="Google Shape;2867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descr="iphone_stylized_small" id="2868" name="Google Shape;286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72" y="1917025"/>
            <a:ext cx="136841" cy="328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2869" name="Google Shape;286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9064">
            <a:off x="7464781" y="2605090"/>
            <a:ext cx="437221" cy="159511"/>
          </a:xfrm>
          <a:prstGeom prst="rect">
            <a:avLst/>
          </a:prstGeom>
          <a:noFill/>
          <a:ln>
            <a:noFill/>
          </a:ln>
        </p:spPr>
      </p:pic>
      <p:sp>
        <p:nvSpPr>
          <p:cNvPr id="2870" name="Google Shape;2870;p17"/>
          <p:cNvSpPr/>
          <p:nvPr/>
        </p:nvSpPr>
        <p:spPr>
          <a:xfrm>
            <a:off x="7609678" y="2450304"/>
            <a:ext cx="351919" cy="208167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2871" name="Google Shape;287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7011" y="2455658"/>
            <a:ext cx="319785" cy="189429"/>
          </a:xfrm>
          <a:prstGeom prst="rect">
            <a:avLst/>
          </a:prstGeom>
          <a:noFill/>
          <a:ln>
            <a:noFill/>
          </a:ln>
        </p:spPr>
      </p:pic>
      <p:sp>
        <p:nvSpPr>
          <p:cNvPr id="2872" name="Google Shape;2872;p17"/>
          <p:cNvSpPr/>
          <p:nvPr/>
        </p:nvSpPr>
        <p:spPr>
          <a:xfrm>
            <a:off x="7673752" y="2444163"/>
            <a:ext cx="298167" cy="38736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3" name="Google Shape;2873;p17"/>
          <p:cNvSpPr/>
          <p:nvPr/>
        </p:nvSpPr>
        <p:spPr>
          <a:xfrm>
            <a:off x="7606562" y="2443848"/>
            <a:ext cx="82770" cy="161243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4" name="Google Shape;2874;p17"/>
          <p:cNvSpPr/>
          <p:nvPr/>
        </p:nvSpPr>
        <p:spPr>
          <a:xfrm>
            <a:off x="7880579" y="2472664"/>
            <a:ext cx="89197" cy="186122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5" name="Google Shape;2875;p17"/>
          <p:cNvSpPr/>
          <p:nvPr/>
        </p:nvSpPr>
        <p:spPr>
          <a:xfrm>
            <a:off x="7605588" y="2596902"/>
            <a:ext cx="327185" cy="6282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6" name="Google Shape;2876;p17"/>
          <p:cNvSpPr/>
          <p:nvPr/>
        </p:nvSpPr>
        <p:spPr>
          <a:xfrm>
            <a:off x="7890512" y="2474238"/>
            <a:ext cx="83549" cy="18690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7" name="Google Shape;2877;p17"/>
          <p:cNvSpPr/>
          <p:nvPr/>
        </p:nvSpPr>
        <p:spPr>
          <a:xfrm>
            <a:off x="7605977" y="2605248"/>
            <a:ext cx="290961" cy="62041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78" name="Google Shape;2878;p17"/>
          <p:cNvGrpSpPr/>
          <p:nvPr/>
        </p:nvGrpSpPr>
        <p:grpSpPr>
          <a:xfrm>
            <a:off x="7601109" y="2671540"/>
            <a:ext cx="98740" cy="36846"/>
            <a:chOff x="1740" y="2642"/>
            <a:chExt cx="752" cy="327"/>
          </a:xfrm>
        </p:grpSpPr>
        <p:sp>
          <p:nvSpPr>
            <p:cNvPr id="2879" name="Google Shape;2879;p17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0" name="Google Shape;2880;p17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1" name="Google Shape;2881;p17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2" name="Google Shape;2882;p17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3" name="Google Shape;2883;p17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4" name="Google Shape;2884;p17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85" name="Google Shape;2885;p17"/>
          <p:cNvSpPr/>
          <p:nvPr/>
        </p:nvSpPr>
        <p:spPr>
          <a:xfrm>
            <a:off x="7770154" y="2677051"/>
            <a:ext cx="119578" cy="80936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6" name="Google Shape;2886;p17"/>
          <p:cNvSpPr/>
          <p:nvPr/>
        </p:nvSpPr>
        <p:spPr>
          <a:xfrm>
            <a:off x="7464976" y="2683507"/>
            <a:ext cx="305957" cy="7385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7" name="Google Shape;2887;p17"/>
          <p:cNvSpPr/>
          <p:nvPr/>
        </p:nvSpPr>
        <p:spPr>
          <a:xfrm>
            <a:off x="7465171" y="2669965"/>
            <a:ext cx="3311" cy="14959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8" name="Google Shape;2888;p17"/>
          <p:cNvSpPr/>
          <p:nvPr/>
        </p:nvSpPr>
        <p:spPr>
          <a:xfrm>
            <a:off x="7465366" y="2609027"/>
            <a:ext cx="142170" cy="61883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9" name="Google Shape;2889;p17"/>
          <p:cNvSpPr/>
          <p:nvPr/>
        </p:nvSpPr>
        <p:spPr>
          <a:xfrm>
            <a:off x="7474909" y="2673115"/>
            <a:ext cx="290182" cy="7101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0" name="Google Shape;2890;p17"/>
          <p:cNvSpPr/>
          <p:nvPr/>
        </p:nvSpPr>
        <p:spPr>
          <a:xfrm flipH="1" rot="10800000">
            <a:off x="7764701" y="2668076"/>
            <a:ext cx="118410" cy="73535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ight2.png" id="2891" name="Google Shape;289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8831667" y="2392289"/>
            <a:ext cx="92772" cy="4054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r_icon_small" id="2892" name="Google Shape;289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99539" y="2116958"/>
            <a:ext cx="849312" cy="16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2893" name="Google Shape;289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flipH="1" rot="109064">
            <a:off x="7510375" y="3605209"/>
            <a:ext cx="286699" cy="119448"/>
          </a:xfrm>
          <a:prstGeom prst="rect">
            <a:avLst/>
          </a:prstGeom>
          <a:noFill/>
          <a:ln>
            <a:noFill/>
          </a:ln>
        </p:spPr>
      </p:pic>
      <p:sp>
        <p:nvSpPr>
          <p:cNvPr id="2894" name="Google Shape;2894;p17"/>
          <p:cNvSpPr/>
          <p:nvPr/>
        </p:nvSpPr>
        <p:spPr>
          <a:xfrm>
            <a:off x="7605388" y="3489299"/>
            <a:ext cx="230764" cy="155883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2895" name="Google Shape;2895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16754" y="3493308"/>
            <a:ext cx="209692" cy="141851"/>
          </a:xfrm>
          <a:prstGeom prst="rect">
            <a:avLst/>
          </a:prstGeom>
          <a:noFill/>
          <a:ln>
            <a:noFill/>
          </a:ln>
        </p:spPr>
      </p:pic>
      <p:sp>
        <p:nvSpPr>
          <p:cNvPr id="2896" name="Google Shape;2896;p17"/>
          <p:cNvSpPr/>
          <p:nvPr/>
        </p:nvSpPr>
        <p:spPr>
          <a:xfrm>
            <a:off x="7647403" y="3484701"/>
            <a:ext cx="195517" cy="2900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7" name="Google Shape;2897;p17"/>
          <p:cNvSpPr/>
          <p:nvPr/>
        </p:nvSpPr>
        <p:spPr>
          <a:xfrm>
            <a:off x="7603345" y="3484465"/>
            <a:ext cx="54275" cy="120745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8" name="Google Shape;2898;p17"/>
          <p:cNvSpPr/>
          <p:nvPr/>
        </p:nvSpPr>
        <p:spPr>
          <a:xfrm>
            <a:off x="7783026" y="3506043"/>
            <a:ext cx="58489" cy="139375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9" name="Google Shape;2899;p17"/>
          <p:cNvSpPr/>
          <p:nvPr/>
        </p:nvSpPr>
        <p:spPr>
          <a:xfrm>
            <a:off x="7602706" y="3599078"/>
            <a:ext cx="214545" cy="4704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0" name="Google Shape;2900;p17"/>
          <p:cNvSpPr/>
          <p:nvPr/>
        </p:nvSpPr>
        <p:spPr>
          <a:xfrm>
            <a:off x="7789539" y="3507222"/>
            <a:ext cx="54786" cy="139965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1" name="Google Shape;2901;p17"/>
          <p:cNvSpPr/>
          <p:nvPr/>
        </p:nvSpPr>
        <p:spPr>
          <a:xfrm>
            <a:off x="7602962" y="3605327"/>
            <a:ext cx="190792" cy="46458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02" name="Google Shape;2902;p17"/>
          <p:cNvGrpSpPr/>
          <p:nvPr/>
        </p:nvGrpSpPr>
        <p:grpSpPr>
          <a:xfrm>
            <a:off x="7599769" y="3654969"/>
            <a:ext cx="64747" cy="27592"/>
            <a:chOff x="1740" y="2642"/>
            <a:chExt cx="752" cy="327"/>
          </a:xfrm>
        </p:grpSpPr>
        <p:sp>
          <p:nvSpPr>
            <p:cNvPr id="2903" name="Google Shape;2903;p17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4" name="Google Shape;2904;p17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5" name="Google Shape;2905;p17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6" name="Google Shape;2906;p17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7" name="Google Shape;2907;p17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8" name="Google Shape;2908;p17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09" name="Google Shape;2909;p17"/>
          <p:cNvSpPr/>
          <p:nvPr/>
        </p:nvSpPr>
        <p:spPr>
          <a:xfrm>
            <a:off x="7710617" y="3659096"/>
            <a:ext cx="78411" cy="60608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0" name="Google Shape;2910;p17"/>
          <p:cNvSpPr/>
          <p:nvPr/>
        </p:nvSpPr>
        <p:spPr>
          <a:xfrm>
            <a:off x="7510503" y="3663931"/>
            <a:ext cx="200625" cy="55302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1" name="Google Shape;2911;p17"/>
          <p:cNvSpPr/>
          <p:nvPr/>
        </p:nvSpPr>
        <p:spPr>
          <a:xfrm>
            <a:off x="7510631" y="3653790"/>
            <a:ext cx="2171" cy="11202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2" name="Google Shape;2912;p17"/>
          <p:cNvSpPr/>
          <p:nvPr/>
        </p:nvSpPr>
        <p:spPr>
          <a:xfrm>
            <a:off x="7510758" y="3608157"/>
            <a:ext cx="93225" cy="46340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3" name="Google Shape;2913;p17"/>
          <p:cNvSpPr/>
          <p:nvPr/>
        </p:nvSpPr>
        <p:spPr>
          <a:xfrm>
            <a:off x="7517016" y="3656149"/>
            <a:ext cx="190281" cy="5318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4" name="Google Shape;2914;p17"/>
          <p:cNvSpPr/>
          <p:nvPr/>
        </p:nvSpPr>
        <p:spPr>
          <a:xfrm flipH="1" rot="10800000">
            <a:off x="7707042" y="3652375"/>
            <a:ext cx="77645" cy="5506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ktop_computer_stylized_medium" id="2915" name="Google Shape;2915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flipH="1">
            <a:off x="7991996" y="3567143"/>
            <a:ext cx="359261" cy="342045"/>
          </a:xfrm>
          <a:prstGeom prst="rect">
            <a:avLst/>
          </a:prstGeom>
          <a:noFill/>
          <a:ln>
            <a:noFill/>
          </a:ln>
        </p:spPr>
      </p:pic>
      <p:sp>
        <p:nvSpPr>
          <p:cNvPr id="2916" name="Google Shape;2916;p17"/>
          <p:cNvSpPr/>
          <p:nvPr/>
        </p:nvSpPr>
        <p:spPr>
          <a:xfrm flipH="1">
            <a:off x="8145217" y="3599942"/>
            <a:ext cx="169400" cy="156753"/>
          </a:xfrm>
          <a:custGeom>
            <a:rect b="b" l="l" r="r" t="t"/>
            <a:pathLst>
              <a:path extrusionOk="0" h="368" w="356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chemeClr val="lt1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ridge2.png" id="2917" name="Google Shape;2917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903199" y="3385017"/>
            <a:ext cx="189578" cy="3370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18" name="Google Shape;2918;p17"/>
          <p:cNvGrpSpPr/>
          <p:nvPr/>
        </p:nvGrpSpPr>
        <p:grpSpPr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2919" name="Google Shape;2919;p1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0" name="Google Shape;2920;p17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1" name="Google Shape;2921;p1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2" name="Google Shape;2922;p1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3" name="Google Shape;2923;p17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24" name="Google Shape;2924;p17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2925" name="Google Shape;2925;p17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6" name="Google Shape;2926;p17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27" name="Google Shape;2927;p17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28" name="Google Shape;2928;p17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2929" name="Google Shape;2929;p17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0" name="Google Shape;2930;p17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31" name="Google Shape;2931;p17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2" name="Google Shape;2932;p17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33" name="Google Shape;2933;p17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2934" name="Google Shape;2934;p17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5" name="Google Shape;2935;p17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36" name="Google Shape;2936;p1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937" name="Google Shape;2937;p17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2938" name="Google Shape;2938;p17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9" name="Google Shape;2939;p17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40" name="Google Shape;2940;p17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1" name="Google Shape;2941;p1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2" name="Google Shape;2942;p1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3" name="Google Shape;2943;p17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4" name="Google Shape;2944;p1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5" name="Google Shape;2945;p17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6" name="Google Shape;2946;p17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7" name="Google Shape;2947;p17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8" name="Google Shape;2948;p17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9" name="Google Shape;2949;p17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0" name="Google Shape;2950;p17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51" name="Google Shape;2951;p17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2952" name="Google Shape;2952;p1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53" name="Google Shape;2953;p17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2954" name="Google Shape;2954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216586" y="6040274"/>
            <a:ext cx="253501" cy="120343"/>
          </a:xfrm>
          <a:prstGeom prst="rect">
            <a:avLst/>
          </a:prstGeom>
          <a:noFill/>
          <a:ln>
            <a:noFill/>
          </a:ln>
        </p:spPr>
      </p:pic>
      <p:sp>
        <p:nvSpPr>
          <p:cNvPr id="2955" name="Google Shape;2955;p17"/>
          <p:cNvSpPr/>
          <p:nvPr/>
        </p:nvSpPr>
        <p:spPr>
          <a:xfrm>
            <a:off x="9300597" y="5923494"/>
            <a:ext cx="204043" cy="157052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2956" name="Google Shape;2956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310647" y="5927534"/>
            <a:ext cx="185412" cy="142915"/>
          </a:xfrm>
          <a:prstGeom prst="rect">
            <a:avLst/>
          </a:prstGeom>
          <a:noFill/>
          <a:ln>
            <a:noFill/>
          </a:ln>
        </p:spPr>
      </p:pic>
      <p:sp>
        <p:nvSpPr>
          <p:cNvPr id="2957" name="Google Shape;2957;p17"/>
          <p:cNvSpPr/>
          <p:nvPr/>
        </p:nvSpPr>
        <p:spPr>
          <a:xfrm>
            <a:off x="9337747" y="5918861"/>
            <a:ext cx="172878" cy="29225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8" name="Google Shape;2958;p17"/>
          <p:cNvSpPr/>
          <p:nvPr/>
        </p:nvSpPr>
        <p:spPr>
          <a:xfrm>
            <a:off x="9298791" y="5918624"/>
            <a:ext cx="47990" cy="121650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9" name="Google Shape;2959;p17"/>
          <p:cNvSpPr/>
          <p:nvPr/>
        </p:nvSpPr>
        <p:spPr>
          <a:xfrm>
            <a:off x="9457666" y="5940364"/>
            <a:ext cx="51716" cy="14042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0" name="Google Shape;2960;p17"/>
          <p:cNvSpPr/>
          <p:nvPr/>
        </p:nvSpPr>
        <p:spPr>
          <a:xfrm>
            <a:off x="9298226" y="6034096"/>
            <a:ext cx="189702" cy="47401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1" name="Google Shape;2961;p17"/>
          <p:cNvSpPr/>
          <p:nvPr/>
        </p:nvSpPr>
        <p:spPr>
          <a:xfrm>
            <a:off x="9463425" y="5941552"/>
            <a:ext cx="48442" cy="141014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2" name="Google Shape;2962;p17"/>
          <p:cNvSpPr/>
          <p:nvPr/>
        </p:nvSpPr>
        <p:spPr>
          <a:xfrm>
            <a:off x="9298452" y="6040392"/>
            <a:ext cx="168700" cy="46807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63" name="Google Shape;2963;p17"/>
          <p:cNvGrpSpPr/>
          <p:nvPr/>
        </p:nvGrpSpPr>
        <p:grpSpPr>
          <a:xfrm>
            <a:off x="9295629" y="6090407"/>
            <a:ext cx="57249" cy="27799"/>
            <a:chOff x="1740" y="2642"/>
            <a:chExt cx="752" cy="327"/>
          </a:xfrm>
        </p:grpSpPr>
        <p:sp>
          <p:nvSpPr>
            <p:cNvPr id="2964" name="Google Shape;2964;p17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5" name="Google Shape;2965;p17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6" name="Google Shape;2966;p17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7" name="Google Shape;2967;p17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8" name="Google Shape;2968;p17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9" name="Google Shape;2969;p17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70" name="Google Shape;2970;p17"/>
          <p:cNvSpPr/>
          <p:nvPr/>
        </p:nvSpPr>
        <p:spPr>
          <a:xfrm>
            <a:off x="9393642" y="6094565"/>
            <a:ext cx="69332" cy="61063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1" name="Google Shape;2971;p17"/>
          <p:cNvSpPr/>
          <p:nvPr/>
        </p:nvSpPr>
        <p:spPr>
          <a:xfrm>
            <a:off x="9216699" y="6099436"/>
            <a:ext cx="177394" cy="55717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2" name="Google Shape;2972;p17"/>
          <p:cNvSpPr/>
          <p:nvPr/>
        </p:nvSpPr>
        <p:spPr>
          <a:xfrm>
            <a:off x="9216812" y="6089219"/>
            <a:ext cx="1920" cy="11286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3" name="Google Shape;2973;p17"/>
          <p:cNvSpPr/>
          <p:nvPr/>
        </p:nvSpPr>
        <p:spPr>
          <a:xfrm>
            <a:off x="9216925" y="6043244"/>
            <a:ext cx="82430" cy="46688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4" name="Google Shape;2974;p17"/>
          <p:cNvSpPr/>
          <p:nvPr/>
        </p:nvSpPr>
        <p:spPr>
          <a:xfrm>
            <a:off x="9222458" y="6091595"/>
            <a:ext cx="168248" cy="53578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5" name="Google Shape;2975;p17"/>
          <p:cNvSpPr/>
          <p:nvPr/>
        </p:nvSpPr>
        <p:spPr>
          <a:xfrm flipH="1" rot="10800000">
            <a:off x="9390480" y="6087793"/>
            <a:ext cx="68654" cy="5547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76" name="Google Shape;2976;p17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2977" name="Google Shape;2977;p1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78" name="Google Shape;2978;p17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79" name="Google Shape;2979;p17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2980" name="Google Shape;2980;p1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81" name="Google Shape;2981;p17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2982" name="Google Shape;2982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550087" y="5949454"/>
            <a:ext cx="260920" cy="99063"/>
          </a:xfrm>
          <a:prstGeom prst="rect">
            <a:avLst/>
          </a:prstGeom>
          <a:noFill/>
          <a:ln>
            <a:noFill/>
          </a:ln>
        </p:spPr>
      </p:pic>
      <p:sp>
        <p:nvSpPr>
          <p:cNvPr id="2983" name="Google Shape;2983;p17"/>
          <p:cNvSpPr/>
          <p:nvPr/>
        </p:nvSpPr>
        <p:spPr>
          <a:xfrm>
            <a:off x="9636557" y="5853324"/>
            <a:ext cx="210015" cy="129281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2984" name="Google Shape;2984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646901" y="5856649"/>
            <a:ext cx="190838" cy="117644"/>
          </a:xfrm>
          <a:prstGeom prst="rect">
            <a:avLst/>
          </a:prstGeom>
          <a:noFill/>
          <a:ln>
            <a:noFill/>
          </a:ln>
        </p:spPr>
      </p:pic>
      <p:sp>
        <p:nvSpPr>
          <p:cNvPr id="2985" name="Google Shape;2985;p17"/>
          <p:cNvSpPr/>
          <p:nvPr/>
        </p:nvSpPr>
        <p:spPr>
          <a:xfrm>
            <a:off x="9674794" y="5849510"/>
            <a:ext cx="177937" cy="2405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6" name="Google Shape;2986;p17"/>
          <p:cNvSpPr/>
          <p:nvPr/>
        </p:nvSpPr>
        <p:spPr>
          <a:xfrm>
            <a:off x="9634698" y="5849315"/>
            <a:ext cx="49395" cy="100139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7" name="Google Shape;2987;p17"/>
          <p:cNvSpPr/>
          <p:nvPr/>
        </p:nvSpPr>
        <p:spPr>
          <a:xfrm>
            <a:off x="9798223" y="5867211"/>
            <a:ext cx="53230" cy="11559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8" name="Google Shape;2988;p17"/>
          <p:cNvSpPr/>
          <p:nvPr/>
        </p:nvSpPr>
        <p:spPr>
          <a:xfrm>
            <a:off x="9634116" y="5944369"/>
            <a:ext cx="195254" cy="39019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9" name="Google Shape;2989;p17"/>
          <p:cNvSpPr/>
          <p:nvPr/>
        </p:nvSpPr>
        <p:spPr>
          <a:xfrm>
            <a:off x="9804150" y="5868189"/>
            <a:ext cx="49860" cy="11607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0" name="Google Shape;2990;p17"/>
          <p:cNvSpPr/>
          <p:nvPr/>
        </p:nvSpPr>
        <p:spPr>
          <a:xfrm>
            <a:off x="9634349" y="5949552"/>
            <a:ext cx="173637" cy="38530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91" name="Google Shape;2991;p17"/>
          <p:cNvGrpSpPr/>
          <p:nvPr/>
        </p:nvGrpSpPr>
        <p:grpSpPr>
          <a:xfrm>
            <a:off x="9631443" y="5990722"/>
            <a:ext cx="58925" cy="22883"/>
            <a:chOff x="1740" y="2642"/>
            <a:chExt cx="752" cy="327"/>
          </a:xfrm>
        </p:grpSpPr>
        <p:sp>
          <p:nvSpPr>
            <p:cNvPr id="2992" name="Google Shape;2992;p17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3" name="Google Shape;2993;p17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4" name="Google Shape;2994;p17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5" name="Google Shape;2995;p17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6" name="Google Shape;2996;p17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7" name="Google Shape;2997;p17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98" name="Google Shape;2998;p17"/>
          <p:cNvSpPr/>
          <p:nvPr/>
        </p:nvSpPr>
        <p:spPr>
          <a:xfrm>
            <a:off x="9732325" y="5994145"/>
            <a:ext cx="71361" cy="50265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9" name="Google Shape;2999;p17"/>
          <p:cNvSpPr/>
          <p:nvPr/>
        </p:nvSpPr>
        <p:spPr>
          <a:xfrm>
            <a:off x="9550204" y="5998154"/>
            <a:ext cx="182586" cy="4586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0" name="Google Shape;3000;p17"/>
          <p:cNvSpPr/>
          <p:nvPr/>
        </p:nvSpPr>
        <p:spPr>
          <a:xfrm>
            <a:off x="9550320" y="5989744"/>
            <a:ext cx="1976" cy="9290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1" name="Google Shape;3001;p17"/>
          <p:cNvSpPr/>
          <p:nvPr/>
        </p:nvSpPr>
        <p:spPr>
          <a:xfrm>
            <a:off x="9550436" y="5951899"/>
            <a:ext cx="84843" cy="38432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2" name="Google Shape;3002;p17"/>
          <p:cNvSpPr/>
          <p:nvPr/>
        </p:nvSpPr>
        <p:spPr>
          <a:xfrm>
            <a:off x="9556131" y="5991700"/>
            <a:ext cx="173172" cy="4410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3" name="Google Shape;3003;p17"/>
          <p:cNvSpPr/>
          <p:nvPr/>
        </p:nvSpPr>
        <p:spPr>
          <a:xfrm flipH="1" rot="10800000">
            <a:off x="9729071" y="5988571"/>
            <a:ext cx="70663" cy="4566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04" name="Google Shape;3004;p17"/>
          <p:cNvGrpSpPr/>
          <p:nvPr/>
        </p:nvGrpSpPr>
        <p:grpSpPr>
          <a:xfrm>
            <a:off x="10017877" y="5636388"/>
            <a:ext cx="171450" cy="348944"/>
            <a:chOff x="4140" y="429"/>
            <a:chExt cx="1425" cy="2396"/>
          </a:xfrm>
        </p:grpSpPr>
        <p:sp>
          <p:nvSpPr>
            <p:cNvPr id="3005" name="Google Shape;3005;p1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6" name="Google Shape;3006;p17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7" name="Google Shape;3007;p1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8" name="Google Shape;3008;p1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9" name="Google Shape;3009;p17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10" name="Google Shape;3010;p17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3011" name="Google Shape;3011;p17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2" name="Google Shape;3012;p17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13" name="Google Shape;3013;p17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14" name="Google Shape;3014;p17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3015" name="Google Shape;3015;p17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6" name="Google Shape;3016;p17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17" name="Google Shape;3017;p17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8" name="Google Shape;3018;p17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19" name="Google Shape;3019;p17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3020" name="Google Shape;3020;p17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1" name="Google Shape;3021;p17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22" name="Google Shape;3022;p1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23" name="Google Shape;3023;p17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3024" name="Google Shape;3024;p17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5" name="Google Shape;3025;p17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26" name="Google Shape;3026;p17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7" name="Google Shape;3027;p1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8" name="Google Shape;3028;p1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9" name="Google Shape;3029;p17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0" name="Google Shape;3030;p1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1" name="Google Shape;3031;p17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2" name="Google Shape;3032;p17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3" name="Google Shape;3033;p17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4" name="Google Shape;3034;p17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5" name="Google Shape;3035;p17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6" name="Google Shape;3036;p17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37" name="Google Shape;3037;p17"/>
          <p:cNvGrpSpPr/>
          <p:nvPr/>
        </p:nvGrpSpPr>
        <p:grpSpPr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descr="desktop_computer_stylized_medium" id="3038" name="Google Shape;3038;p1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9" name="Google Shape;3039;p17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40" name="Google Shape;3040;p17"/>
          <p:cNvGrpSpPr/>
          <p:nvPr/>
        </p:nvGrpSpPr>
        <p:grpSpPr>
          <a:xfrm>
            <a:off x="7439074" y="1859725"/>
            <a:ext cx="1802647" cy="1120859"/>
            <a:chOff x="7439074" y="1859725"/>
            <a:chExt cx="1802647" cy="1120859"/>
          </a:xfrm>
        </p:grpSpPr>
        <p:pic>
          <p:nvPicPr>
            <p:cNvPr descr="cell_tower_radiation copy" id="3041" name="Google Shape;3041;p17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042" name="Google Shape;3042;p17"/>
            <p:cNvCxnSpPr/>
            <p:nvPr/>
          </p:nvCxnSpPr>
          <p:spPr>
            <a:xfrm>
              <a:off x="8207860" y="2700359"/>
              <a:ext cx="227964" cy="17435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3043" name="Google Shape;3043;p17"/>
            <p:cNvGrpSpPr/>
            <p:nvPr/>
          </p:nvGrpSpPr>
          <p:grpSpPr>
            <a:xfrm>
              <a:off x="8050698" y="2309376"/>
              <a:ext cx="298450" cy="464008"/>
              <a:chOff x="3130" y="3288"/>
              <a:chExt cx="410" cy="742"/>
            </a:xfrm>
          </p:grpSpPr>
          <p:cxnSp>
            <p:nvCxnSpPr>
              <p:cNvPr id="3044" name="Google Shape;3044;p17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45" name="Google Shape;3045;p17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46" name="Google Shape;3046;p17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47" name="Google Shape;3047;p17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48" name="Google Shape;3048;p17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49" name="Google Shape;3049;p17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50" name="Google Shape;3050;p17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51" name="Google Shape;3051;p17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52" name="Google Shape;3052;p17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53" name="Google Shape;3053;p17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54" name="Google Shape;3054;p17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55" name="Google Shape;3055;p17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56" name="Google Shape;3056;p17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57" name="Google Shape;3057;p17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58" name="Google Shape;3058;p17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059" name="Google Shape;3059;p17"/>
            <p:cNvGrpSpPr/>
            <p:nvPr/>
          </p:nvGrpSpPr>
          <p:grpSpPr>
            <a:xfrm>
              <a:off x="8439827" y="2812309"/>
              <a:ext cx="353678" cy="168275"/>
              <a:chOff x="7493876" y="2774731"/>
              <a:chExt cx="1481958" cy="894622"/>
            </a:xfrm>
          </p:grpSpPr>
          <p:sp>
            <p:nvSpPr>
              <p:cNvPr id="3060" name="Google Shape;3060;p1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061" name="Google Shape;3061;p1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062" name="Google Shape;3062;p1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063" name="Google Shape;3063;p1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64" name="Google Shape;3064;p1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65" name="Google Shape;3065;p1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66" name="Google Shape;3066;p1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pic>
          <p:nvPicPr>
            <p:cNvPr descr="antenna_radiation_stylized" id="3067" name="Google Shape;3067;p17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7750224" y="1859725"/>
              <a:ext cx="415925" cy="887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3068" name="Google Shape;3068;p17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7439074" y="235661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3069" name="Google Shape;3069;p17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8637781" y="2319727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3070" name="Google Shape;3070;p17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8711019" y="205912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71" name="Google Shape;3071;p17"/>
          <p:cNvGrpSpPr/>
          <p:nvPr/>
        </p:nvGrpSpPr>
        <p:grpSpPr>
          <a:xfrm>
            <a:off x="7493518" y="3325424"/>
            <a:ext cx="911538" cy="843226"/>
            <a:chOff x="7493518" y="3325424"/>
            <a:chExt cx="911538" cy="843226"/>
          </a:xfrm>
        </p:grpSpPr>
        <p:pic>
          <p:nvPicPr>
            <p:cNvPr descr="access_point_stylized_small" id="3072" name="Google Shape;3072;p17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7613882" y="3861899"/>
              <a:ext cx="370169" cy="3067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73" name="Google Shape;3073;p17"/>
            <p:cNvGrpSpPr/>
            <p:nvPr/>
          </p:nvGrpSpPr>
          <p:grpSpPr>
            <a:xfrm>
              <a:off x="7493518" y="3325424"/>
              <a:ext cx="911538" cy="816238"/>
              <a:chOff x="7493518" y="3325424"/>
              <a:chExt cx="911538" cy="816238"/>
            </a:xfrm>
          </p:grpSpPr>
          <p:cxnSp>
            <p:nvCxnSpPr>
              <p:cNvPr id="3074" name="Google Shape;3074;p17"/>
              <p:cNvCxnSpPr/>
              <p:nvPr/>
            </p:nvCxnSpPr>
            <p:spPr>
              <a:xfrm>
                <a:off x="8247778" y="3829970"/>
                <a:ext cx="0" cy="13176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75" name="Google Shape;3075;p17"/>
              <p:cNvCxnSpPr/>
              <p:nvPr/>
            </p:nvCxnSpPr>
            <p:spPr>
              <a:xfrm flipH="1" rot="10800000">
                <a:off x="7857253" y="4041107"/>
                <a:ext cx="168275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antenna_radiation_stylized" id="3076" name="Google Shape;3076;p17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7562238" y="3813930"/>
                <a:ext cx="506412" cy="106009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3077" name="Google Shape;3077;p17"/>
              <p:cNvGrpSpPr/>
              <p:nvPr/>
            </p:nvGrpSpPr>
            <p:grpSpPr>
              <a:xfrm>
                <a:off x="8050070" y="3965994"/>
                <a:ext cx="354986" cy="175668"/>
                <a:chOff x="7493876" y="2774731"/>
                <a:chExt cx="1481958" cy="894622"/>
              </a:xfrm>
            </p:grpSpPr>
            <p:sp>
              <p:nvSpPr>
                <p:cNvPr id="3078" name="Google Shape;3078;p17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079" name="Google Shape;3079;p17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080" name="Google Shape;3080;p17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081" name="Google Shape;3081;p17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82" name="Google Shape;3082;p17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83" name="Google Shape;3083;p17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84" name="Google Shape;3084;p17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pic>
            <p:nvPicPr>
              <p:cNvPr descr="antenna_stylized" id="3085" name="Google Shape;3085;p17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7493518" y="341914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3086" name="Google Shape;3086;p17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7803435" y="332542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087" name="Google Shape;3087;p17"/>
          <p:cNvGrpSpPr/>
          <p:nvPr/>
        </p:nvGrpSpPr>
        <p:grpSpPr>
          <a:xfrm>
            <a:off x="7975881" y="4741266"/>
            <a:ext cx="2318709" cy="1245936"/>
            <a:chOff x="7948367" y="4775686"/>
            <a:chExt cx="2318709" cy="1245936"/>
          </a:xfrm>
        </p:grpSpPr>
        <p:cxnSp>
          <p:nvCxnSpPr>
            <p:cNvPr id="3088" name="Google Shape;3088;p17"/>
            <p:cNvCxnSpPr/>
            <p:nvPr/>
          </p:nvCxnSpPr>
          <p:spPr>
            <a:xfrm flipH="1" rot="5400000">
              <a:off x="9789609" y="5251739"/>
              <a:ext cx="388062" cy="756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89" name="Google Shape;3089;p17"/>
            <p:cNvCxnSpPr/>
            <p:nvPr/>
          </p:nvCxnSpPr>
          <p:spPr>
            <a:xfrm>
              <a:off x="8210207" y="5117334"/>
              <a:ext cx="226800" cy="127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90" name="Google Shape;3090;p17"/>
            <p:cNvCxnSpPr/>
            <p:nvPr/>
          </p:nvCxnSpPr>
          <p:spPr>
            <a:xfrm flipH="1" rot="10800000">
              <a:off x="8459425" y="5036562"/>
              <a:ext cx="404236" cy="2077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3091" name="Google Shape;3091;p17"/>
            <p:cNvGrpSpPr/>
            <p:nvPr/>
          </p:nvGrpSpPr>
          <p:grpSpPr>
            <a:xfrm>
              <a:off x="7948367" y="4775686"/>
              <a:ext cx="2318709" cy="1245936"/>
              <a:chOff x="7948367" y="4775686"/>
              <a:chExt cx="2318709" cy="1245936"/>
            </a:xfrm>
          </p:grpSpPr>
          <p:cxnSp>
            <p:nvCxnSpPr>
              <p:cNvPr id="3092" name="Google Shape;3092;p17"/>
              <p:cNvCxnSpPr/>
              <p:nvPr/>
            </p:nvCxnSpPr>
            <p:spPr>
              <a:xfrm rot="10800000">
                <a:off x="10209926" y="5405286"/>
                <a:ext cx="0" cy="114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93" name="Google Shape;3093;p17"/>
              <p:cNvCxnSpPr/>
              <p:nvPr/>
            </p:nvCxnSpPr>
            <p:spPr>
              <a:xfrm>
                <a:off x="9432959" y="4838517"/>
                <a:ext cx="524483" cy="2615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94" name="Google Shape;3094;p17"/>
              <p:cNvCxnSpPr/>
              <p:nvPr/>
            </p:nvCxnSpPr>
            <p:spPr>
              <a:xfrm flipH="1" rot="10800000">
                <a:off x="8850066" y="4838517"/>
                <a:ext cx="569255" cy="2462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95" name="Google Shape;3095;p17"/>
              <p:cNvCxnSpPr/>
              <p:nvPr/>
            </p:nvCxnSpPr>
            <p:spPr>
              <a:xfrm>
                <a:off x="8821744" y="5108876"/>
                <a:ext cx="103050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96" name="Google Shape;3096;p17"/>
              <p:cNvCxnSpPr/>
              <p:nvPr/>
            </p:nvCxnSpPr>
            <p:spPr>
              <a:xfrm flipH="1" rot="10800000">
                <a:off x="7948367" y="5290470"/>
                <a:ext cx="41275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97" name="Google Shape;3097;p17"/>
              <p:cNvCxnSpPr/>
              <p:nvPr/>
            </p:nvCxnSpPr>
            <p:spPr>
              <a:xfrm flipH="1">
                <a:off x="8373817" y="5282252"/>
                <a:ext cx="68080" cy="2939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98" name="Google Shape;3098;p17"/>
              <p:cNvCxnSpPr/>
              <p:nvPr/>
            </p:nvCxnSpPr>
            <p:spPr>
              <a:xfrm rot="10800000">
                <a:off x="8488731" y="5307931"/>
                <a:ext cx="280374" cy="2698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99" name="Google Shape;3099;p17"/>
              <p:cNvCxnSpPr/>
              <p:nvPr/>
            </p:nvCxnSpPr>
            <p:spPr>
              <a:xfrm>
                <a:off x="8488731" y="5258048"/>
                <a:ext cx="914184" cy="4686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00" name="Google Shape;3100;p17"/>
              <p:cNvCxnSpPr/>
              <p:nvPr/>
            </p:nvCxnSpPr>
            <p:spPr>
              <a:xfrm flipH="1" rot="5400000">
                <a:off x="9885545" y="5583471"/>
                <a:ext cx="366793" cy="148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antenna_radiation_stylized" id="3101" name="Google Shape;3101;p17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9242073" y="5480938"/>
                <a:ext cx="452014" cy="9515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ccess_point_stylized_small" id="3102" name="Google Shape;3102;p17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9290610" y="5524232"/>
                <a:ext cx="380935" cy="317464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3103" name="Google Shape;3103;p17"/>
              <p:cNvGrpSpPr/>
              <p:nvPr/>
            </p:nvGrpSpPr>
            <p:grpSpPr>
              <a:xfrm>
                <a:off x="9783558" y="4989983"/>
                <a:ext cx="393760" cy="218578"/>
                <a:chOff x="7493876" y="2774731"/>
                <a:chExt cx="1481958" cy="894622"/>
              </a:xfrm>
            </p:grpSpPr>
            <p:sp>
              <p:nvSpPr>
                <p:cNvPr id="3104" name="Google Shape;3104;p17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105" name="Google Shape;3105;p17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106" name="Google Shape;3106;p17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107" name="Google Shape;3107;p17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08" name="Google Shape;3108;p17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09" name="Google Shape;3109;p17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10" name="Google Shape;3110;p17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111" name="Google Shape;3111;p17"/>
              <p:cNvGrpSpPr/>
              <p:nvPr/>
            </p:nvGrpSpPr>
            <p:grpSpPr>
              <a:xfrm>
                <a:off x="9849365" y="5339037"/>
                <a:ext cx="309740" cy="190838"/>
                <a:chOff x="3668110" y="2448910"/>
                <a:chExt cx="3794234" cy="2165130"/>
              </a:xfrm>
            </p:grpSpPr>
            <p:sp>
              <p:nvSpPr>
                <p:cNvPr id="3112" name="Google Shape;3112;p17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13" name="Google Shape;3113;p17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114" name="Google Shape;3114;p17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3115" name="Google Shape;3115;p17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16" name="Google Shape;3116;p17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17" name="Google Shape;3117;p17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18" name="Google Shape;3118;p17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119" name="Google Shape;3119;p17"/>
              <p:cNvGrpSpPr/>
              <p:nvPr/>
            </p:nvGrpSpPr>
            <p:grpSpPr>
              <a:xfrm>
                <a:off x="8676619" y="4967420"/>
                <a:ext cx="393760" cy="218578"/>
                <a:chOff x="7493876" y="2774731"/>
                <a:chExt cx="1481958" cy="894622"/>
              </a:xfrm>
            </p:grpSpPr>
            <p:sp>
              <p:nvSpPr>
                <p:cNvPr id="3120" name="Google Shape;3120;p17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121" name="Google Shape;3121;p17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122" name="Google Shape;3122;p17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123" name="Google Shape;3123;p17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24" name="Google Shape;3124;p17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25" name="Google Shape;3125;p17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26" name="Google Shape;3126;p17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127" name="Google Shape;3127;p17"/>
              <p:cNvGrpSpPr/>
              <p:nvPr/>
            </p:nvGrpSpPr>
            <p:grpSpPr>
              <a:xfrm>
                <a:off x="8311520" y="5194433"/>
                <a:ext cx="309740" cy="190838"/>
                <a:chOff x="3668110" y="2448910"/>
                <a:chExt cx="3794234" cy="2165130"/>
              </a:xfrm>
            </p:grpSpPr>
            <p:sp>
              <p:nvSpPr>
                <p:cNvPr id="3128" name="Google Shape;3128;p17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29" name="Google Shape;3129;p17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130" name="Google Shape;3130;p17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3131" name="Google Shape;3131;p17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32" name="Google Shape;3132;p17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33" name="Google Shape;3133;p17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34" name="Google Shape;3134;p17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135" name="Google Shape;3135;p17"/>
              <p:cNvGrpSpPr/>
              <p:nvPr/>
            </p:nvGrpSpPr>
            <p:grpSpPr>
              <a:xfrm>
                <a:off x="9247893" y="4775686"/>
                <a:ext cx="393760" cy="218578"/>
                <a:chOff x="7493876" y="2774731"/>
                <a:chExt cx="1481958" cy="894622"/>
              </a:xfrm>
            </p:grpSpPr>
            <p:sp>
              <p:nvSpPr>
                <p:cNvPr id="3136" name="Google Shape;3136;p17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137" name="Google Shape;3137;p17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138" name="Google Shape;3138;p17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139" name="Google Shape;3139;p17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40" name="Google Shape;3140;p17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41" name="Google Shape;3141;p17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42" name="Google Shape;3142;p17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pic>
            <p:nvPicPr>
              <p:cNvPr descr="antenna_stylized" id="3143" name="Google Shape;3143;p17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9201681" y="5852809"/>
                <a:ext cx="307702" cy="1688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3144" name="Google Shape;3144;p17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9534746" y="5795138"/>
                <a:ext cx="316707" cy="13896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3145" name="Google Shape;3145;p17"/>
          <p:cNvSpPr/>
          <p:nvPr/>
        </p:nvSpPr>
        <p:spPr>
          <a:xfrm>
            <a:off x="7165428" y="1458055"/>
            <a:ext cx="4771884" cy="4954628"/>
          </a:xfrm>
          <a:prstGeom prst="rect">
            <a:avLst/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46" name="Google Shape;3146;p17"/>
          <p:cNvGrpSpPr/>
          <p:nvPr/>
        </p:nvGrpSpPr>
        <p:grpSpPr>
          <a:xfrm>
            <a:off x="10812889" y="3368642"/>
            <a:ext cx="890572" cy="1290085"/>
            <a:chOff x="10812889" y="3368642"/>
            <a:chExt cx="890572" cy="1290085"/>
          </a:xfrm>
        </p:grpSpPr>
        <p:sp>
          <p:nvSpPr>
            <p:cNvPr id="3147" name="Google Shape;3147;p17"/>
            <p:cNvSpPr/>
            <p:nvPr/>
          </p:nvSpPr>
          <p:spPr>
            <a:xfrm>
              <a:off x="10812889" y="3368642"/>
              <a:ext cx="81304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8" name="Google Shape;3148;p17"/>
            <p:cNvSpPr/>
            <p:nvPr/>
          </p:nvSpPr>
          <p:spPr>
            <a:xfrm>
              <a:off x="10890418" y="4148658"/>
              <a:ext cx="81304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49" name="Google Shape;3149;p17"/>
          <p:cNvGrpSpPr/>
          <p:nvPr/>
        </p:nvGrpSpPr>
        <p:grpSpPr>
          <a:xfrm>
            <a:off x="10925982" y="4188911"/>
            <a:ext cx="657413" cy="451816"/>
            <a:chOff x="10925982" y="4188911"/>
            <a:chExt cx="657413" cy="451816"/>
          </a:xfrm>
        </p:grpSpPr>
        <p:grpSp>
          <p:nvGrpSpPr>
            <p:cNvPr id="3150" name="Google Shape;3150;p17"/>
            <p:cNvGrpSpPr/>
            <p:nvPr/>
          </p:nvGrpSpPr>
          <p:grpSpPr>
            <a:xfrm>
              <a:off x="11093556" y="4188911"/>
              <a:ext cx="489839" cy="451816"/>
              <a:chOff x="5103720" y="2693365"/>
              <a:chExt cx="611650" cy="414788"/>
            </a:xfrm>
          </p:grpSpPr>
          <p:cxnSp>
            <p:nvCxnSpPr>
              <p:cNvPr id="3151" name="Google Shape;3151;p17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152" name="Google Shape;3152;p17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3153" name="Google Shape;3153;p17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154" name="Google Shape;3154;p17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155" name="Google Shape;3155;p17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156" name="Google Shape;3156;p17"/>
            <p:cNvGrpSpPr/>
            <p:nvPr/>
          </p:nvGrpSpPr>
          <p:grpSpPr>
            <a:xfrm>
              <a:off x="10925982" y="4369125"/>
              <a:ext cx="228295" cy="120400"/>
              <a:chOff x="7493876" y="2774731"/>
              <a:chExt cx="1481958" cy="894622"/>
            </a:xfrm>
          </p:grpSpPr>
          <p:sp>
            <p:nvSpPr>
              <p:cNvPr id="3157" name="Google Shape;3157;p1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158" name="Google Shape;3158;p1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159" name="Google Shape;3159;p1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160" name="Google Shape;3160;p1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1" name="Google Shape;3161;p1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2" name="Google Shape;3162;p1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3" name="Google Shape;3163;p1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164" name="Google Shape;3164;p17"/>
          <p:cNvGrpSpPr/>
          <p:nvPr/>
        </p:nvGrpSpPr>
        <p:grpSpPr>
          <a:xfrm>
            <a:off x="10884085" y="3428485"/>
            <a:ext cx="604586" cy="405973"/>
            <a:chOff x="10884085" y="3428485"/>
            <a:chExt cx="604586" cy="405973"/>
          </a:xfrm>
        </p:grpSpPr>
        <p:grpSp>
          <p:nvGrpSpPr>
            <p:cNvPr id="3165" name="Google Shape;3165;p17"/>
            <p:cNvGrpSpPr/>
            <p:nvPr/>
          </p:nvGrpSpPr>
          <p:grpSpPr>
            <a:xfrm>
              <a:off x="10884085" y="3601365"/>
              <a:ext cx="170989" cy="97052"/>
              <a:chOff x="7493876" y="2774731"/>
              <a:chExt cx="1481958" cy="894622"/>
            </a:xfrm>
          </p:grpSpPr>
          <p:sp>
            <p:nvSpPr>
              <p:cNvPr id="3166" name="Google Shape;3166;p1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167" name="Google Shape;3167;p1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168" name="Google Shape;3168;p1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169" name="Google Shape;3169;p1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0" name="Google Shape;3170;p1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1" name="Google Shape;3171;p1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2" name="Google Shape;3172;p1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173" name="Google Shape;3173;p17"/>
            <p:cNvGrpSpPr/>
            <p:nvPr/>
          </p:nvGrpSpPr>
          <p:grpSpPr>
            <a:xfrm>
              <a:off x="11064947" y="3428485"/>
              <a:ext cx="423724" cy="405973"/>
              <a:chOff x="5103720" y="2693365"/>
              <a:chExt cx="611650" cy="414788"/>
            </a:xfrm>
          </p:grpSpPr>
          <p:cxnSp>
            <p:nvCxnSpPr>
              <p:cNvPr id="3174" name="Google Shape;3174;p17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175" name="Google Shape;3175;p17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3176" name="Google Shape;3176;p17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177" name="Google Shape;3177;p17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178" name="Google Shape;3178;p17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pic>
        <p:nvPicPr>
          <p:cNvPr descr="Big Data. Monster Storage: The Northeast Storage Exchange | MGHPCC" id="3179" name="Google Shape;3179;p17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927848" y="3263334"/>
            <a:ext cx="4773705" cy="2363233"/>
          </a:xfrm>
          <a:prstGeom prst="rect">
            <a:avLst/>
          </a:prstGeom>
          <a:noFill/>
          <a:ln>
            <a:noFill/>
          </a:ln>
        </p:spPr>
      </p:pic>
      <p:sp>
        <p:nvSpPr>
          <p:cNvPr id="3180" name="Google Shape;3180;p17"/>
          <p:cNvSpPr txBox="1"/>
          <p:nvPr/>
        </p:nvSpPr>
        <p:spPr>
          <a:xfrm flipH="1">
            <a:off x="860610" y="5688106"/>
            <a:ext cx="510988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Courtesy: 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Massachusetts Green High Performance Computing Center (mghpcc.org)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5" name="Shape 3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6" name="Google Shape;3186;p18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b="0" lang="en-US" sz="5400"/>
              <a:t>Host: sends </a:t>
            </a:r>
            <a:r>
              <a:rPr b="0" i="1" lang="en-US" sz="5400"/>
              <a:t>packets</a:t>
            </a:r>
            <a:r>
              <a:rPr b="0" lang="en-US" sz="5400"/>
              <a:t> of data</a:t>
            </a:r>
            <a:endParaRPr b="0" sz="5400"/>
          </a:p>
        </p:txBody>
      </p:sp>
      <p:sp>
        <p:nvSpPr>
          <p:cNvPr id="3187" name="Google Shape;3187;p18"/>
          <p:cNvSpPr txBox="1"/>
          <p:nvPr/>
        </p:nvSpPr>
        <p:spPr>
          <a:xfrm>
            <a:off x="848710" y="1286477"/>
            <a:ext cx="5501619" cy="4672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sending function: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takes application message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breaks into smaller chunks, known as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packets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of length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bits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transmits packet into access network at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transmission rate R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 transmission rate, aka link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capacity, aka link bandwidth</a:t>
            </a:r>
            <a:endParaRPr/>
          </a:p>
        </p:txBody>
      </p:sp>
      <p:grpSp>
        <p:nvGrpSpPr>
          <p:cNvPr id="3188" name="Google Shape;3188;p18"/>
          <p:cNvGrpSpPr/>
          <p:nvPr/>
        </p:nvGrpSpPr>
        <p:grpSpPr>
          <a:xfrm>
            <a:off x="7825117" y="3017234"/>
            <a:ext cx="409575" cy="565150"/>
            <a:chOff x="375561" y="297711"/>
            <a:chExt cx="1252683" cy="2142487"/>
          </a:xfrm>
        </p:grpSpPr>
        <p:sp>
          <p:nvSpPr>
            <p:cNvPr id="3189" name="Google Shape;3189;p18"/>
            <p:cNvSpPr/>
            <p:nvPr/>
          </p:nvSpPr>
          <p:spPr>
            <a:xfrm>
              <a:off x="375561" y="297711"/>
              <a:ext cx="971072" cy="2136471"/>
            </a:xfrm>
            <a:custGeom>
              <a:rect b="b" l="l" r="r" t="t"/>
              <a:pathLst>
                <a:path extrusionOk="0" h="2138362" w="966787">
                  <a:moveTo>
                    <a:pt x="0" y="0"/>
                  </a:moveTo>
                  <a:lnTo>
                    <a:pt x="0" y="1190625"/>
                  </a:lnTo>
                  <a:lnTo>
                    <a:pt x="966787" y="2138362"/>
                  </a:lnTo>
                  <a:cubicBezTo>
                    <a:pt x="965200" y="1673225"/>
                    <a:pt x="963612" y="1208087"/>
                    <a:pt x="962025" y="74295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0" name="Google Shape;3190;p18"/>
            <p:cNvSpPr/>
            <p:nvPr/>
          </p:nvSpPr>
          <p:spPr>
            <a:xfrm>
              <a:off x="375561" y="309747"/>
              <a:ext cx="1247826" cy="770332"/>
            </a:xfrm>
            <a:custGeom>
              <a:rect b="b" l="l" r="r" t="t"/>
              <a:pathLst>
                <a:path extrusionOk="0" h="758069" w="1248448">
                  <a:moveTo>
                    <a:pt x="243561" y="573"/>
                  </a:moveTo>
                  <a:cubicBezTo>
                    <a:pt x="162374" y="382"/>
                    <a:pt x="235530" y="6639"/>
                    <a:pt x="0" y="0"/>
                  </a:cubicBezTo>
                  <a:lnTo>
                    <a:pt x="962698" y="753308"/>
                  </a:lnTo>
                  <a:cubicBezTo>
                    <a:pt x="1114838" y="758721"/>
                    <a:pt x="1045247" y="751718"/>
                    <a:pt x="1248448" y="758069"/>
                  </a:cubicBezTo>
                  <a:lnTo>
                    <a:pt x="243561" y="573"/>
                  </a:lnTo>
                  <a:close/>
                </a:path>
              </a:pathLst>
            </a:custGeom>
            <a:solidFill>
              <a:srgbClr val="0099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1" name="Google Shape;3191;p18"/>
            <p:cNvSpPr/>
            <p:nvPr/>
          </p:nvSpPr>
          <p:spPr>
            <a:xfrm>
              <a:off x="1332065" y="1080080"/>
              <a:ext cx="296179" cy="1360118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192" name="Google Shape;3192;p18"/>
          <p:cNvCxnSpPr/>
          <p:nvPr/>
        </p:nvCxnSpPr>
        <p:spPr>
          <a:xfrm>
            <a:off x="8248979" y="3941159"/>
            <a:ext cx="245427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3" name="Google Shape;3193;p18"/>
          <p:cNvSpPr txBox="1"/>
          <p:nvPr/>
        </p:nvSpPr>
        <p:spPr>
          <a:xfrm>
            <a:off x="8536979" y="4435965"/>
            <a:ext cx="316509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 transmission rate</a:t>
            </a:r>
            <a:endParaRPr/>
          </a:p>
        </p:txBody>
      </p:sp>
      <p:grpSp>
        <p:nvGrpSpPr>
          <p:cNvPr id="3194" name="Google Shape;3194;p18"/>
          <p:cNvGrpSpPr/>
          <p:nvPr/>
        </p:nvGrpSpPr>
        <p:grpSpPr>
          <a:xfrm>
            <a:off x="7577467" y="3023584"/>
            <a:ext cx="409575" cy="565150"/>
            <a:chOff x="375561" y="297711"/>
            <a:chExt cx="1252683" cy="2138362"/>
          </a:xfrm>
        </p:grpSpPr>
        <p:sp>
          <p:nvSpPr>
            <p:cNvPr id="3195" name="Google Shape;3195;p18"/>
            <p:cNvSpPr/>
            <p:nvPr/>
          </p:nvSpPr>
          <p:spPr>
            <a:xfrm>
              <a:off x="375561" y="297711"/>
              <a:ext cx="971072" cy="2138362"/>
            </a:xfrm>
            <a:custGeom>
              <a:rect b="b" l="l" r="r" t="t"/>
              <a:pathLst>
                <a:path extrusionOk="0" h="2138362" w="966787">
                  <a:moveTo>
                    <a:pt x="0" y="0"/>
                  </a:moveTo>
                  <a:lnTo>
                    <a:pt x="0" y="1190625"/>
                  </a:lnTo>
                  <a:lnTo>
                    <a:pt x="966787" y="2138362"/>
                  </a:lnTo>
                  <a:cubicBezTo>
                    <a:pt x="965200" y="1673225"/>
                    <a:pt x="963612" y="1208087"/>
                    <a:pt x="962025" y="74295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6" name="Google Shape;3196;p18"/>
            <p:cNvSpPr/>
            <p:nvPr/>
          </p:nvSpPr>
          <p:spPr>
            <a:xfrm>
              <a:off x="375561" y="309724"/>
              <a:ext cx="1247826" cy="768849"/>
            </a:xfrm>
            <a:custGeom>
              <a:rect b="b" l="l" r="r" t="t"/>
              <a:pathLst>
                <a:path extrusionOk="0" h="758069" w="1248448">
                  <a:moveTo>
                    <a:pt x="243561" y="573"/>
                  </a:moveTo>
                  <a:cubicBezTo>
                    <a:pt x="162374" y="382"/>
                    <a:pt x="235530" y="6639"/>
                    <a:pt x="0" y="0"/>
                  </a:cubicBezTo>
                  <a:lnTo>
                    <a:pt x="962698" y="753308"/>
                  </a:lnTo>
                  <a:cubicBezTo>
                    <a:pt x="1114838" y="758721"/>
                    <a:pt x="1045247" y="751718"/>
                    <a:pt x="1248448" y="758069"/>
                  </a:cubicBezTo>
                  <a:lnTo>
                    <a:pt x="243561" y="573"/>
                  </a:lnTo>
                  <a:close/>
                </a:path>
              </a:pathLst>
            </a:custGeom>
            <a:solidFill>
              <a:srgbClr val="0099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7" name="Google Shape;3197;p18"/>
            <p:cNvSpPr/>
            <p:nvPr/>
          </p:nvSpPr>
          <p:spPr>
            <a:xfrm>
              <a:off x="1332065" y="1066560"/>
              <a:ext cx="296179" cy="1363508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98" name="Google Shape;3198;p18"/>
          <p:cNvSpPr txBox="1"/>
          <p:nvPr/>
        </p:nvSpPr>
        <p:spPr>
          <a:xfrm>
            <a:off x="7334579" y="4199922"/>
            <a:ext cx="63863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endParaRPr/>
          </a:p>
        </p:txBody>
      </p:sp>
      <p:grpSp>
        <p:nvGrpSpPr>
          <p:cNvPr id="3199" name="Google Shape;3199;p18"/>
          <p:cNvGrpSpPr/>
          <p:nvPr/>
        </p:nvGrpSpPr>
        <p:grpSpPr>
          <a:xfrm>
            <a:off x="7102804" y="3586433"/>
            <a:ext cx="1295400" cy="669051"/>
            <a:chOff x="1816230" y="5881531"/>
            <a:chExt cx="1843339" cy="976469"/>
          </a:xfrm>
        </p:grpSpPr>
        <p:pic>
          <p:nvPicPr>
            <p:cNvPr id="3200" name="Google Shape;3200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16230" y="6142069"/>
              <a:ext cx="1843339" cy="7159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01" name="Google Shape;3201;p18"/>
            <p:cNvSpPr/>
            <p:nvPr/>
          </p:nvSpPr>
          <p:spPr>
            <a:xfrm rot="1049095">
              <a:off x="1947252" y="6118900"/>
              <a:ext cx="1651325" cy="463386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50000">
                  <a:srgbClr val="FFFFFF">
                    <a:alpha val="4784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02" name="Google Shape;3202;p18"/>
          <p:cNvGrpSpPr/>
          <p:nvPr/>
        </p:nvGrpSpPr>
        <p:grpSpPr>
          <a:xfrm>
            <a:off x="7222573" y="2132997"/>
            <a:ext cx="1449562" cy="987152"/>
            <a:chOff x="2362923" y="4309243"/>
            <a:chExt cx="1821888" cy="1441857"/>
          </a:xfrm>
        </p:grpSpPr>
        <p:pic>
          <p:nvPicPr>
            <p:cNvPr id="3203" name="Google Shape;3203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583508" y="4309243"/>
              <a:ext cx="1284945" cy="12822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04" name="Google Shape;3204;p18"/>
            <p:cNvSpPr/>
            <p:nvPr/>
          </p:nvSpPr>
          <p:spPr>
            <a:xfrm rot="-9998178">
              <a:off x="2387973" y="5127757"/>
              <a:ext cx="1771787" cy="42433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50000">
                  <a:srgbClr val="FFFFFF">
                    <a:alpha val="4784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05" name="Google Shape;3205;p18"/>
          <p:cNvSpPr txBox="1"/>
          <p:nvPr/>
        </p:nvSpPr>
        <p:spPr>
          <a:xfrm>
            <a:off x="7991804" y="3555397"/>
            <a:ext cx="288925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206" name="Google Shape;3206;p18"/>
          <p:cNvSpPr txBox="1"/>
          <p:nvPr/>
        </p:nvSpPr>
        <p:spPr>
          <a:xfrm>
            <a:off x="7750504" y="3563334"/>
            <a:ext cx="288925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cxnSp>
        <p:nvCxnSpPr>
          <p:cNvPr id="3207" name="Google Shape;3207;p18"/>
          <p:cNvCxnSpPr/>
          <p:nvPr/>
        </p:nvCxnSpPr>
        <p:spPr>
          <a:xfrm flipH="1" rot="10800000">
            <a:off x="8241042" y="2577497"/>
            <a:ext cx="1225550" cy="5651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08" name="Google Shape;3208;p18"/>
          <p:cNvSpPr txBox="1"/>
          <p:nvPr/>
        </p:nvSpPr>
        <p:spPr>
          <a:xfrm>
            <a:off x="9404679" y="2228247"/>
            <a:ext cx="182447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packets,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bits each</a:t>
            </a:r>
            <a:endParaRPr/>
          </a:p>
        </p:txBody>
      </p:sp>
      <p:grpSp>
        <p:nvGrpSpPr>
          <p:cNvPr id="3209" name="Google Shape;3209;p18"/>
          <p:cNvGrpSpPr/>
          <p:nvPr/>
        </p:nvGrpSpPr>
        <p:grpSpPr>
          <a:xfrm>
            <a:off x="10506147" y="3669119"/>
            <a:ext cx="1200246" cy="477406"/>
            <a:chOff x="3668110" y="2448910"/>
            <a:chExt cx="3794234" cy="2165130"/>
          </a:xfrm>
        </p:grpSpPr>
        <p:sp>
          <p:nvSpPr>
            <p:cNvPr id="3210" name="Google Shape;3210;p18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1" name="Google Shape;3211;p18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212" name="Google Shape;3212;p18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3213" name="Google Shape;3213;p18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4" name="Google Shape;3214;p18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5" name="Google Shape;3215;p18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6" name="Google Shape;3216;p18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3217" name="Google Shape;3217;p18"/>
          <p:cNvCxnSpPr/>
          <p:nvPr/>
        </p:nvCxnSpPr>
        <p:spPr>
          <a:xfrm rot="10800000">
            <a:off x="9264979" y="4020904"/>
            <a:ext cx="0" cy="45830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8" name="Google Shape;3218;p18"/>
          <p:cNvSpPr/>
          <p:nvPr/>
        </p:nvSpPr>
        <p:spPr>
          <a:xfrm>
            <a:off x="8311695" y="3223689"/>
            <a:ext cx="978408" cy="260093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5F7FC"/>
              </a:gs>
              <a:gs pos="35000">
                <a:srgbClr val="D8E2F3"/>
              </a:gs>
              <a:gs pos="68000">
                <a:srgbClr val="A9BEE4"/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19" name="Google Shape;3219;p18"/>
          <p:cNvGrpSpPr/>
          <p:nvPr/>
        </p:nvGrpSpPr>
        <p:grpSpPr>
          <a:xfrm>
            <a:off x="2541108" y="5251754"/>
            <a:ext cx="6446724" cy="1077218"/>
            <a:chOff x="2541108" y="5251754"/>
            <a:chExt cx="6446724" cy="1077218"/>
          </a:xfrm>
        </p:grpSpPr>
        <p:sp>
          <p:nvSpPr>
            <p:cNvPr id="3220" name="Google Shape;3220;p18"/>
            <p:cNvSpPr txBox="1"/>
            <p:nvPr/>
          </p:nvSpPr>
          <p:spPr>
            <a:xfrm>
              <a:off x="2541108" y="5259812"/>
              <a:ext cx="1768561" cy="1036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packet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transmission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delay</a:t>
              </a:r>
              <a:endParaRPr/>
            </a:p>
          </p:txBody>
        </p:sp>
        <p:sp>
          <p:nvSpPr>
            <p:cNvPr id="3221" name="Google Shape;3221;p18"/>
            <p:cNvSpPr txBox="1"/>
            <p:nvPr/>
          </p:nvSpPr>
          <p:spPr>
            <a:xfrm>
              <a:off x="4778467" y="5291362"/>
              <a:ext cx="2103653" cy="1036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time needed to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transmit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-bit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packet into link</a:t>
              </a:r>
              <a:endParaRPr/>
            </a:p>
          </p:txBody>
        </p:sp>
        <p:sp>
          <p:nvSpPr>
            <p:cNvPr id="3222" name="Google Shape;3222;p18"/>
            <p:cNvSpPr txBox="1"/>
            <p:nvPr/>
          </p:nvSpPr>
          <p:spPr>
            <a:xfrm>
              <a:off x="7516019" y="5251754"/>
              <a:ext cx="1471813" cy="10772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</a:t>
              </a: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(bits)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(bits/sec)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223" name="Google Shape;3223;p18"/>
            <p:cNvCxnSpPr/>
            <p:nvPr/>
          </p:nvCxnSpPr>
          <p:spPr>
            <a:xfrm>
              <a:off x="7603331" y="5796974"/>
              <a:ext cx="286873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24" name="Google Shape;3224;p18"/>
            <p:cNvSpPr txBox="1"/>
            <p:nvPr/>
          </p:nvSpPr>
          <p:spPr>
            <a:xfrm>
              <a:off x="4336507" y="5477615"/>
              <a:ext cx="38985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=</a:t>
              </a:r>
              <a:endParaRPr/>
            </a:p>
          </p:txBody>
        </p:sp>
        <p:sp>
          <p:nvSpPr>
            <p:cNvPr id="3225" name="Google Shape;3225;p18"/>
            <p:cNvSpPr txBox="1"/>
            <p:nvPr/>
          </p:nvSpPr>
          <p:spPr>
            <a:xfrm>
              <a:off x="6919119" y="5484897"/>
              <a:ext cx="38985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=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0" name="Shape 3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1" name="Google Shape;3231;p19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b="0" lang="en-US" sz="5400"/>
              <a:t>Links: physical media</a:t>
            </a:r>
            <a:endParaRPr b="0" sz="5400"/>
          </a:p>
        </p:txBody>
      </p:sp>
      <p:sp>
        <p:nvSpPr>
          <p:cNvPr id="3232" name="Google Shape;3232;p19"/>
          <p:cNvSpPr txBox="1"/>
          <p:nvPr/>
        </p:nvSpPr>
        <p:spPr>
          <a:xfrm>
            <a:off x="952500" y="1671911"/>
            <a:ext cx="463900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bit:</a:t>
            </a: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propagates between</a:t>
            </a:r>
            <a:b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transmitter/receiver pairs</a:t>
            </a:r>
            <a:endParaRPr b="0" i="0" sz="2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physical link: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what lies between transmitter &amp; receiver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guided media: 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signals propagate in solid media: copper, fiber, coax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unguided media: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signals propagate freely, e.g., radio</a:t>
            </a:r>
            <a:endParaRPr/>
          </a:p>
        </p:txBody>
      </p:sp>
      <p:grpSp>
        <p:nvGrpSpPr>
          <p:cNvPr id="3233" name="Google Shape;3233;p19"/>
          <p:cNvGrpSpPr/>
          <p:nvPr/>
        </p:nvGrpSpPr>
        <p:grpSpPr>
          <a:xfrm>
            <a:off x="6333223" y="1671911"/>
            <a:ext cx="5123052" cy="3611287"/>
            <a:chOff x="6333223" y="1671911"/>
            <a:chExt cx="5123052" cy="3611287"/>
          </a:xfrm>
        </p:grpSpPr>
        <p:sp>
          <p:nvSpPr>
            <p:cNvPr id="3234" name="Google Shape;3234;p19"/>
            <p:cNvSpPr txBox="1"/>
            <p:nvPr/>
          </p:nvSpPr>
          <p:spPr>
            <a:xfrm>
              <a:off x="6411036" y="1671911"/>
              <a:ext cx="5045239" cy="3346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342900" lvl="0" marL="3524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3200"/>
                <a:buFont typeface="Noto Sans Symbols"/>
                <a:buNone/>
              </a:pPr>
              <a:r>
                <a:rPr b="0" i="0" lang="en-US" sz="32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Twisted pair (TP</a:t>
              </a:r>
              <a:r>
                <a:rPr b="0" i="0" lang="en-US" sz="32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0" marL="228600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two insulated copper wires</a:t>
              </a:r>
              <a:endParaRPr/>
            </a:p>
            <a:p>
              <a:pPr indent="-231775" lvl="1" marL="68262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Category 5: 100 Mbps, 1 Gbps Ethernet</a:t>
              </a:r>
              <a:endParaRPr/>
            </a:p>
            <a:p>
              <a:pPr indent="-231775" lvl="1" marL="68262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Category 6: 10Gbps Ethernet</a:t>
              </a:r>
              <a:endParaRPr/>
            </a:p>
          </p:txBody>
        </p:sp>
        <p:pic>
          <p:nvPicPr>
            <p:cNvPr descr="Twisted_Pair_Cables" id="3235" name="Google Shape;3235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333223" y="3476662"/>
              <a:ext cx="2220035" cy="17094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twisted pair" id="3236" name="Google Shape;3236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005176" y="3594371"/>
              <a:ext cx="2359134" cy="168882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1" name="Shape 3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2" name="Google Shape;3242;p20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b="0" lang="en-US" sz="5400"/>
              <a:t>Links: physical media</a:t>
            </a:r>
            <a:endParaRPr b="0" sz="5400"/>
          </a:p>
        </p:txBody>
      </p:sp>
      <p:sp>
        <p:nvSpPr>
          <p:cNvPr id="3243" name="Google Shape;3243;p20"/>
          <p:cNvSpPr txBox="1"/>
          <p:nvPr/>
        </p:nvSpPr>
        <p:spPr>
          <a:xfrm>
            <a:off x="982262" y="1320920"/>
            <a:ext cx="4878973" cy="432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9075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Coaxial cable: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concentric copper conductors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bidirectional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broadband: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multiple frequency channels on cable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100’s Mbps per channel</a:t>
            </a:r>
            <a:endParaRPr/>
          </a:p>
        </p:txBody>
      </p:sp>
      <p:pic>
        <p:nvPicPr>
          <p:cNvPr id="3244" name="Google Shape;324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2692153">
            <a:off x="1742089" y="3834600"/>
            <a:ext cx="1854420" cy="18544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45" name="Google Shape;3245;p20"/>
          <p:cNvGrpSpPr/>
          <p:nvPr/>
        </p:nvGrpSpPr>
        <p:grpSpPr>
          <a:xfrm>
            <a:off x="6360527" y="1276574"/>
            <a:ext cx="5602289" cy="5319638"/>
            <a:chOff x="6360527" y="1276574"/>
            <a:chExt cx="5602289" cy="5319638"/>
          </a:xfrm>
        </p:grpSpPr>
        <p:sp>
          <p:nvSpPr>
            <p:cNvPr id="3246" name="Google Shape;3246;p20"/>
            <p:cNvSpPr/>
            <p:nvPr/>
          </p:nvSpPr>
          <p:spPr>
            <a:xfrm>
              <a:off x="6360527" y="1276574"/>
              <a:ext cx="5602289" cy="3438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7D31"/>
                </a:buClr>
                <a:buSzPts val="2720"/>
                <a:buFont typeface="Noto Sans Symbols"/>
                <a:buNone/>
              </a:pPr>
              <a:r>
                <a:rPr b="0" i="0" lang="en-US" sz="32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Fiber optic cable:</a:t>
              </a:r>
              <a:endParaRPr/>
            </a:p>
            <a:p>
              <a:pPr indent="-342900" lvl="0" marL="342900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glass fiber carrying light pulses, each pulse a bit</a:t>
              </a:r>
              <a:endParaRPr/>
            </a:p>
            <a:p>
              <a:pPr indent="-342900" lvl="0" marL="342900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high-speed operation:</a:t>
              </a:r>
              <a:endParaRPr/>
            </a:p>
            <a:p>
              <a:pPr indent="-225425" lvl="1" marL="682625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high-speed point-to-point transmission (10’s-100’s Gbps)</a:t>
              </a:r>
              <a:endParaRPr/>
            </a:p>
            <a:p>
              <a:pPr indent="-342900" lvl="0" marL="342900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low error rate: </a:t>
              </a:r>
              <a:endParaRPr/>
            </a:p>
            <a:p>
              <a:pPr indent="-225425" lvl="1" marL="682625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repeaters spaced far apart </a:t>
              </a:r>
              <a:endParaRPr/>
            </a:p>
            <a:p>
              <a:pPr indent="-225425" lvl="1" marL="682625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immune to electromagnetic noise</a:t>
              </a:r>
              <a:endParaRPr/>
            </a:p>
          </p:txBody>
        </p:sp>
        <p:pic>
          <p:nvPicPr>
            <p:cNvPr descr="Image result for optical fiber" id="3247" name="Google Shape;3247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55119" y="4700678"/>
              <a:ext cx="2872373" cy="189553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2" name="Shape 3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3" name="Google Shape;3253;p21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b="0" lang="en-US" sz="5400"/>
              <a:t>Links: physical media</a:t>
            </a:r>
            <a:endParaRPr b="0" sz="5400"/>
          </a:p>
        </p:txBody>
      </p:sp>
      <p:sp>
        <p:nvSpPr>
          <p:cNvPr id="3254" name="Google Shape;3254;p21"/>
          <p:cNvSpPr txBox="1"/>
          <p:nvPr/>
        </p:nvSpPr>
        <p:spPr>
          <a:xfrm>
            <a:off x="952499" y="1354420"/>
            <a:ext cx="4950759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Wireless radio</a:t>
            </a:r>
            <a:endParaRPr/>
          </a:p>
          <a:p>
            <a:pPr indent="-284163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signal carried in various “bands” in electromagnetic spectrum</a:t>
            </a:r>
            <a:endParaRPr/>
          </a:p>
          <a:p>
            <a:pPr indent="-284163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physical “wire”</a:t>
            </a:r>
            <a:endParaRPr/>
          </a:p>
          <a:p>
            <a:pPr indent="-284163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broadcast, “half-duplex”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(sender to receiver)</a:t>
            </a:r>
            <a:endParaRPr/>
          </a:p>
          <a:p>
            <a:pPr indent="-284163" lvl="0" marL="3460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propagation environment effects:</a:t>
            </a:r>
            <a:endParaRPr/>
          </a:p>
          <a:p>
            <a:pPr indent="-230187" lvl="1" marL="635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reflection </a:t>
            </a:r>
            <a:endParaRPr/>
          </a:p>
          <a:p>
            <a:pPr indent="-230187" lvl="1" marL="635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obstruction by objects</a:t>
            </a:r>
            <a:endParaRPr/>
          </a:p>
          <a:p>
            <a:pPr indent="-230187" lvl="1" marL="635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Interference/noise</a:t>
            </a:r>
            <a:endParaRPr/>
          </a:p>
        </p:txBody>
      </p:sp>
      <p:sp>
        <p:nvSpPr>
          <p:cNvPr id="3255" name="Google Shape;3255;p21"/>
          <p:cNvSpPr txBox="1"/>
          <p:nvPr/>
        </p:nvSpPr>
        <p:spPr>
          <a:xfrm>
            <a:off x="6349562" y="1354420"/>
            <a:ext cx="5188014" cy="5118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72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Radio link types:</a:t>
            </a:r>
            <a:endParaRPr/>
          </a:p>
          <a:p>
            <a:pPr indent="-280988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Wireless LAN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(WiFi)</a:t>
            </a:r>
            <a:endParaRPr/>
          </a:p>
          <a:p>
            <a:pPr indent="-230187" lvl="1" marL="6350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10-100’s Mbps; 10’s of meters</a:t>
            </a:r>
            <a:endParaRPr/>
          </a:p>
          <a:p>
            <a:pPr indent="-280988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wide-area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(e.g., 4G cellular)</a:t>
            </a:r>
            <a:endParaRPr/>
          </a:p>
          <a:p>
            <a:pPr indent="-230187" lvl="1" marL="6350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10’s Mbps over ~10 Km </a:t>
            </a:r>
            <a:endParaRPr/>
          </a:p>
          <a:p>
            <a:pPr indent="-285750" lvl="0" marL="346075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Bluetooth: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cable replacement</a:t>
            </a:r>
            <a:endParaRPr/>
          </a:p>
          <a:p>
            <a:pPr indent="-342900" lvl="1" marL="747712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short distances, limited rates</a:t>
            </a:r>
            <a:endParaRPr/>
          </a:p>
          <a:p>
            <a:pPr indent="-280988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terrestrial  microwave</a:t>
            </a:r>
            <a:endParaRPr/>
          </a:p>
          <a:p>
            <a:pPr indent="-230187" lvl="1" marL="6350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point-to-point; 45 Mbps channels</a:t>
            </a:r>
            <a:endParaRPr/>
          </a:p>
          <a:p>
            <a:pPr indent="-280988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satellite</a:t>
            </a:r>
            <a:endParaRPr/>
          </a:p>
          <a:p>
            <a:pPr indent="-228600" lvl="1" marL="6858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 to 45 Mbps per channel</a:t>
            </a:r>
            <a:endParaRPr/>
          </a:p>
          <a:p>
            <a:pPr indent="-228600" lvl="1" marL="6858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270 msec end-end delay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5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5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5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5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5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5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5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5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0" name="Shape 3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1" name="Google Shape;3261;p22"/>
          <p:cNvSpPr txBox="1"/>
          <p:nvPr>
            <p:ph type="title"/>
          </p:nvPr>
        </p:nvSpPr>
        <p:spPr>
          <a:xfrm>
            <a:off x="546662" y="152400"/>
            <a:ext cx="6551791" cy="165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Introduction</a:t>
            </a:r>
            <a:endParaRPr sz="6000"/>
          </a:p>
        </p:txBody>
      </p:sp>
      <p:sp>
        <p:nvSpPr>
          <p:cNvPr id="3262" name="Google Shape;3262;p22"/>
          <p:cNvSpPr txBox="1"/>
          <p:nvPr>
            <p:ph idx="2" type="body"/>
          </p:nvPr>
        </p:nvSpPr>
        <p:spPr>
          <a:xfrm>
            <a:off x="484643" y="1879601"/>
            <a:ext cx="7677223" cy="4978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Overview. What </a:t>
            </a:r>
            <a:r>
              <a:rPr i="1"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 the Internet? What</a:t>
            </a:r>
            <a:r>
              <a:rPr i="1"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a protocol?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05A4"/>
              </a:buClr>
              <a:buSzPts val="3600"/>
              <a:buChar char="▪"/>
            </a:pPr>
            <a:r>
              <a:rPr lang="en-US" sz="3600">
                <a:latin typeface="Calibri"/>
                <a:ea typeface="Calibri"/>
                <a:cs typeface="Calibri"/>
                <a:sym typeface="Calibri"/>
              </a:rPr>
              <a:t>Network edge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Network core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Performance: loss, delay, throughput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Protocol layers, service models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/>
          </a:p>
        </p:txBody>
      </p:sp>
      <p:grpSp>
        <p:nvGrpSpPr>
          <p:cNvPr id="3263" name="Google Shape;3263;p22"/>
          <p:cNvGrpSpPr/>
          <p:nvPr/>
        </p:nvGrpSpPr>
        <p:grpSpPr>
          <a:xfrm>
            <a:off x="7421880" y="45382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3264" name="Google Shape;3264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5" name="Google Shape;3265;p22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3266" name="Google Shape;3266;p22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3267" name="Google Shape;3267;p2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68" name="Google Shape;3268;p22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69" name="Google Shape;3269;p22"/>
          <p:cNvGrpSpPr/>
          <p:nvPr/>
        </p:nvGrpSpPr>
        <p:grpSpPr>
          <a:xfrm>
            <a:off x="5108787" y="6105145"/>
            <a:ext cx="6892924" cy="461665"/>
            <a:chOff x="5108787" y="6105145"/>
            <a:chExt cx="6892924" cy="461665"/>
          </a:xfrm>
        </p:grpSpPr>
        <p:sp>
          <p:nvSpPr>
            <p:cNvPr id="3270" name="Google Shape;3270;p22"/>
            <p:cNvSpPr txBox="1"/>
            <p:nvPr/>
          </p:nvSpPr>
          <p:spPr>
            <a:xfrm>
              <a:off x="5108787" y="6105145"/>
              <a:ext cx="689292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Video: 2020, J.F. Kurose, All Rights Reserved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Powerpoint: 1996-2020, J.F. Kurose, K.W. Ross, All Rights Reserved</a:t>
              </a:r>
              <a:endParaRPr/>
            </a:p>
          </p:txBody>
        </p:sp>
        <p:pic>
          <p:nvPicPr>
            <p:cNvPr id="3271" name="Google Shape;3271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028246" y="6178318"/>
              <a:ext cx="125836" cy="1602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72" name="Google Shape;3272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656647" y="6354452"/>
              <a:ext cx="125836" cy="16022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