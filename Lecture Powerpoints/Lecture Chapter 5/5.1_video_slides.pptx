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4"/>
    <p:sldMasterId id="214748365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Gill Sans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56">
          <p15:clr>
            <a:srgbClr val="A4A3A4"/>
          </p15:clr>
        </p15:guide>
        <p15:guide id="2" pos="28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56" orient="horz"/>
        <p:guide pos="285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GillSans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font" Target="fonts/Gill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3" name="Google Shape;70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3" name="Google Shape;71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5-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2.jp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type="title"/>
          </p:nvPr>
        </p:nvSpPr>
        <p:spPr>
          <a:xfrm>
            <a:off x="580529" y="650420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6000"/>
              <a:t>Network Layer:</a:t>
            </a:r>
            <a:br>
              <a:rPr lang="en-US" sz="6000"/>
            </a:br>
            <a:r>
              <a:rPr lang="en-US" sz="6000"/>
              <a:t>Control Plane</a:t>
            </a:r>
            <a:endParaRPr sz="6000"/>
          </a:p>
        </p:txBody>
      </p:sp>
      <p:sp>
        <p:nvSpPr>
          <p:cNvPr id="55" name="Google Shape;55;p11"/>
          <p:cNvSpPr txBox="1"/>
          <p:nvPr>
            <p:ph idx="2" type="body"/>
          </p:nvPr>
        </p:nvSpPr>
        <p:spPr>
          <a:xfrm>
            <a:off x="518511" y="2492753"/>
            <a:ext cx="871692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3600"/>
              <a:buChar char="▪"/>
            </a:pPr>
            <a:r>
              <a:rPr lang="en-US" sz="3600"/>
              <a:t>Introduction: network-layer control plane	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Routing algorithms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Intra-ISP routing: OSPF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routing among ISPs: BGP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SDN control plane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Internet Control Message Protocol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Network management</a:t>
            </a:r>
            <a:endParaRPr/>
          </a:p>
          <a:p>
            <a:pPr indent="-1079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None/>
            </a:pPr>
            <a:r>
              <a:t/>
            </a:r>
            <a:endParaRPr>
              <a:solidFill>
                <a:srgbClr val="BFBFBF"/>
              </a:solidFill>
            </a:endParaRPr>
          </a:p>
        </p:txBody>
      </p:sp>
      <p:grpSp>
        <p:nvGrpSpPr>
          <p:cNvPr id="56" name="Google Shape;56;p11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57" name="Google Shape;57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" name="Google Shape;58;p11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59" name="Google Shape;59;p11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60" name="Google Shape;60;p1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" name="Google Shape;61;p11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Network layer control plane: our goals</a:t>
            </a:r>
            <a:endParaRPr/>
          </a:p>
        </p:txBody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838200" y="1572572"/>
            <a:ext cx="5181600" cy="4698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2725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▪"/>
            </a:pPr>
            <a:r>
              <a:rPr lang="en-US" sz="3200"/>
              <a:t>understand principles behind network control plane: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traditional routing algorithms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SDN controllers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network management, configuration</a:t>
            </a:r>
            <a:endParaRPr/>
          </a:p>
          <a:p>
            <a:pPr indent="0" lvl="0" marL="1301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Network layer control plane: our goals</a:t>
            </a:r>
            <a:endParaRPr/>
          </a:p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>
            <a:off x="838200" y="1572572"/>
            <a:ext cx="5181600" cy="4698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2725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Noto Sans Symbols"/>
              <a:buChar char="▪"/>
            </a:pPr>
            <a:r>
              <a:rPr lang="en-US" sz="3200"/>
              <a:t>understand principles behind network control plane: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traditional routing algorithms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SDN controllers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/>
              <a:t>network management, configuration</a:t>
            </a:r>
            <a:endParaRPr/>
          </a:p>
          <a:p>
            <a:pPr indent="0" lvl="0" marL="1301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76" name="Google Shape;76;p13"/>
          <p:cNvSpPr txBox="1"/>
          <p:nvPr>
            <p:ph idx="2" type="body"/>
          </p:nvPr>
        </p:nvSpPr>
        <p:spPr>
          <a:xfrm>
            <a:off x="6304934" y="1602070"/>
            <a:ext cx="558437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7813" lvl="0" marL="407988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3200"/>
              <a:t>instantiation, implementation in the Internet: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OSPF, BGP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OpenFlow, ODL and ONOS controllers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Internet Control Message Protocol: ICMP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SNMP, YANG/NETCONF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sp>
        <p:nvSpPr>
          <p:cNvPr id="83" name="Google Shape;83;p14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routing algorithms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 state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distance vector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Network layer: “control plane”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90" name="Google Shape;9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5288" y="1379196"/>
            <a:ext cx="3102316" cy="23267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5"/>
          <p:cNvSpPr txBox="1"/>
          <p:nvPr/>
        </p:nvSpPr>
        <p:spPr>
          <a:xfrm>
            <a:off x="6761675" y="4144564"/>
            <a:ext cx="5066531" cy="1937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4095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management, configuration 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19075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NETCONF/YANG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622456" y="1361615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60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routing algorithms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 state</a:t>
            </a:r>
            <a:endParaRPr/>
          </a:p>
          <a:p>
            <a:pPr indent="-273050" lvl="1" marL="7461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distance vector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idx="1" type="body"/>
          </p:nvPr>
        </p:nvSpPr>
        <p:spPr>
          <a:xfrm>
            <a:off x="970936" y="4247536"/>
            <a:ext cx="10515600" cy="14738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>
                <a:solidFill>
                  <a:srgbClr val="C00000"/>
                </a:solidFill>
              </a:rPr>
              <a:t>Two approaches to structuring network control plane:</a:t>
            </a:r>
            <a:endParaRPr/>
          </a:p>
          <a:p>
            <a:pPr indent="-249238" lvl="0" marL="4667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per-router control (traditional)</a:t>
            </a:r>
            <a:endParaRPr/>
          </a:p>
          <a:p>
            <a:pPr indent="-249238" lvl="0" marL="4667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logically centralized control (software defined networking)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Network-layer functions</a:t>
            </a:r>
            <a:endParaRPr/>
          </a:p>
        </p:txBody>
      </p:sp>
      <p:grpSp>
        <p:nvGrpSpPr>
          <p:cNvPr id="99" name="Google Shape;99;p16"/>
          <p:cNvGrpSpPr/>
          <p:nvPr/>
        </p:nvGrpSpPr>
        <p:grpSpPr>
          <a:xfrm>
            <a:off x="857543" y="2872374"/>
            <a:ext cx="9934373" cy="918829"/>
            <a:chOff x="817202" y="1662139"/>
            <a:chExt cx="9934373" cy="918829"/>
          </a:xfrm>
        </p:grpSpPr>
        <p:sp>
          <p:nvSpPr>
            <p:cNvPr id="100" name="Google Shape;100;p16"/>
            <p:cNvSpPr txBox="1"/>
            <p:nvPr/>
          </p:nvSpPr>
          <p:spPr>
            <a:xfrm>
              <a:off x="817202" y="1662139"/>
              <a:ext cx="6556992" cy="9188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336550" lvl="0" marL="4667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forwarding: </a:t>
              </a: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move packets from router’s input to appropriate router output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7868781" y="1807341"/>
              <a:ext cx="2882794" cy="5081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340"/>
                <a:buFont typeface="Noto Sans Symbols"/>
                <a:buNone/>
              </a:pPr>
              <a:r>
                <a:rPr b="0" i="1" lang="en-US" sz="3600" u="none" cap="none" strike="noStrike">
                  <a:solidFill>
                    <a:srgbClr val="000090"/>
                  </a:solidFill>
                  <a:latin typeface="Calibri"/>
                  <a:ea typeface="Calibri"/>
                  <a:cs typeface="Calibri"/>
                  <a:sym typeface="Calibri"/>
                </a:rPr>
                <a:t>data plane</a:t>
              </a:r>
              <a:endParaRPr/>
            </a:p>
            <a:p>
              <a:pPr indent="-342900" lvl="0" marL="342900" marR="0" rtl="0" algn="l">
                <a:lnSpc>
                  <a:spcPct val="8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99"/>
                </a:buClr>
                <a:buSzPts val="182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7330" lvl="0" marL="342900" marR="0" rtl="0" algn="l">
                <a:lnSpc>
                  <a:spcPct val="85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99"/>
                </a:buClr>
                <a:buSzPts val="182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16"/>
          <p:cNvGrpSpPr/>
          <p:nvPr/>
        </p:nvGrpSpPr>
        <p:grpSpPr>
          <a:xfrm>
            <a:off x="1029098" y="1818677"/>
            <a:ext cx="10162404" cy="920619"/>
            <a:chOff x="977913" y="2913962"/>
            <a:chExt cx="10162404" cy="920619"/>
          </a:xfrm>
        </p:grpSpPr>
        <p:sp>
          <p:nvSpPr>
            <p:cNvPr id="103" name="Google Shape;103;p16"/>
            <p:cNvSpPr/>
            <p:nvPr/>
          </p:nvSpPr>
          <p:spPr>
            <a:xfrm>
              <a:off x="7847249" y="3047636"/>
              <a:ext cx="3293068" cy="5637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3600"/>
                <a:buFont typeface="Calibri"/>
                <a:buNone/>
              </a:pPr>
              <a:r>
                <a:rPr b="0" i="1" lang="en-US" sz="36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control</a:t>
              </a:r>
              <a:r>
                <a:rPr b="1" i="1" lang="en-US" sz="36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i="1" lang="en-US" sz="36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plane</a:t>
              </a:r>
              <a:endParaRPr b="0" i="1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7330" lvl="0" marL="342900" marR="0" rtl="0" algn="l">
                <a:lnSpc>
                  <a:spcPct val="85000"/>
                </a:lnSpc>
                <a:spcBef>
                  <a:spcPts val="1960"/>
                </a:spcBef>
                <a:spcAft>
                  <a:spcPts val="0"/>
                </a:spcAft>
                <a:buClr>
                  <a:srgbClr val="000099"/>
                </a:buClr>
                <a:buSzPts val="182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85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99"/>
                </a:buClr>
                <a:buSzPts val="182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6"/>
            <p:cNvSpPr txBox="1"/>
            <p:nvPr/>
          </p:nvSpPr>
          <p:spPr>
            <a:xfrm>
              <a:off x="977913" y="2913962"/>
              <a:ext cx="6529016" cy="9206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routing: </a:t>
              </a: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determine route taken by packets from source to destination</a:t>
              </a:r>
              <a:endParaRPr/>
            </a:p>
            <a:p>
              <a:pPr indent="-342900" lvl="0" marL="342900" marR="0" rtl="0" algn="l">
                <a:lnSpc>
                  <a:spcPct val="85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None/>
              </a:pPr>
              <a:r>
                <a:t/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838200" y="27954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Per-router control plane</a:t>
            </a:r>
            <a:endParaRPr/>
          </a:p>
        </p:txBody>
      </p:sp>
      <p:sp>
        <p:nvSpPr>
          <p:cNvPr id="111" name="Google Shape;111;p17"/>
          <p:cNvSpPr txBox="1"/>
          <p:nvPr/>
        </p:nvSpPr>
        <p:spPr>
          <a:xfrm>
            <a:off x="780773" y="1101105"/>
            <a:ext cx="10987157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Individual routing algorithm components </a:t>
            </a:r>
            <a:r>
              <a:rPr b="0" i="1" lang="en-US" sz="3200" u="none" cap="none" strike="noStrike">
                <a:solidFill>
                  <a:srgbClr val="000090"/>
                </a:solidFill>
                <a:latin typeface="Calibri"/>
                <a:ea typeface="Calibri"/>
                <a:cs typeface="Calibri"/>
                <a:sym typeface="Calibri"/>
              </a:rPr>
              <a:t>in each and every router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interact in the control plane</a:t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4182648" y="5476945"/>
            <a:ext cx="4027487" cy="939800"/>
          </a:xfrm>
          <a:custGeom>
            <a:rect b="b" l="l" r="r" t="t"/>
            <a:pathLst>
              <a:path extrusionOk="0" h="10125" w="10001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Google Shape;113;p17"/>
          <p:cNvCxnSpPr/>
          <p:nvPr/>
        </p:nvCxnSpPr>
        <p:spPr>
          <a:xfrm flipH="1" rot="10800000">
            <a:off x="4812885" y="5629345"/>
            <a:ext cx="1316038" cy="1317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17"/>
          <p:cNvCxnSpPr/>
          <p:nvPr/>
        </p:nvCxnSpPr>
        <p:spPr>
          <a:xfrm>
            <a:off x="4701760" y="5815082"/>
            <a:ext cx="2259013" cy="300038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17"/>
          <p:cNvCxnSpPr/>
          <p:nvPr/>
        </p:nvCxnSpPr>
        <p:spPr>
          <a:xfrm>
            <a:off x="4714460" y="5921445"/>
            <a:ext cx="714375" cy="27463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17"/>
          <p:cNvCxnSpPr/>
          <p:nvPr/>
        </p:nvCxnSpPr>
        <p:spPr>
          <a:xfrm flipH="1" rot="10800000">
            <a:off x="5732048" y="6115120"/>
            <a:ext cx="1247775" cy="809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17"/>
          <p:cNvCxnSpPr/>
          <p:nvPr/>
        </p:nvCxnSpPr>
        <p:spPr>
          <a:xfrm>
            <a:off x="6392448" y="5661095"/>
            <a:ext cx="1057275" cy="12382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17"/>
          <p:cNvCxnSpPr/>
          <p:nvPr/>
        </p:nvCxnSpPr>
        <p:spPr>
          <a:xfrm flipH="1" rot="10800000">
            <a:off x="5676485" y="5815082"/>
            <a:ext cx="1790700" cy="300038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17"/>
          <p:cNvCxnSpPr/>
          <p:nvPr/>
        </p:nvCxnSpPr>
        <p:spPr>
          <a:xfrm flipH="1" rot="10800000">
            <a:off x="7003635" y="5843657"/>
            <a:ext cx="588963" cy="271463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17"/>
          <p:cNvCxnSpPr/>
          <p:nvPr/>
        </p:nvCxnSpPr>
        <p:spPr>
          <a:xfrm>
            <a:off x="6146385" y="5629345"/>
            <a:ext cx="814388" cy="4000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1" name="Google Shape;121;p17"/>
          <p:cNvGrpSpPr/>
          <p:nvPr/>
        </p:nvGrpSpPr>
        <p:grpSpPr>
          <a:xfrm>
            <a:off x="5271673" y="6054795"/>
            <a:ext cx="563562" cy="293687"/>
            <a:chOff x="1871277" y="1576300"/>
            <a:chExt cx="1128371" cy="437861"/>
          </a:xfrm>
        </p:grpSpPr>
        <p:sp>
          <p:nvSpPr>
            <p:cNvPr id="122" name="Google Shape;122;p17"/>
            <p:cNvSpPr/>
            <p:nvPr/>
          </p:nvSpPr>
          <p:spPr>
            <a:xfrm flipH="1" rot="10800000">
              <a:off x="1874455" y="1694641"/>
              <a:ext cx="1125193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1871277" y="1739610"/>
              <a:ext cx="1128371" cy="115975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4" name="Google Shape;124;p17"/>
            <p:cNvSpPr/>
            <p:nvPr/>
          </p:nvSpPr>
          <p:spPr>
            <a:xfrm flipH="1" rot="10800000">
              <a:off x="1871277" y="1576300"/>
              <a:ext cx="1125193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5" name="Google Shape;125;p17"/>
            <p:cNvSpPr/>
            <p:nvPr/>
          </p:nvSpPr>
          <p:spPr>
            <a:xfrm>
              <a:off x="2160521" y="1673339"/>
              <a:ext cx="546704" cy="160944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2103307" y="1633104"/>
              <a:ext cx="661131" cy="111240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7"/>
            <p:cNvSpPr/>
            <p:nvPr/>
          </p:nvSpPr>
          <p:spPr>
            <a:xfrm>
              <a:off x="2538765" y="1727776"/>
              <a:ext cx="241567" cy="97039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2090593" y="1730143"/>
              <a:ext cx="238389" cy="97040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9" name="Google Shape;129;p17"/>
            <p:cNvCxnSpPr>
              <a:endCxn id="124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130" name="Google Shape;130;p17"/>
            <p:cNvCxnSpPr/>
            <p:nvPr/>
          </p:nvCxnSpPr>
          <p:spPr>
            <a:xfrm rot="10800000">
              <a:off x="2996470" y="1734876"/>
              <a:ext cx="3178" cy="12307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131" name="Google Shape;131;p17"/>
          <p:cNvGrpSpPr/>
          <p:nvPr/>
        </p:nvGrpSpPr>
        <p:grpSpPr>
          <a:xfrm>
            <a:off x="5966998" y="5513457"/>
            <a:ext cx="565150" cy="292100"/>
            <a:chOff x="1871277" y="1576300"/>
            <a:chExt cx="1128371" cy="437861"/>
          </a:xfrm>
        </p:grpSpPr>
        <p:sp>
          <p:nvSpPr>
            <p:cNvPr id="132" name="Google Shape;132;p17"/>
            <p:cNvSpPr/>
            <p:nvPr/>
          </p:nvSpPr>
          <p:spPr>
            <a:xfrm flipH="1" rot="10800000">
              <a:off x="1874446" y="1692905"/>
              <a:ext cx="1125202" cy="32125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1871277" y="1740499"/>
              <a:ext cx="1128371" cy="114225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4" name="Google Shape;134;p17"/>
            <p:cNvSpPr/>
            <p:nvPr/>
          </p:nvSpPr>
          <p:spPr>
            <a:xfrm flipH="1" rot="10800000">
              <a:off x="1871277" y="1576300"/>
              <a:ext cx="1125200" cy="321257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5" name="Google Shape;135;p17"/>
            <p:cNvSpPr/>
            <p:nvPr/>
          </p:nvSpPr>
          <p:spPr>
            <a:xfrm>
              <a:off x="2159708" y="1673868"/>
              <a:ext cx="548339" cy="159438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36" name="Google Shape;136;p17"/>
            <p:cNvSpPr/>
            <p:nvPr/>
          </p:nvSpPr>
          <p:spPr>
            <a:xfrm>
              <a:off x="2102655" y="1633412"/>
              <a:ext cx="662444" cy="111846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2536889" y="1728599"/>
              <a:ext cx="244057" cy="97568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7"/>
            <p:cNvSpPr/>
            <p:nvPr/>
          </p:nvSpPr>
          <p:spPr>
            <a:xfrm>
              <a:off x="2089977" y="1730980"/>
              <a:ext cx="240888" cy="95187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9" name="Google Shape;139;p17"/>
            <p:cNvCxnSpPr>
              <a:endCxn id="134" idx="2"/>
            </p:cNvCxnSpPr>
            <p:nvPr/>
          </p:nvCxnSpPr>
          <p:spPr>
            <a:xfrm rot="10800000">
              <a:off x="1871277" y="1736929"/>
              <a:ext cx="3300" cy="123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140" name="Google Shape;140;p17"/>
            <p:cNvCxnSpPr/>
            <p:nvPr/>
          </p:nvCxnSpPr>
          <p:spPr>
            <a:xfrm rot="10800000">
              <a:off x="2996477" y="1733359"/>
              <a:ext cx="3171" cy="12374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141" name="Google Shape;141;p17"/>
          <p:cNvGrpSpPr/>
          <p:nvPr/>
        </p:nvGrpSpPr>
        <p:grpSpPr>
          <a:xfrm>
            <a:off x="6609935" y="5967482"/>
            <a:ext cx="563563" cy="293688"/>
            <a:chOff x="1871277" y="1576300"/>
            <a:chExt cx="1128371" cy="437861"/>
          </a:xfrm>
        </p:grpSpPr>
        <p:sp>
          <p:nvSpPr>
            <p:cNvPr id="142" name="Google Shape;142;p17"/>
            <p:cNvSpPr/>
            <p:nvPr/>
          </p:nvSpPr>
          <p:spPr>
            <a:xfrm flipH="1" rot="10800000">
              <a:off x="1874457" y="1694641"/>
              <a:ext cx="1125191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3" name="Google Shape;143;p17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4" name="Google Shape;144;p17"/>
            <p:cNvSpPr/>
            <p:nvPr/>
          </p:nvSpPr>
          <p:spPr>
            <a:xfrm flipH="1" rot="10800000">
              <a:off x="1871277" y="1576300"/>
              <a:ext cx="1125191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5" name="Google Shape;145;p17"/>
            <p:cNvSpPr/>
            <p:nvPr/>
          </p:nvSpPr>
          <p:spPr>
            <a:xfrm>
              <a:off x="2160522" y="1673340"/>
              <a:ext cx="546703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6" name="Google Shape;146;p17"/>
            <p:cNvSpPr/>
            <p:nvPr/>
          </p:nvSpPr>
          <p:spPr>
            <a:xfrm>
              <a:off x="2103309" y="1633103"/>
              <a:ext cx="661129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7"/>
            <p:cNvSpPr/>
            <p:nvPr/>
          </p:nvSpPr>
          <p:spPr>
            <a:xfrm>
              <a:off x="2538763" y="1727776"/>
              <a:ext cx="24156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7"/>
            <p:cNvSpPr/>
            <p:nvPr/>
          </p:nvSpPr>
          <p:spPr>
            <a:xfrm>
              <a:off x="2090595" y="1730144"/>
              <a:ext cx="238387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9" name="Google Shape;149;p17"/>
            <p:cNvCxnSpPr>
              <a:endCxn id="144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150" name="Google Shape;150;p17"/>
            <p:cNvCxnSpPr/>
            <p:nvPr/>
          </p:nvCxnSpPr>
          <p:spPr>
            <a:xfrm rot="10800000">
              <a:off x="2996468" y="1734877"/>
              <a:ext cx="3180" cy="1230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151" name="Google Shape;151;p17"/>
          <p:cNvGrpSpPr/>
          <p:nvPr/>
        </p:nvGrpSpPr>
        <p:grpSpPr>
          <a:xfrm>
            <a:off x="7332248" y="5653157"/>
            <a:ext cx="565150" cy="293688"/>
            <a:chOff x="1871277" y="1576300"/>
            <a:chExt cx="1128371" cy="437861"/>
          </a:xfrm>
        </p:grpSpPr>
        <p:sp>
          <p:nvSpPr>
            <p:cNvPr id="152" name="Google Shape;152;p17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3" name="Google Shape;153;p17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4" name="Google Shape;154;p17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2159708" y="1673340"/>
              <a:ext cx="548339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56" name="Google Shape;156;p17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9" name="Google Shape;159;p17"/>
            <p:cNvCxnSpPr>
              <a:endCxn id="154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160" name="Google Shape;160;p17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161" name="Google Shape;161;p17"/>
          <p:cNvGrpSpPr/>
          <p:nvPr/>
        </p:nvGrpSpPr>
        <p:grpSpPr>
          <a:xfrm>
            <a:off x="3347623" y="2370207"/>
            <a:ext cx="5270500" cy="3805238"/>
            <a:chOff x="1757805" y="2331054"/>
            <a:chExt cx="5270058" cy="3804634"/>
          </a:xfrm>
        </p:grpSpPr>
        <p:sp>
          <p:nvSpPr>
            <p:cNvPr id="162" name="Google Shape;162;p17"/>
            <p:cNvSpPr/>
            <p:nvPr/>
          </p:nvSpPr>
          <p:spPr>
            <a:xfrm>
              <a:off x="1776853" y="4829382"/>
              <a:ext cx="1220685" cy="920604"/>
            </a:xfrm>
            <a:custGeom>
              <a:rect b="b" l="l" r="r" t="t"/>
              <a:pathLst>
                <a:path extrusionOk="0" h="921649" w="1220510">
                  <a:moveTo>
                    <a:pt x="1060159" y="921649"/>
                  </a:moveTo>
                  <a:cubicBezTo>
                    <a:pt x="166591" y="183345"/>
                    <a:pt x="908943" y="790884"/>
                    <a:pt x="0" y="51716"/>
                  </a:cubicBezTo>
                  <a:cubicBezTo>
                    <a:pt x="346878" y="57311"/>
                    <a:pt x="712340" y="-5240"/>
                    <a:pt x="1059218" y="355"/>
                  </a:cubicBezTo>
                  <a:cubicBezTo>
                    <a:pt x="1192967" y="751903"/>
                    <a:pt x="1090859" y="157699"/>
                    <a:pt x="1220510" y="849923"/>
                  </a:cubicBezTo>
                  <a:cubicBezTo>
                    <a:pt x="1126090" y="855456"/>
                    <a:pt x="1222187" y="863235"/>
                    <a:pt x="1060159" y="921649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6102428" y="4916682"/>
              <a:ext cx="925435" cy="757117"/>
            </a:xfrm>
            <a:custGeom>
              <a:rect b="b" l="l" r="r" t="t"/>
              <a:pathLst>
                <a:path extrusionOk="0" h="758185" w="926304">
                  <a:moveTo>
                    <a:pt x="0" y="735614"/>
                  </a:moveTo>
                  <a:cubicBezTo>
                    <a:pt x="309918" y="169731"/>
                    <a:pt x="59088" y="622691"/>
                    <a:pt x="405840" y="13939"/>
                  </a:cubicBezTo>
                  <a:cubicBezTo>
                    <a:pt x="580581" y="18247"/>
                    <a:pt x="751563" y="-3745"/>
                    <a:pt x="926304" y="563"/>
                  </a:cubicBezTo>
                  <a:cubicBezTo>
                    <a:pt x="312762" y="607705"/>
                    <a:pt x="474902" y="459041"/>
                    <a:pt x="183705" y="758185"/>
                  </a:cubicBezTo>
                  <a:cubicBezTo>
                    <a:pt x="49420" y="729549"/>
                    <a:pt x="196198" y="734148"/>
                    <a:pt x="0" y="735614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64" name="Google Shape;164;p17"/>
            <p:cNvSpPr/>
            <p:nvPr/>
          </p:nvSpPr>
          <p:spPr>
            <a:xfrm>
              <a:off x="5288109" y="4937315"/>
              <a:ext cx="725426" cy="1099963"/>
            </a:xfrm>
            <a:custGeom>
              <a:rect b="b" l="l" r="r" t="t"/>
              <a:pathLst>
                <a:path extrusionOk="0" h="1101479" w="725009">
                  <a:moveTo>
                    <a:pt x="0" y="1073986"/>
                  </a:moveTo>
                  <a:cubicBezTo>
                    <a:pt x="95638" y="589814"/>
                    <a:pt x="96800" y="618448"/>
                    <a:pt x="206612" y="1724"/>
                  </a:cubicBezTo>
                  <a:cubicBezTo>
                    <a:pt x="451440" y="14348"/>
                    <a:pt x="499346" y="35256"/>
                    <a:pt x="725009" y="0"/>
                  </a:cubicBezTo>
                  <a:cubicBezTo>
                    <a:pt x="326141" y="749497"/>
                    <a:pt x="642687" y="159790"/>
                    <a:pt x="159092" y="1101479"/>
                  </a:cubicBezTo>
                  <a:cubicBezTo>
                    <a:pt x="24807" y="1072843"/>
                    <a:pt x="92525" y="1088071"/>
                    <a:pt x="0" y="1073986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65" name="Google Shape;165;p17"/>
            <p:cNvSpPr/>
            <p:nvPr/>
          </p:nvSpPr>
          <p:spPr>
            <a:xfrm>
              <a:off x="4300767" y="4956362"/>
              <a:ext cx="514307" cy="577758"/>
            </a:xfrm>
            <a:custGeom>
              <a:rect b="b" l="l" r="r" t="t"/>
              <a:pathLst>
                <a:path extrusionOk="0" h="578353" w="514180">
                  <a:moveTo>
                    <a:pt x="135770" y="577341"/>
                  </a:moveTo>
                  <a:cubicBezTo>
                    <a:pt x="50587" y="214237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26658" y="280104"/>
                    <a:pt x="339280" y="576561"/>
                  </a:cubicBezTo>
                  <a:cubicBezTo>
                    <a:pt x="292835" y="580865"/>
                    <a:pt x="203869" y="575875"/>
                    <a:pt x="135770" y="577341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3521369" y="4919856"/>
              <a:ext cx="593675" cy="1215832"/>
            </a:xfrm>
            <a:custGeom>
              <a:rect b="b" l="l" r="r" t="t"/>
              <a:pathLst>
                <a:path extrusionOk="0" h="1215612" w="594113">
                  <a:moveTo>
                    <a:pt x="403236" y="1215612"/>
                  </a:moveTo>
                  <a:cubicBezTo>
                    <a:pt x="223947" y="663007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57486" y="515061"/>
                    <a:pt x="594113" y="1179818"/>
                  </a:cubicBezTo>
                  <a:cubicBezTo>
                    <a:pt x="496428" y="1184123"/>
                    <a:pt x="599434" y="1214146"/>
                    <a:pt x="403236" y="1215612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167" name="Google Shape;167;p17"/>
            <p:cNvGrpSpPr/>
            <p:nvPr/>
          </p:nvGrpSpPr>
          <p:grpSpPr>
            <a:xfrm>
              <a:off x="1757805" y="2331054"/>
              <a:ext cx="1079409" cy="2674512"/>
              <a:chOff x="1757805" y="2331054"/>
              <a:chExt cx="1079409" cy="2674512"/>
            </a:xfrm>
          </p:grpSpPr>
          <p:sp>
            <p:nvSpPr>
              <p:cNvPr id="168" name="Google Shape;168;p17"/>
              <p:cNvSpPr/>
              <p:nvPr/>
            </p:nvSpPr>
            <p:spPr>
              <a:xfrm rot="10800000">
                <a:off x="1789552" y="2580252"/>
                <a:ext cx="1027025" cy="1084090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169" name="Google Shape;169;p17"/>
              <p:cNvGrpSpPr/>
              <p:nvPr/>
            </p:nvGrpSpPr>
            <p:grpSpPr>
              <a:xfrm>
                <a:off x="1783203" y="4616691"/>
                <a:ext cx="1030201" cy="388875"/>
                <a:chOff x="4128891" y="3607011"/>
                <a:chExt cx="565669" cy="338400"/>
              </a:xfrm>
            </p:grpSpPr>
            <p:sp>
              <p:nvSpPr>
                <p:cNvPr id="170" name="Google Shape;170;p17"/>
                <p:cNvSpPr/>
                <p:nvPr/>
              </p:nvSpPr>
              <p:spPr>
                <a:xfrm>
                  <a:off x="4128891" y="3720271"/>
                  <a:ext cx="565669" cy="225140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71" name="Google Shape;171;p17"/>
                <p:cNvSpPr/>
                <p:nvPr/>
              </p:nvSpPr>
              <p:spPr>
                <a:xfrm>
                  <a:off x="4128891" y="3720271"/>
                  <a:ext cx="565669" cy="111880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72" name="Google Shape;172;p17"/>
                <p:cNvSpPr/>
                <p:nvPr/>
              </p:nvSpPr>
              <p:spPr>
                <a:xfrm>
                  <a:off x="4128891" y="3607011"/>
                  <a:ext cx="565669" cy="225140"/>
                </a:xfrm>
                <a:prstGeom prst="ellipse">
                  <a:avLst/>
                </a:prstGeom>
                <a:solidFill>
                  <a:srgbClr val="8383E0">
                    <a:alpha val="6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173" name="Google Shape;173;p17"/>
                <p:cNvCxnSpPr/>
                <p:nvPr/>
              </p:nvCxnSpPr>
              <p:spPr>
                <a:xfrm>
                  <a:off x="4694560" y="3720271"/>
                  <a:ext cx="0" cy="1118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4" name="Google Shape;174;p17"/>
                <p:cNvCxnSpPr/>
                <p:nvPr/>
              </p:nvCxnSpPr>
              <p:spPr>
                <a:xfrm>
                  <a:off x="4128891" y="3720271"/>
                  <a:ext cx="0" cy="11188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75" name="Google Shape;175;p17"/>
              <p:cNvSpPr/>
              <p:nvPr/>
            </p:nvSpPr>
            <p:spPr>
              <a:xfrm>
                <a:off x="1802251" y="3602440"/>
                <a:ext cx="1027025" cy="1163452"/>
              </a:xfrm>
              <a:prstGeom prst="rect">
                <a:avLst/>
              </a:prstGeom>
              <a:gradFill>
                <a:gsLst>
                  <a:gs pos="0">
                    <a:srgbClr val="ACACEA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76" name="Google Shape;176;p17"/>
              <p:cNvCxnSpPr/>
              <p:nvPr/>
            </p:nvCxnSpPr>
            <p:spPr>
              <a:xfrm>
                <a:off x="1781615" y="2805642"/>
                <a:ext cx="20636" cy="202056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7" name="Google Shape;177;p17"/>
              <p:cNvCxnSpPr/>
              <p:nvPr/>
            </p:nvCxnSpPr>
            <p:spPr>
              <a:xfrm flipH="1">
                <a:off x="2818166" y="2805642"/>
                <a:ext cx="4762" cy="197612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78" name="Google Shape;178;p17"/>
              <p:cNvGrpSpPr/>
              <p:nvPr/>
            </p:nvGrpSpPr>
            <p:grpSpPr>
              <a:xfrm>
                <a:off x="1757805" y="2331054"/>
                <a:ext cx="1079409" cy="430145"/>
                <a:chOff x="2183302" y="1574638"/>
                <a:chExt cx="1200053" cy="430113"/>
              </a:xfrm>
            </p:grpSpPr>
            <p:sp>
              <p:nvSpPr>
                <p:cNvPr id="179" name="Google Shape;179;p17"/>
                <p:cNvSpPr/>
                <p:nvPr/>
              </p:nvSpPr>
              <p:spPr>
                <a:xfrm flipH="1" rot="10800000">
                  <a:off x="2186832" y="1690499"/>
                  <a:ext cx="1194758" cy="314252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D5D5F4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80" name="Google Shape;180;p17"/>
                <p:cNvSpPr/>
                <p:nvPr/>
              </p:nvSpPr>
              <p:spPr>
                <a:xfrm>
                  <a:off x="2183302" y="1734939"/>
                  <a:ext cx="1198287" cy="112686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81" name="Google Shape;181;p17"/>
                <p:cNvSpPr/>
                <p:nvPr/>
              </p:nvSpPr>
              <p:spPr>
                <a:xfrm flipH="1" rot="10800000">
                  <a:off x="2183302" y="1574638"/>
                  <a:ext cx="1196523" cy="314252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82" name="Google Shape;182;p17"/>
                <p:cNvSpPr/>
                <p:nvPr/>
              </p:nvSpPr>
              <p:spPr>
                <a:xfrm>
                  <a:off x="2490374" y="1671453"/>
                  <a:ext cx="582379" cy="157125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83" name="Google Shape;183;p17"/>
                <p:cNvSpPr/>
                <p:nvPr/>
              </p:nvSpPr>
              <p:spPr>
                <a:xfrm>
                  <a:off x="2430372" y="1630188"/>
                  <a:ext cx="702384" cy="109512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4" name="Google Shape;184;p17"/>
                <p:cNvSpPr/>
                <p:nvPr/>
              </p:nvSpPr>
              <p:spPr>
                <a:xfrm>
                  <a:off x="2892745" y="1723828"/>
                  <a:ext cx="257658" cy="9522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5" name="Google Shape;185;p17"/>
                <p:cNvSpPr/>
                <p:nvPr/>
              </p:nvSpPr>
              <p:spPr>
                <a:xfrm>
                  <a:off x="2418018" y="1725416"/>
                  <a:ext cx="254129" cy="9522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86" name="Google Shape;186;p17"/>
                <p:cNvCxnSpPr>
                  <a:endCxn id="181" idx="2"/>
                </p:cNvCxnSpPr>
                <p:nvPr/>
              </p:nvCxnSpPr>
              <p:spPr>
                <a:xfrm rot="10800000">
                  <a:off x="2183302" y="1731764"/>
                  <a:ext cx="3600" cy="122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187" name="Google Shape;187;p17"/>
                <p:cNvCxnSpPr/>
                <p:nvPr/>
              </p:nvCxnSpPr>
              <p:spPr>
                <a:xfrm rot="10800000">
                  <a:off x="3379825" y="1728590"/>
                  <a:ext cx="3530" cy="1222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188" name="Google Shape;188;p17"/>
            <p:cNvGrpSpPr/>
            <p:nvPr/>
          </p:nvGrpSpPr>
          <p:grpSpPr>
            <a:xfrm>
              <a:off x="3500438" y="3173883"/>
              <a:ext cx="522287" cy="1831685"/>
              <a:chOff x="3500438" y="3173883"/>
              <a:chExt cx="522287" cy="1831685"/>
            </a:xfrm>
          </p:grpSpPr>
          <p:sp>
            <p:nvSpPr>
              <p:cNvPr id="189" name="Google Shape;189;p17"/>
              <p:cNvSpPr/>
              <p:nvPr/>
            </p:nvSpPr>
            <p:spPr>
              <a:xfrm rot="10800000">
                <a:off x="3507320" y="3287221"/>
                <a:ext cx="498349" cy="306623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90" name="Google Shape;190;p17"/>
              <p:cNvCxnSpPr/>
              <p:nvPr/>
            </p:nvCxnSpPr>
            <p:spPr>
              <a:xfrm flipH="1">
                <a:off x="4019802" y="3321497"/>
                <a:ext cx="1588" cy="153645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router_top.png" id="191" name="Google Shape;191;p1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500438" y="3194292"/>
                <a:ext cx="522287" cy="2204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92" name="Google Shape;192;p17"/>
              <p:cNvGrpSpPr/>
              <p:nvPr/>
            </p:nvGrpSpPr>
            <p:grpSpPr>
              <a:xfrm>
                <a:off x="3511845" y="4783352"/>
                <a:ext cx="507957" cy="222216"/>
                <a:chOff x="4129087" y="3606297"/>
                <a:chExt cx="568256" cy="339233"/>
              </a:xfrm>
            </p:grpSpPr>
            <p:sp>
              <p:nvSpPr>
                <p:cNvPr id="193" name="Google Shape;193;p17"/>
                <p:cNvSpPr/>
                <p:nvPr/>
              </p:nvSpPr>
              <p:spPr>
                <a:xfrm>
                  <a:off x="4129087" y="3720182"/>
                  <a:ext cx="568256" cy="225348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94" name="Google Shape;194;p17"/>
                <p:cNvSpPr/>
                <p:nvPr/>
              </p:nvSpPr>
              <p:spPr>
                <a:xfrm>
                  <a:off x="4129087" y="3720182"/>
                  <a:ext cx="568256" cy="111462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195" name="Google Shape;195;p17"/>
                <p:cNvSpPr/>
                <p:nvPr/>
              </p:nvSpPr>
              <p:spPr>
                <a:xfrm>
                  <a:off x="4129087" y="3606297"/>
                  <a:ext cx="568256" cy="225346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196" name="Google Shape;196;p17"/>
                <p:cNvCxnSpPr/>
                <p:nvPr/>
              </p:nvCxnSpPr>
              <p:spPr>
                <a:xfrm>
                  <a:off x="4697343" y="3720182"/>
                  <a:ext cx="0" cy="1114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97" name="Google Shape;197;p17"/>
                <p:cNvCxnSpPr/>
                <p:nvPr/>
              </p:nvCxnSpPr>
              <p:spPr>
                <a:xfrm>
                  <a:off x="4129087" y="3720182"/>
                  <a:ext cx="0" cy="1114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98" name="Google Shape;198;p17"/>
              <p:cNvSpPr/>
              <p:nvPr/>
            </p:nvSpPr>
            <p:spPr>
              <a:xfrm>
                <a:off x="3516608" y="3697675"/>
                <a:ext cx="498433" cy="1163452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199" name="Google Shape;199;p17"/>
              <p:cNvCxnSpPr>
                <a:stCxn id="200" idx="2"/>
              </p:cNvCxnSpPr>
              <p:nvPr/>
            </p:nvCxnSpPr>
            <p:spPr>
              <a:xfrm flipH="1">
                <a:off x="3507045" y="3262769"/>
                <a:ext cx="4800" cy="1688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201" name="Google Shape;201;p17"/>
              <p:cNvGrpSpPr/>
              <p:nvPr/>
            </p:nvGrpSpPr>
            <p:grpSpPr>
              <a:xfrm>
                <a:off x="3511845" y="3173883"/>
                <a:ext cx="503196" cy="242848"/>
                <a:chOff x="2185178" y="1574269"/>
                <a:chExt cx="1198011" cy="430447"/>
              </a:xfrm>
            </p:grpSpPr>
            <p:sp>
              <p:nvSpPr>
                <p:cNvPr id="202" name="Google Shape;202;p17"/>
                <p:cNvSpPr/>
                <p:nvPr/>
              </p:nvSpPr>
              <p:spPr>
                <a:xfrm flipH="1" rot="10800000">
                  <a:off x="2188958" y="1689617"/>
                  <a:ext cx="1194231" cy="315099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03" name="Google Shape;203;p17"/>
                <p:cNvSpPr/>
                <p:nvPr/>
              </p:nvSpPr>
              <p:spPr>
                <a:xfrm>
                  <a:off x="2185178" y="1734631"/>
                  <a:ext cx="1198011" cy="112535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00" name="Google Shape;200;p17"/>
                <p:cNvSpPr/>
                <p:nvPr/>
              </p:nvSpPr>
              <p:spPr>
                <a:xfrm flipH="1" rot="10800000">
                  <a:off x="2185178" y="1574269"/>
                  <a:ext cx="1194231" cy="315099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04" name="Google Shape;204;p17"/>
                <p:cNvSpPr/>
                <p:nvPr/>
              </p:nvSpPr>
              <p:spPr>
                <a:xfrm>
                  <a:off x="2491295" y="1669924"/>
                  <a:ext cx="581999" cy="157549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05" name="Google Shape;205;p17"/>
                <p:cNvSpPr/>
                <p:nvPr/>
              </p:nvSpPr>
              <p:spPr>
                <a:xfrm>
                  <a:off x="2430828" y="1630537"/>
                  <a:ext cx="702933" cy="109721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6" name="Google Shape;206;p17"/>
                <p:cNvSpPr/>
                <p:nvPr/>
              </p:nvSpPr>
              <p:spPr>
                <a:xfrm>
                  <a:off x="2891892" y="1723378"/>
                  <a:ext cx="260764" cy="95655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7" name="Google Shape;207;p17"/>
                <p:cNvSpPr/>
                <p:nvPr/>
              </p:nvSpPr>
              <p:spPr>
                <a:xfrm>
                  <a:off x="2419489" y="1726192"/>
                  <a:ext cx="253208" cy="92841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08" name="Google Shape;208;p17"/>
                <p:cNvCxnSpPr>
                  <a:endCxn id="200" idx="2"/>
                </p:cNvCxnSpPr>
                <p:nvPr/>
              </p:nvCxnSpPr>
              <p:spPr>
                <a:xfrm rot="10800000">
                  <a:off x="2185178" y="1731819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209" name="Google Shape;209;p17"/>
                <p:cNvCxnSpPr/>
                <p:nvPr/>
              </p:nvCxnSpPr>
              <p:spPr>
                <a:xfrm rot="10800000">
                  <a:off x="3379409" y="1729005"/>
                  <a:ext cx="3780" cy="12097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210" name="Google Shape;210;p17"/>
            <p:cNvGrpSpPr/>
            <p:nvPr/>
          </p:nvGrpSpPr>
          <p:grpSpPr>
            <a:xfrm>
              <a:off x="4299179" y="2486604"/>
              <a:ext cx="528594" cy="2517375"/>
              <a:chOff x="4299179" y="2486604"/>
              <a:chExt cx="528594" cy="2517375"/>
            </a:xfrm>
          </p:grpSpPr>
          <p:sp>
            <p:nvSpPr>
              <p:cNvPr id="211" name="Google Shape;211;p17"/>
              <p:cNvSpPr/>
              <p:nvPr/>
            </p:nvSpPr>
            <p:spPr>
              <a:xfrm rot="10800000">
                <a:off x="4315358" y="2675960"/>
                <a:ext cx="498350" cy="916575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212" name="Google Shape;212;p17"/>
              <p:cNvCxnSpPr/>
              <p:nvPr/>
            </p:nvCxnSpPr>
            <p:spPr>
              <a:xfrm>
                <a:off x="4821424" y="2642154"/>
                <a:ext cx="6349" cy="221421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213" name="Google Shape;213;p17"/>
              <p:cNvGrpSpPr/>
              <p:nvPr/>
            </p:nvGrpSpPr>
            <p:grpSpPr>
              <a:xfrm>
                <a:off x="4319815" y="4781764"/>
                <a:ext cx="507958" cy="222216"/>
                <a:chOff x="4129012" y="3606230"/>
                <a:chExt cx="568256" cy="339300"/>
              </a:xfrm>
            </p:grpSpPr>
            <p:sp>
              <p:nvSpPr>
                <p:cNvPr id="214" name="Google Shape;214;p17"/>
                <p:cNvSpPr/>
                <p:nvPr/>
              </p:nvSpPr>
              <p:spPr>
                <a:xfrm>
                  <a:off x="4129012" y="3720139"/>
                  <a:ext cx="568256" cy="225391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15" name="Google Shape;215;p17"/>
                <p:cNvSpPr/>
                <p:nvPr/>
              </p:nvSpPr>
              <p:spPr>
                <a:xfrm>
                  <a:off x="4129012" y="3720139"/>
                  <a:ext cx="568256" cy="111484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16" name="Google Shape;216;p17"/>
                <p:cNvSpPr/>
                <p:nvPr/>
              </p:nvSpPr>
              <p:spPr>
                <a:xfrm>
                  <a:off x="4129012" y="3606230"/>
                  <a:ext cx="568256" cy="225392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217" name="Google Shape;217;p17"/>
                <p:cNvCxnSpPr/>
                <p:nvPr/>
              </p:nvCxnSpPr>
              <p:spPr>
                <a:xfrm>
                  <a:off x="4697268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18" name="Google Shape;218;p17"/>
                <p:cNvCxnSpPr/>
                <p:nvPr/>
              </p:nvCxnSpPr>
              <p:spPr>
                <a:xfrm>
                  <a:off x="4129012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19" name="Google Shape;219;p17"/>
              <p:cNvSpPr/>
              <p:nvPr/>
            </p:nvSpPr>
            <p:spPr>
              <a:xfrm>
                <a:off x="4324577" y="3696087"/>
                <a:ext cx="498433" cy="1163453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220" name="Google Shape;220;p17"/>
              <p:cNvCxnSpPr>
                <a:stCxn id="221" idx="2"/>
              </p:cNvCxnSpPr>
              <p:nvPr/>
            </p:nvCxnSpPr>
            <p:spPr>
              <a:xfrm>
                <a:off x="4300767" y="2640567"/>
                <a:ext cx="14400" cy="23094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222" name="Google Shape;222;p17"/>
              <p:cNvGrpSpPr/>
              <p:nvPr/>
            </p:nvGrpSpPr>
            <p:grpSpPr>
              <a:xfrm>
                <a:off x="4299179" y="2486604"/>
                <a:ext cx="504783" cy="242849"/>
                <a:chOff x="2183224" y="1574808"/>
                <a:chExt cx="1200054" cy="430149"/>
              </a:xfrm>
            </p:grpSpPr>
            <p:sp>
              <p:nvSpPr>
                <p:cNvPr id="221" name="Google Shape;221;p17"/>
                <p:cNvSpPr/>
                <p:nvPr/>
              </p:nvSpPr>
              <p:spPr>
                <a:xfrm flipH="1" rot="10800000">
                  <a:off x="2186998" y="1690077"/>
                  <a:ext cx="1196279" cy="31488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23" name="Google Shape;223;p17"/>
                <p:cNvSpPr/>
                <p:nvPr/>
              </p:nvSpPr>
              <p:spPr>
                <a:xfrm>
                  <a:off x="2183224" y="1735060"/>
                  <a:ext cx="1200054" cy="112457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24" name="Google Shape;224;p17"/>
                <p:cNvSpPr/>
                <p:nvPr/>
              </p:nvSpPr>
              <p:spPr>
                <a:xfrm flipH="1" rot="10800000">
                  <a:off x="2183224" y="1574808"/>
                  <a:ext cx="1196282" cy="31488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25" name="Google Shape;225;p17"/>
                <p:cNvSpPr/>
                <p:nvPr/>
              </p:nvSpPr>
              <p:spPr>
                <a:xfrm>
                  <a:off x="2488899" y="1670396"/>
                  <a:ext cx="584931" cy="1574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26" name="Google Shape;226;p17"/>
                <p:cNvSpPr/>
                <p:nvPr/>
              </p:nvSpPr>
              <p:spPr>
                <a:xfrm>
                  <a:off x="2428519" y="1631037"/>
                  <a:ext cx="705691" cy="1096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7" name="Google Shape;227;p17"/>
                <p:cNvSpPr/>
                <p:nvPr/>
              </p:nvSpPr>
              <p:spPr>
                <a:xfrm>
                  <a:off x="2892690" y="1723814"/>
                  <a:ext cx="256615" cy="9558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28" name="Google Shape;228;p17"/>
                <p:cNvSpPr/>
                <p:nvPr/>
              </p:nvSpPr>
              <p:spPr>
                <a:xfrm>
                  <a:off x="2417196" y="1726625"/>
                  <a:ext cx="252843" cy="9277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29" name="Google Shape;229;p17"/>
                <p:cNvCxnSpPr>
                  <a:endCxn id="224" idx="2"/>
                </p:cNvCxnSpPr>
                <p:nvPr/>
              </p:nvCxnSpPr>
              <p:spPr>
                <a:xfrm rot="10800000">
                  <a:off x="2183224" y="1732248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230" name="Google Shape;230;p17"/>
                <p:cNvCxnSpPr/>
                <p:nvPr/>
              </p:nvCxnSpPr>
              <p:spPr>
                <a:xfrm rot="10800000">
                  <a:off x="3379505" y="1729437"/>
                  <a:ext cx="3773" cy="12089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231" name="Google Shape;231;p17"/>
            <p:cNvGrpSpPr/>
            <p:nvPr/>
          </p:nvGrpSpPr>
          <p:grpSpPr>
            <a:xfrm>
              <a:off x="5491163" y="3178644"/>
              <a:ext cx="522287" cy="1825335"/>
              <a:chOff x="5491163" y="3178644"/>
              <a:chExt cx="522287" cy="1825335"/>
            </a:xfrm>
          </p:grpSpPr>
          <p:sp>
            <p:nvSpPr>
              <p:cNvPr id="232" name="Google Shape;232;p17"/>
              <p:cNvSpPr/>
              <p:nvPr/>
            </p:nvSpPr>
            <p:spPr>
              <a:xfrm rot="10800000">
                <a:off x="5498044" y="3266845"/>
                <a:ext cx="498349" cy="325689"/>
              </a:xfrm>
              <a:prstGeom prst="rect">
                <a:avLst/>
              </a:prstGeom>
              <a:gradFill>
                <a:gsLst>
                  <a:gs pos="0">
                    <a:srgbClr val="262699">
                      <a:alpha val="61960"/>
                    </a:srgbClr>
                  </a:gs>
                  <a:gs pos="1000">
                    <a:srgbClr val="262699">
                      <a:alpha val="61960"/>
                    </a:srgbClr>
                  </a:gs>
                  <a:gs pos="5400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233" name="Google Shape;233;p17"/>
              <p:cNvCxnSpPr>
                <a:stCxn id="234" idx="6"/>
              </p:cNvCxnSpPr>
              <p:nvPr/>
            </p:nvCxnSpPr>
            <p:spPr>
              <a:xfrm>
                <a:off x="6004010" y="3267530"/>
                <a:ext cx="6300" cy="1582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pic>
            <p:nvPicPr>
              <p:cNvPr descr="router_top.png" id="235" name="Google Shape;235;p1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5491163" y="3206725"/>
                <a:ext cx="522287" cy="220431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36" name="Google Shape;236;p17"/>
              <p:cNvGrpSpPr/>
              <p:nvPr/>
            </p:nvGrpSpPr>
            <p:grpSpPr>
              <a:xfrm>
                <a:off x="5502403" y="4781764"/>
                <a:ext cx="507957" cy="222216"/>
                <a:chOff x="4128900" y="3606230"/>
                <a:chExt cx="568256" cy="339300"/>
              </a:xfrm>
            </p:grpSpPr>
            <p:sp>
              <p:nvSpPr>
                <p:cNvPr id="237" name="Google Shape;237;p17"/>
                <p:cNvSpPr/>
                <p:nvPr/>
              </p:nvSpPr>
              <p:spPr>
                <a:xfrm>
                  <a:off x="4128900" y="3720139"/>
                  <a:ext cx="568256" cy="225391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38" name="Google Shape;238;p17"/>
                <p:cNvSpPr/>
                <p:nvPr/>
              </p:nvSpPr>
              <p:spPr>
                <a:xfrm>
                  <a:off x="4128900" y="3720139"/>
                  <a:ext cx="568256" cy="111484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39" name="Google Shape;239;p17"/>
                <p:cNvSpPr/>
                <p:nvPr/>
              </p:nvSpPr>
              <p:spPr>
                <a:xfrm>
                  <a:off x="4128900" y="3606230"/>
                  <a:ext cx="568256" cy="225392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240" name="Google Shape;240;p17"/>
                <p:cNvCxnSpPr/>
                <p:nvPr/>
              </p:nvCxnSpPr>
              <p:spPr>
                <a:xfrm>
                  <a:off x="4697156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41" name="Google Shape;241;p17"/>
                <p:cNvCxnSpPr/>
                <p:nvPr/>
              </p:nvCxnSpPr>
              <p:spPr>
                <a:xfrm>
                  <a:off x="4128900" y="3720139"/>
                  <a:ext cx="0" cy="11148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42" name="Google Shape;242;p17"/>
              <p:cNvSpPr/>
              <p:nvPr/>
            </p:nvSpPr>
            <p:spPr>
              <a:xfrm>
                <a:off x="5507166" y="3694500"/>
                <a:ext cx="498433" cy="1165040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243" name="Google Shape;243;p17"/>
              <p:cNvCxnSpPr>
                <a:stCxn id="235" idx="1"/>
              </p:cNvCxnSpPr>
              <p:nvPr/>
            </p:nvCxnSpPr>
            <p:spPr>
              <a:xfrm>
                <a:off x="5491163" y="3316941"/>
                <a:ext cx="6300" cy="16332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244" name="Google Shape;244;p17"/>
              <p:cNvGrpSpPr/>
              <p:nvPr/>
            </p:nvGrpSpPr>
            <p:grpSpPr>
              <a:xfrm>
                <a:off x="5500816" y="3178644"/>
                <a:ext cx="504782" cy="242849"/>
                <a:chOff x="2183606" y="1573485"/>
                <a:chExt cx="1200052" cy="430149"/>
              </a:xfrm>
            </p:grpSpPr>
            <p:sp>
              <p:nvSpPr>
                <p:cNvPr id="245" name="Google Shape;245;p17"/>
                <p:cNvSpPr/>
                <p:nvPr/>
              </p:nvSpPr>
              <p:spPr>
                <a:xfrm flipH="1" rot="10800000">
                  <a:off x="2187379" y="1688754"/>
                  <a:ext cx="1196279" cy="314880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46" name="Google Shape;246;p17"/>
                <p:cNvSpPr/>
                <p:nvPr/>
              </p:nvSpPr>
              <p:spPr>
                <a:xfrm>
                  <a:off x="2183606" y="1733737"/>
                  <a:ext cx="1200052" cy="112457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34" name="Google Shape;234;p17"/>
                <p:cNvSpPr/>
                <p:nvPr/>
              </p:nvSpPr>
              <p:spPr>
                <a:xfrm flipH="1" rot="10800000">
                  <a:off x="2183606" y="1573485"/>
                  <a:ext cx="1196277" cy="314880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47" name="Google Shape;247;p17"/>
                <p:cNvSpPr/>
                <p:nvPr/>
              </p:nvSpPr>
              <p:spPr>
                <a:xfrm>
                  <a:off x="2489279" y="1669074"/>
                  <a:ext cx="584932" cy="1574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48" name="Google Shape;248;p17"/>
                <p:cNvSpPr/>
                <p:nvPr/>
              </p:nvSpPr>
              <p:spPr>
                <a:xfrm>
                  <a:off x="2428899" y="1629714"/>
                  <a:ext cx="705692" cy="10964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9" name="Google Shape;249;p17"/>
                <p:cNvSpPr/>
                <p:nvPr/>
              </p:nvSpPr>
              <p:spPr>
                <a:xfrm>
                  <a:off x="2893071" y="1722492"/>
                  <a:ext cx="256615" cy="95588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0" name="Google Shape;250;p17"/>
                <p:cNvSpPr/>
                <p:nvPr/>
              </p:nvSpPr>
              <p:spPr>
                <a:xfrm>
                  <a:off x="2417579" y="1725302"/>
                  <a:ext cx="252840" cy="9277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1" name="Google Shape;251;p17"/>
                <p:cNvCxnSpPr>
                  <a:endCxn id="234" idx="2"/>
                </p:cNvCxnSpPr>
                <p:nvPr/>
              </p:nvCxnSpPr>
              <p:spPr>
                <a:xfrm rot="10800000">
                  <a:off x="2183606" y="1730925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252" name="Google Shape;252;p17"/>
                <p:cNvCxnSpPr/>
                <p:nvPr/>
              </p:nvCxnSpPr>
              <p:spPr>
                <a:xfrm rot="10800000">
                  <a:off x="3379883" y="1728114"/>
                  <a:ext cx="3775" cy="12089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253" name="Google Shape;253;p17"/>
            <p:cNvGrpSpPr/>
            <p:nvPr/>
          </p:nvGrpSpPr>
          <p:grpSpPr>
            <a:xfrm>
              <a:off x="6472285" y="2648504"/>
              <a:ext cx="522243" cy="2353889"/>
              <a:chOff x="6472285" y="2648504"/>
              <a:chExt cx="522243" cy="2353889"/>
            </a:xfrm>
          </p:grpSpPr>
          <p:sp>
            <p:nvSpPr>
              <p:cNvPr id="254" name="Google Shape;254;p17"/>
              <p:cNvSpPr/>
              <p:nvPr/>
            </p:nvSpPr>
            <p:spPr>
              <a:xfrm rot="10800000">
                <a:off x="6482296" y="2777838"/>
                <a:ext cx="498349" cy="72203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255" name="Google Shape;255;p17"/>
              <p:cNvCxnSpPr/>
              <p:nvPr/>
            </p:nvCxnSpPr>
            <p:spPr>
              <a:xfrm>
                <a:off x="6994528" y="2846910"/>
                <a:ext cx="0" cy="19983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256" name="Google Shape;256;p17"/>
              <p:cNvGrpSpPr/>
              <p:nvPr/>
            </p:nvGrpSpPr>
            <p:grpSpPr>
              <a:xfrm>
                <a:off x="6486571" y="4765893"/>
                <a:ext cx="507957" cy="236499"/>
                <a:chOff x="4128808" y="3606294"/>
                <a:chExt cx="568256" cy="339218"/>
              </a:xfrm>
            </p:grpSpPr>
            <p:sp>
              <p:nvSpPr>
                <p:cNvPr id="257" name="Google Shape;257;p17"/>
                <p:cNvSpPr/>
                <p:nvPr/>
              </p:nvSpPr>
              <p:spPr>
                <a:xfrm>
                  <a:off x="4128808" y="3720125"/>
                  <a:ext cx="568256" cy="225387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58" name="Google Shape;258;p17"/>
                <p:cNvSpPr/>
                <p:nvPr/>
              </p:nvSpPr>
              <p:spPr>
                <a:xfrm>
                  <a:off x="4128808" y="3720125"/>
                  <a:ext cx="568256" cy="111556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59" name="Google Shape;259;p17"/>
                <p:cNvSpPr/>
                <p:nvPr/>
              </p:nvSpPr>
              <p:spPr>
                <a:xfrm>
                  <a:off x="4128808" y="3606294"/>
                  <a:ext cx="568256" cy="225387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260" name="Google Shape;260;p17"/>
                <p:cNvCxnSpPr/>
                <p:nvPr/>
              </p:nvCxnSpPr>
              <p:spPr>
                <a:xfrm>
                  <a:off x="4697064" y="3720125"/>
                  <a:ext cx="0" cy="11155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1" name="Google Shape;261;p17"/>
                <p:cNvCxnSpPr/>
                <p:nvPr/>
              </p:nvCxnSpPr>
              <p:spPr>
                <a:xfrm>
                  <a:off x="4128808" y="3720125"/>
                  <a:ext cx="0" cy="11155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62" name="Google Shape;262;p17"/>
              <p:cNvSpPr/>
              <p:nvPr/>
            </p:nvSpPr>
            <p:spPr>
              <a:xfrm>
                <a:off x="6491333" y="3610376"/>
                <a:ext cx="498433" cy="1238053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263" name="Google Shape;263;p17"/>
              <p:cNvCxnSpPr/>
              <p:nvPr/>
            </p:nvCxnSpPr>
            <p:spPr>
              <a:xfrm>
                <a:off x="6472285" y="2818340"/>
                <a:ext cx="9524" cy="212691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264" name="Google Shape;264;p17"/>
              <p:cNvGrpSpPr/>
              <p:nvPr/>
            </p:nvGrpSpPr>
            <p:grpSpPr>
              <a:xfrm>
                <a:off x="6478635" y="2648504"/>
                <a:ext cx="504782" cy="242849"/>
                <a:chOff x="2184464" y="1575651"/>
                <a:chExt cx="1200052" cy="430151"/>
              </a:xfrm>
            </p:grpSpPr>
            <p:sp>
              <p:nvSpPr>
                <p:cNvPr id="265" name="Google Shape;265;p17"/>
                <p:cNvSpPr/>
                <p:nvPr/>
              </p:nvSpPr>
              <p:spPr>
                <a:xfrm flipH="1" rot="10800000">
                  <a:off x="2188237" y="1690921"/>
                  <a:ext cx="1196279" cy="314881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66" name="Google Shape;266;p17"/>
                <p:cNvSpPr/>
                <p:nvPr/>
              </p:nvSpPr>
              <p:spPr>
                <a:xfrm>
                  <a:off x="2184464" y="1735904"/>
                  <a:ext cx="1200052" cy="112457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67" name="Google Shape;267;p17"/>
                <p:cNvSpPr/>
                <p:nvPr/>
              </p:nvSpPr>
              <p:spPr>
                <a:xfrm flipH="1" rot="10800000">
                  <a:off x="2184464" y="1575651"/>
                  <a:ext cx="1196277" cy="314881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68" name="Google Shape;268;p17"/>
                <p:cNvSpPr/>
                <p:nvPr/>
              </p:nvSpPr>
              <p:spPr>
                <a:xfrm>
                  <a:off x="2490137" y="1671240"/>
                  <a:ext cx="584932" cy="1574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269" name="Google Shape;269;p17"/>
                <p:cNvSpPr/>
                <p:nvPr/>
              </p:nvSpPr>
              <p:spPr>
                <a:xfrm>
                  <a:off x="2429757" y="1631880"/>
                  <a:ext cx="705692" cy="109647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0" name="Google Shape;270;p17"/>
                <p:cNvSpPr/>
                <p:nvPr/>
              </p:nvSpPr>
              <p:spPr>
                <a:xfrm>
                  <a:off x="2893929" y="1724658"/>
                  <a:ext cx="256615" cy="95589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1" name="Google Shape;271;p17"/>
                <p:cNvSpPr/>
                <p:nvPr/>
              </p:nvSpPr>
              <p:spPr>
                <a:xfrm>
                  <a:off x="2418437" y="1727469"/>
                  <a:ext cx="252840" cy="92778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72" name="Google Shape;272;p17"/>
                <p:cNvCxnSpPr>
                  <a:endCxn id="267" idx="2"/>
                </p:cNvCxnSpPr>
                <p:nvPr/>
              </p:nvCxnSpPr>
              <p:spPr>
                <a:xfrm rot="10800000">
                  <a:off x="2184464" y="1733092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273" name="Google Shape;273;p17"/>
                <p:cNvCxnSpPr/>
                <p:nvPr/>
              </p:nvCxnSpPr>
              <p:spPr>
                <a:xfrm rot="10800000">
                  <a:off x="3380741" y="1730281"/>
                  <a:ext cx="3775" cy="12089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</p:grpSp>
      <p:grpSp>
        <p:nvGrpSpPr>
          <p:cNvPr id="274" name="Google Shape;274;p17"/>
          <p:cNvGrpSpPr/>
          <p:nvPr/>
        </p:nvGrpSpPr>
        <p:grpSpPr>
          <a:xfrm>
            <a:off x="3419060" y="2725807"/>
            <a:ext cx="5111750" cy="879475"/>
            <a:chOff x="1866825" y="707349"/>
            <a:chExt cx="5112820" cy="879389"/>
          </a:xfrm>
        </p:grpSpPr>
        <p:sp>
          <p:nvSpPr>
            <p:cNvPr id="275" name="Google Shape;275;p17"/>
            <p:cNvSpPr/>
            <p:nvPr/>
          </p:nvSpPr>
          <p:spPr>
            <a:xfrm>
              <a:off x="1866825" y="785129"/>
              <a:ext cx="954288" cy="492077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76" name="Google Shape;276;p17"/>
            <p:cNvSpPr txBox="1"/>
            <p:nvPr/>
          </p:nvSpPr>
          <p:spPr>
            <a:xfrm>
              <a:off x="1891781" y="783191"/>
              <a:ext cx="910613" cy="4761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53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Routing</a:t>
              </a:r>
              <a:endParaRPr/>
            </a:p>
            <a:p>
              <a:pPr indent="0" lvl="0" marL="0" marR="0" rtl="0" algn="ctr">
                <a:lnSpc>
                  <a:spcPct val="10535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Algorithm</a:t>
              </a:r>
              <a:endParaRPr/>
            </a:p>
          </p:txBody>
        </p:sp>
        <p:cxnSp>
          <p:nvCxnSpPr>
            <p:cNvPr id="277" name="Google Shape;277;p17"/>
            <p:cNvCxnSpPr/>
            <p:nvPr/>
          </p:nvCxnSpPr>
          <p:spPr>
            <a:xfrm flipH="1" rot="10800000">
              <a:off x="2833815" y="807352"/>
              <a:ext cx="1517968" cy="214291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78" name="Google Shape;278;p17"/>
            <p:cNvCxnSpPr/>
            <p:nvPr/>
          </p:nvCxnSpPr>
          <p:spPr>
            <a:xfrm>
              <a:off x="2751248" y="1201014"/>
              <a:ext cx="797092" cy="279373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79" name="Google Shape;279;p17"/>
            <p:cNvCxnSpPr/>
            <p:nvPr/>
          </p:nvCxnSpPr>
          <p:spPr>
            <a:xfrm>
              <a:off x="4685228" y="894656"/>
              <a:ext cx="892362" cy="509538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80" name="Google Shape;280;p17"/>
            <p:cNvCxnSpPr/>
            <p:nvPr/>
          </p:nvCxnSpPr>
          <p:spPr>
            <a:xfrm>
              <a:off x="4801139" y="801003"/>
              <a:ext cx="1695805" cy="130162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281" name="Google Shape;281;p17"/>
            <p:cNvSpPr/>
            <p:nvPr/>
          </p:nvSpPr>
          <p:spPr>
            <a:xfrm>
              <a:off x="6558870" y="894656"/>
              <a:ext cx="420775" cy="180957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82" name="Google Shape;282;p17"/>
            <p:cNvSpPr/>
            <p:nvPr/>
          </p:nvSpPr>
          <p:spPr>
            <a:xfrm>
              <a:off x="5572826" y="1404194"/>
              <a:ext cx="420776" cy="182544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83" name="Google Shape;283;p17"/>
            <p:cNvSpPr/>
            <p:nvPr/>
          </p:nvSpPr>
          <p:spPr>
            <a:xfrm>
              <a:off x="4367661" y="707349"/>
              <a:ext cx="420775" cy="182545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284" name="Google Shape;284;p17"/>
            <p:cNvSpPr/>
            <p:nvPr/>
          </p:nvSpPr>
          <p:spPr>
            <a:xfrm>
              <a:off x="3572157" y="1402606"/>
              <a:ext cx="420776" cy="180957"/>
            </a:xfrm>
            <a:prstGeom prst="ellipse">
              <a:avLst/>
            </a:prstGeom>
            <a:solidFill>
              <a:srgbClr val="CC0000">
                <a:alpha val="27843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285" name="Google Shape;285;p17"/>
            <p:cNvCxnSpPr/>
            <p:nvPr/>
          </p:nvCxnSpPr>
          <p:spPr>
            <a:xfrm>
              <a:off x="2821113" y="1105773"/>
              <a:ext cx="2739010" cy="339692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86" name="Google Shape;286;p17"/>
            <p:cNvCxnSpPr>
              <a:endCxn id="281" idx="2"/>
            </p:cNvCxnSpPr>
            <p:nvPr/>
          </p:nvCxnSpPr>
          <p:spPr>
            <a:xfrm flipH="1" rot="10800000">
              <a:off x="3997770" y="985135"/>
              <a:ext cx="2561100" cy="469800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87" name="Google Shape;287;p17"/>
            <p:cNvCxnSpPr/>
            <p:nvPr/>
          </p:nvCxnSpPr>
          <p:spPr>
            <a:xfrm>
              <a:off x="3991345" y="1508959"/>
              <a:ext cx="1581481" cy="0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88" name="Google Shape;288;p17"/>
            <p:cNvCxnSpPr/>
            <p:nvPr/>
          </p:nvCxnSpPr>
          <p:spPr>
            <a:xfrm flipH="1" rot="10800000">
              <a:off x="5996777" y="1083550"/>
              <a:ext cx="751044" cy="396836"/>
            </a:xfrm>
            <a:prstGeom prst="straightConnector1">
              <a:avLst/>
            </a:prstGeom>
            <a:noFill/>
            <a:ln cap="flat" cmpd="sng" w="2540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289" name="Google Shape;289;p17"/>
          <p:cNvGrpSpPr/>
          <p:nvPr/>
        </p:nvGrpSpPr>
        <p:grpSpPr>
          <a:xfrm>
            <a:off x="3147598" y="3114745"/>
            <a:ext cx="6375400" cy="1047750"/>
            <a:chOff x="1557338" y="3074988"/>
            <a:chExt cx="6375400" cy="1047750"/>
          </a:xfrm>
        </p:grpSpPr>
        <p:sp>
          <p:nvSpPr>
            <p:cNvPr id="290" name="Google Shape;290;p17"/>
            <p:cNvSpPr txBox="1"/>
            <p:nvPr/>
          </p:nvSpPr>
          <p:spPr>
            <a:xfrm>
              <a:off x="7292975" y="3651250"/>
              <a:ext cx="595313" cy="4714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sp>
          <p:nvSpPr>
            <p:cNvPr id="291" name="Google Shape;291;p17"/>
            <p:cNvSpPr txBox="1"/>
            <p:nvPr/>
          </p:nvSpPr>
          <p:spPr>
            <a:xfrm>
              <a:off x="7224713" y="3074988"/>
              <a:ext cx="708025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cxnSp>
          <p:nvCxnSpPr>
            <p:cNvPr id="292" name="Google Shape;292;p17"/>
            <p:cNvCxnSpPr/>
            <p:nvPr/>
          </p:nvCxnSpPr>
          <p:spPr>
            <a:xfrm>
              <a:off x="1557338" y="3613150"/>
              <a:ext cx="6207125" cy="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grpSp>
        <p:nvGrpSpPr>
          <p:cNvPr id="293" name="Google Shape;293;p17"/>
          <p:cNvGrpSpPr/>
          <p:nvPr/>
        </p:nvGrpSpPr>
        <p:grpSpPr>
          <a:xfrm>
            <a:off x="3419060" y="3741807"/>
            <a:ext cx="5126038" cy="1120775"/>
            <a:chOff x="-4746102" y="4471477"/>
            <a:chExt cx="5126173" cy="1120753"/>
          </a:xfrm>
        </p:grpSpPr>
        <p:pic>
          <p:nvPicPr>
            <p:cNvPr descr="fig42_table.pdf" id="294" name="Google Shape;294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4746102" y="4471477"/>
              <a:ext cx="966463" cy="966962"/>
            </a:xfrm>
            <a:prstGeom prst="rect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</p:pic>
        <p:grpSp>
          <p:nvGrpSpPr>
            <p:cNvPr id="295" name="Google Shape;295;p17"/>
            <p:cNvGrpSpPr/>
            <p:nvPr/>
          </p:nvGrpSpPr>
          <p:grpSpPr>
            <a:xfrm>
              <a:off x="-3025207" y="5228700"/>
              <a:ext cx="3405278" cy="363530"/>
              <a:chOff x="-3025207" y="5228700"/>
              <a:chExt cx="3405278" cy="363530"/>
            </a:xfrm>
          </p:grpSpPr>
          <p:grpSp>
            <p:nvGrpSpPr>
              <p:cNvPr id="296" name="Google Shape;296;p17"/>
              <p:cNvGrpSpPr/>
              <p:nvPr/>
            </p:nvGrpSpPr>
            <p:grpSpPr>
              <a:xfrm>
                <a:off x="-3025207" y="5258861"/>
                <a:ext cx="430224" cy="333369"/>
                <a:chOff x="2931721" y="3908607"/>
                <a:chExt cx="430314" cy="333310"/>
              </a:xfrm>
            </p:grpSpPr>
            <p:sp>
              <p:nvSpPr>
                <p:cNvPr id="297" name="Google Shape;297;p17"/>
                <p:cNvSpPr/>
                <p:nvPr/>
              </p:nvSpPr>
              <p:spPr>
                <a:xfrm>
                  <a:off x="2936485" y="3908607"/>
                  <a:ext cx="425550" cy="33331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298" name="Google Shape;298;p17"/>
                <p:cNvCxnSpPr/>
                <p:nvPr/>
              </p:nvCxnSpPr>
              <p:spPr>
                <a:xfrm>
                  <a:off x="2931721" y="4003838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99" name="Google Shape;299;p17"/>
                <p:cNvCxnSpPr/>
                <p:nvPr/>
              </p:nvCxnSpPr>
              <p:spPr>
                <a:xfrm>
                  <a:off x="2931721" y="4067326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00" name="Google Shape;300;p17"/>
                <p:cNvCxnSpPr>
                  <a:stCxn id="297" idx="2"/>
                </p:cNvCxnSpPr>
                <p:nvPr/>
              </p:nvCxnSpPr>
              <p:spPr>
                <a:xfrm rot="10800000">
                  <a:off x="3147760" y="4003717"/>
                  <a:ext cx="1500" cy="238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301" name="Google Shape;301;p17"/>
              <p:cNvGrpSpPr/>
              <p:nvPr/>
            </p:nvGrpSpPr>
            <p:grpSpPr>
              <a:xfrm>
                <a:off x="-2217148" y="5257274"/>
                <a:ext cx="430223" cy="333369"/>
                <a:chOff x="2931743" y="3908513"/>
                <a:chExt cx="430312" cy="333376"/>
              </a:xfrm>
            </p:grpSpPr>
            <p:sp>
              <p:nvSpPr>
                <p:cNvPr id="302" name="Google Shape;302;p17"/>
                <p:cNvSpPr/>
                <p:nvPr/>
              </p:nvSpPr>
              <p:spPr>
                <a:xfrm>
                  <a:off x="2936506" y="3908513"/>
                  <a:ext cx="425549" cy="333376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303" name="Google Shape;303;p17"/>
                <p:cNvCxnSpPr/>
                <p:nvPr/>
              </p:nvCxnSpPr>
              <p:spPr>
                <a:xfrm>
                  <a:off x="2931743" y="4003763"/>
                  <a:ext cx="4255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04" name="Google Shape;304;p17"/>
                <p:cNvCxnSpPr/>
                <p:nvPr/>
              </p:nvCxnSpPr>
              <p:spPr>
                <a:xfrm>
                  <a:off x="2931743" y="4067263"/>
                  <a:ext cx="425549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05" name="Google Shape;305;p17"/>
                <p:cNvCxnSpPr>
                  <a:stCxn id="302" idx="2"/>
                </p:cNvCxnSpPr>
                <p:nvPr/>
              </p:nvCxnSpPr>
              <p:spPr>
                <a:xfrm rot="10800000">
                  <a:off x="3147781" y="4003689"/>
                  <a:ext cx="1500" cy="238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306" name="Google Shape;306;p17"/>
              <p:cNvGrpSpPr/>
              <p:nvPr/>
            </p:nvGrpSpPr>
            <p:grpSpPr>
              <a:xfrm>
                <a:off x="-1034429" y="5257274"/>
                <a:ext cx="430224" cy="333369"/>
                <a:chOff x="2931774" y="3908513"/>
                <a:chExt cx="430314" cy="333376"/>
              </a:xfrm>
            </p:grpSpPr>
            <p:sp>
              <p:nvSpPr>
                <p:cNvPr id="307" name="Google Shape;307;p17"/>
                <p:cNvSpPr/>
                <p:nvPr/>
              </p:nvSpPr>
              <p:spPr>
                <a:xfrm>
                  <a:off x="2936538" y="3908513"/>
                  <a:ext cx="425550" cy="333376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308" name="Google Shape;308;p17"/>
                <p:cNvCxnSpPr/>
                <p:nvPr/>
              </p:nvCxnSpPr>
              <p:spPr>
                <a:xfrm>
                  <a:off x="2931774" y="4003763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09" name="Google Shape;309;p17"/>
                <p:cNvCxnSpPr/>
                <p:nvPr/>
              </p:nvCxnSpPr>
              <p:spPr>
                <a:xfrm>
                  <a:off x="2931774" y="4067263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10" name="Google Shape;310;p17"/>
                <p:cNvCxnSpPr>
                  <a:stCxn id="307" idx="2"/>
                </p:cNvCxnSpPr>
                <p:nvPr/>
              </p:nvCxnSpPr>
              <p:spPr>
                <a:xfrm rot="10800000">
                  <a:off x="3147813" y="4003689"/>
                  <a:ext cx="1500" cy="238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311" name="Google Shape;311;p17"/>
              <p:cNvGrpSpPr/>
              <p:nvPr/>
            </p:nvGrpSpPr>
            <p:grpSpPr>
              <a:xfrm>
                <a:off x="-50153" y="5228700"/>
                <a:ext cx="430224" cy="350830"/>
                <a:chOff x="2931800" y="3912336"/>
                <a:chExt cx="430314" cy="329569"/>
              </a:xfrm>
            </p:grpSpPr>
            <p:sp>
              <p:nvSpPr>
                <p:cNvPr id="312" name="Google Shape;312;p17"/>
                <p:cNvSpPr/>
                <p:nvPr/>
              </p:nvSpPr>
              <p:spPr>
                <a:xfrm>
                  <a:off x="2936564" y="3912336"/>
                  <a:ext cx="425550" cy="329569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313" name="Google Shape;313;p17"/>
                <p:cNvCxnSpPr/>
                <p:nvPr/>
              </p:nvCxnSpPr>
              <p:spPr>
                <a:xfrm>
                  <a:off x="2931800" y="4003303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14" name="Google Shape;314;p17"/>
                <p:cNvCxnSpPr/>
                <p:nvPr/>
              </p:nvCxnSpPr>
              <p:spPr>
                <a:xfrm>
                  <a:off x="2931800" y="4067428"/>
                  <a:ext cx="42555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15" name="Google Shape;315;p17"/>
                <p:cNvCxnSpPr>
                  <a:stCxn id="312" idx="2"/>
                </p:cNvCxnSpPr>
                <p:nvPr/>
              </p:nvCxnSpPr>
              <p:spPr>
                <a:xfrm rot="10800000">
                  <a:off x="3147839" y="4003405"/>
                  <a:ext cx="1500" cy="238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316" name="Google Shape;316;p17"/>
          <p:cNvGrpSpPr/>
          <p:nvPr/>
        </p:nvGrpSpPr>
        <p:grpSpPr>
          <a:xfrm>
            <a:off x="3873085" y="2922657"/>
            <a:ext cx="4437063" cy="1577975"/>
            <a:chOff x="-4267279" y="3655204"/>
            <a:chExt cx="4437063" cy="1578510"/>
          </a:xfrm>
        </p:grpSpPr>
        <p:cxnSp>
          <p:nvCxnSpPr>
            <p:cNvPr id="317" name="Google Shape;317;p17"/>
            <p:cNvCxnSpPr/>
            <p:nvPr/>
          </p:nvCxnSpPr>
          <p:spPr>
            <a:xfrm>
              <a:off x="-4267279" y="4047450"/>
              <a:ext cx="0" cy="422418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318" name="Google Shape;318;p17"/>
            <p:cNvCxnSpPr/>
            <p:nvPr/>
          </p:nvCxnSpPr>
          <p:spPr>
            <a:xfrm>
              <a:off x="-2808366" y="4361882"/>
              <a:ext cx="0" cy="87183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319" name="Google Shape;319;p17"/>
            <p:cNvCxnSpPr/>
            <p:nvPr/>
          </p:nvCxnSpPr>
          <p:spPr>
            <a:xfrm>
              <a:off x="-2006679" y="3655204"/>
              <a:ext cx="6350" cy="157692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320" name="Google Shape;320;p17"/>
            <p:cNvCxnSpPr/>
            <p:nvPr/>
          </p:nvCxnSpPr>
          <p:spPr>
            <a:xfrm>
              <a:off x="-823991" y="4326945"/>
              <a:ext cx="6350" cy="90518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321" name="Google Shape;321;p17"/>
            <p:cNvCxnSpPr/>
            <p:nvPr/>
          </p:nvCxnSpPr>
          <p:spPr>
            <a:xfrm flipH="1">
              <a:off x="166609" y="3798127"/>
              <a:ext cx="3175" cy="1399062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</p:grpSp>
      <p:cxnSp>
        <p:nvCxnSpPr>
          <p:cNvPr id="322" name="Google Shape;322;p17"/>
          <p:cNvCxnSpPr/>
          <p:nvPr/>
        </p:nvCxnSpPr>
        <p:spPr>
          <a:xfrm flipH="1">
            <a:off x="2872960" y="5842070"/>
            <a:ext cx="1508125" cy="15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17"/>
          <p:cNvSpPr txBox="1"/>
          <p:nvPr/>
        </p:nvSpPr>
        <p:spPr>
          <a:xfrm>
            <a:off x="4789073" y="5513457"/>
            <a:ext cx="2635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24" name="Google Shape;324;p17"/>
          <p:cNvSpPr txBox="1"/>
          <p:nvPr/>
        </p:nvSpPr>
        <p:spPr>
          <a:xfrm>
            <a:off x="4963698" y="5800795"/>
            <a:ext cx="2635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grpSp>
        <p:nvGrpSpPr>
          <p:cNvPr id="325" name="Google Shape;325;p17"/>
          <p:cNvGrpSpPr/>
          <p:nvPr/>
        </p:nvGrpSpPr>
        <p:grpSpPr>
          <a:xfrm>
            <a:off x="2528473" y="5276920"/>
            <a:ext cx="1616075" cy="487362"/>
            <a:chOff x="-4079003" y="2717403"/>
            <a:chExt cx="1616718" cy="488475"/>
          </a:xfrm>
        </p:grpSpPr>
        <p:sp>
          <p:nvSpPr>
            <p:cNvPr id="326" name="Google Shape;326;p17"/>
            <p:cNvSpPr/>
            <p:nvPr/>
          </p:nvSpPr>
          <p:spPr>
            <a:xfrm>
              <a:off x="-4079003" y="2985994"/>
              <a:ext cx="1281675" cy="208750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7" name="Google Shape;327;p17"/>
            <p:cNvCxnSpPr/>
            <p:nvPr/>
          </p:nvCxnSpPr>
          <p:spPr>
            <a:xfrm>
              <a:off x="-2933828" y="3101502"/>
              <a:ext cx="471543" cy="0"/>
            </a:xfrm>
            <a:prstGeom prst="straightConnector1">
              <a:avLst/>
            </a:prstGeom>
            <a:noFill/>
            <a:ln cap="flat" cmpd="sng" w="9525">
              <a:solidFill>
                <a:srgbClr val="3333CC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28" name="Google Shape;328;p17"/>
            <p:cNvSpPr/>
            <p:nvPr/>
          </p:nvSpPr>
          <p:spPr>
            <a:xfrm>
              <a:off x="-3377007" y="2988777"/>
              <a:ext cx="476861" cy="210142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17"/>
            <p:cNvSpPr txBox="1"/>
            <p:nvPr/>
          </p:nvSpPr>
          <p:spPr>
            <a:xfrm>
              <a:off x="-3430189" y="2965119"/>
              <a:ext cx="581451" cy="2407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0111</a:t>
              </a:r>
              <a:endParaRPr/>
            </a:p>
          </p:txBody>
        </p:sp>
        <p:cxnSp>
          <p:nvCxnSpPr>
            <p:cNvPr id="330" name="Google Shape;330;p17"/>
            <p:cNvCxnSpPr/>
            <p:nvPr/>
          </p:nvCxnSpPr>
          <p:spPr>
            <a:xfrm>
              <a:off x="-3621642" y="2717403"/>
              <a:ext cx="405953" cy="3006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331" name="Google Shape;331;p17"/>
          <p:cNvSpPr/>
          <p:nvPr/>
        </p:nvSpPr>
        <p:spPr>
          <a:xfrm>
            <a:off x="4084223" y="5708720"/>
            <a:ext cx="982662" cy="233362"/>
          </a:xfrm>
          <a:custGeom>
            <a:rect b="b" l="l" r="r" t="t"/>
            <a:pathLst>
              <a:path extrusionOk="0" h="167" w="554">
                <a:moveTo>
                  <a:pt x="0" y="10"/>
                </a:moveTo>
                <a:cubicBezTo>
                  <a:pt x="102" y="0"/>
                  <a:pt x="240" y="5"/>
                  <a:pt x="324" y="26"/>
                </a:cubicBezTo>
                <a:cubicBezTo>
                  <a:pt x="416" y="52"/>
                  <a:pt x="502" y="120"/>
                  <a:pt x="554" y="167"/>
                </a:cubicBezTo>
              </a:path>
            </a:pathLst>
          </a:custGeom>
          <a:noFill/>
          <a:ln cap="flat" cmpd="sng" w="57150">
            <a:solidFill>
              <a:srgbClr val="FF3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2" name="Google Shape;332;p17"/>
          <p:cNvGrpSpPr/>
          <p:nvPr/>
        </p:nvGrpSpPr>
        <p:grpSpPr>
          <a:xfrm>
            <a:off x="4304885" y="5699195"/>
            <a:ext cx="565150" cy="293687"/>
            <a:chOff x="1871277" y="1576300"/>
            <a:chExt cx="1128371" cy="437861"/>
          </a:xfrm>
        </p:grpSpPr>
        <p:sp>
          <p:nvSpPr>
            <p:cNvPr id="333" name="Google Shape;333;p17"/>
            <p:cNvSpPr/>
            <p:nvPr/>
          </p:nvSpPr>
          <p:spPr>
            <a:xfrm flipH="1" rot="10800000">
              <a:off x="1874448" y="1694641"/>
              <a:ext cx="1125200" cy="319520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34" name="Google Shape;334;p17"/>
            <p:cNvSpPr/>
            <p:nvPr/>
          </p:nvSpPr>
          <p:spPr>
            <a:xfrm>
              <a:off x="1871277" y="1739610"/>
              <a:ext cx="1128371" cy="115975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35" name="Google Shape;335;p17"/>
            <p:cNvSpPr/>
            <p:nvPr/>
          </p:nvSpPr>
          <p:spPr>
            <a:xfrm flipH="1" rot="10800000">
              <a:off x="1871277" y="1576300"/>
              <a:ext cx="1125202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36" name="Google Shape;336;p17"/>
            <p:cNvSpPr/>
            <p:nvPr/>
          </p:nvSpPr>
          <p:spPr>
            <a:xfrm>
              <a:off x="2159710" y="1673339"/>
              <a:ext cx="548337" cy="160944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37" name="Google Shape;337;p17"/>
            <p:cNvSpPr/>
            <p:nvPr/>
          </p:nvSpPr>
          <p:spPr>
            <a:xfrm>
              <a:off x="2102657" y="1633104"/>
              <a:ext cx="662442" cy="111240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17"/>
            <p:cNvSpPr/>
            <p:nvPr/>
          </p:nvSpPr>
          <p:spPr>
            <a:xfrm>
              <a:off x="2536889" y="1727776"/>
              <a:ext cx="244059" cy="97039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17"/>
            <p:cNvSpPr/>
            <p:nvPr/>
          </p:nvSpPr>
          <p:spPr>
            <a:xfrm>
              <a:off x="2089979" y="1730143"/>
              <a:ext cx="240888" cy="97040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0" name="Google Shape;340;p17"/>
            <p:cNvCxnSpPr>
              <a:endCxn id="335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341" name="Google Shape;341;p17"/>
            <p:cNvCxnSpPr/>
            <p:nvPr/>
          </p:nvCxnSpPr>
          <p:spPr>
            <a:xfrm rot="10800000">
              <a:off x="2996479" y="1734876"/>
              <a:ext cx="3169" cy="12307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sp>
        <p:nvSpPr>
          <p:cNvPr id="342" name="Google Shape;342;p17"/>
          <p:cNvSpPr txBox="1"/>
          <p:nvPr/>
        </p:nvSpPr>
        <p:spPr>
          <a:xfrm>
            <a:off x="1787110" y="4943545"/>
            <a:ext cx="199231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values in arriving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packet header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7"/>
          <p:cNvSpPr txBox="1"/>
          <p:nvPr/>
        </p:nvSpPr>
        <p:spPr>
          <a:xfrm>
            <a:off x="4658898" y="5902395"/>
            <a:ext cx="261937" cy="277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8"/>
          <p:cNvSpPr txBox="1"/>
          <p:nvPr>
            <p:ph type="title"/>
          </p:nvPr>
        </p:nvSpPr>
        <p:spPr>
          <a:xfrm>
            <a:off x="417576" y="261255"/>
            <a:ext cx="11213592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4800"/>
              <a:t>Software-Defined Networking (SDN) control plane</a:t>
            </a:r>
            <a:endParaRPr/>
          </a:p>
        </p:txBody>
      </p:sp>
      <p:sp>
        <p:nvSpPr>
          <p:cNvPr id="350" name="Google Shape;350;p18"/>
          <p:cNvSpPr txBox="1"/>
          <p:nvPr/>
        </p:nvSpPr>
        <p:spPr>
          <a:xfrm>
            <a:off x="292609" y="1064529"/>
            <a:ext cx="1131073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Remote controller computes, installs forwarding tables in routers</a:t>
            </a:r>
            <a:endParaRPr/>
          </a:p>
        </p:txBody>
      </p:sp>
      <p:grpSp>
        <p:nvGrpSpPr>
          <p:cNvPr id="351" name="Google Shape;351;p18"/>
          <p:cNvGrpSpPr/>
          <p:nvPr/>
        </p:nvGrpSpPr>
        <p:grpSpPr>
          <a:xfrm>
            <a:off x="3203430" y="1967880"/>
            <a:ext cx="6027738" cy="1439862"/>
            <a:chOff x="1492879" y="2061336"/>
            <a:chExt cx="6027737" cy="1440135"/>
          </a:xfrm>
        </p:grpSpPr>
        <p:sp>
          <p:nvSpPr>
            <p:cNvPr id="352" name="Google Shape;352;p18"/>
            <p:cNvSpPr/>
            <p:nvPr/>
          </p:nvSpPr>
          <p:spPr>
            <a:xfrm>
              <a:off x="1929442" y="2064512"/>
              <a:ext cx="5043486" cy="1017780"/>
            </a:xfrm>
            <a:prstGeom prst="rect">
              <a:avLst/>
            </a:prstGeom>
            <a:solidFill>
              <a:srgbClr val="D0D0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53" name="Google Shape;353;p18"/>
            <p:cNvSpPr/>
            <p:nvPr/>
          </p:nvSpPr>
          <p:spPr>
            <a:xfrm>
              <a:off x="1740529" y="2067687"/>
              <a:ext cx="198438" cy="1386150"/>
            </a:xfrm>
            <a:custGeom>
              <a:rect b="b" l="l" r="r" t="t"/>
              <a:pathLst>
                <a:path extrusionOk="0" h="1385496" w="199855">
                  <a:moveTo>
                    <a:pt x="0" y="745656"/>
                  </a:moveTo>
                  <a:lnTo>
                    <a:pt x="193920" y="0"/>
                  </a:lnTo>
                  <a:cubicBezTo>
                    <a:pt x="195898" y="342623"/>
                    <a:pt x="197877" y="685246"/>
                    <a:pt x="199855" y="1027869"/>
                  </a:cubicBezTo>
                  <a:lnTo>
                    <a:pt x="4471" y="1385496"/>
                  </a:lnTo>
                  <a:cubicBezTo>
                    <a:pt x="2981" y="1172216"/>
                    <a:pt x="1490" y="958936"/>
                    <a:pt x="0" y="745656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D0D0F4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354" name="Google Shape;354;p18"/>
            <p:cNvSpPr/>
            <p:nvPr/>
          </p:nvSpPr>
          <p:spPr>
            <a:xfrm flipH="1">
              <a:off x="6969753" y="2061336"/>
              <a:ext cx="219075" cy="1370272"/>
            </a:xfrm>
            <a:custGeom>
              <a:rect b="b" l="l" r="r" t="t"/>
              <a:pathLst>
                <a:path extrusionOk="0" h="1370199" w="220239">
                  <a:moveTo>
                    <a:pt x="0" y="730359"/>
                  </a:moveTo>
                  <a:cubicBezTo>
                    <a:pt x="64640" y="481807"/>
                    <a:pt x="154761" y="248552"/>
                    <a:pt x="219401" y="0"/>
                  </a:cubicBezTo>
                  <a:cubicBezTo>
                    <a:pt x="221379" y="342623"/>
                    <a:pt x="218261" y="664850"/>
                    <a:pt x="220239" y="1007473"/>
                  </a:cubicBezTo>
                  <a:lnTo>
                    <a:pt x="4471" y="1370199"/>
                  </a:lnTo>
                  <a:cubicBezTo>
                    <a:pt x="2981" y="1156919"/>
                    <a:pt x="1490" y="943639"/>
                    <a:pt x="0" y="730359"/>
                  </a:cubicBezTo>
                  <a:close/>
                </a:path>
              </a:pathLst>
            </a:custGeom>
            <a:gradFill>
              <a:gsLst>
                <a:gs pos="0">
                  <a:srgbClr val="D0D0F4"/>
                </a:gs>
                <a:gs pos="100000">
                  <a:srgbClr val="FFFFFF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355" name="Google Shape;355;p18"/>
            <p:cNvGrpSpPr/>
            <p:nvPr/>
          </p:nvGrpSpPr>
          <p:grpSpPr>
            <a:xfrm>
              <a:off x="1492879" y="2820676"/>
              <a:ext cx="338137" cy="653816"/>
              <a:chOff x="4140" y="429"/>
              <a:chExt cx="1425" cy="2396"/>
            </a:xfrm>
          </p:grpSpPr>
          <p:sp>
            <p:nvSpPr>
              <p:cNvPr id="356" name="Google Shape;356;p18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18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18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18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18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61" name="Google Shape;361;p18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362" name="Google Shape;362;p18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" name="Google Shape;363;p18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64" name="Google Shape;364;p18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65" name="Google Shape;365;p18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366" name="Google Shape;366;p18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" name="Google Shape;367;p18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68" name="Google Shape;368;p18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70" name="Google Shape;370;p18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371" name="Google Shape;371;p18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2" name="Google Shape;372;p18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73" name="Google Shape;373;p18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74" name="Google Shape;374;p18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375" name="Google Shape;375;p18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6" name="Google Shape;376;p18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77" name="Google Shape;377;p18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18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9" name="Google Shape;379;p18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18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18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18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18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18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88" name="Google Shape;388;p18"/>
            <p:cNvGrpSpPr/>
            <p:nvPr/>
          </p:nvGrpSpPr>
          <p:grpSpPr>
            <a:xfrm>
              <a:off x="7182479" y="2847655"/>
              <a:ext cx="338137" cy="653816"/>
              <a:chOff x="4140" y="429"/>
              <a:chExt cx="1425" cy="2396"/>
            </a:xfrm>
          </p:grpSpPr>
          <p:sp>
            <p:nvSpPr>
              <p:cNvPr id="389" name="Google Shape;389;p18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18"/>
              <p:cNvSpPr/>
              <p:nvPr/>
            </p:nvSpPr>
            <p:spPr>
              <a:xfrm>
                <a:off x="4210" y="429"/>
                <a:ext cx="1046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18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18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18"/>
              <p:cNvSpPr/>
              <p:nvPr/>
            </p:nvSpPr>
            <p:spPr>
              <a:xfrm>
                <a:off x="4210" y="690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94" name="Google Shape;394;p18"/>
              <p:cNvGrpSpPr/>
              <p:nvPr/>
            </p:nvGrpSpPr>
            <p:grpSpPr>
              <a:xfrm>
                <a:off x="4748" y="666"/>
                <a:ext cx="578" cy="150"/>
                <a:chOff x="613" y="2566"/>
                <a:chExt cx="721" cy="144"/>
              </a:xfrm>
            </p:grpSpPr>
            <p:sp>
              <p:nvSpPr>
                <p:cNvPr id="395" name="Google Shape;395;p18"/>
                <p:cNvSpPr/>
                <p:nvPr/>
              </p:nvSpPr>
              <p:spPr>
                <a:xfrm>
                  <a:off x="613" y="2566"/>
                  <a:ext cx="721" cy="14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6" name="Google Shape;396;p18"/>
                <p:cNvSpPr/>
                <p:nvPr/>
              </p:nvSpPr>
              <p:spPr>
                <a:xfrm>
                  <a:off x="625" y="2581"/>
                  <a:ext cx="696" cy="11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7" name="Google Shape;397;p18"/>
              <p:cNvSpPr/>
              <p:nvPr/>
            </p:nvSpPr>
            <p:spPr>
              <a:xfrm>
                <a:off x="4220" y="1022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98" name="Google Shape;398;p18"/>
              <p:cNvGrpSpPr/>
              <p:nvPr/>
            </p:nvGrpSpPr>
            <p:grpSpPr>
              <a:xfrm>
                <a:off x="4748" y="990"/>
                <a:ext cx="578" cy="134"/>
                <a:chOff x="615" y="2564"/>
                <a:chExt cx="721" cy="139"/>
              </a:xfrm>
            </p:grpSpPr>
            <p:sp>
              <p:nvSpPr>
                <p:cNvPr id="399" name="Google Shape;399;p18"/>
                <p:cNvSpPr/>
                <p:nvPr/>
              </p:nvSpPr>
              <p:spPr>
                <a:xfrm>
                  <a:off x="615" y="2564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0" name="Google Shape;400;p18"/>
                <p:cNvSpPr/>
                <p:nvPr/>
              </p:nvSpPr>
              <p:spPr>
                <a:xfrm>
                  <a:off x="628" y="2581"/>
                  <a:ext cx="696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1" name="Google Shape;401;p18"/>
              <p:cNvSpPr/>
              <p:nvPr/>
            </p:nvSpPr>
            <p:spPr>
              <a:xfrm>
                <a:off x="4220" y="1354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18"/>
              <p:cNvSpPr/>
              <p:nvPr/>
            </p:nvSpPr>
            <p:spPr>
              <a:xfrm>
                <a:off x="4230" y="1655"/>
                <a:ext cx="598" cy="47"/>
              </a:xfrm>
              <a:prstGeom prst="rect">
                <a:avLst/>
              </a:prstGeom>
              <a:solidFill>
                <a:srgbClr val="000000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03" name="Google Shape;403;p18"/>
              <p:cNvGrpSpPr/>
              <p:nvPr/>
            </p:nvGrpSpPr>
            <p:grpSpPr>
              <a:xfrm>
                <a:off x="4738" y="1647"/>
                <a:ext cx="578" cy="135"/>
                <a:chOff x="618" y="2586"/>
                <a:chExt cx="720" cy="124"/>
              </a:xfrm>
            </p:grpSpPr>
            <p:sp>
              <p:nvSpPr>
                <p:cNvPr id="404" name="Google Shape;404;p18"/>
                <p:cNvSpPr/>
                <p:nvPr/>
              </p:nvSpPr>
              <p:spPr>
                <a:xfrm>
                  <a:off x="618" y="2586"/>
                  <a:ext cx="720" cy="12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5" name="Google Shape;405;p18"/>
                <p:cNvSpPr/>
                <p:nvPr/>
              </p:nvSpPr>
              <p:spPr>
                <a:xfrm>
                  <a:off x="630" y="2586"/>
                  <a:ext cx="695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6" name="Google Shape;406;p18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07" name="Google Shape;407;p18"/>
              <p:cNvGrpSpPr/>
              <p:nvPr/>
            </p:nvGrpSpPr>
            <p:grpSpPr>
              <a:xfrm>
                <a:off x="4738" y="1330"/>
                <a:ext cx="588" cy="134"/>
                <a:chOff x="613" y="2571"/>
                <a:chExt cx="732" cy="134"/>
              </a:xfrm>
            </p:grpSpPr>
            <p:sp>
              <p:nvSpPr>
                <p:cNvPr id="408" name="Google Shape;408;p18"/>
                <p:cNvSpPr/>
                <p:nvPr/>
              </p:nvSpPr>
              <p:spPr>
                <a:xfrm>
                  <a:off x="613" y="2571"/>
                  <a:ext cx="732" cy="134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9" name="Google Shape;409;p18"/>
                <p:cNvSpPr/>
                <p:nvPr/>
              </p:nvSpPr>
              <p:spPr>
                <a:xfrm>
                  <a:off x="625" y="2587"/>
                  <a:ext cx="720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10" name="Google Shape;410;p18"/>
              <p:cNvSpPr/>
              <p:nvPr/>
            </p:nvSpPr>
            <p:spPr>
              <a:xfrm>
                <a:off x="5246" y="429"/>
                <a:ext cx="70" cy="2285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18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18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18"/>
              <p:cNvSpPr/>
              <p:nvPr/>
            </p:nvSpPr>
            <p:spPr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18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18"/>
              <p:cNvSpPr/>
              <p:nvPr/>
            </p:nvSpPr>
            <p:spPr>
              <a:xfrm>
                <a:off x="4140" y="2675"/>
                <a:ext cx="1196" cy="150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18"/>
              <p:cNvSpPr/>
              <p:nvPr/>
            </p:nvSpPr>
            <p:spPr>
              <a:xfrm>
                <a:off x="4210" y="2714"/>
                <a:ext cx="1066" cy="7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18"/>
              <p:cNvSpPr/>
              <p:nvPr/>
            </p:nvSpPr>
            <p:spPr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18"/>
              <p:cNvSpPr/>
              <p:nvPr/>
            </p:nvSpPr>
            <p:spPr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18"/>
              <p:cNvSpPr/>
              <p:nvPr/>
            </p:nvSpPr>
            <p:spPr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18"/>
              <p:cNvSpPr/>
              <p:nvPr/>
            </p:nvSpPr>
            <p:spPr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21" name="Google Shape;421;p18"/>
          <p:cNvSpPr/>
          <p:nvPr/>
        </p:nvSpPr>
        <p:spPr>
          <a:xfrm>
            <a:off x="4341668" y="5696917"/>
            <a:ext cx="4027487" cy="939800"/>
          </a:xfrm>
          <a:custGeom>
            <a:rect b="b" l="l" r="r" t="t"/>
            <a:pathLst>
              <a:path extrusionOk="0" h="10125" w="10001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2" name="Google Shape;422;p18"/>
          <p:cNvCxnSpPr/>
          <p:nvPr/>
        </p:nvCxnSpPr>
        <p:spPr>
          <a:xfrm flipH="1" rot="10800000">
            <a:off x="5011593" y="5847730"/>
            <a:ext cx="1316037" cy="131762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3" name="Google Shape;423;p18"/>
          <p:cNvCxnSpPr/>
          <p:nvPr/>
        </p:nvCxnSpPr>
        <p:spPr>
          <a:xfrm>
            <a:off x="4900468" y="6035055"/>
            <a:ext cx="2259012" cy="2984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4" name="Google Shape;424;p18"/>
          <p:cNvCxnSpPr/>
          <p:nvPr/>
        </p:nvCxnSpPr>
        <p:spPr>
          <a:xfrm>
            <a:off x="4913168" y="6139830"/>
            <a:ext cx="714375" cy="27622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5" name="Google Shape;425;p18"/>
          <p:cNvCxnSpPr/>
          <p:nvPr/>
        </p:nvCxnSpPr>
        <p:spPr>
          <a:xfrm flipH="1" rot="10800000">
            <a:off x="5930755" y="6333505"/>
            <a:ext cx="1247775" cy="825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6" name="Google Shape;426;p18"/>
          <p:cNvCxnSpPr/>
          <p:nvPr/>
        </p:nvCxnSpPr>
        <p:spPr>
          <a:xfrm>
            <a:off x="6591155" y="5881067"/>
            <a:ext cx="1057275" cy="12382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7" name="Google Shape;427;p18"/>
          <p:cNvCxnSpPr/>
          <p:nvPr/>
        </p:nvCxnSpPr>
        <p:spPr>
          <a:xfrm flipH="1" rot="10800000">
            <a:off x="5875193" y="6035055"/>
            <a:ext cx="1790700" cy="29845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8" name="Google Shape;428;p18"/>
          <p:cNvCxnSpPr/>
          <p:nvPr/>
        </p:nvCxnSpPr>
        <p:spPr>
          <a:xfrm flipH="1" rot="10800000">
            <a:off x="7202343" y="6063630"/>
            <a:ext cx="588962" cy="269875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9" name="Google Shape;429;p18"/>
          <p:cNvCxnSpPr/>
          <p:nvPr/>
        </p:nvCxnSpPr>
        <p:spPr>
          <a:xfrm>
            <a:off x="6345093" y="5847730"/>
            <a:ext cx="814387" cy="401637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30" name="Google Shape;430;p18"/>
          <p:cNvGrpSpPr/>
          <p:nvPr/>
        </p:nvGrpSpPr>
        <p:grpSpPr>
          <a:xfrm>
            <a:off x="3274868" y="2950542"/>
            <a:ext cx="6978650" cy="1096963"/>
            <a:chOff x="1526216" y="3003498"/>
            <a:chExt cx="6978041" cy="1096962"/>
          </a:xfrm>
        </p:grpSpPr>
        <p:sp>
          <p:nvSpPr>
            <p:cNvPr id="431" name="Google Shape;431;p18"/>
            <p:cNvSpPr txBox="1"/>
            <p:nvPr/>
          </p:nvSpPr>
          <p:spPr>
            <a:xfrm>
              <a:off x="7714291" y="3628973"/>
              <a:ext cx="595313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sp>
          <p:nvSpPr>
            <p:cNvPr id="432" name="Google Shape;432;p18"/>
            <p:cNvSpPr txBox="1"/>
            <p:nvPr/>
          </p:nvSpPr>
          <p:spPr>
            <a:xfrm>
              <a:off x="7728579" y="3003498"/>
              <a:ext cx="709612" cy="4714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control</a:t>
              </a:r>
              <a:endParaRPr/>
            </a:p>
            <a:p>
              <a:pPr indent="0" lvl="0" marL="0" marR="0" rtl="0" algn="ctr">
                <a:lnSpc>
                  <a:spcPct val="1044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plane</a:t>
              </a:r>
              <a:endParaRPr/>
            </a:p>
          </p:txBody>
        </p:sp>
        <p:cxnSp>
          <p:nvCxnSpPr>
            <p:cNvPr id="433" name="Google Shape;433;p18"/>
            <p:cNvCxnSpPr/>
            <p:nvPr/>
          </p:nvCxnSpPr>
          <p:spPr>
            <a:xfrm flipH="1" rot="10800000">
              <a:off x="1526216" y="3579760"/>
              <a:ext cx="6978041" cy="11112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grpSp>
        <p:nvGrpSpPr>
          <p:cNvPr id="434" name="Google Shape;434;p18"/>
          <p:cNvGrpSpPr/>
          <p:nvPr/>
        </p:nvGrpSpPr>
        <p:grpSpPr>
          <a:xfrm>
            <a:off x="4186093" y="2682255"/>
            <a:ext cx="4295775" cy="320675"/>
            <a:chOff x="2433511" y="2792111"/>
            <a:chExt cx="4296530" cy="320561"/>
          </a:xfrm>
        </p:grpSpPr>
        <p:grpSp>
          <p:nvGrpSpPr>
            <p:cNvPr id="435" name="Google Shape;435;p18"/>
            <p:cNvGrpSpPr/>
            <p:nvPr/>
          </p:nvGrpSpPr>
          <p:grpSpPr>
            <a:xfrm>
              <a:off x="2433511" y="2793697"/>
              <a:ext cx="349311" cy="317387"/>
              <a:chOff x="2931664" y="3912203"/>
              <a:chExt cx="430525" cy="329314"/>
            </a:xfrm>
          </p:grpSpPr>
          <p:sp>
            <p:nvSpPr>
              <p:cNvPr id="436" name="Google Shape;436;p18"/>
              <p:cNvSpPr/>
              <p:nvPr/>
            </p:nvSpPr>
            <p:spPr>
              <a:xfrm>
                <a:off x="2937534" y="3912203"/>
                <a:ext cx="424655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37" name="Google Shape;437;p18"/>
              <p:cNvCxnSpPr/>
              <p:nvPr/>
            </p:nvCxnSpPr>
            <p:spPr>
              <a:xfrm>
                <a:off x="2931664" y="4004411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8" name="Google Shape;438;p18"/>
              <p:cNvCxnSpPr/>
              <p:nvPr/>
            </p:nvCxnSpPr>
            <p:spPr>
              <a:xfrm>
                <a:off x="2931664" y="4066980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9" name="Google Shape;439;p18"/>
              <p:cNvCxnSpPr>
                <a:stCxn id="436" idx="2"/>
              </p:cNvCxnSpPr>
              <p:nvPr/>
            </p:nvCxnSpPr>
            <p:spPr>
              <a:xfrm rot="10800000">
                <a:off x="3149862" y="4004517"/>
                <a:ext cx="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40" name="Google Shape;440;p18"/>
            <p:cNvGrpSpPr/>
            <p:nvPr/>
          </p:nvGrpSpPr>
          <p:grpSpPr>
            <a:xfrm>
              <a:off x="3348072" y="2792111"/>
              <a:ext cx="350899" cy="317387"/>
              <a:chOff x="2930935" y="3912603"/>
              <a:chExt cx="430525" cy="329314"/>
            </a:xfrm>
          </p:grpSpPr>
          <p:sp>
            <p:nvSpPr>
              <p:cNvPr id="441" name="Google Shape;441;p18"/>
              <p:cNvSpPr/>
              <p:nvPr/>
            </p:nvSpPr>
            <p:spPr>
              <a:xfrm>
                <a:off x="2936779" y="3912603"/>
                <a:ext cx="424681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42" name="Google Shape;442;p18"/>
              <p:cNvCxnSpPr/>
              <p:nvPr/>
            </p:nvCxnSpPr>
            <p:spPr>
              <a:xfrm>
                <a:off x="2930935" y="4004811"/>
                <a:ext cx="42468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3" name="Google Shape;443;p18"/>
              <p:cNvCxnSpPr/>
              <p:nvPr/>
            </p:nvCxnSpPr>
            <p:spPr>
              <a:xfrm>
                <a:off x="2930935" y="4067381"/>
                <a:ext cx="42468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4" name="Google Shape;444;p18"/>
              <p:cNvCxnSpPr>
                <a:stCxn id="441" idx="2"/>
              </p:cNvCxnSpPr>
              <p:nvPr/>
            </p:nvCxnSpPr>
            <p:spPr>
              <a:xfrm rot="10800000">
                <a:off x="3147320" y="4004917"/>
                <a:ext cx="18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45" name="Google Shape;445;p18"/>
            <p:cNvGrpSpPr/>
            <p:nvPr/>
          </p:nvGrpSpPr>
          <p:grpSpPr>
            <a:xfrm>
              <a:off x="4181655" y="2792111"/>
              <a:ext cx="350900" cy="317387"/>
              <a:chOff x="2931113" y="3912603"/>
              <a:chExt cx="430527" cy="329314"/>
            </a:xfrm>
          </p:grpSpPr>
          <p:sp>
            <p:nvSpPr>
              <p:cNvPr id="446" name="Google Shape;446;p18"/>
              <p:cNvSpPr/>
              <p:nvPr/>
            </p:nvSpPr>
            <p:spPr>
              <a:xfrm>
                <a:off x="2936958" y="3912603"/>
                <a:ext cx="424682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47" name="Google Shape;447;p18"/>
              <p:cNvCxnSpPr/>
              <p:nvPr/>
            </p:nvCxnSpPr>
            <p:spPr>
              <a:xfrm>
                <a:off x="2931113" y="400481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8" name="Google Shape;448;p18"/>
              <p:cNvCxnSpPr/>
              <p:nvPr/>
            </p:nvCxnSpPr>
            <p:spPr>
              <a:xfrm>
                <a:off x="2931113" y="406738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9" name="Google Shape;449;p18"/>
              <p:cNvCxnSpPr>
                <a:stCxn id="446" idx="2"/>
              </p:cNvCxnSpPr>
              <p:nvPr/>
            </p:nvCxnSpPr>
            <p:spPr>
              <a:xfrm rot="10800000">
                <a:off x="3147499" y="4004917"/>
                <a:ext cx="18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50" name="Google Shape;450;p18"/>
            <p:cNvGrpSpPr/>
            <p:nvPr/>
          </p:nvGrpSpPr>
          <p:grpSpPr>
            <a:xfrm>
              <a:off x="5374078" y="2795285"/>
              <a:ext cx="349311" cy="317387"/>
              <a:chOff x="2931371" y="3912603"/>
              <a:chExt cx="430525" cy="329314"/>
            </a:xfrm>
          </p:grpSpPr>
          <p:sp>
            <p:nvSpPr>
              <p:cNvPr id="451" name="Google Shape;451;p18"/>
              <p:cNvSpPr/>
              <p:nvPr/>
            </p:nvSpPr>
            <p:spPr>
              <a:xfrm>
                <a:off x="2937241" y="3912603"/>
                <a:ext cx="424655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52" name="Google Shape;452;p18"/>
              <p:cNvCxnSpPr/>
              <p:nvPr/>
            </p:nvCxnSpPr>
            <p:spPr>
              <a:xfrm>
                <a:off x="2931371" y="4004811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3" name="Google Shape;453;p18"/>
              <p:cNvCxnSpPr/>
              <p:nvPr/>
            </p:nvCxnSpPr>
            <p:spPr>
              <a:xfrm>
                <a:off x="2931371" y="4067381"/>
                <a:ext cx="42465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4" name="Google Shape;454;p18"/>
              <p:cNvCxnSpPr>
                <a:stCxn id="451" idx="2"/>
              </p:cNvCxnSpPr>
              <p:nvPr/>
            </p:nvCxnSpPr>
            <p:spPr>
              <a:xfrm rot="10800000">
                <a:off x="3149569" y="4004917"/>
                <a:ext cx="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55" name="Google Shape;455;p18"/>
            <p:cNvGrpSpPr/>
            <p:nvPr/>
          </p:nvGrpSpPr>
          <p:grpSpPr>
            <a:xfrm>
              <a:off x="6379141" y="2792111"/>
              <a:ext cx="350900" cy="317387"/>
              <a:chOff x="2931587" y="3912603"/>
              <a:chExt cx="430527" cy="329314"/>
            </a:xfrm>
          </p:grpSpPr>
          <p:sp>
            <p:nvSpPr>
              <p:cNvPr id="456" name="Google Shape;456;p18"/>
              <p:cNvSpPr/>
              <p:nvPr/>
            </p:nvSpPr>
            <p:spPr>
              <a:xfrm>
                <a:off x="2937432" y="3912603"/>
                <a:ext cx="424682" cy="329314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57" name="Google Shape;457;p18"/>
              <p:cNvCxnSpPr/>
              <p:nvPr/>
            </p:nvCxnSpPr>
            <p:spPr>
              <a:xfrm>
                <a:off x="2931587" y="400481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8" name="Google Shape;458;p18"/>
              <p:cNvCxnSpPr/>
              <p:nvPr/>
            </p:nvCxnSpPr>
            <p:spPr>
              <a:xfrm>
                <a:off x="2931587" y="4067381"/>
                <a:ext cx="42468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9" name="Google Shape;459;p18"/>
              <p:cNvCxnSpPr>
                <a:stCxn id="456" idx="2"/>
              </p:cNvCxnSpPr>
              <p:nvPr/>
            </p:nvCxnSpPr>
            <p:spPr>
              <a:xfrm rot="10800000">
                <a:off x="3147973" y="4004917"/>
                <a:ext cx="18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460" name="Google Shape;460;p18"/>
          <p:cNvGrpSpPr/>
          <p:nvPr/>
        </p:nvGrpSpPr>
        <p:grpSpPr>
          <a:xfrm>
            <a:off x="3605068" y="3656980"/>
            <a:ext cx="5211762" cy="2740025"/>
            <a:chOff x="1856416" y="3709935"/>
            <a:chExt cx="5211763" cy="2739614"/>
          </a:xfrm>
        </p:grpSpPr>
        <p:sp>
          <p:nvSpPr>
            <p:cNvPr id="461" name="Google Shape;461;p18"/>
            <p:cNvSpPr/>
            <p:nvPr/>
          </p:nvSpPr>
          <p:spPr>
            <a:xfrm>
              <a:off x="1877053" y="5330529"/>
              <a:ext cx="1281113" cy="758711"/>
            </a:xfrm>
            <a:custGeom>
              <a:rect b="b" l="l" r="r" t="t"/>
              <a:pathLst>
                <a:path extrusionOk="0" h="759828" w="1280499">
                  <a:moveTo>
                    <a:pt x="965179" y="759828"/>
                  </a:moveTo>
                  <a:cubicBezTo>
                    <a:pt x="301565" y="231725"/>
                    <a:pt x="628999" y="498939"/>
                    <a:pt x="0" y="0"/>
                  </a:cubicBezTo>
                  <a:lnTo>
                    <a:pt x="999231" y="13701"/>
                  </a:lnTo>
                  <a:cubicBezTo>
                    <a:pt x="1112985" y="379881"/>
                    <a:pt x="1055867" y="236107"/>
                    <a:pt x="1280499" y="723135"/>
                  </a:cubicBezTo>
                  <a:cubicBezTo>
                    <a:pt x="1186079" y="728668"/>
                    <a:pt x="1127207" y="701414"/>
                    <a:pt x="965179" y="759828"/>
                  </a:cubicBez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62" name="Google Shape;462;p18"/>
            <p:cNvSpPr/>
            <p:nvPr/>
          </p:nvSpPr>
          <p:spPr>
            <a:xfrm>
              <a:off x="6202992" y="5428939"/>
              <a:ext cx="865187" cy="553955"/>
            </a:xfrm>
            <a:custGeom>
              <a:rect b="b" l="l" r="r" t="t"/>
              <a:pathLst>
                <a:path extrusionOk="0" h="553361" w="866251">
                  <a:moveTo>
                    <a:pt x="0" y="540783"/>
                  </a:moveTo>
                  <a:cubicBezTo>
                    <a:pt x="274887" y="134762"/>
                    <a:pt x="159176" y="337938"/>
                    <a:pt x="345787" y="13939"/>
                  </a:cubicBezTo>
                  <a:cubicBezTo>
                    <a:pt x="520528" y="18247"/>
                    <a:pt x="691510" y="-3745"/>
                    <a:pt x="866251" y="563"/>
                  </a:cubicBezTo>
                  <a:cubicBezTo>
                    <a:pt x="252709" y="502795"/>
                    <a:pt x="640047" y="209256"/>
                    <a:pt x="173695" y="553361"/>
                  </a:cubicBezTo>
                  <a:cubicBezTo>
                    <a:pt x="39410" y="524725"/>
                    <a:pt x="196198" y="539317"/>
                    <a:pt x="0" y="540783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63" name="Google Shape;463;p18"/>
            <p:cNvSpPr/>
            <p:nvPr/>
          </p:nvSpPr>
          <p:spPr>
            <a:xfrm>
              <a:off x="5377492" y="5449574"/>
              <a:ext cx="676275" cy="896802"/>
            </a:xfrm>
            <a:custGeom>
              <a:rect b="b" l="l" r="r" t="t"/>
              <a:pathLst>
                <a:path extrusionOk="0" h="896577" w="675040">
                  <a:moveTo>
                    <a:pt x="0" y="894029"/>
                  </a:moveTo>
                  <a:cubicBezTo>
                    <a:pt x="95638" y="409857"/>
                    <a:pt x="76811" y="618448"/>
                    <a:pt x="186623" y="1724"/>
                  </a:cubicBezTo>
                  <a:cubicBezTo>
                    <a:pt x="431451" y="14348"/>
                    <a:pt x="449377" y="35256"/>
                    <a:pt x="675040" y="0"/>
                  </a:cubicBezTo>
                  <a:cubicBezTo>
                    <a:pt x="276172" y="749497"/>
                    <a:pt x="462801" y="344746"/>
                    <a:pt x="179079" y="886531"/>
                  </a:cubicBezTo>
                  <a:cubicBezTo>
                    <a:pt x="44794" y="857895"/>
                    <a:pt x="92525" y="908114"/>
                    <a:pt x="0" y="894029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64" name="Google Shape;464;p18"/>
            <p:cNvSpPr/>
            <p:nvPr/>
          </p:nvSpPr>
          <p:spPr>
            <a:xfrm>
              <a:off x="4340853" y="5470208"/>
              <a:ext cx="514350" cy="401578"/>
            </a:xfrm>
            <a:custGeom>
              <a:rect b="b" l="l" r="r" t="t"/>
              <a:pathLst>
                <a:path extrusionOk="0" h="402193" w="514180">
                  <a:moveTo>
                    <a:pt x="100781" y="402193"/>
                  </a:moveTo>
                  <a:cubicBezTo>
                    <a:pt x="60584" y="194221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91637" y="89943"/>
                    <a:pt x="404259" y="386400"/>
                  </a:cubicBezTo>
                  <a:cubicBezTo>
                    <a:pt x="357814" y="390704"/>
                    <a:pt x="168880" y="400727"/>
                    <a:pt x="100781" y="402193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465" name="Google Shape;465;p18"/>
            <p:cNvSpPr/>
            <p:nvPr/>
          </p:nvSpPr>
          <p:spPr>
            <a:xfrm>
              <a:off x="3561391" y="5433701"/>
              <a:ext cx="573087" cy="1015848"/>
            </a:xfrm>
            <a:custGeom>
              <a:rect b="b" l="l" r="r" t="t"/>
              <a:pathLst>
                <a:path extrusionOk="0" h="1015244" w="574100">
                  <a:moveTo>
                    <a:pt x="333190" y="985695"/>
                  </a:moveTo>
                  <a:cubicBezTo>
                    <a:pt x="153901" y="433090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37473" y="350120"/>
                    <a:pt x="574100" y="1014877"/>
                  </a:cubicBezTo>
                  <a:cubicBezTo>
                    <a:pt x="476415" y="1019182"/>
                    <a:pt x="529388" y="984229"/>
                    <a:pt x="333190" y="985695"/>
                  </a:cubicBezTo>
                  <a:close/>
                </a:path>
              </a:pathLst>
            </a:custGeom>
            <a:gradFill>
              <a:gsLst>
                <a:gs pos="0">
                  <a:srgbClr val="F2F2F2">
                    <a:alpha val="54901"/>
                  </a:srgbClr>
                </a:gs>
                <a:gs pos="100000">
                  <a:srgbClr val="BFBFBF"/>
                </a:gs>
              </a:gsLst>
              <a:lin ang="16200000" scaled="0"/>
            </a:gradFill>
            <a:ln cap="flat" cmpd="sng" w="9525">
              <a:solidFill>
                <a:srgbClr val="BFBFB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466" name="Google Shape;466;p18"/>
            <p:cNvGrpSpPr/>
            <p:nvPr/>
          </p:nvGrpSpPr>
          <p:grpSpPr>
            <a:xfrm>
              <a:off x="1856416" y="3709935"/>
              <a:ext cx="1049337" cy="1739639"/>
              <a:chOff x="1856416" y="3709935"/>
              <a:chExt cx="1049337" cy="1739639"/>
            </a:xfrm>
          </p:grpSpPr>
          <p:sp>
            <p:nvSpPr>
              <p:cNvPr id="467" name="Google Shape;467;p18"/>
              <p:cNvSpPr/>
              <p:nvPr/>
            </p:nvSpPr>
            <p:spPr>
              <a:xfrm rot="10800000">
                <a:off x="1867528" y="3957548"/>
                <a:ext cx="1027113" cy="611095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grpSp>
            <p:nvGrpSpPr>
              <p:cNvPr id="468" name="Google Shape;468;p18"/>
              <p:cNvGrpSpPr/>
              <p:nvPr/>
            </p:nvGrpSpPr>
            <p:grpSpPr>
              <a:xfrm>
                <a:off x="1859590" y="5089265"/>
                <a:ext cx="1035050" cy="360309"/>
                <a:chOff x="4129067" y="3606966"/>
                <a:chExt cx="567968" cy="338045"/>
              </a:xfrm>
            </p:grpSpPr>
            <p:sp>
              <p:nvSpPr>
                <p:cNvPr id="469" name="Google Shape;469;p18"/>
                <p:cNvSpPr/>
                <p:nvPr/>
              </p:nvSpPr>
              <p:spPr>
                <a:xfrm>
                  <a:off x="4129067" y="3720144"/>
                  <a:ext cx="567968" cy="224867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70" name="Google Shape;470;p18"/>
                <p:cNvSpPr/>
                <p:nvPr/>
              </p:nvSpPr>
              <p:spPr>
                <a:xfrm>
                  <a:off x="4129067" y="3720144"/>
                  <a:ext cx="567968" cy="111689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71" name="Google Shape;471;p18"/>
                <p:cNvSpPr/>
                <p:nvPr/>
              </p:nvSpPr>
              <p:spPr>
                <a:xfrm>
                  <a:off x="4129067" y="3606966"/>
                  <a:ext cx="567968" cy="224867"/>
                </a:xfrm>
                <a:prstGeom prst="ellipse">
                  <a:avLst/>
                </a:prstGeom>
                <a:solidFill>
                  <a:srgbClr val="8383E0">
                    <a:alpha val="69803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472" name="Google Shape;472;p18"/>
                <p:cNvCxnSpPr/>
                <p:nvPr/>
              </p:nvCxnSpPr>
              <p:spPr>
                <a:xfrm>
                  <a:off x="4697035" y="3720144"/>
                  <a:ext cx="0" cy="11168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73" name="Google Shape;473;p18"/>
                <p:cNvCxnSpPr/>
                <p:nvPr/>
              </p:nvCxnSpPr>
              <p:spPr>
                <a:xfrm>
                  <a:off x="4129067" y="3720144"/>
                  <a:ext cx="0" cy="11168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474" name="Google Shape;474;p18"/>
              <p:cNvSpPr/>
              <p:nvPr/>
            </p:nvSpPr>
            <p:spPr>
              <a:xfrm>
                <a:off x="1877053" y="4705148"/>
                <a:ext cx="1028700" cy="522210"/>
              </a:xfrm>
              <a:prstGeom prst="rect">
                <a:avLst/>
              </a:prstGeom>
              <a:gradFill>
                <a:gsLst>
                  <a:gs pos="0">
                    <a:srgbClr val="ACACEA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75" name="Google Shape;475;p18"/>
              <p:cNvCxnSpPr/>
              <p:nvPr/>
            </p:nvCxnSpPr>
            <p:spPr>
              <a:xfrm>
                <a:off x="1861178" y="3981356"/>
                <a:ext cx="17463" cy="130155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6" name="Google Shape;476;p18"/>
              <p:cNvCxnSpPr/>
              <p:nvPr/>
            </p:nvCxnSpPr>
            <p:spPr>
              <a:xfrm flipH="1">
                <a:off x="2894641" y="3971833"/>
                <a:ext cx="6350" cy="126981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477" name="Google Shape;477;p18"/>
              <p:cNvGrpSpPr/>
              <p:nvPr/>
            </p:nvGrpSpPr>
            <p:grpSpPr>
              <a:xfrm>
                <a:off x="1856416" y="3709935"/>
                <a:ext cx="1044574" cy="398402"/>
                <a:chOff x="2183302" y="1574638"/>
                <a:chExt cx="1199996" cy="429505"/>
              </a:xfrm>
            </p:grpSpPr>
            <p:sp>
              <p:nvSpPr>
                <p:cNvPr id="478" name="Google Shape;478;p18"/>
                <p:cNvSpPr/>
                <p:nvPr/>
              </p:nvSpPr>
              <p:spPr>
                <a:xfrm flipH="1" rot="10800000">
                  <a:off x="2185125" y="1689286"/>
                  <a:ext cx="1196349" cy="314857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D5D5F4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79" name="Google Shape;479;p18"/>
                <p:cNvSpPr/>
                <p:nvPr/>
              </p:nvSpPr>
              <p:spPr>
                <a:xfrm>
                  <a:off x="2183302" y="1735489"/>
                  <a:ext cx="1198172" cy="112938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80" name="Google Shape;480;p18"/>
                <p:cNvSpPr/>
                <p:nvPr/>
              </p:nvSpPr>
              <p:spPr>
                <a:xfrm flipH="1" rot="10800000">
                  <a:off x="2183302" y="1574638"/>
                  <a:ext cx="1196349" cy="31485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81" name="Google Shape;481;p18"/>
                <p:cNvSpPr/>
                <p:nvPr/>
              </p:nvSpPr>
              <p:spPr>
                <a:xfrm>
                  <a:off x="2489684" y="1670464"/>
                  <a:ext cx="581761" cy="157429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82" name="Google Shape;482;p18"/>
                <p:cNvSpPr/>
                <p:nvPr/>
              </p:nvSpPr>
              <p:spPr>
                <a:xfrm>
                  <a:off x="2429501" y="1629396"/>
                  <a:ext cx="703949" cy="11122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3" name="Google Shape;483;p18"/>
                <p:cNvSpPr/>
                <p:nvPr/>
              </p:nvSpPr>
              <p:spPr>
                <a:xfrm>
                  <a:off x="2892722" y="1723510"/>
                  <a:ext cx="257143" cy="95826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4" name="Google Shape;484;p18"/>
                <p:cNvSpPr/>
                <p:nvPr/>
              </p:nvSpPr>
              <p:spPr>
                <a:xfrm>
                  <a:off x="2416736" y="1725222"/>
                  <a:ext cx="255318" cy="94114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85" name="Google Shape;485;p18"/>
                <p:cNvCxnSpPr>
                  <a:endCxn id="480" idx="2"/>
                </p:cNvCxnSpPr>
                <p:nvPr/>
              </p:nvCxnSpPr>
              <p:spPr>
                <a:xfrm rot="10800000">
                  <a:off x="2183302" y="1732067"/>
                  <a:ext cx="1800" cy="121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486" name="Google Shape;486;p18"/>
                <p:cNvCxnSpPr/>
                <p:nvPr/>
              </p:nvCxnSpPr>
              <p:spPr>
                <a:xfrm rot="10800000">
                  <a:off x="3381474" y="1728644"/>
                  <a:ext cx="1824" cy="12149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487" name="Google Shape;487;p18"/>
            <p:cNvGrpSpPr/>
            <p:nvPr/>
          </p:nvGrpSpPr>
          <p:grpSpPr>
            <a:xfrm>
              <a:off x="3566153" y="3862312"/>
              <a:ext cx="514350" cy="1669799"/>
              <a:chOff x="3566153" y="3862312"/>
              <a:chExt cx="514350" cy="1669799"/>
            </a:xfrm>
          </p:grpSpPr>
          <p:sp>
            <p:nvSpPr>
              <p:cNvPr id="488" name="Google Shape;488;p18"/>
              <p:cNvSpPr/>
              <p:nvPr/>
            </p:nvSpPr>
            <p:spPr>
              <a:xfrm rot="10800000">
                <a:off x="3569201" y="3946092"/>
                <a:ext cx="498084" cy="62864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89" name="Google Shape;489;p18"/>
              <p:cNvCxnSpPr/>
              <p:nvPr/>
            </p:nvCxnSpPr>
            <p:spPr>
              <a:xfrm flipH="1">
                <a:off x="4078916" y="4019450"/>
                <a:ext cx="1587" cy="13650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490" name="Google Shape;490;p18"/>
              <p:cNvGrpSpPr/>
              <p:nvPr/>
            </p:nvGrpSpPr>
            <p:grpSpPr>
              <a:xfrm>
                <a:off x="3570916" y="5306720"/>
                <a:ext cx="508000" cy="225391"/>
                <a:chOff x="4128204" y="3600527"/>
                <a:chExt cx="568606" cy="344310"/>
              </a:xfrm>
            </p:grpSpPr>
            <p:sp>
              <p:nvSpPr>
                <p:cNvPr id="491" name="Google Shape;491;p18"/>
                <p:cNvSpPr/>
                <p:nvPr/>
              </p:nvSpPr>
              <p:spPr>
                <a:xfrm>
                  <a:off x="4128204" y="3719337"/>
                  <a:ext cx="568606" cy="225500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92" name="Google Shape;492;p18"/>
                <p:cNvSpPr/>
                <p:nvPr/>
              </p:nvSpPr>
              <p:spPr>
                <a:xfrm>
                  <a:off x="4128204" y="3719337"/>
                  <a:ext cx="568606" cy="111537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493" name="Google Shape;493;p18"/>
                <p:cNvSpPr/>
                <p:nvPr/>
              </p:nvSpPr>
              <p:spPr>
                <a:xfrm>
                  <a:off x="4128204" y="3600527"/>
                  <a:ext cx="568606" cy="230348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494" name="Google Shape;494;p18"/>
                <p:cNvCxnSpPr/>
                <p:nvPr/>
              </p:nvCxnSpPr>
              <p:spPr>
                <a:xfrm>
                  <a:off x="4696810" y="3719337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95" name="Google Shape;495;p18"/>
                <p:cNvCxnSpPr/>
                <p:nvPr/>
              </p:nvCxnSpPr>
              <p:spPr>
                <a:xfrm>
                  <a:off x="4128204" y="3719337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496" name="Google Shape;496;p18"/>
              <p:cNvSpPr/>
              <p:nvPr/>
            </p:nvSpPr>
            <p:spPr>
              <a:xfrm>
                <a:off x="3572503" y="4574992"/>
                <a:ext cx="496888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497" name="Google Shape;497;p18"/>
              <p:cNvCxnSpPr/>
              <p:nvPr/>
            </p:nvCxnSpPr>
            <p:spPr>
              <a:xfrm flipH="1">
                <a:off x="3566153" y="4027387"/>
                <a:ext cx="3175" cy="145075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498" name="Google Shape;498;p18"/>
              <p:cNvGrpSpPr/>
              <p:nvPr/>
            </p:nvGrpSpPr>
            <p:grpSpPr>
              <a:xfrm>
                <a:off x="3569328" y="3862312"/>
                <a:ext cx="503238" cy="247614"/>
                <a:chOff x="2184877" y="1564501"/>
                <a:chExt cx="1198749" cy="439187"/>
              </a:xfrm>
            </p:grpSpPr>
            <p:sp>
              <p:nvSpPr>
                <p:cNvPr id="499" name="Google Shape;499;p18"/>
                <p:cNvSpPr/>
                <p:nvPr/>
              </p:nvSpPr>
              <p:spPr>
                <a:xfrm flipH="1" rot="10800000">
                  <a:off x="2188659" y="1691189"/>
                  <a:ext cx="1194966" cy="312499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00" name="Google Shape;500;p18"/>
                <p:cNvSpPr/>
                <p:nvPr/>
              </p:nvSpPr>
              <p:spPr>
                <a:xfrm>
                  <a:off x="2184877" y="1736233"/>
                  <a:ext cx="1198749" cy="112612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01" name="Google Shape;501;p18"/>
                <p:cNvSpPr/>
                <p:nvPr/>
              </p:nvSpPr>
              <p:spPr>
                <a:xfrm flipH="1" rot="10800000">
                  <a:off x="2184877" y="1564501"/>
                  <a:ext cx="1194966" cy="31249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02" name="Google Shape;502;p18"/>
                <p:cNvSpPr/>
                <p:nvPr/>
              </p:nvSpPr>
              <p:spPr>
                <a:xfrm>
                  <a:off x="2491182" y="1671482"/>
                  <a:ext cx="582357" cy="1548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03" name="Google Shape;503;p18"/>
                <p:cNvSpPr/>
                <p:nvPr/>
              </p:nvSpPr>
              <p:spPr>
                <a:xfrm>
                  <a:off x="2430678" y="1629252"/>
                  <a:ext cx="703366" cy="109797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04" name="Google Shape;504;p18"/>
                <p:cNvSpPr/>
                <p:nvPr/>
              </p:nvSpPr>
              <p:spPr>
                <a:xfrm>
                  <a:off x="2892025" y="1722158"/>
                  <a:ext cx="260925" cy="9572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05" name="Google Shape;505;p18"/>
                <p:cNvSpPr/>
                <p:nvPr/>
              </p:nvSpPr>
              <p:spPr>
                <a:xfrm>
                  <a:off x="2419332" y="1724972"/>
                  <a:ext cx="253364" cy="95720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06" name="Google Shape;506;p18"/>
                <p:cNvCxnSpPr>
                  <a:endCxn id="501" idx="2"/>
                </p:cNvCxnSpPr>
                <p:nvPr/>
              </p:nvCxnSpPr>
              <p:spPr>
                <a:xfrm rot="10800000">
                  <a:off x="2184877" y="1720750"/>
                  <a:ext cx="3900" cy="12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507" name="Google Shape;507;p18"/>
                <p:cNvCxnSpPr/>
                <p:nvPr/>
              </p:nvCxnSpPr>
              <p:spPr>
                <a:xfrm rot="10800000">
                  <a:off x="3379842" y="1727788"/>
                  <a:ext cx="3783" cy="12105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508" name="Google Shape;508;p18"/>
            <p:cNvGrpSpPr/>
            <p:nvPr/>
          </p:nvGrpSpPr>
          <p:grpSpPr>
            <a:xfrm>
              <a:off x="4348791" y="3867073"/>
              <a:ext cx="514350" cy="1669799"/>
              <a:chOff x="4348791" y="3867073"/>
              <a:chExt cx="514350" cy="1669799"/>
            </a:xfrm>
          </p:grpSpPr>
          <p:sp>
            <p:nvSpPr>
              <p:cNvPr id="509" name="Google Shape;509;p18"/>
              <p:cNvSpPr/>
              <p:nvPr/>
            </p:nvSpPr>
            <p:spPr>
              <a:xfrm rot="10800000">
                <a:off x="4351838" y="3950855"/>
                <a:ext cx="498084" cy="62864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10" name="Google Shape;510;p18"/>
              <p:cNvCxnSpPr/>
              <p:nvPr/>
            </p:nvCxnSpPr>
            <p:spPr>
              <a:xfrm flipH="1">
                <a:off x="4861553" y="4024212"/>
                <a:ext cx="1588" cy="13650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511" name="Google Shape;511;p18"/>
              <p:cNvGrpSpPr/>
              <p:nvPr/>
            </p:nvGrpSpPr>
            <p:grpSpPr>
              <a:xfrm>
                <a:off x="4353553" y="5311481"/>
                <a:ext cx="508000" cy="225391"/>
                <a:chOff x="4128204" y="3600524"/>
                <a:chExt cx="568606" cy="344310"/>
              </a:xfrm>
            </p:grpSpPr>
            <p:sp>
              <p:nvSpPr>
                <p:cNvPr id="512" name="Google Shape;512;p18"/>
                <p:cNvSpPr/>
                <p:nvPr/>
              </p:nvSpPr>
              <p:spPr>
                <a:xfrm>
                  <a:off x="4128204" y="3719336"/>
                  <a:ext cx="568606" cy="225498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13" name="Google Shape;513;p18"/>
                <p:cNvSpPr/>
                <p:nvPr/>
              </p:nvSpPr>
              <p:spPr>
                <a:xfrm>
                  <a:off x="4128204" y="3719336"/>
                  <a:ext cx="568606" cy="111537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14" name="Google Shape;514;p18"/>
                <p:cNvSpPr/>
                <p:nvPr/>
              </p:nvSpPr>
              <p:spPr>
                <a:xfrm>
                  <a:off x="4128204" y="3600524"/>
                  <a:ext cx="568606" cy="230349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515" name="Google Shape;515;p18"/>
                <p:cNvCxnSpPr/>
                <p:nvPr/>
              </p:nvCxnSpPr>
              <p:spPr>
                <a:xfrm>
                  <a:off x="4696810" y="3719336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16" name="Google Shape;516;p18"/>
                <p:cNvCxnSpPr/>
                <p:nvPr/>
              </p:nvCxnSpPr>
              <p:spPr>
                <a:xfrm>
                  <a:off x="4128204" y="3719336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517" name="Google Shape;517;p18"/>
              <p:cNvSpPr/>
              <p:nvPr/>
            </p:nvSpPr>
            <p:spPr>
              <a:xfrm>
                <a:off x="4355141" y="4579754"/>
                <a:ext cx="496887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18" name="Google Shape;518;p18"/>
              <p:cNvCxnSpPr/>
              <p:nvPr/>
            </p:nvCxnSpPr>
            <p:spPr>
              <a:xfrm flipH="1">
                <a:off x="4348791" y="4032148"/>
                <a:ext cx="3175" cy="145075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519" name="Google Shape;519;p18"/>
              <p:cNvGrpSpPr/>
              <p:nvPr/>
            </p:nvGrpSpPr>
            <p:grpSpPr>
              <a:xfrm>
                <a:off x="4351966" y="3867073"/>
                <a:ext cx="503237" cy="247613"/>
                <a:chOff x="2184879" y="1564498"/>
                <a:chExt cx="1198746" cy="439186"/>
              </a:xfrm>
            </p:grpSpPr>
            <p:sp>
              <p:nvSpPr>
                <p:cNvPr id="520" name="Google Shape;520;p18"/>
                <p:cNvSpPr/>
                <p:nvPr/>
              </p:nvSpPr>
              <p:spPr>
                <a:xfrm flipH="1" rot="10800000">
                  <a:off x="2188659" y="1691187"/>
                  <a:ext cx="1194966" cy="312497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21" name="Google Shape;521;p18"/>
                <p:cNvSpPr/>
                <p:nvPr/>
              </p:nvSpPr>
              <p:spPr>
                <a:xfrm>
                  <a:off x="2184879" y="1736232"/>
                  <a:ext cx="1198746" cy="112612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22" name="Google Shape;522;p18"/>
                <p:cNvSpPr/>
                <p:nvPr/>
              </p:nvSpPr>
              <p:spPr>
                <a:xfrm flipH="1" rot="10800000">
                  <a:off x="2184879" y="1564498"/>
                  <a:ext cx="1194966" cy="312499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23" name="Google Shape;523;p18"/>
                <p:cNvSpPr/>
                <p:nvPr/>
              </p:nvSpPr>
              <p:spPr>
                <a:xfrm>
                  <a:off x="2491182" y="1671479"/>
                  <a:ext cx="582357" cy="154842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24" name="Google Shape;524;p18"/>
                <p:cNvSpPr/>
                <p:nvPr/>
              </p:nvSpPr>
              <p:spPr>
                <a:xfrm>
                  <a:off x="2430678" y="1629250"/>
                  <a:ext cx="703366" cy="109796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5" name="Google Shape;525;p18"/>
                <p:cNvSpPr/>
                <p:nvPr/>
              </p:nvSpPr>
              <p:spPr>
                <a:xfrm>
                  <a:off x="2892025" y="1722154"/>
                  <a:ext cx="260927" cy="9572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6" name="Google Shape;526;p18"/>
                <p:cNvSpPr/>
                <p:nvPr/>
              </p:nvSpPr>
              <p:spPr>
                <a:xfrm>
                  <a:off x="2419334" y="1724970"/>
                  <a:ext cx="253362" cy="95720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27" name="Google Shape;527;p18"/>
                <p:cNvCxnSpPr>
                  <a:endCxn id="522" idx="2"/>
                </p:cNvCxnSpPr>
                <p:nvPr/>
              </p:nvCxnSpPr>
              <p:spPr>
                <a:xfrm rot="10800000">
                  <a:off x="2184879" y="1720747"/>
                  <a:ext cx="3900" cy="12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528" name="Google Shape;528;p18"/>
                <p:cNvCxnSpPr/>
                <p:nvPr/>
              </p:nvCxnSpPr>
              <p:spPr>
                <a:xfrm rot="10800000">
                  <a:off x="3379845" y="1727785"/>
                  <a:ext cx="3780" cy="12105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529" name="Google Shape;529;p18"/>
            <p:cNvGrpSpPr/>
            <p:nvPr/>
          </p:nvGrpSpPr>
          <p:grpSpPr>
            <a:xfrm>
              <a:off x="5552117" y="3849614"/>
              <a:ext cx="514350" cy="1669799"/>
              <a:chOff x="5552117" y="3849614"/>
              <a:chExt cx="514350" cy="1669799"/>
            </a:xfrm>
          </p:grpSpPr>
          <p:sp>
            <p:nvSpPr>
              <p:cNvPr id="530" name="Google Shape;530;p18"/>
              <p:cNvSpPr/>
              <p:nvPr/>
            </p:nvSpPr>
            <p:spPr>
              <a:xfrm rot="10800000">
                <a:off x="5555163" y="3933392"/>
                <a:ext cx="498084" cy="628647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31" name="Google Shape;531;p18"/>
              <p:cNvCxnSpPr/>
              <p:nvPr/>
            </p:nvCxnSpPr>
            <p:spPr>
              <a:xfrm flipH="1">
                <a:off x="6064879" y="4006752"/>
                <a:ext cx="1588" cy="13650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532" name="Google Shape;532;p18"/>
              <p:cNvGrpSpPr/>
              <p:nvPr/>
            </p:nvGrpSpPr>
            <p:grpSpPr>
              <a:xfrm>
                <a:off x="5556879" y="5294022"/>
                <a:ext cx="508000" cy="225392"/>
                <a:chOff x="4128205" y="3600530"/>
                <a:chExt cx="568606" cy="344311"/>
              </a:xfrm>
            </p:grpSpPr>
            <p:sp>
              <p:nvSpPr>
                <p:cNvPr id="533" name="Google Shape;533;p18"/>
                <p:cNvSpPr/>
                <p:nvPr/>
              </p:nvSpPr>
              <p:spPr>
                <a:xfrm>
                  <a:off x="4128205" y="3719341"/>
                  <a:ext cx="568606" cy="225500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34" name="Google Shape;534;p18"/>
                <p:cNvSpPr/>
                <p:nvPr/>
              </p:nvSpPr>
              <p:spPr>
                <a:xfrm>
                  <a:off x="4128205" y="3719341"/>
                  <a:ext cx="568606" cy="111537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35" name="Google Shape;535;p18"/>
                <p:cNvSpPr/>
                <p:nvPr/>
              </p:nvSpPr>
              <p:spPr>
                <a:xfrm>
                  <a:off x="4128205" y="3600530"/>
                  <a:ext cx="568606" cy="230348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536" name="Google Shape;536;p18"/>
                <p:cNvCxnSpPr/>
                <p:nvPr/>
              </p:nvCxnSpPr>
              <p:spPr>
                <a:xfrm>
                  <a:off x="4696811" y="3719341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37" name="Google Shape;537;p18"/>
                <p:cNvCxnSpPr/>
                <p:nvPr/>
              </p:nvCxnSpPr>
              <p:spPr>
                <a:xfrm>
                  <a:off x="4128205" y="3719341"/>
                  <a:ext cx="0" cy="1115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538" name="Google Shape;538;p18"/>
              <p:cNvSpPr/>
              <p:nvPr/>
            </p:nvSpPr>
            <p:spPr>
              <a:xfrm>
                <a:off x="5558467" y="4562294"/>
                <a:ext cx="496887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39" name="Google Shape;539;p18"/>
              <p:cNvCxnSpPr/>
              <p:nvPr/>
            </p:nvCxnSpPr>
            <p:spPr>
              <a:xfrm flipH="1">
                <a:off x="5552117" y="4014689"/>
                <a:ext cx="3175" cy="145075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540" name="Google Shape;540;p18"/>
              <p:cNvGrpSpPr/>
              <p:nvPr/>
            </p:nvGrpSpPr>
            <p:grpSpPr>
              <a:xfrm>
                <a:off x="5555292" y="3849614"/>
                <a:ext cx="503237" cy="247613"/>
                <a:chOff x="2184881" y="1564505"/>
                <a:chExt cx="1198747" cy="439186"/>
              </a:xfrm>
            </p:grpSpPr>
            <p:sp>
              <p:nvSpPr>
                <p:cNvPr id="541" name="Google Shape;541;p18"/>
                <p:cNvSpPr/>
                <p:nvPr/>
              </p:nvSpPr>
              <p:spPr>
                <a:xfrm flipH="1" rot="10800000">
                  <a:off x="2188662" y="1691192"/>
                  <a:ext cx="1194966" cy="312499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42" name="Google Shape;542;p18"/>
                <p:cNvSpPr/>
                <p:nvPr/>
              </p:nvSpPr>
              <p:spPr>
                <a:xfrm>
                  <a:off x="2184881" y="1736237"/>
                  <a:ext cx="1198746" cy="112612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43" name="Google Shape;543;p18"/>
                <p:cNvSpPr/>
                <p:nvPr/>
              </p:nvSpPr>
              <p:spPr>
                <a:xfrm flipH="1" rot="10800000">
                  <a:off x="2184881" y="1564505"/>
                  <a:ext cx="1194966" cy="312497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44" name="Google Shape;544;p18"/>
                <p:cNvSpPr/>
                <p:nvPr/>
              </p:nvSpPr>
              <p:spPr>
                <a:xfrm>
                  <a:off x="2491185" y="1671486"/>
                  <a:ext cx="582357" cy="154840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45" name="Google Shape;545;p18"/>
                <p:cNvSpPr/>
                <p:nvPr/>
              </p:nvSpPr>
              <p:spPr>
                <a:xfrm>
                  <a:off x="2430680" y="1629256"/>
                  <a:ext cx="703366" cy="109797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6" name="Google Shape;546;p18"/>
                <p:cNvSpPr/>
                <p:nvPr/>
              </p:nvSpPr>
              <p:spPr>
                <a:xfrm>
                  <a:off x="2892028" y="1722161"/>
                  <a:ext cx="260927" cy="95720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7" name="Google Shape;547;p18"/>
                <p:cNvSpPr/>
                <p:nvPr/>
              </p:nvSpPr>
              <p:spPr>
                <a:xfrm>
                  <a:off x="2419337" y="1724976"/>
                  <a:ext cx="253362" cy="95720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48" name="Google Shape;548;p18"/>
                <p:cNvCxnSpPr>
                  <a:endCxn id="543" idx="2"/>
                </p:cNvCxnSpPr>
                <p:nvPr/>
              </p:nvCxnSpPr>
              <p:spPr>
                <a:xfrm rot="10800000">
                  <a:off x="2184881" y="1720754"/>
                  <a:ext cx="3900" cy="121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549" name="Google Shape;549;p18"/>
                <p:cNvCxnSpPr/>
                <p:nvPr/>
              </p:nvCxnSpPr>
              <p:spPr>
                <a:xfrm rot="10800000">
                  <a:off x="3379847" y="1727792"/>
                  <a:ext cx="3780" cy="12105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  <p:grpSp>
          <p:nvGrpSpPr>
            <p:cNvPr id="550" name="Google Shape;550;p18"/>
            <p:cNvGrpSpPr/>
            <p:nvPr/>
          </p:nvGrpSpPr>
          <p:grpSpPr>
            <a:xfrm>
              <a:off x="6547479" y="3836916"/>
              <a:ext cx="514350" cy="1671386"/>
              <a:chOff x="6547479" y="3836916"/>
              <a:chExt cx="514350" cy="1671386"/>
            </a:xfrm>
          </p:grpSpPr>
          <p:sp>
            <p:nvSpPr>
              <p:cNvPr id="551" name="Google Shape;551;p18"/>
              <p:cNvSpPr/>
              <p:nvPr/>
            </p:nvSpPr>
            <p:spPr>
              <a:xfrm rot="10800000">
                <a:off x="6550526" y="3920772"/>
                <a:ext cx="498084" cy="629245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52" name="Google Shape;552;p18"/>
              <p:cNvCxnSpPr/>
              <p:nvPr/>
            </p:nvCxnSpPr>
            <p:spPr>
              <a:xfrm flipH="1">
                <a:off x="7060242" y="3994054"/>
                <a:ext cx="1587" cy="1366633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553" name="Google Shape;553;p18"/>
              <p:cNvGrpSpPr/>
              <p:nvPr/>
            </p:nvGrpSpPr>
            <p:grpSpPr>
              <a:xfrm>
                <a:off x="6552242" y="5286085"/>
                <a:ext cx="508000" cy="222217"/>
                <a:chOff x="4128205" y="3605704"/>
                <a:chExt cx="568606" cy="339138"/>
              </a:xfrm>
            </p:grpSpPr>
            <p:sp>
              <p:nvSpPr>
                <p:cNvPr id="554" name="Google Shape;554;p18"/>
                <p:cNvSpPr/>
                <p:nvPr/>
              </p:nvSpPr>
              <p:spPr>
                <a:xfrm>
                  <a:off x="4128205" y="3719558"/>
                  <a:ext cx="568606" cy="225284"/>
                </a:xfrm>
                <a:prstGeom prst="ellipse">
                  <a:avLst/>
                </a:prstGeom>
                <a:solidFill>
                  <a:srgbClr val="262699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55" name="Google Shape;555;p18"/>
                <p:cNvSpPr/>
                <p:nvPr/>
              </p:nvSpPr>
              <p:spPr>
                <a:xfrm>
                  <a:off x="4128205" y="3719558"/>
                  <a:ext cx="568606" cy="111431"/>
                </a:xfrm>
                <a:prstGeom prst="rect">
                  <a:avLst/>
                </a:prstGeom>
                <a:solidFill>
                  <a:srgbClr val="2626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56" name="Google Shape;556;p18"/>
                <p:cNvSpPr/>
                <p:nvPr/>
              </p:nvSpPr>
              <p:spPr>
                <a:xfrm>
                  <a:off x="4128205" y="3605704"/>
                  <a:ext cx="568606" cy="225286"/>
                </a:xfrm>
                <a:prstGeom prst="ellipse">
                  <a:avLst/>
                </a:prstGeom>
                <a:solidFill>
                  <a:srgbClr val="ACACEA">
                    <a:alpha val="54901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cxnSp>
              <p:nvCxnSpPr>
                <p:cNvPr id="557" name="Google Shape;557;p18"/>
                <p:cNvCxnSpPr/>
                <p:nvPr/>
              </p:nvCxnSpPr>
              <p:spPr>
                <a:xfrm>
                  <a:off x="4696811" y="3719558"/>
                  <a:ext cx="0" cy="11143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58" name="Google Shape;558;p18"/>
                <p:cNvCxnSpPr/>
                <p:nvPr/>
              </p:nvCxnSpPr>
              <p:spPr>
                <a:xfrm>
                  <a:off x="4128205" y="3719558"/>
                  <a:ext cx="0" cy="11143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559" name="Google Shape;559;p18"/>
              <p:cNvSpPr/>
              <p:nvPr/>
            </p:nvSpPr>
            <p:spPr>
              <a:xfrm>
                <a:off x="6553829" y="4551184"/>
                <a:ext cx="496888" cy="812678"/>
              </a:xfrm>
              <a:prstGeom prst="rect">
                <a:avLst/>
              </a:prstGeom>
              <a:gradFill>
                <a:gsLst>
                  <a:gs pos="0">
                    <a:srgbClr val="8383E0"/>
                  </a:gs>
                  <a:gs pos="100000">
                    <a:srgbClr val="FFFFFF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60" name="Google Shape;560;p18"/>
              <p:cNvCxnSpPr/>
              <p:nvPr/>
            </p:nvCxnSpPr>
            <p:spPr>
              <a:xfrm flipH="1">
                <a:off x="6547479" y="4001991"/>
                <a:ext cx="3175" cy="145234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561" name="Google Shape;561;p18"/>
              <p:cNvGrpSpPr/>
              <p:nvPr/>
            </p:nvGrpSpPr>
            <p:grpSpPr>
              <a:xfrm>
                <a:off x="6550654" y="3836916"/>
                <a:ext cx="503238" cy="249200"/>
                <a:chOff x="2184879" y="1564508"/>
                <a:chExt cx="1198749" cy="441581"/>
              </a:xfrm>
            </p:grpSpPr>
            <p:sp>
              <p:nvSpPr>
                <p:cNvPr id="562" name="Google Shape;562;p18"/>
                <p:cNvSpPr/>
                <p:nvPr/>
              </p:nvSpPr>
              <p:spPr>
                <a:xfrm flipH="1" rot="10800000">
                  <a:off x="2188662" y="1691075"/>
                  <a:ext cx="1194966" cy="315014"/>
                </a:xfrm>
                <a:prstGeom prst="ellipse">
                  <a:avLst/>
                </a:prstGeom>
                <a:gradFill>
                  <a:gsLst>
                    <a:gs pos="0">
                      <a:srgbClr val="262699"/>
                    </a:gs>
                    <a:gs pos="31000">
                      <a:srgbClr val="8383E0"/>
                    </a:gs>
                    <a:gs pos="100000">
                      <a:srgbClr val="FFFFFF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63" name="Google Shape;563;p18"/>
                <p:cNvSpPr/>
                <p:nvPr/>
              </p:nvSpPr>
              <p:spPr>
                <a:xfrm>
                  <a:off x="2184879" y="1736077"/>
                  <a:ext cx="1198749" cy="112505"/>
                </a:xfrm>
                <a:prstGeom prst="rect">
                  <a:avLst/>
                </a:prstGeom>
                <a:gradFill>
                  <a:gsLst>
                    <a:gs pos="0">
                      <a:srgbClr val="ACACEA"/>
                    </a:gs>
                    <a:gs pos="54000">
                      <a:srgbClr val="8383E0"/>
                    </a:gs>
                    <a:gs pos="100000">
                      <a:srgbClr val="262699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64" name="Google Shape;564;p18"/>
                <p:cNvSpPr/>
                <p:nvPr/>
              </p:nvSpPr>
              <p:spPr>
                <a:xfrm flipH="1" rot="10800000">
                  <a:off x="2184879" y="1564508"/>
                  <a:ext cx="1194966" cy="315014"/>
                </a:xfrm>
                <a:prstGeom prst="ellipse">
                  <a:avLst/>
                </a:prstGeom>
                <a:solidFill>
                  <a:srgbClr val="BFBFBF"/>
                </a:solidFill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effectLst>
                  <a:outerShdw blurRad="40000" rotWithShape="0" dir="5400000" dist="23000">
                    <a:srgbClr val="80808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65" name="Google Shape;565;p18"/>
                <p:cNvSpPr/>
                <p:nvPr/>
              </p:nvSpPr>
              <p:spPr>
                <a:xfrm>
                  <a:off x="2491185" y="1671388"/>
                  <a:ext cx="582357" cy="157507"/>
                </a:xfrm>
                <a:custGeom>
                  <a:rect b="b" l="l" r="r" t="t"/>
                  <a:pathLst>
                    <a:path extrusionOk="0" h="1321259" w="307606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rgbClr val="8383E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566" name="Google Shape;566;p18"/>
                <p:cNvSpPr/>
                <p:nvPr/>
              </p:nvSpPr>
              <p:spPr>
                <a:xfrm>
                  <a:off x="2430680" y="1629198"/>
                  <a:ext cx="703366" cy="112505"/>
                </a:xfrm>
                <a:custGeom>
                  <a:rect b="b" l="l" r="r" t="t"/>
                  <a:pathLst>
                    <a:path extrusionOk="0" h="932950" w="3723451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7" name="Google Shape;567;p18"/>
                <p:cNvSpPr/>
                <p:nvPr/>
              </p:nvSpPr>
              <p:spPr>
                <a:xfrm>
                  <a:off x="2892028" y="1724827"/>
                  <a:ext cx="260925" cy="95629"/>
                </a:xfrm>
                <a:custGeom>
                  <a:rect b="b" l="l" r="r" t="t"/>
                  <a:pathLst>
                    <a:path extrusionOk="0" h="809868" w="1366596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8" name="Google Shape;568;p18"/>
                <p:cNvSpPr/>
                <p:nvPr/>
              </p:nvSpPr>
              <p:spPr>
                <a:xfrm>
                  <a:off x="2419334" y="1727640"/>
                  <a:ext cx="253364" cy="92816"/>
                </a:xfrm>
                <a:custGeom>
                  <a:rect b="b" l="l" r="r" t="t"/>
                  <a:pathLst>
                    <a:path extrusionOk="0" h="791462" w="1348191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rgbClr val="262699"/>
                </a:solidFill>
                <a:ln>
                  <a:noFill/>
                </a:ln>
                <a:effectLst>
                  <a:outerShdw blurRad="40000" rotWithShape="0" dir="5400000" dist="23000">
                    <a:srgbClr val="000000">
                      <a:alpha val="34901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69" name="Google Shape;569;p18"/>
                <p:cNvCxnSpPr>
                  <a:endCxn id="564" idx="2"/>
                </p:cNvCxnSpPr>
                <p:nvPr/>
              </p:nvCxnSpPr>
              <p:spPr>
                <a:xfrm rot="10800000">
                  <a:off x="2184879" y="1722015"/>
                  <a:ext cx="3900" cy="1209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  <p:cxnSp>
              <p:nvCxnSpPr>
                <p:cNvPr id="570" name="Google Shape;570;p18"/>
                <p:cNvCxnSpPr/>
                <p:nvPr/>
              </p:nvCxnSpPr>
              <p:spPr>
                <a:xfrm rot="10800000">
                  <a:off x="3379845" y="1730452"/>
                  <a:ext cx="3783" cy="12094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  <a:effectLst>
                  <a:outerShdw blurRad="40005" rotWithShape="0" algn="tl" dir="5400000" dist="19939">
                    <a:srgbClr val="808080">
                      <a:alpha val="37647"/>
                    </a:srgbClr>
                  </a:outerShdw>
                </a:effectLst>
              </p:spPr>
            </p:cxnSp>
          </p:grpSp>
        </p:grpSp>
      </p:grpSp>
      <p:grpSp>
        <p:nvGrpSpPr>
          <p:cNvPr id="571" name="Google Shape;571;p18"/>
          <p:cNvGrpSpPr/>
          <p:nvPr/>
        </p:nvGrpSpPr>
        <p:grpSpPr>
          <a:xfrm>
            <a:off x="4117083" y="2423492"/>
            <a:ext cx="4416425" cy="2314575"/>
            <a:chOff x="2381956" y="2435173"/>
            <a:chExt cx="4415330" cy="2315048"/>
          </a:xfrm>
        </p:grpSpPr>
        <p:sp>
          <p:nvSpPr>
            <p:cNvPr id="572" name="Google Shape;572;p18"/>
            <p:cNvSpPr/>
            <p:nvPr/>
          </p:nvSpPr>
          <p:spPr>
            <a:xfrm>
              <a:off x="2381956" y="2439937"/>
              <a:ext cx="296789" cy="1743431"/>
            </a:xfrm>
            <a:custGeom>
              <a:rect b="b" l="l" r="r" t="t"/>
              <a:pathLst>
                <a:path extrusionOk="0" h="2022548" w="228538">
                  <a:moveTo>
                    <a:pt x="228538" y="0"/>
                  </a:moveTo>
                  <a:lnTo>
                    <a:pt x="0" y="6607"/>
                  </a:lnTo>
                  <a:lnTo>
                    <a:pt x="0" y="2022548"/>
                  </a:lnTo>
                </a:path>
              </a:pathLst>
            </a:cu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573" name="Google Shape;573;p18"/>
            <p:cNvSpPr/>
            <p:nvPr/>
          </p:nvSpPr>
          <p:spPr>
            <a:xfrm flipH="1">
              <a:off x="6411620" y="2435173"/>
              <a:ext cx="385666" cy="2300758"/>
            </a:xfrm>
            <a:custGeom>
              <a:rect b="b" l="l" r="r" t="t"/>
              <a:pathLst>
                <a:path extrusionOk="0" h="2117725" w="307275">
                  <a:moveTo>
                    <a:pt x="307275" y="0"/>
                  </a:moveTo>
                  <a:lnTo>
                    <a:pt x="0" y="0"/>
                  </a:lnTo>
                  <a:lnTo>
                    <a:pt x="0" y="2117725"/>
                  </a:lnTo>
                </a:path>
              </a:pathLst>
            </a:cu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cxnSp>
          <p:nvCxnSpPr>
            <p:cNvPr id="574" name="Google Shape;574;p18"/>
            <p:cNvCxnSpPr/>
            <p:nvPr/>
          </p:nvCxnSpPr>
          <p:spPr>
            <a:xfrm flipH="1" rot="10800000">
              <a:off x="5791061" y="2687638"/>
              <a:ext cx="7936" cy="2062583"/>
            </a:xfrm>
            <a:prstGeom prst="straightConnector1">
              <a:avLst/>
            </a:pr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575" name="Google Shape;575;p18"/>
            <p:cNvCxnSpPr/>
            <p:nvPr/>
          </p:nvCxnSpPr>
          <p:spPr>
            <a:xfrm flipH="1" rot="10800000">
              <a:off x="4599144" y="2708279"/>
              <a:ext cx="17458" cy="2037179"/>
            </a:xfrm>
            <a:prstGeom prst="straightConnector1">
              <a:avLst/>
            </a:pr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576" name="Google Shape;576;p18"/>
            <p:cNvCxnSpPr/>
            <p:nvPr/>
          </p:nvCxnSpPr>
          <p:spPr>
            <a:xfrm rot="10800000">
              <a:off x="3807178" y="2762265"/>
              <a:ext cx="9523" cy="1983193"/>
            </a:xfrm>
            <a:prstGeom prst="straightConnector1">
              <a:avLst/>
            </a:prstGeom>
            <a:noFill/>
            <a:ln cap="flat" cmpd="sng" w="31750">
              <a:solidFill>
                <a:srgbClr val="CC0000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577" name="Google Shape;577;p18"/>
          <p:cNvGrpSpPr/>
          <p:nvPr/>
        </p:nvGrpSpPr>
        <p:grpSpPr>
          <a:xfrm>
            <a:off x="3806679" y="4636468"/>
            <a:ext cx="4956176" cy="692149"/>
            <a:chOff x="2056656" y="4691836"/>
            <a:chExt cx="4955291" cy="692750"/>
          </a:xfrm>
        </p:grpSpPr>
        <p:grpSp>
          <p:nvGrpSpPr>
            <p:cNvPr id="578" name="Google Shape;578;p18"/>
            <p:cNvGrpSpPr/>
            <p:nvPr/>
          </p:nvGrpSpPr>
          <p:grpSpPr>
            <a:xfrm>
              <a:off x="3605780" y="5055689"/>
              <a:ext cx="430136" cy="328897"/>
              <a:chOff x="2932124" y="3912858"/>
              <a:chExt cx="430455" cy="329059"/>
            </a:xfrm>
          </p:grpSpPr>
          <p:sp>
            <p:nvSpPr>
              <p:cNvPr id="579" name="Google Shape;579;p18"/>
              <p:cNvSpPr/>
              <p:nvPr/>
            </p:nvSpPr>
            <p:spPr>
              <a:xfrm>
                <a:off x="2936890" y="3912858"/>
                <a:ext cx="425689" cy="329059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80" name="Google Shape;580;p18"/>
              <p:cNvCxnSpPr/>
              <p:nvPr/>
            </p:nvCxnSpPr>
            <p:spPr>
              <a:xfrm>
                <a:off x="2932124" y="4005058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1" name="Google Shape;581;p18"/>
              <p:cNvCxnSpPr/>
              <p:nvPr/>
            </p:nvCxnSpPr>
            <p:spPr>
              <a:xfrm>
                <a:off x="2932124" y="4068645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2" name="Google Shape;582;p18"/>
              <p:cNvCxnSpPr>
                <a:stCxn id="579" idx="2"/>
              </p:cNvCxnSpPr>
              <p:nvPr/>
            </p:nvCxnSpPr>
            <p:spPr>
              <a:xfrm rot="10800000">
                <a:off x="3148235" y="4004917"/>
                <a:ext cx="15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83" name="Google Shape;583;p18"/>
            <p:cNvGrpSpPr/>
            <p:nvPr/>
          </p:nvGrpSpPr>
          <p:grpSpPr>
            <a:xfrm>
              <a:off x="4388278" y="5055689"/>
              <a:ext cx="430135" cy="328897"/>
              <a:chOff x="2931985" y="3912924"/>
              <a:chExt cx="430454" cy="329059"/>
            </a:xfrm>
          </p:grpSpPr>
          <p:sp>
            <p:nvSpPr>
              <p:cNvPr id="584" name="Google Shape;584;p18"/>
              <p:cNvSpPr/>
              <p:nvPr/>
            </p:nvSpPr>
            <p:spPr>
              <a:xfrm>
                <a:off x="2936750" y="3912924"/>
                <a:ext cx="425689" cy="329059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85" name="Google Shape;585;p18"/>
              <p:cNvCxnSpPr/>
              <p:nvPr/>
            </p:nvCxnSpPr>
            <p:spPr>
              <a:xfrm>
                <a:off x="2931985" y="4005125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6" name="Google Shape;586;p18"/>
              <p:cNvCxnSpPr/>
              <p:nvPr/>
            </p:nvCxnSpPr>
            <p:spPr>
              <a:xfrm>
                <a:off x="2931985" y="4068711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87" name="Google Shape;587;p18"/>
              <p:cNvCxnSpPr>
                <a:stCxn id="584" idx="2"/>
              </p:cNvCxnSpPr>
              <p:nvPr/>
            </p:nvCxnSpPr>
            <p:spPr>
              <a:xfrm rot="10800000">
                <a:off x="3148095" y="4004983"/>
                <a:ext cx="15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88" name="Google Shape;588;p18"/>
            <p:cNvGrpSpPr/>
            <p:nvPr/>
          </p:nvGrpSpPr>
          <p:grpSpPr>
            <a:xfrm>
              <a:off x="5591389" y="5052511"/>
              <a:ext cx="430134" cy="328897"/>
              <a:chOff x="2931771" y="3912722"/>
              <a:chExt cx="430453" cy="329058"/>
            </a:xfrm>
          </p:grpSpPr>
          <p:sp>
            <p:nvSpPr>
              <p:cNvPr id="589" name="Google Shape;589;p18"/>
              <p:cNvSpPr/>
              <p:nvPr/>
            </p:nvSpPr>
            <p:spPr>
              <a:xfrm>
                <a:off x="2936535" y="3912722"/>
                <a:ext cx="425689" cy="329058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90" name="Google Shape;590;p18"/>
              <p:cNvCxnSpPr/>
              <p:nvPr/>
            </p:nvCxnSpPr>
            <p:spPr>
              <a:xfrm>
                <a:off x="2931771" y="4004922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1" name="Google Shape;591;p18"/>
              <p:cNvCxnSpPr/>
              <p:nvPr/>
            </p:nvCxnSpPr>
            <p:spPr>
              <a:xfrm>
                <a:off x="2931771" y="4068509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2" name="Google Shape;592;p18"/>
              <p:cNvCxnSpPr>
                <a:stCxn id="589" idx="2"/>
              </p:cNvCxnSpPr>
              <p:nvPr/>
            </p:nvCxnSpPr>
            <p:spPr>
              <a:xfrm rot="10800000">
                <a:off x="3147880" y="4004780"/>
                <a:ext cx="15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93" name="Google Shape;593;p18"/>
            <p:cNvGrpSpPr/>
            <p:nvPr/>
          </p:nvGrpSpPr>
          <p:grpSpPr>
            <a:xfrm>
              <a:off x="6581812" y="5046155"/>
              <a:ext cx="430135" cy="328898"/>
              <a:chOff x="2931660" y="3913102"/>
              <a:chExt cx="430454" cy="328747"/>
            </a:xfrm>
          </p:grpSpPr>
          <p:sp>
            <p:nvSpPr>
              <p:cNvPr id="594" name="Google Shape;594;p18"/>
              <p:cNvSpPr/>
              <p:nvPr/>
            </p:nvSpPr>
            <p:spPr>
              <a:xfrm>
                <a:off x="2936425" y="3913102"/>
                <a:ext cx="425689" cy="328747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595" name="Google Shape;595;p18"/>
              <p:cNvCxnSpPr/>
              <p:nvPr/>
            </p:nvCxnSpPr>
            <p:spPr>
              <a:xfrm>
                <a:off x="2931660" y="4005215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6" name="Google Shape;596;p18"/>
              <p:cNvCxnSpPr/>
              <p:nvPr/>
            </p:nvCxnSpPr>
            <p:spPr>
              <a:xfrm>
                <a:off x="2931660" y="4067152"/>
                <a:ext cx="425689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97" name="Google Shape;597;p18"/>
              <p:cNvCxnSpPr>
                <a:stCxn id="594" idx="2"/>
              </p:cNvCxnSpPr>
              <p:nvPr/>
            </p:nvCxnSpPr>
            <p:spPr>
              <a:xfrm rot="10800000">
                <a:off x="3147770" y="4005149"/>
                <a:ext cx="1500" cy="236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98" name="Google Shape;598;p18"/>
            <p:cNvGrpSpPr/>
            <p:nvPr/>
          </p:nvGrpSpPr>
          <p:grpSpPr>
            <a:xfrm>
              <a:off x="2056656" y="4691836"/>
              <a:ext cx="674567" cy="519563"/>
              <a:chOff x="2932675" y="3913607"/>
              <a:chExt cx="429970" cy="328266"/>
            </a:xfrm>
          </p:grpSpPr>
          <p:sp>
            <p:nvSpPr>
              <p:cNvPr id="599" name="Google Shape;599;p18"/>
              <p:cNvSpPr/>
              <p:nvPr/>
            </p:nvSpPr>
            <p:spPr>
              <a:xfrm>
                <a:off x="2936722" y="3913607"/>
                <a:ext cx="425923" cy="328266"/>
              </a:xfrm>
              <a:prstGeom prst="rect">
                <a:avLst/>
              </a:prstGeom>
              <a:solidFill>
                <a:srgbClr val="FFFFFF"/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cxnSp>
            <p:nvCxnSpPr>
              <p:cNvPr id="600" name="Google Shape;600;p18"/>
              <p:cNvCxnSpPr/>
              <p:nvPr/>
            </p:nvCxnSpPr>
            <p:spPr>
              <a:xfrm>
                <a:off x="2932675" y="4004959"/>
                <a:ext cx="42491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1" name="Google Shape;601;p18"/>
              <p:cNvCxnSpPr/>
              <p:nvPr/>
            </p:nvCxnSpPr>
            <p:spPr>
              <a:xfrm>
                <a:off x="2932675" y="4069207"/>
                <a:ext cx="424911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02" name="Google Shape;602;p18"/>
              <p:cNvCxnSpPr>
                <a:stCxn id="599" idx="2"/>
              </p:cNvCxnSpPr>
              <p:nvPr/>
            </p:nvCxnSpPr>
            <p:spPr>
              <a:xfrm rot="10800000">
                <a:off x="3148784" y="4004873"/>
                <a:ext cx="900" cy="237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603" name="Google Shape;603;p18"/>
          <p:cNvGrpSpPr/>
          <p:nvPr/>
        </p:nvGrpSpPr>
        <p:grpSpPr>
          <a:xfrm>
            <a:off x="7605568" y="5890592"/>
            <a:ext cx="588962" cy="242888"/>
            <a:chOff x="1871277" y="1576300"/>
            <a:chExt cx="1128371" cy="437861"/>
          </a:xfrm>
        </p:grpSpPr>
        <p:sp>
          <p:nvSpPr>
            <p:cNvPr id="604" name="Google Shape;604;p18"/>
            <p:cNvSpPr/>
            <p:nvPr/>
          </p:nvSpPr>
          <p:spPr>
            <a:xfrm flipH="1" rot="10800000">
              <a:off x="1874317" y="1693636"/>
              <a:ext cx="1125331" cy="320525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05" name="Google Shape;605;p18"/>
            <p:cNvSpPr/>
            <p:nvPr/>
          </p:nvSpPr>
          <p:spPr>
            <a:xfrm>
              <a:off x="1871277" y="1739425"/>
              <a:ext cx="1128371" cy="117334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06" name="Google Shape;606;p18"/>
            <p:cNvSpPr/>
            <p:nvPr/>
          </p:nvSpPr>
          <p:spPr>
            <a:xfrm flipH="1" rot="10800000">
              <a:off x="1871277" y="1576300"/>
              <a:ext cx="1125331" cy="320525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07" name="Google Shape;607;p18"/>
            <p:cNvSpPr/>
            <p:nvPr/>
          </p:nvSpPr>
          <p:spPr>
            <a:xfrm>
              <a:off x="2160212" y="1673602"/>
              <a:ext cx="547458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08" name="Google Shape;608;p18"/>
            <p:cNvSpPr/>
            <p:nvPr/>
          </p:nvSpPr>
          <p:spPr>
            <a:xfrm>
              <a:off x="2102426" y="1633537"/>
              <a:ext cx="663033" cy="111612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18"/>
            <p:cNvSpPr/>
            <p:nvPr/>
          </p:nvSpPr>
          <p:spPr>
            <a:xfrm>
              <a:off x="2537350" y="1727978"/>
              <a:ext cx="243315" cy="97302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18"/>
            <p:cNvSpPr/>
            <p:nvPr/>
          </p:nvSpPr>
          <p:spPr>
            <a:xfrm>
              <a:off x="2090260" y="1730839"/>
              <a:ext cx="240272" cy="97302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1" name="Google Shape;611;p18"/>
            <p:cNvCxnSpPr>
              <a:endCxn id="606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612" name="Google Shape;612;p18"/>
            <p:cNvCxnSpPr/>
            <p:nvPr/>
          </p:nvCxnSpPr>
          <p:spPr>
            <a:xfrm rot="10800000">
              <a:off x="2996608" y="1733702"/>
              <a:ext cx="3040" cy="12305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613" name="Google Shape;613;p18"/>
          <p:cNvGrpSpPr/>
          <p:nvPr/>
        </p:nvGrpSpPr>
        <p:grpSpPr>
          <a:xfrm>
            <a:off x="6124430" y="5749305"/>
            <a:ext cx="588963" cy="242887"/>
            <a:chOff x="1871277" y="1576300"/>
            <a:chExt cx="1128371" cy="437861"/>
          </a:xfrm>
        </p:grpSpPr>
        <p:sp>
          <p:nvSpPr>
            <p:cNvPr id="614" name="Google Shape;614;p18"/>
            <p:cNvSpPr/>
            <p:nvPr/>
          </p:nvSpPr>
          <p:spPr>
            <a:xfrm flipH="1" rot="10800000">
              <a:off x="1874319" y="1693635"/>
              <a:ext cx="1125329" cy="32052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15" name="Google Shape;615;p18"/>
            <p:cNvSpPr/>
            <p:nvPr/>
          </p:nvSpPr>
          <p:spPr>
            <a:xfrm>
              <a:off x="1871277" y="1739424"/>
              <a:ext cx="1128371" cy="117336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16" name="Google Shape;616;p18"/>
            <p:cNvSpPr/>
            <p:nvPr/>
          </p:nvSpPr>
          <p:spPr>
            <a:xfrm flipH="1" rot="10800000">
              <a:off x="1871277" y="1576300"/>
              <a:ext cx="1125329" cy="320526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17" name="Google Shape;617;p18"/>
            <p:cNvSpPr/>
            <p:nvPr/>
          </p:nvSpPr>
          <p:spPr>
            <a:xfrm>
              <a:off x="2160214" y="1673603"/>
              <a:ext cx="547457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18" name="Google Shape;618;p18"/>
            <p:cNvSpPr/>
            <p:nvPr/>
          </p:nvSpPr>
          <p:spPr>
            <a:xfrm>
              <a:off x="2102426" y="1633537"/>
              <a:ext cx="663031" cy="11161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18"/>
            <p:cNvSpPr/>
            <p:nvPr/>
          </p:nvSpPr>
          <p:spPr>
            <a:xfrm>
              <a:off x="2537351" y="1727977"/>
              <a:ext cx="243314" cy="97303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18"/>
            <p:cNvSpPr/>
            <p:nvPr/>
          </p:nvSpPr>
          <p:spPr>
            <a:xfrm>
              <a:off x="2090260" y="1730839"/>
              <a:ext cx="240274" cy="97303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21" name="Google Shape;621;p18"/>
            <p:cNvCxnSpPr>
              <a:endCxn id="616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622" name="Google Shape;622;p18"/>
            <p:cNvCxnSpPr/>
            <p:nvPr/>
          </p:nvCxnSpPr>
          <p:spPr>
            <a:xfrm rot="10800000">
              <a:off x="2996606" y="1733700"/>
              <a:ext cx="3042" cy="1230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623" name="Google Shape;623;p18"/>
          <p:cNvGrpSpPr/>
          <p:nvPr/>
        </p:nvGrpSpPr>
        <p:grpSpPr>
          <a:xfrm>
            <a:off x="6916593" y="6209680"/>
            <a:ext cx="588962" cy="242887"/>
            <a:chOff x="1871277" y="1576300"/>
            <a:chExt cx="1128371" cy="437861"/>
          </a:xfrm>
        </p:grpSpPr>
        <p:sp>
          <p:nvSpPr>
            <p:cNvPr id="624" name="Google Shape;624;p18"/>
            <p:cNvSpPr/>
            <p:nvPr/>
          </p:nvSpPr>
          <p:spPr>
            <a:xfrm flipH="1" rot="10800000">
              <a:off x="1874317" y="1693635"/>
              <a:ext cx="1125331" cy="32052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25" name="Google Shape;625;p18"/>
            <p:cNvSpPr/>
            <p:nvPr/>
          </p:nvSpPr>
          <p:spPr>
            <a:xfrm>
              <a:off x="1871277" y="1739424"/>
              <a:ext cx="1128371" cy="117336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26" name="Google Shape;626;p18"/>
            <p:cNvSpPr/>
            <p:nvPr/>
          </p:nvSpPr>
          <p:spPr>
            <a:xfrm flipH="1" rot="10800000">
              <a:off x="1871277" y="1576300"/>
              <a:ext cx="1125331" cy="320526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27" name="Google Shape;627;p18"/>
            <p:cNvSpPr/>
            <p:nvPr/>
          </p:nvSpPr>
          <p:spPr>
            <a:xfrm>
              <a:off x="2160212" y="1673603"/>
              <a:ext cx="547458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28" name="Google Shape;628;p18"/>
            <p:cNvSpPr/>
            <p:nvPr/>
          </p:nvSpPr>
          <p:spPr>
            <a:xfrm>
              <a:off x="2102426" y="1633537"/>
              <a:ext cx="663033" cy="11161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18"/>
            <p:cNvSpPr/>
            <p:nvPr/>
          </p:nvSpPr>
          <p:spPr>
            <a:xfrm>
              <a:off x="2537350" y="1727977"/>
              <a:ext cx="243315" cy="97303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18"/>
            <p:cNvSpPr/>
            <p:nvPr/>
          </p:nvSpPr>
          <p:spPr>
            <a:xfrm>
              <a:off x="2090260" y="1730839"/>
              <a:ext cx="240272" cy="97303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31" name="Google Shape;631;p18"/>
            <p:cNvCxnSpPr>
              <a:endCxn id="626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632" name="Google Shape;632;p18"/>
            <p:cNvCxnSpPr/>
            <p:nvPr/>
          </p:nvCxnSpPr>
          <p:spPr>
            <a:xfrm rot="10800000">
              <a:off x="2996608" y="1733700"/>
              <a:ext cx="3040" cy="1230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633" name="Google Shape;633;p18"/>
          <p:cNvGrpSpPr/>
          <p:nvPr/>
        </p:nvGrpSpPr>
        <p:grpSpPr>
          <a:xfrm>
            <a:off x="5452918" y="6301755"/>
            <a:ext cx="588962" cy="242887"/>
            <a:chOff x="1871277" y="1576300"/>
            <a:chExt cx="1128371" cy="437861"/>
          </a:xfrm>
        </p:grpSpPr>
        <p:sp>
          <p:nvSpPr>
            <p:cNvPr id="634" name="Google Shape;634;p18"/>
            <p:cNvSpPr/>
            <p:nvPr/>
          </p:nvSpPr>
          <p:spPr>
            <a:xfrm flipH="1" rot="10800000">
              <a:off x="1874317" y="1693635"/>
              <a:ext cx="1125331" cy="320526"/>
            </a:xfrm>
            <a:prstGeom prst="ellipse">
              <a:avLst/>
            </a:prstGeom>
            <a:gradFill>
              <a:gsLst>
                <a:gs pos="0">
                  <a:srgbClr val="262699"/>
                </a:gs>
                <a:gs pos="52999">
                  <a:srgbClr val="8585E0"/>
                </a:gs>
                <a:gs pos="100000">
                  <a:srgbClr val="262699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35" name="Google Shape;635;p18"/>
            <p:cNvSpPr/>
            <p:nvPr/>
          </p:nvSpPr>
          <p:spPr>
            <a:xfrm>
              <a:off x="1871277" y="1739424"/>
              <a:ext cx="1128371" cy="117336"/>
            </a:xfrm>
            <a:prstGeom prst="rect">
              <a:avLst/>
            </a:prstGeom>
            <a:gradFill>
              <a:gsLst>
                <a:gs pos="0">
                  <a:srgbClr val="262699"/>
                </a:gs>
                <a:gs pos="52999">
                  <a:srgbClr val="8383E0"/>
                </a:gs>
                <a:gs pos="100000">
                  <a:srgbClr val="262699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36" name="Google Shape;636;p18"/>
            <p:cNvSpPr/>
            <p:nvPr/>
          </p:nvSpPr>
          <p:spPr>
            <a:xfrm flipH="1" rot="10800000">
              <a:off x="1871277" y="1576300"/>
              <a:ext cx="1125331" cy="320526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80808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37" name="Google Shape;637;p18"/>
            <p:cNvSpPr/>
            <p:nvPr/>
          </p:nvSpPr>
          <p:spPr>
            <a:xfrm>
              <a:off x="2160212" y="1673603"/>
              <a:ext cx="547458" cy="16026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8383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38" name="Google Shape;638;p18"/>
            <p:cNvSpPr/>
            <p:nvPr/>
          </p:nvSpPr>
          <p:spPr>
            <a:xfrm>
              <a:off x="2102426" y="1633537"/>
              <a:ext cx="663033" cy="11161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18"/>
            <p:cNvSpPr/>
            <p:nvPr/>
          </p:nvSpPr>
          <p:spPr>
            <a:xfrm>
              <a:off x="2537350" y="1727977"/>
              <a:ext cx="243315" cy="97303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18"/>
            <p:cNvSpPr/>
            <p:nvPr/>
          </p:nvSpPr>
          <p:spPr>
            <a:xfrm>
              <a:off x="2090260" y="1730839"/>
              <a:ext cx="240272" cy="97303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262699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41" name="Google Shape;641;p18"/>
            <p:cNvCxnSpPr>
              <a:endCxn id="636" idx="2"/>
            </p:cNvCxnSpPr>
            <p:nvPr/>
          </p:nvCxnSpPr>
          <p:spPr>
            <a:xfrm rot="10800000">
              <a:off x="1871277" y="1736563"/>
              <a:ext cx="3000" cy="1230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  <p:cxnSp>
          <p:nvCxnSpPr>
            <p:cNvPr id="642" name="Google Shape;642;p18"/>
            <p:cNvCxnSpPr/>
            <p:nvPr/>
          </p:nvCxnSpPr>
          <p:spPr>
            <a:xfrm rot="10800000">
              <a:off x="2996608" y="1733700"/>
              <a:ext cx="3040" cy="12306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40005" rotWithShape="0" algn="tl" dir="5400000" dist="19939">
                <a:srgbClr val="808080">
                  <a:alpha val="37647"/>
                </a:srgbClr>
              </a:outerShdw>
            </a:effectLst>
          </p:spPr>
        </p:cxnSp>
      </p:grpSp>
      <p:grpSp>
        <p:nvGrpSpPr>
          <p:cNvPr id="643" name="Google Shape;643;p18"/>
          <p:cNvGrpSpPr/>
          <p:nvPr/>
        </p:nvGrpSpPr>
        <p:grpSpPr>
          <a:xfrm>
            <a:off x="4494068" y="2167905"/>
            <a:ext cx="3598862" cy="493712"/>
            <a:chOff x="2704632" y="2011398"/>
            <a:chExt cx="3598520" cy="493919"/>
          </a:xfrm>
        </p:grpSpPr>
        <p:sp>
          <p:nvSpPr>
            <p:cNvPr id="644" name="Google Shape;644;p18"/>
            <p:cNvSpPr/>
            <p:nvPr/>
          </p:nvSpPr>
          <p:spPr>
            <a:xfrm>
              <a:off x="2722092" y="2011398"/>
              <a:ext cx="3581060" cy="492331"/>
            </a:xfrm>
            <a:prstGeom prst="ellipse">
              <a:avLst/>
            </a:prstGeom>
            <a:solidFill>
              <a:srgbClr val="FFFFFF">
                <a:alpha val="4196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45" name="Google Shape;645;p18"/>
            <p:cNvSpPr/>
            <p:nvPr/>
          </p:nvSpPr>
          <p:spPr>
            <a:xfrm>
              <a:off x="2704632" y="2012986"/>
              <a:ext cx="3581060" cy="492331"/>
            </a:xfrm>
            <a:prstGeom prst="ellipse">
              <a:avLst/>
            </a:prstGeom>
            <a:solidFill>
              <a:srgbClr val="CC0000">
                <a:alpha val="41960"/>
              </a:srgbClr>
            </a:solidFill>
            <a:ln cap="flat" cmpd="sng" w="9525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646" name="Google Shape;646;p18"/>
            <p:cNvSpPr txBox="1"/>
            <p:nvPr/>
          </p:nvSpPr>
          <p:spPr>
            <a:xfrm>
              <a:off x="3452664" y="2127167"/>
              <a:ext cx="2057700" cy="2961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1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Remote Controller</a:t>
              </a:r>
              <a:endParaRPr/>
            </a:p>
          </p:txBody>
        </p:sp>
      </p:grpSp>
      <p:grpSp>
        <p:nvGrpSpPr>
          <p:cNvPr id="647" name="Google Shape;647;p18"/>
          <p:cNvGrpSpPr/>
          <p:nvPr/>
        </p:nvGrpSpPr>
        <p:grpSpPr>
          <a:xfrm>
            <a:off x="3674918" y="4177680"/>
            <a:ext cx="5095875" cy="822325"/>
            <a:chOff x="3674918" y="4177680"/>
            <a:chExt cx="5095875" cy="822325"/>
          </a:xfrm>
        </p:grpSpPr>
        <p:grpSp>
          <p:nvGrpSpPr>
            <p:cNvPr id="648" name="Google Shape;648;p18"/>
            <p:cNvGrpSpPr/>
            <p:nvPr/>
          </p:nvGrpSpPr>
          <p:grpSpPr>
            <a:xfrm>
              <a:off x="3674918" y="4177680"/>
              <a:ext cx="923925" cy="406399"/>
              <a:chOff x="2705100" y="2011480"/>
              <a:chExt cx="3598690" cy="494427"/>
            </a:xfrm>
          </p:grpSpPr>
          <p:sp>
            <p:nvSpPr>
              <p:cNvPr id="649" name="Google Shape;649;p18"/>
              <p:cNvSpPr/>
              <p:nvPr/>
            </p:nvSpPr>
            <p:spPr>
              <a:xfrm>
                <a:off x="2723648" y="2011480"/>
                <a:ext cx="3580142" cy="492496"/>
              </a:xfrm>
              <a:prstGeom prst="ellipse">
                <a:avLst/>
              </a:prstGeom>
              <a:solidFill>
                <a:srgbClr val="FFFFFF">
                  <a:alpha val="4196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50" name="Google Shape;650;p18"/>
              <p:cNvSpPr/>
              <p:nvPr/>
            </p:nvSpPr>
            <p:spPr>
              <a:xfrm>
                <a:off x="2705100" y="2013410"/>
                <a:ext cx="3580138" cy="492497"/>
              </a:xfrm>
              <a:prstGeom prst="ellipse">
                <a:avLst/>
              </a:prstGeom>
              <a:solidFill>
                <a:srgbClr val="CC0000">
                  <a:alpha val="41960"/>
                </a:srgbClr>
              </a:solidFill>
              <a:ln cap="flat" cmpd="sng" w="9525">
                <a:solidFill>
                  <a:srgbClr val="CC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51" name="Google Shape;651;p18"/>
              <p:cNvSpPr txBox="1"/>
              <p:nvPr/>
            </p:nvSpPr>
            <p:spPr>
              <a:xfrm>
                <a:off x="3901810" y="2127167"/>
                <a:ext cx="1159411" cy="2961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1944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/>
              </a:p>
            </p:txBody>
          </p:sp>
        </p:grpSp>
        <p:grpSp>
          <p:nvGrpSpPr>
            <p:cNvPr id="652" name="Google Shape;652;p18"/>
            <p:cNvGrpSpPr/>
            <p:nvPr/>
          </p:nvGrpSpPr>
          <p:grpSpPr>
            <a:xfrm>
              <a:off x="5338618" y="4714256"/>
              <a:ext cx="463550" cy="285749"/>
              <a:chOff x="3558760" y="4573304"/>
              <a:chExt cx="463506" cy="285869"/>
            </a:xfrm>
          </p:grpSpPr>
          <p:grpSp>
            <p:nvGrpSpPr>
              <p:cNvPr id="653" name="Google Shape;653;p18"/>
              <p:cNvGrpSpPr/>
              <p:nvPr/>
            </p:nvGrpSpPr>
            <p:grpSpPr>
              <a:xfrm>
                <a:off x="3558760" y="4578067"/>
                <a:ext cx="463506" cy="262048"/>
                <a:chOff x="3558760" y="4578067"/>
                <a:chExt cx="463506" cy="262048"/>
              </a:xfrm>
            </p:grpSpPr>
            <p:sp>
              <p:nvSpPr>
                <p:cNvPr id="654" name="Google Shape;654;p18"/>
                <p:cNvSpPr/>
                <p:nvPr/>
              </p:nvSpPr>
              <p:spPr>
                <a:xfrm>
                  <a:off x="3573046" y="4578067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55" name="Google Shape;655;p18"/>
                <p:cNvSpPr/>
                <p:nvPr/>
              </p:nvSpPr>
              <p:spPr>
                <a:xfrm>
                  <a:off x="3558760" y="4587596"/>
                  <a:ext cx="463506" cy="252519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656" name="Google Shape;656;p18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7" name="Google Shape;657;p18"/>
            <p:cNvGrpSpPr/>
            <p:nvPr/>
          </p:nvGrpSpPr>
          <p:grpSpPr>
            <a:xfrm>
              <a:off x="6119668" y="4712138"/>
              <a:ext cx="463550" cy="285749"/>
              <a:chOff x="3559588" y="4573304"/>
              <a:chExt cx="463506" cy="285869"/>
            </a:xfrm>
          </p:grpSpPr>
          <p:grpSp>
            <p:nvGrpSpPr>
              <p:cNvPr id="658" name="Google Shape;658;p18"/>
              <p:cNvGrpSpPr/>
              <p:nvPr/>
            </p:nvGrpSpPr>
            <p:grpSpPr>
              <a:xfrm>
                <a:off x="3559588" y="4581775"/>
                <a:ext cx="463506" cy="258870"/>
                <a:chOff x="3559588" y="4581775"/>
                <a:chExt cx="463506" cy="258870"/>
              </a:xfrm>
            </p:grpSpPr>
            <p:sp>
              <p:nvSpPr>
                <p:cNvPr id="659" name="Google Shape;659;p18"/>
                <p:cNvSpPr/>
                <p:nvPr/>
              </p:nvSpPr>
              <p:spPr>
                <a:xfrm>
                  <a:off x="3573874" y="4581775"/>
                  <a:ext cx="439696" cy="257283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60" name="Google Shape;660;p18"/>
                <p:cNvSpPr/>
                <p:nvPr/>
              </p:nvSpPr>
              <p:spPr>
                <a:xfrm>
                  <a:off x="3559588" y="4591304"/>
                  <a:ext cx="463506" cy="249341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661" name="Google Shape;661;p18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62" name="Google Shape;662;p18"/>
            <p:cNvGrpSpPr/>
            <p:nvPr/>
          </p:nvGrpSpPr>
          <p:grpSpPr>
            <a:xfrm>
              <a:off x="7319818" y="4710021"/>
              <a:ext cx="463550" cy="285749"/>
              <a:chOff x="3559368" y="4573304"/>
              <a:chExt cx="463506" cy="285869"/>
            </a:xfrm>
          </p:grpSpPr>
          <p:grpSp>
            <p:nvGrpSpPr>
              <p:cNvPr id="663" name="Google Shape;663;p18"/>
              <p:cNvGrpSpPr/>
              <p:nvPr/>
            </p:nvGrpSpPr>
            <p:grpSpPr>
              <a:xfrm>
                <a:off x="3559368" y="4577540"/>
                <a:ext cx="463506" cy="262047"/>
                <a:chOff x="3559368" y="4577540"/>
                <a:chExt cx="463506" cy="262047"/>
              </a:xfrm>
            </p:grpSpPr>
            <p:sp>
              <p:nvSpPr>
                <p:cNvPr id="664" name="Google Shape;664;p18"/>
                <p:cNvSpPr/>
                <p:nvPr/>
              </p:nvSpPr>
              <p:spPr>
                <a:xfrm>
                  <a:off x="3573654" y="4577540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65" name="Google Shape;665;p18"/>
                <p:cNvSpPr/>
                <p:nvPr/>
              </p:nvSpPr>
              <p:spPr>
                <a:xfrm>
                  <a:off x="3559368" y="4587069"/>
                  <a:ext cx="463506" cy="252518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666" name="Google Shape;666;p18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67" name="Google Shape;667;p18"/>
            <p:cNvGrpSpPr/>
            <p:nvPr/>
          </p:nvGrpSpPr>
          <p:grpSpPr>
            <a:xfrm>
              <a:off x="8307243" y="4707904"/>
              <a:ext cx="463550" cy="285749"/>
              <a:chOff x="3558912" y="4573304"/>
              <a:chExt cx="463506" cy="285869"/>
            </a:xfrm>
          </p:grpSpPr>
          <p:grpSp>
            <p:nvGrpSpPr>
              <p:cNvPr id="668" name="Google Shape;668;p18"/>
              <p:cNvGrpSpPr/>
              <p:nvPr/>
            </p:nvGrpSpPr>
            <p:grpSpPr>
              <a:xfrm>
                <a:off x="3558912" y="4578069"/>
                <a:ext cx="463506" cy="262048"/>
                <a:chOff x="3558912" y="4578069"/>
                <a:chExt cx="463506" cy="262048"/>
              </a:xfrm>
            </p:grpSpPr>
            <p:sp>
              <p:nvSpPr>
                <p:cNvPr id="669" name="Google Shape;669;p18"/>
                <p:cNvSpPr/>
                <p:nvPr/>
              </p:nvSpPr>
              <p:spPr>
                <a:xfrm>
                  <a:off x="3573198" y="4578069"/>
                  <a:ext cx="439696" cy="260459"/>
                </a:xfrm>
                <a:prstGeom prst="ellipse">
                  <a:avLst/>
                </a:prstGeom>
                <a:solidFill>
                  <a:srgbClr val="FFFFFF">
                    <a:alpha val="4196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  <p:sp>
              <p:nvSpPr>
                <p:cNvPr id="670" name="Google Shape;670;p18"/>
                <p:cNvSpPr/>
                <p:nvPr/>
              </p:nvSpPr>
              <p:spPr>
                <a:xfrm>
                  <a:off x="3558912" y="4587598"/>
                  <a:ext cx="463506" cy="252519"/>
                </a:xfrm>
                <a:prstGeom prst="ellipse">
                  <a:avLst/>
                </a:prstGeom>
                <a:solidFill>
                  <a:srgbClr val="CC0000">
                    <a:alpha val="41960"/>
                  </a:srgbClr>
                </a:solidFill>
                <a:ln cap="flat" cmpd="sng" w="9525">
                  <a:solidFill>
                    <a:srgbClr val="CC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Gill Sans"/>
                    <a:ea typeface="Gill Sans"/>
                    <a:cs typeface="Gill Sans"/>
                    <a:sym typeface="Gill Sans"/>
                  </a:endParaRPr>
                </a:p>
              </p:txBody>
            </p:sp>
          </p:grpSp>
          <p:sp>
            <p:nvSpPr>
              <p:cNvPr id="671" name="Google Shape;671;p18"/>
              <p:cNvSpPr txBox="1"/>
              <p:nvPr/>
            </p:nvSpPr>
            <p:spPr>
              <a:xfrm>
                <a:off x="3565935" y="4573304"/>
                <a:ext cx="434071" cy="285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535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</a:t>
                </a:r>
                <a:endParaRPr b="0" i="0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72" name="Google Shape;672;p18"/>
          <p:cNvGrpSpPr/>
          <p:nvPr/>
        </p:nvGrpSpPr>
        <p:grpSpPr>
          <a:xfrm>
            <a:off x="2687493" y="5474667"/>
            <a:ext cx="2698750" cy="903288"/>
            <a:chOff x="938213" y="5237163"/>
            <a:chExt cx="2698750" cy="903287"/>
          </a:xfrm>
        </p:grpSpPr>
        <p:cxnSp>
          <p:nvCxnSpPr>
            <p:cNvPr id="673" name="Google Shape;673;p18"/>
            <p:cNvCxnSpPr/>
            <p:nvPr/>
          </p:nvCxnSpPr>
          <p:spPr>
            <a:xfrm flipH="1">
              <a:off x="1282700" y="5802312"/>
              <a:ext cx="1508125" cy="158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74" name="Google Shape;674;p18"/>
            <p:cNvSpPr txBox="1"/>
            <p:nvPr/>
          </p:nvSpPr>
          <p:spPr>
            <a:xfrm>
              <a:off x="3198813" y="5473700"/>
              <a:ext cx="263525" cy="27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675" name="Google Shape;675;p18"/>
            <p:cNvSpPr txBox="1"/>
            <p:nvPr/>
          </p:nvSpPr>
          <p:spPr>
            <a:xfrm>
              <a:off x="3373438" y="5761038"/>
              <a:ext cx="263525" cy="27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grpSp>
          <p:nvGrpSpPr>
            <p:cNvPr id="676" name="Google Shape;676;p18"/>
            <p:cNvGrpSpPr/>
            <p:nvPr/>
          </p:nvGrpSpPr>
          <p:grpSpPr>
            <a:xfrm>
              <a:off x="938213" y="5237163"/>
              <a:ext cx="1616075" cy="487362"/>
              <a:chOff x="-4079003" y="2717403"/>
              <a:chExt cx="1616718" cy="488475"/>
            </a:xfrm>
          </p:grpSpPr>
          <p:sp>
            <p:nvSpPr>
              <p:cNvPr id="677" name="Google Shape;677;p18"/>
              <p:cNvSpPr/>
              <p:nvPr/>
            </p:nvSpPr>
            <p:spPr>
              <a:xfrm>
                <a:off x="-4079003" y="2985994"/>
                <a:ext cx="1281675" cy="208750"/>
              </a:xfrm>
              <a:prstGeom prst="rect">
                <a:avLst/>
              </a:prstGeom>
              <a:solidFill>
                <a:srgbClr val="3333CC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78" name="Google Shape;678;p18"/>
              <p:cNvCxnSpPr/>
              <p:nvPr/>
            </p:nvCxnSpPr>
            <p:spPr>
              <a:xfrm>
                <a:off x="-2933828" y="3101502"/>
                <a:ext cx="471543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3333CC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679" name="Google Shape;679;p18"/>
              <p:cNvSpPr/>
              <p:nvPr/>
            </p:nvSpPr>
            <p:spPr>
              <a:xfrm>
                <a:off x="-3377007" y="2988777"/>
                <a:ext cx="476861" cy="210142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" name="Google Shape;680;p18"/>
              <p:cNvSpPr txBox="1"/>
              <p:nvPr/>
            </p:nvSpPr>
            <p:spPr>
              <a:xfrm>
                <a:off x="-3430189" y="2965119"/>
                <a:ext cx="581451" cy="2407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0111</a:t>
                </a:r>
                <a:endParaRPr/>
              </a:p>
            </p:txBody>
          </p:sp>
          <p:cxnSp>
            <p:nvCxnSpPr>
              <p:cNvPr id="681" name="Google Shape;681;p18"/>
              <p:cNvCxnSpPr/>
              <p:nvPr/>
            </p:nvCxnSpPr>
            <p:spPr>
              <a:xfrm>
                <a:off x="-3621642" y="2717403"/>
                <a:ext cx="405953" cy="3006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682" name="Google Shape;682;p18"/>
            <p:cNvSpPr/>
            <p:nvPr/>
          </p:nvSpPr>
          <p:spPr>
            <a:xfrm>
              <a:off x="2493963" y="5668963"/>
              <a:ext cx="982662" cy="233362"/>
            </a:xfrm>
            <a:custGeom>
              <a:rect b="b" l="l" r="r" t="t"/>
              <a:pathLst>
                <a:path extrusionOk="0" h="167" w="554">
                  <a:moveTo>
                    <a:pt x="0" y="10"/>
                  </a:moveTo>
                  <a:cubicBezTo>
                    <a:pt x="102" y="0"/>
                    <a:pt x="240" y="5"/>
                    <a:pt x="324" y="26"/>
                  </a:cubicBezTo>
                  <a:cubicBezTo>
                    <a:pt x="416" y="52"/>
                    <a:pt x="502" y="120"/>
                    <a:pt x="554" y="167"/>
                  </a:cubicBezTo>
                </a:path>
              </a:pathLst>
            </a:custGeom>
            <a:noFill/>
            <a:ln cap="flat" cmpd="sng" w="57150">
              <a:solidFill>
                <a:srgbClr val="FF3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3" name="Google Shape;683;p18"/>
            <p:cNvGrpSpPr/>
            <p:nvPr/>
          </p:nvGrpSpPr>
          <p:grpSpPr>
            <a:xfrm>
              <a:off x="2714625" y="5659438"/>
              <a:ext cx="565150" cy="293688"/>
              <a:chOff x="1871277" y="1576300"/>
              <a:chExt cx="1128371" cy="437862"/>
            </a:xfrm>
          </p:grpSpPr>
          <p:sp>
            <p:nvSpPr>
              <p:cNvPr id="684" name="Google Shape;684;p18"/>
              <p:cNvSpPr/>
              <p:nvPr/>
            </p:nvSpPr>
            <p:spPr>
              <a:xfrm flipH="1" rot="10800000">
                <a:off x="1874448" y="1694641"/>
                <a:ext cx="1125200" cy="319521"/>
              </a:xfrm>
              <a:prstGeom prst="ellipse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585E0"/>
                  </a:gs>
                  <a:gs pos="100000">
                    <a:srgbClr val="262699"/>
                  </a:gs>
                </a:gsLst>
                <a:lin ang="0" scaled="0"/>
              </a:gra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80808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85" name="Google Shape;685;p18"/>
              <p:cNvSpPr/>
              <p:nvPr/>
            </p:nvSpPr>
            <p:spPr>
              <a:xfrm>
                <a:off x="1871277" y="1739611"/>
                <a:ext cx="1128371" cy="115973"/>
              </a:xfrm>
              <a:prstGeom prst="rect">
                <a:avLst/>
              </a:prstGeom>
              <a:gradFill>
                <a:gsLst>
                  <a:gs pos="0">
                    <a:srgbClr val="262699"/>
                  </a:gs>
                  <a:gs pos="52999">
                    <a:srgbClr val="8383E0"/>
                  </a:gs>
                  <a:gs pos="100000">
                    <a:srgbClr val="262699"/>
                  </a:gs>
                </a:gsLst>
                <a:lin ang="108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86" name="Google Shape;686;p18"/>
              <p:cNvSpPr/>
              <p:nvPr/>
            </p:nvSpPr>
            <p:spPr>
              <a:xfrm flipH="1" rot="10800000">
                <a:off x="1871277" y="1576300"/>
                <a:ext cx="1125202" cy="319521"/>
              </a:xfrm>
              <a:prstGeom prst="ellipse">
                <a:avLst/>
              </a:prstGeom>
              <a:solidFill>
                <a:srgbClr val="BFBFBF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  <a:effectLst>
                <a:outerShdw blurRad="40000" rotWithShape="0" dir="5400000" dist="23000">
                  <a:srgbClr val="80808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87" name="Google Shape;687;p18"/>
              <p:cNvSpPr/>
              <p:nvPr/>
            </p:nvSpPr>
            <p:spPr>
              <a:xfrm>
                <a:off x="2159710" y="1673340"/>
                <a:ext cx="548337" cy="160944"/>
              </a:xfrm>
              <a:custGeom>
                <a:rect b="b" l="l" r="r" t="t"/>
                <a:pathLst>
                  <a:path extrusionOk="0" h="1321259" w="3076069">
                    <a:moveTo>
                      <a:pt x="1537780" y="750825"/>
                    </a:moveTo>
                    <a:lnTo>
                      <a:pt x="313981" y="1321259"/>
                    </a:lnTo>
                    <a:lnTo>
                      <a:pt x="0" y="1228607"/>
                    </a:lnTo>
                    <a:lnTo>
                      <a:pt x="962613" y="837478"/>
                    </a:lnTo>
                    <a:lnTo>
                      <a:pt x="935005" y="450949"/>
                    </a:lnTo>
                    <a:lnTo>
                      <a:pt x="212596" y="119640"/>
                    </a:lnTo>
                    <a:lnTo>
                      <a:pt x="456466" y="50617"/>
                    </a:lnTo>
                    <a:lnTo>
                      <a:pt x="1528577" y="501566"/>
                    </a:lnTo>
                    <a:lnTo>
                      <a:pt x="2623695" y="0"/>
                    </a:lnTo>
                    <a:lnTo>
                      <a:pt x="2927383" y="96632"/>
                    </a:lnTo>
                    <a:lnTo>
                      <a:pt x="2131352" y="432543"/>
                    </a:lnTo>
                    <a:lnTo>
                      <a:pt x="2292399" y="920305"/>
                    </a:lnTo>
                    <a:lnTo>
                      <a:pt x="3076069" y="1228607"/>
                    </a:lnTo>
                    <a:lnTo>
                      <a:pt x="2808172" y="1316375"/>
                    </a:lnTo>
                    <a:lnTo>
                      <a:pt x="1537780" y="750825"/>
                    </a:lnTo>
                    <a:close/>
                  </a:path>
                </a:pathLst>
              </a:custGeom>
              <a:solidFill>
                <a:srgbClr val="8383E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endParaRPr>
              </a:p>
            </p:txBody>
          </p:sp>
          <p:sp>
            <p:nvSpPr>
              <p:cNvPr id="688" name="Google Shape;688;p18"/>
              <p:cNvSpPr/>
              <p:nvPr/>
            </p:nvSpPr>
            <p:spPr>
              <a:xfrm>
                <a:off x="2102657" y="1633104"/>
                <a:ext cx="662442" cy="111241"/>
              </a:xfrm>
              <a:custGeom>
                <a:rect b="b" l="l" r="r" t="t"/>
                <a:pathLst>
                  <a:path extrusionOk="0" h="932950" w="3723451">
                    <a:moveTo>
                      <a:pt x="0" y="228246"/>
                    </a:moveTo>
                    <a:lnTo>
                      <a:pt x="655168" y="2690"/>
                    </a:lnTo>
                    <a:lnTo>
                      <a:pt x="1855778" y="520562"/>
                    </a:lnTo>
                    <a:lnTo>
                      <a:pt x="3001174" y="0"/>
                    </a:lnTo>
                    <a:lnTo>
                      <a:pt x="3723451" y="207149"/>
                    </a:lnTo>
                    <a:lnTo>
                      <a:pt x="3186079" y="461874"/>
                    </a:lnTo>
                    <a:lnTo>
                      <a:pt x="3013067" y="393200"/>
                    </a:lnTo>
                    <a:lnTo>
                      <a:pt x="1876873" y="932950"/>
                    </a:lnTo>
                    <a:lnTo>
                      <a:pt x="711613" y="413055"/>
                    </a:lnTo>
                    <a:lnTo>
                      <a:pt x="523214" y="469166"/>
                    </a:lnTo>
                    <a:lnTo>
                      <a:pt x="0" y="228246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9" name="Google Shape;689;p18"/>
              <p:cNvSpPr/>
              <p:nvPr/>
            </p:nvSpPr>
            <p:spPr>
              <a:xfrm>
                <a:off x="2536889" y="1727776"/>
                <a:ext cx="244059" cy="97040"/>
              </a:xfrm>
              <a:custGeom>
                <a:rect b="b" l="l" r="r" t="t"/>
                <a:pathLst>
                  <a:path extrusionOk="0" h="809868" w="1366596">
                    <a:moveTo>
                      <a:pt x="0" y="0"/>
                    </a:moveTo>
                    <a:lnTo>
                      <a:pt x="1366596" y="625807"/>
                    </a:lnTo>
                    <a:lnTo>
                      <a:pt x="865050" y="809868"/>
                    </a:lnTo>
                    <a:lnTo>
                      <a:pt x="4601" y="427942"/>
                    </a:lnTo>
                    <a:cubicBezTo>
                      <a:pt x="-1535" y="105836"/>
                      <a:pt x="1534" y="142647"/>
                      <a:pt x="0" y="0"/>
                    </a:cubicBez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0" name="Google Shape;690;p18"/>
              <p:cNvSpPr/>
              <p:nvPr/>
            </p:nvSpPr>
            <p:spPr>
              <a:xfrm>
                <a:off x="2089979" y="1730144"/>
                <a:ext cx="240888" cy="97039"/>
              </a:xfrm>
              <a:custGeom>
                <a:rect b="b" l="l" r="r" t="t"/>
                <a:pathLst>
                  <a:path extrusionOk="0" h="791462" w="1348191">
                    <a:moveTo>
                      <a:pt x="1329786" y="0"/>
                    </a:moveTo>
                    <a:lnTo>
                      <a:pt x="1348191" y="381926"/>
                    </a:lnTo>
                    <a:lnTo>
                      <a:pt x="487742" y="791462"/>
                    </a:lnTo>
                    <a:lnTo>
                      <a:pt x="0" y="612002"/>
                    </a:lnTo>
                    <a:lnTo>
                      <a:pt x="1329786" y="0"/>
                    </a:lnTo>
                    <a:close/>
                  </a:path>
                </a:pathLst>
              </a:custGeom>
              <a:solidFill>
                <a:srgbClr val="262699"/>
              </a:solidFill>
              <a:ln>
                <a:noFill/>
              </a:ln>
              <a:effectLst>
                <a:outerShdw blurRad="40000" rotWithShape="0" dir="5400000" dist="23000">
                  <a:srgbClr val="000000">
                    <a:alpha val="34901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91" name="Google Shape;691;p18"/>
              <p:cNvCxnSpPr>
                <a:endCxn id="686" idx="2"/>
              </p:cNvCxnSpPr>
              <p:nvPr/>
            </p:nvCxnSpPr>
            <p:spPr>
              <a:xfrm rot="10800000">
                <a:off x="1871277" y="1736061"/>
                <a:ext cx="3300" cy="123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5" rotWithShape="0" algn="tl" dir="5400000" dist="19939">
                  <a:srgbClr val="808080">
                    <a:alpha val="37647"/>
                  </a:srgbClr>
                </a:outerShdw>
              </a:effectLst>
            </p:spPr>
          </p:cxnSp>
          <p:cxnSp>
            <p:nvCxnSpPr>
              <p:cNvPr id="692" name="Google Shape;692;p18"/>
              <p:cNvCxnSpPr/>
              <p:nvPr/>
            </p:nvCxnSpPr>
            <p:spPr>
              <a:xfrm rot="10800000">
                <a:off x="2996479" y="1734878"/>
                <a:ext cx="3169" cy="12307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  <a:effectLst>
                <a:outerShdw blurRad="40005" rotWithShape="0" algn="tl" dir="5400000" dist="19939">
                  <a:srgbClr val="808080">
                    <a:alpha val="37647"/>
                  </a:srgbClr>
                </a:outerShdw>
              </a:effectLst>
            </p:spPr>
          </p:cxnSp>
        </p:grpSp>
        <p:sp>
          <p:nvSpPr>
            <p:cNvPr id="693" name="Google Shape;693;p18"/>
            <p:cNvSpPr txBox="1"/>
            <p:nvPr/>
          </p:nvSpPr>
          <p:spPr>
            <a:xfrm>
              <a:off x="3068638" y="5862638"/>
              <a:ext cx="261937" cy="277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694" name="Google Shape;694;p18"/>
          <p:cNvSpPr txBox="1"/>
          <p:nvPr/>
        </p:nvSpPr>
        <p:spPr>
          <a:xfrm>
            <a:off x="1946130" y="4850780"/>
            <a:ext cx="199231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values in arriving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packet header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5" name="Google Shape;695;p18"/>
          <p:cNvGrpSpPr/>
          <p:nvPr/>
        </p:nvGrpSpPr>
        <p:grpSpPr>
          <a:xfrm>
            <a:off x="4377459" y="2912289"/>
            <a:ext cx="4051268" cy="2367063"/>
            <a:chOff x="-3855475" y="3644638"/>
            <a:chExt cx="4051268" cy="2367866"/>
          </a:xfrm>
        </p:grpSpPr>
        <p:cxnSp>
          <p:nvCxnSpPr>
            <p:cNvPr id="696" name="Google Shape;696;p18"/>
            <p:cNvCxnSpPr/>
            <p:nvPr/>
          </p:nvCxnSpPr>
          <p:spPr>
            <a:xfrm>
              <a:off x="-3855475" y="3664699"/>
              <a:ext cx="0" cy="2094800"/>
            </a:xfrm>
            <a:prstGeom prst="straightConnector1">
              <a:avLst/>
            </a:prstGeom>
            <a:noFill/>
            <a:ln cap="flat" cmpd="sng" w="12700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97" name="Google Shape;697;p18"/>
            <p:cNvCxnSpPr/>
            <p:nvPr/>
          </p:nvCxnSpPr>
          <p:spPr>
            <a:xfrm>
              <a:off x="-2818087" y="3658010"/>
              <a:ext cx="0" cy="2354494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698" name="Google Shape;698;p18"/>
            <p:cNvCxnSpPr/>
            <p:nvPr/>
          </p:nvCxnSpPr>
          <p:spPr>
            <a:xfrm>
              <a:off x="-2006679" y="3655204"/>
              <a:ext cx="31396" cy="2331351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699" name="Google Shape;699;p18"/>
            <p:cNvCxnSpPr/>
            <p:nvPr/>
          </p:nvCxnSpPr>
          <p:spPr>
            <a:xfrm>
              <a:off x="-817641" y="3644638"/>
              <a:ext cx="0" cy="2364624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  <p:cxnSp>
          <p:nvCxnSpPr>
            <p:cNvPr id="700" name="Google Shape;700;p18"/>
            <p:cNvCxnSpPr/>
            <p:nvPr/>
          </p:nvCxnSpPr>
          <p:spPr>
            <a:xfrm>
              <a:off x="195792" y="3690049"/>
              <a:ext cx="1" cy="2311566"/>
            </a:xfrm>
            <a:prstGeom prst="straightConnector1">
              <a:avLst/>
            </a:prstGeom>
            <a:noFill/>
            <a:ln cap="flat" cmpd="sng" w="9525">
              <a:solidFill>
                <a:srgbClr val="CC0000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808080">
                  <a:alpha val="37647"/>
                </a:srgbClr>
              </a:outerShdw>
            </a:effectLst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661" y="2398630"/>
            <a:ext cx="5397500" cy="356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1851" y="2296412"/>
            <a:ext cx="4742783" cy="35148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8" name="Google Shape;708;p19"/>
          <p:cNvCxnSpPr/>
          <p:nvPr/>
        </p:nvCxnSpPr>
        <p:spPr>
          <a:xfrm flipH="1">
            <a:off x="5438273" y="2101516"/>
            <a:ext cx="1027160" cy="3769895"/>
          </a:xfrm>
          <a:prstGeom prst="straightConnector1">
            <a:avLst/>
          </a:prstGeom>
          <a:noFill/>
          <a:ln cap="flat" cmpd="sng" w="635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09" name="Google Shape;709;p19"/>
          <p:cNvSpPr txBox="1"/>
          <p:nvPr>
            <p:ph type="title"/>
          </p:nvPr>
        </p:nvSpPr>
        <p:spPr>
          <a:xfrm>
            <a:off x="1143000" y="1193944"/>
            <a:ext cx="43434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lang="en-US" sz="4800"/>
              <a:t>Per-router control plane</a:t>
            </a:r>
            <a:endParaRPr/>
          </a:p>
        </p:txBody>
      </p:sp>
      <p:sp>
        <p:nvSpPr>
          <p:cNvPr id="710" name="Google Shape;710;p19"/>
          <p:cNvSpPr txBox="1"/>
          <p:nvPr/>
        </p:nvSpPr>
        <p:spPr>
          <a:xfrm>
            <a:off x="7102642" y="1057586"/>
            <a:ext cx="4511842" cy="11562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20"/>
          <p:cNvSpPr txBox="1"/>
          <p:nvPr>
            <p:ph type="title"/>
          </p:nvPr>
        </p:nvSpPr>
        <p:spPr>
          <a:xfrm>
            <a:off x="580529" y="650420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lang="en-US" sz="6000"/>
              <a:t>Network Layer:</a:t>
            </a:r>
            <a:br>
              <a:rPr lang="en-US" sz="6000"/>
            </a:br>
            <a:r>
              <a:rPr lang="en-US" sz="6000"/>
              <a:t>Data Plane</a:t>
            </a:r>
            <a:endParaRPr sz="6000"/>
          </a:p>
        </p:txBody>
      </p:sp>
      <p:grpSp>
        <p:nvGrpSpPr>
          <p:cNvPr id="717" name="Google Shape;717;p20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718" name="Google Shape;71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9" name="Google Shape;719;p20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720" name="Google Shape;720;p20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721" name="Google Shape;721;p2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22" name="Google Shape;722;p20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23" name="Google Shape;723;p20"/>
          <p:cNvGrpSpPr/>
          <p:nvPr/>
        </p:nvGrpSpPr>
        <p:grpSpPr>
          <a:xfrm>
            <a:off x="706121" y="6088211"/>
            <a:ext cx="6892924" cy="461665"/>
            <a:chOff x="731521" y="6141551"/>
            <a:chExt cx="6892924" cy="461665"/>
          </a:xfrm>
        </p:grpSpPr>
        <p:sp>
          <p:nvSpPr>
            <p:cNvPr id="724" name="Google Shape;724;p20"/>
            <p:cNvSpPr txBox="1"/>
            <p:nvPr/>
          </p:nvSpPr>
          <p:spPr>
            <a:xfrm>
              <a:off x="731521" y="6141551"/>
              <a:ext cx="689292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Video:     2020, J.F. Kurose, All Rights Reserved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Powerpoint:    1996-2020, J.F. Kurose, K.W. Ross, All Rights Reserved</a:t>
              </a:r>
              <a:endParaRPr/>
            </a:p>
          </p:txBody>
        </p:sp>
        <p:grpSp>
          <p:nvGrpSpPr>
            <p:cNvPr id="725" name="Google Shape;725;p20"/>
            <p:cNvGrpSpPr/>
            <p:nvPr/>
          </p:nvGrpSpPr>
          <p:grpSpPr>
            <a:xfrm>
              <a:off x="1252378" y="6209727"/>
              <a:ext cx="473108" cy="346349"/>
              <a:chOff x="1252378" y="6209727"/>
              <a:chExt cx="473108" cy="346349"/>
            </a:xfrm>
          </p:grpSpPr>
          <p:pic>
            <p:nvPicPr>
              <p:cNvPr id="726" name="Google Shape;726;p2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252378" y="6209727"/>
                <a:ext cx="125836" cy="1602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27" name="Google Shape;727;p2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599650" y="6395855"/>
                <a:ext cx="125836" cy="1602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728" name="Google Shape;728;p20"/>
          <p:cNvSpPr txBox="1"/>
          <p:nvPr/>
        </p:nvSpPr>
        <p:spPr>
          <a:xfrm>
            <a:off x="518511" y="2419601"/>
            <a:ext cx="871692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3A3"/>
              </a:buClr>
              <a:buSzPts val="360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Introduction: network-layer control plane	 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algorithms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Intra-ISP routing: OSPF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routing among ISPs: BGP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SDN control plane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Internet Control Message Protocol 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management</a:t>
            </a:r>
            <a:endParaRPr/>
          </a:p>
          <a:p>
            <a:pPr indent="-1079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