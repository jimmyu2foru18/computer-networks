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illSa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Gill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4" name="Google Shape;1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1" name="Google Shape;1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6" name="Google Shape;1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11" Type="http://schemas.openxmlformats.org/officeDocument/2006/relationships/image" Target="../media/image20.png"/><Relationship Id="rId22" Type="http://schemas.openxmlformats.org/officeDocument/2006/relationships/image" Target="../media/image30.png"/><Relationship Id="rId10" Type="http://schemas.openxmlformats.org/officeDocument/2006/relationships/image" Target="../media/image27.png"/><Relationship Id="rId21" Type="http://schemas.openxmlformats.org/officeDocument/2006/relationships/image" Target="../media/image41.png"/><Relationship Id="rId13" Type="http://schemas.openxmlformats.org/officeDocument/2006/relationships/image" Target="../media/image25.png"/><Relationship Id="rId12" Type="http://schemas.openxmlformats.org/officeDocument/2006/relationships/image" Target="../media/image13.png"/><Relationship Id="rId23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5" Type="http://schemas.openxmlformats.org/officeDocument/2006/relationships/image" Target="../media/image10.png"/><Relationship Id="rId14" Type="http://schemas.openxmlformats.org/officeDocument/2006/relationships/image" Target="../media/image35.png"/><Relationship Id="rId17" Type="http://schemas.openxmlformats.org/officeDocument/2006/relationships/image" Target="../media/image16.png"/><Relationship Id="rId16" Type="http://schemas.openxmlformats.org/officeDocument/2006/relationships/image" Target="../media/image9.png"/><Relationship Id="rId5" Type="http://schemas.openxmlformats.org/officeDocument/2006/relationships/image" Target="../media/image2.png"/><Relationship Id="rId19" Type="http://schemas.openxmlformats.org/officeDocument/2006/relationships/image" Target="../media/image48.png"/><Relationship Id="rId6" Type="http://schemas.openxmlformats.org/officeDocument/2006/relationships/image" Target="../media/image4.png"/><Relationship Id="rId18" Type="http://schemas.openxmlformats.org/officeDocument/2006/relationships/image" Target="../media/image19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Relationship Id="rId5" Type="http://schemas.openxmlformats.org/officeDocument/2006/relationships/image" Target="../media/image4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1.jpg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The Link Layer</a:t>
            </a:r>
            <a:endParaRPr sz="6000"/>
          </a:p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Introduction to the Link Layer 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Error-Detection and -Correction Techniques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 Access Links and Protocols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Switched Local Area Networks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Link Virtualization: a Network as a Link Layer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Data Center Networking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Retrospective: A Day in the Life of a Web Page Request</a:t>
            </a:r>
            <a:endParaRPr/>
          </a:p>
        </p:txBody>
      </p:sp>
      <p:grpSp>
        <p:nvGrpSpPr>
          <p:cNvPr id="60" name="Google Shape;60;p12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1" name="Google Shape;6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63" name="Google Shape;63;p1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4" name="Google Shape;64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" name="Google Shape;65;p1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Link layer and LANs: our goals</a:t>
            </a:r>
            <a:endParaRPr sz="5400"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838200" y="1572572"/>
            <a:ext cx="9705392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5438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understand </a:t>
            </a:r>
            <a:r>
              <a:rPr lang="en-US">
                <a:solidFill>
                  <a:srgbClr val="C00000"/>
                </a:solidFill>
              </a:rPr>
              <a:t>principles</a:t>
            </a:r>
            <a:r>
              <a:rPr lang="en-US"/>
              <a:t> behind link layer services: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error detection, correction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sharing a broadcast channel: multiple access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link layer addressing</a:t>
            </a:r>
            <a:endParaRPr/>
          </a:p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756589" y="3665374"/>
            <a:ext cx="6664617" cy="2925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practice: </a:t>
            </a:r>
            <a:r>
              <a:rPr lang="en-US"/>
              <a:t>instantiation, implementation of various link layer technologies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Ethernet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VLANs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MPLS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data center networks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Link layer, LANs: roadmap</a:t>
            </a:r>
            <a:endParaRPr sz="5400"/>
          </a:p>
        </p:txBody>
      </p:sp>
      <p:sp>
        <p:nvSpPr>
          <p:cNvPr id="80" name="Google Shape;80;p14"/>
          <p:cNvSpPr txBox="1"/>
          <p:nvPr/>
        </p:nvSpPr>
        <p:spPr>
          <a:xfrm>
            <a:off x="6535195" y="5074514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Chapter 1-6 synthesis: 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942943" y="1294813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introduction</a:t>
            </a:r>
            <a:endParaRPr sz="4400"/>
          </a:p>
        </p:txBody>
      </p:sp>
      <p:sp>
        <p:nvSpPr>
          <p:cNvPr id="88" name="Google Shape;88;p15"/>
          <p:cNvSpPr txBox="1"/>
          <p:nvPr/>
        </p:nvSpPr>
        <p:spPr>
          <a:xfrm>
            <a:off x="1104900" y="1257300"/>
            <a:ext cx="5622601" cy="4153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74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terminology: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hosts, routers: </a:t>
            </a:r>
            <a:r>
              <a:rPr b="0" i="0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communication channels that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directly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connect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physically adjacent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nodes: </a:t>
            </a:r>
            <a:r>
              <a:rPr b="0" i="0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links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wired , wireless 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layer-2 packet: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encapsulates datagram</a:t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5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92" name="Google Shape;92;p15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5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5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99" name="Google Shape;99;p1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" name="Google Shape;101;p1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" name="Google Shape;102;p1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" name="Google Shape;103;p1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" name="Google Shape;104;p1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" name="Google Shape;105;p1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" name="Google Shape;106;p1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7" name="Google Shape;107;p15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08" name="Google Shape;108;p1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" name="Google Shape;110;p1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1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1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" name="Google Shape;113;p1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1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6" name="Google Shape;116;p15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p15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15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15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15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15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15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15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15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" name="Google Shape;129;p15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" name="Google Shape;130;p15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15"/>
          <p:cNvCxnSpPr/>
          <p:nvPr/>
        </p:nvCxnSpPr>
        <p:spPr>
          <a:xfrm flipH="1" rot="5400000">
            <a:off x="9789609" y="5251739"/>
            <a:ext cx="388062" cy="756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5"/>
          <p:cNvCxnSpPr/>
          <p:nvPr/>
        </p:nvCxnSpPr>
        <p:spPr>
          <a:xfrm rot="10800000">
            <a:off x="10209926" y="5405286"/>
            <a:ext cx="0" cy="11430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5"/>
          <p:cNvCxnSpPr/>
          <p:nvPr/>
        </p:nvCxnSpPr>
        <p:spPr>
          <a:xfrm>
            <a:off x="9432959" y="4838517"/>
            <a:ext cx="524483" cy="26153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5"/>
          <p:cNvCxnSpPr/>
          <p:nvPr/>
        </p:nvCxnSpPr>
        <p:spPr>
          <a:xfrm flipH="1" rot="10800000">
            <a:off x="8850066" y="4838517"/>
            <a:ext cx="569255" cy="246266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5"/>
          <p:cNvCxnSpPr/>
          <p:nvPr/>
        </p:nvCxnSpPr>
        <p:spPr>
          <a:xfrm>
            <a:off x="8821744" y="5108876"/>
            <a:ext cx="1030502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5"/>
          <p:cNvCxnSpPr/>
          <p:nvPr/>
        </p:nvCxnSpPr>
        <p:spPr>
          <a:xfrm>
            <a:off x="8210207" y="5117334"/>
            <a:ext cx="226800" cy="1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5"/>
          <p:cNvCxnSpPr/>
          <p:nvPr/>
        </p:nvCxnSpPr>
        <p:spPr>
          <a:xfrm flipH="1" rot="10800000">
            <a:off x="7948367" y="5290470"/>
            <a:ext cx="412750" cy="12700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5"/>
          <p:cNvCxnSpPr/>
          <p:nvPr/>
        </p:nvCxnSpPr>
        <p:spPr>
          <a:xfrm flipH="1">
            <a:off x="8373817" y="5282252"/>
            <a:ext cx="68080" cy="29396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5"/>
          <p:cNvCxnSpPr/>
          <p:nvPr/>
        </p:nvCxnSpPr>
        <p:spPr>
          <a:xfrm rot="10800000">
            <a:off x="8488731" y="5307931"/>
            <a:ext cx="280374" cy="269876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5"/>
          <p:cNvCxnSpPr/>
          <p:nvPr/>
        </p:nvCxnSpPr>
        <p:spPr>
          <a:xfrm>
            <a:off x="8488731" y="5258048"/>
            <a:ext cx="914184" cy="46862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5"/>
          <p:cNvCxnSpPr/>
          <p:nvPr/>
        </p:nvCxnSpPr>
        <p:spPr>
          <a:xfrm>
            <a:off x="8247778" y="3829970"/>
            <a:ext cx="0" cy="13176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5"/>
          <p:cNvCxnSpPr/>
          <p:nvPr/>
        </p:nvCxnSpPr>
        <p:spPr>
          <a:xfrm flipH="1" rot="10800000">
            <a:off x="7896666" y="4041107"/>
            <a:ext cx="168275" cy="31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5"/>
          <p:cNvCxnSpPr/>
          <p:nvPr/>
        </p:nvCxnSpPr>
        <p:spPr>
          <a:xfrm flipH="1" rot="5400000">
            <a:off x="9885545" y="5583471"/>
            <a:ext cx="366793" cy="148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5"/>
          <p:cNvCxnSpPr/>
          <p:nvPr/>
        </p:nvCxnSpPr>
        <p:spPr>
          <a:xfrm flipH="1" rot="10800000">
            <a:off x="8459425" y="5036562"/>
            <a:ext cx="404236" cy="207771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5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" name="Google Shape;146;p15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15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15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15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15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15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" name="Google Shape;152;p15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" name="Google Shape;153;p15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5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tenna_radiation_stylized" id="155" name="Google Shape;1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2238" y="3813930"/>
            <a:ext cx="506412" cy="106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tenna_radiation_stylized" id="156" name="Google Shape;1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2073" y="5480938"/>
            <a:ext cx="452014" cy="95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l_tower_radiation copy" id="157" name="Google Shape;15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0866" y="2158167"/>
            <a:ext cx="457200" cy="33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5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ccess_point_stylized_small" id="160" name="Google Shape;16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61" name="Google Shape;1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15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63" name="Google Shape;163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5" name="Google Shape;165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6" name="Google Shape;166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0" name="Google Shape;170;p15"/>
          <p:cNvGrpSpPr/>
          <p:nvPr/>
        </p:nvGrpSpPr>
        <p:grpSpPr>
          <a:xfrm>
            <a:off x="8311829" y="5180504"/>
            <a:ext cx="309187" cy="167750"/>
            <a:chOff x="3668110" y="2448910"/>
            <a:chExt cx="3794234" cy="2165130"/>
          </a:xfrm>
        </p:grpSpPr>
        <p:sp>
          <p:nvSpPr>
            <p:cNvPr id="171" name="Google Shape;171;p1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3" name="Google Shape;173;p1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74" name="Google Shape;174;p1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8" name="Google Shape;178;p15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79" name="Google Shape;179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1" name="Google Shape;181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2" name="Google Shape;182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6" name="Google Shape;186;p15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87" name="Google Shape;187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9" name="Google Shape;189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0" name="Google Shape;190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" name="Google Shape;194;p15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95" name="Google Shape;195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7" name="Google Shape;197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8" name="Google Shape;198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2" name="Google Shape;202;p15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03" name="Google Shape;203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5" name="Google Shape;205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6" name="Google Shape;206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0" name="Google Shape;210;p15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11" name="Google Shape;211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3" name="Google Shape;213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Google Shape;214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8" name="Google Shape;218;p15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19" name="Google Shape;219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1" name="Google Shape;221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" name="Google Shape;222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6" name="Google Shape;226;p15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27" name="Google Shape;227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9" name="Google Shape;229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" name="Google Shape;230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" name="Google Shape;234;p15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35" name="Google Shape;235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8" name="Google Shape;238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2" name="Google Shape;242;p15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43" name="Google Shape;243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5" name="Google Shape;245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6" name="Google Shape;246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0" name="Google Shape;250;p15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51" name="Google Shape;251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3" name="Google Shape;253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8" name="Google Shape;258;p15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259" name="Google Shape;259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60" name="Google Shape;260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15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62" name="Google Shape;262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15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" name="Google Shape;269;p15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70" name="Google Shape;270;p1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6" name="Google Shape;276;p15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5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283" name="Google Shape;283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4" name="Google Shape;284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" name="Google Shape;285;p15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286" name="Google Shape;286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7" name="Google Shape;287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15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89" name="Google Shape;289;p15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290" name="Google Shape;290;p1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291" name="Google Shape;291;p1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2" name="Google Shape;292;p15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93" name="Google Shape;293;p15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4" name="Google Shape;294;p15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5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5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5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5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5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0" name="Google Shape;300;p15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1" name="Google Shape;301;p15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5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1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15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15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15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7" name="Google Shape;307;p15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5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5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5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5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" name="Google Shape;313;p15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14" name="Google Shape;314;p15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5" name="Google Shape;315;p1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6" name="Google Shape;316;p15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17" name="Google Shape;317;p15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18" name="Google Shape;318;p1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19" name="Google Shape;319;p15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20" name="Google Shape;320;p15"/>
            <p:cNvGrpSpPr/>
            <p:nvPr/>
          </p:nvGrpSpPr>
          <p:grpSpPr>
            <a:xfrm>
              <a:off x="11150622" y="4159591"/>
              <a:ext cx="426399" cy="451816"/>
              <a:chOff x="5182936" y="2693365"/>
              <a:chExt cx="532434" cy="414788"/>
            </a:xfrm>
          </p:grpSpPr>
          <p:cxnSp>
            <p:nvCxnSpPr>
              <p:cNvPr id="321" name="Google Shape;321;p15"/>
              <p:cNvCxnSpPr/>
              <p:nvPr/>
            </p:nvCxnSpPr>
            <p:spPr>
              <a:xfrm>
                <a:off x="5182936" y="2914214"/>
                <a:ext cx="153344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2" name="Google Shape;322;p1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23" name="Google Shape;323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24" name="Google Shape;324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25" name="Google Shape;325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26" name="Google Shape;326;p15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27" name="Google Shape;327;p1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8" name="Google Shape;328;p1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29" name="Google Shape;329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30" name="Google Shape;330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31" name="Google Shape;331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32" name="Google Shape;332;p15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33" name="Google Shape;333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1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15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336" name="Google Shape;336;p1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37" name="Google Shape;337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15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39" name="Google Shape;339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15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6" name="Google Shape;346;p15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47" name="Google Shape;347;p1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3" name="Google Shape;353;p15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5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15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60" name="Google Shape;360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1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15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363" name="Google Shape;363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1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5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366" name="Google Shape;366;p1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67" name="Google Shape;367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15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69" name="Google Shape;369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15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6" name="Google Shape;376;p15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Google Shape;377;p1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1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3" name="Google Shape;383;p15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15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3" name="Google Shape;393;p15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394" name="Google Shape;394;p15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6" name="Google Shape;396;p15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7" name="Google Shape;397;p15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398" name="Google Shape;398;p15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2" name="Google Shape;402;p15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403" name="Google Shape;403;p15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5" name="Google Shape;405;p15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" name="Google Shape;406;p15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407" name="Google Shape;407;p15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15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0" name="Google Shape;420;p15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21" name="Google Shape;421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1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p15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424" name="Google Shape;424;p1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5" name="Google Shape;425;p1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" name="Google Shape;426;p15"/>
          <p:cNvGrpSpPr/>
          <p:nvPr/>
        </p:nvGrpSpPr>
        <p:grpSpPr>
          <a:xfrm>
            <a:off x="10253990" y="5273951"/>
            <a:ext cx="177192" cy="330833"/>
            <a:chOff x="4140" y="429"/>
            <a:chExt cx="1425" cy="2396"/>
          </a:xfrm>
        </p:grpSpPr>
        <p:sp>
          <p:nvSpPr>
            <p:cNvPr id="427" name="Google Shape;427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" name="Google Shape;432;p1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33" name="Google Shape;433;p1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" name="Google Shape;435;p1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6" name="Google Shape;436;p1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37" name="Google Shape;437;p1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" name="Google Shape;439;p1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" name="Google Shape;441;p1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42" name="Google Shape;442;p1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4" name="Google Shape;444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5" name="Google Shape;445;p1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46" name="Google Shape;446;p1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8" name="Google Shape;448;p1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15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60" name="Google Shape;460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" name="Google Shape;465;p1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66" name="Google Shape;466;p1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p1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" name="Google Shape;469;p1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70" name="Google Shape;470;p1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2" name="Google Shape;472;p1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4" name="Google Shape;474;p1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75" name="Google Shape;475;p1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7" name="Google Shape;477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8" name="Google Shape;478;p1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79" name="Google Shape;479;p1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1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1" name="Google Shape;481;p1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15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493" name="Google Shape;493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95" name="Google Shape;495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6" name="Google Shape;496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0" name="Google Shape;500;p15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01" name="Google Shape;501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3" name="Google Shape;503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4" name="Google Shape;504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8" name="Google Shape;508;p15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509" name="Google Shape;509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1" name="Google Shape;511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2" name="Google Shape;512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6" name="Google Shape;516;p15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517" name="Google Shape;517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9" name="Google Shape;519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0" name="Google Shape;520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4" name="Google Shape;524;p15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525" name="Google Shape;525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27" name="Google Shape;527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8" name="Google Shape;528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2" name="Google Shape;532;p15"/>
          <p:cNvGrpSpPr/>
          <p:nvPr/>
        </p:nvGrpSpPr>
        <p:grpSpPr>
          <a:xfrm>
            <a:off x="7566349" y="3812814"/>
            <a:ext cx="496588" cy="96676"/>
            <a:chOff x="2199" y="955"/>
            <a:chExt cx="2547" cy="506"/>
          </a:xfrm>
        </p:grpSpPr>
        <p:sp>
          <p:nvSpPr>
            <p:cNvPr id="533" name="Google Shape;533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9" name="Google Shape;539;p15"/>
          <p:cNvGrpSpPr/>
          <p:nvPr/>
        </p:nvGrpSpPr>
        <p:grpSpPr>
          <a:xfrm>
            <a:off x="7801777" y="3327400"/>
            <a:ext cx="269073" cy="46492"/>
            <a:chOff x="2199" y="955"/>
            <a:chExt cx="2547" cy="506"/>
          </a:xfrm>
        </p:grpSpPr>
        <p:sp>
          <p:nvSpPr>
            <p:cNvPr id="540" name="Google Shape;540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6" name="Google Shape;546;p15"/>
          <p:cNvGrpSpPr/>
          <p:nvPr/>
        </p:nvGrpSpPr>
        <p:grpSpPr>
          <a:xfrm>
            <a:off x="7493802" y="3422650"/>
            <a:ext cx="269073" cy="46492"/>
            <a:chOff x="2199" y="955"/>
            <a:chExt cx="2547" cy="506"/>
          </a:xfrm>
        </p:grpSpPr>
        <p:sp>
          <p:nvSpPr>
            <p:cNvPr id="547" name="Google Shape;547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3" name="Google Shape;553;p15"/>
          <p:cNvGrpSpPr/>
          <p:nvPr/>
        </p:nvGrpSpPr>
        <p:grpSpPr>
          <a:xfrm>
            <a:off x="7439349" y="2355850"/>
            <a:ext cx="399726" cy="74090"/>
            <a:chOff x="2199" y="955"/>
            <a:chExt cx="2547" cy="506"/>
          </a:xfrm>
        </p:grpSpPr>
        <p:sp>
          <p:nvSpPr>
            <p:cNvPr id="554" name="Google Shape;554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15"/>
          <p:cNvGrpSpPr/>
          <p:nvPr/>
        </p:nvGrpSpPr>
        <p:grpSpPr>
          <a:xfrm>
            <a:off x="7756849" y="1863725"/>
            <a:ext cx="399726" cy="74090"/>
            <a:chOff x="2199" y="955"/>
            <a:chExt cx="2547" cy="506"/>
          </a:xfrm>
        </p:grpSpPr>
        <p:sp>
          <p:nvSpPr>
            <p:cNvPr id="561" name="Google Shape;561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7" name="Google Shape;567;p15"/>
          <p:cNvGrpSpPr/>
          <p:nvPr/>
        </p:nvGrpSpPr>
        <p:grpSpPr>
          <a:xfrm>
            <a:off x="8709349" y="2057400"/>
            <a:ext cx="399726" cy="74090"/>
            <a:chOff x="2199" y="955"/>
            <a:chExt cx="2547" cy="506"/>
          </a:xfrm>
        </p:grpSpPr>
        <p:sp>
          <p:nvSpPr>
            <p:cNvPr id="568" name="Google Shape;568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8639499" y="2320925"/>
            <a:ext cx="399726" cy="74090"/>
            <a:chOff x="2199" y="955"/>
            <a:chExt cx="2547" cy="506"/>
          </a:xfrm>
        </p:grpSpPr>
        <p:sp>
          <p:nvSpPr>
            <p:cNvPr id="575" name="Google Shape;575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15"/>
          <p:cNvGrpSpPr/>
          <p:nvPr/>
        </p:nvGrpSpPr>
        <p:grpSpPr>
          <a:xfrm>
            <a:off x="9245924" y="5476874"/>
            <a:ext cx="450526" cy="96315"/>
            <a:chOff x="2199" y="955"/>
            <a:chExt cx="2547" cy="506"/>
          </a:xfrm>
        </p:grpSpPr>
        <p:sp>
          <p:nvSpPr>
            <p:cNvPr id="582" name="Google Shape;582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8" name="Google Shape;588;p15"/>
          <p:cNvGrpSpPr/>
          <p:nvPr/>
        </p:nvGrpSpPr>
        <p:grpSpPr>
          <a:xfrm>
            <a:off x="9195602" y="5857875"/>
            <a:ext cx="230973" cy="45719"/>
            <a:chOff x="2199" y="955"/>
            <a:chExt cx="2547" cy="506"/>
          </a:xfrm>
        </p:grpSpPr>
        <p:sp>
          <p:nvSpPr>
            <p:cNvPr id="589" name="Google Shape;589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5" name="Google Shape;595;p15"/>
          <p:cNvGrpSpPr/>
          <p:nvPr/>
        </p:nvGrpSpPr>
        <p:grpSpPr>
          <a:xfrm>
            <a:off x="9538502" y="5794375"/>
            <a:ext cx="230973" cy="45719"/>
            <a:chOff x="2199" y="955"/>
            <a:chExt cx="2547" cy="506"/>
          </a:xfrm>
        </p:grpSpPr>
        <p:sp>
          <p:nvSpPr>
            <p:cNvPr id="596" name="Google Shape;596;p15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5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5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5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5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5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2" name="Google Shape;602;p15"/>
          <p:cNvGrpSpPr/>
          <p:nvPr/>
        </p:nvGrpSpPr>
        <p:grpSpPr>
          <a:xfrm>
            <a:off x="7975063" y="2094561"/>
            <a:ext cx="466245" cy="434369"/>
            <a:chOff x="2920" y="1424"/>
            <a:chExt cx="326" cy="320"/>
          </a:xfrm>
        </p:grpSpPr>
        <p:sp>
          <p:nvSpPr>
            <p:cNvPr id="603" name="Google Shape;603;p15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4" name="Google Shape;604;p15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605" name="Google Shape;605;p15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5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5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5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5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0" name="Google Shape;610;p15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" name="Google Shape;611;p15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612" name="Google Shape;612;p15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3" name="Google Shape;613;p15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4" name="Google Shape;614;p15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5" name="Google Shape;615;p15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" name="Google Shape;616;p15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15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15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9" name="Google Shape;619;p15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0" name="Google Shape;620;p15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" name="Google Shape;621;p15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" name="Google Shape;622;p15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15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15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5" name="Google Shape;625;p15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15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7" name="Google Shape;627;p15"/>
          <p:cNvGrpSpPr/>
          <p:nvPr/>
        </p:nvGrpSpPr>
        <p:grpSpPr>
          <a:xfrm>
            <a:off x="9885167" y="5352639"/>
            <a:ext cx="309187" cy="167750"/>
            <a:chOff x="3668110" y="2448910"/>
            <a:chExt cx="3794234" cy="2165130"/>
          </a:xfrm>
        </p:grpSpPr>
        <p:sp>
          <p:nvSpPr>
            <p:cNvPr id="628" name="Google Shape;628;p1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0" name="Google Shape;630;p1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31" name="Google Shape;631;p1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5" name="Google Shape;635;p15"/>
          <p:cNvGrpSpPr/>
          <p:nvPr/>
        </p:nvGrpSpPr>
        <p:grpSpPr>
          <a:xfrm>
            <a:off x="1104900" y="5189517"/>
            <a:ext cx="5226627" cy="1233055"/>
            <a:chOff x="1104900" y="5320145"/>
            <a:chExt cx="5226627" cy="1233055"/>
          </a:xfrm>
        </p:grpSpPr>
        <p:sp>
          <p:nvSpPr>
            <p:cNvPr id="636" name="Google Shape;636;p15"/>
            <p:cNvSpPr txBox="1"/>
            <p:nvPr/>
          </p:nvSpPr>
          <p:spPr>
            <a:xfrm>
              <a:off x="1262675" y="5424331"/>
              <a:ext cx="4933787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link layer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has responsibility of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transferring datagram from one node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physically adjacent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node over a link</a:t>
              </a:r>
              <a:endParaRPr b="0" i="1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5"/>
            <p:cNvSpPr/>
            <p:nvPr/>
          </p:nvSpPr>
          <p:spPr>
            <a:xfrm>
              <a:off x="1104900" y="5320145"/>
              <a:ext cx="5226627" cy="1233055"/>
            </a:xfrm>
            <a:prstGeom prst="rect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6"/>
          <p:cNvSpPr txBox="1"/>
          <p:nvPr>
            <p:ph type="title"/>
          </p:nvPr>
        </p:nvSpPr>
        <p:spPr>
          <a:xfrm>
            <a:off x="1048916" y="40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Link layer: context</a:t>
            </a:r>
            <a:endParaRPr sz="5400"/>
          </a:p>
        </p:txBody>
      </p:sp>
      <p:sp>
        <p:nvSpPr>
          <p:cNvPr id="644" name="Google Shape;644;p16"/>
          <p:cNvSpPr txBox="1"/>
          <p:nvPr/>
        </p:nvSpPr>
        <p:spPr>
          <a:xfrm>
            <a:off x="959572" y="1533958"/>
            <a:ext cx="5291937" cy="4866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datagram transferred by different link protocols over different links: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WiFi on first link, Ethernet on next link</a:t>
            </a:r>
            <a:endParaRPr/>
          </a:p>
          <a:p>
            <a:pPr indent="-3349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 link protocol provides different services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may or may not provide reliable data transfer over link</a:t>
            </a:r>
            <a:endParaRPr/>
          </a:p>
        </p:txBody>
      </p:sp>
      <p:sp>
        <p:nvSpPr>
          <p:cNvPr id="645" name="Google Shape;645;p16"/>
          <p:cNvSpPr txBox="1"/>
          <p:nvPr/>
        </p:nvSpPr>
        <p:spPr>
          <a:xfrm>
            <a:off x="6718042" y="970384"/>
            <a:ext cx="4850504" cy="517122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transportation analogy: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trip from Princeton to Lausanne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limo: Princeton to JFK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plane: JFK to Geneva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train: Geneva to Lausanne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tourist = </a:t>
            </a:r>
            <a:r>
              <a:rPr b="0" i="0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datagram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segment = </a:t>
            </a:r>
            <a:r>
              <a:rPr b="0" i="0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communication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transportation mode </a:t>
            </a:r>
            <a:r>
              <a:rPr b="0" i="0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= link-layer protocol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travel agent = </a:t>
            </a:r>
            <a:r>
              <a:rPr b="0" i="0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routing algorithm</a:t>
            </a:r>
            <a:endParaRPr/>
          </a:p>
          <a:p>
            <a:pPr indent="-1143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7"/>
          <p:cNvSpPr txBox="1"/>
          <p:nvPr>
            <p:ph type="title"/>
          </p:nvPr>
        </p:nvSpPr>
        <p:spPr>
          <a:xfrm>
            <a:off x="862304" y="34401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Link layer: services</a:t>
            </a:r>
            <a:endParaRPr sz="5400"/>
          </a:p>
        </p:txBody>
      </p:sp>
      <p:sp>
        <p:nvSpPr>
          <p:cNvPr id="652" name="Google Shape;652;p17"/>
          <p:cNvSpPr txBox="1"/>
          <p:nvPr/>
        </p:nvSpPr>
        <p:spPr>
          <a:xfrm>
            <a:off x="903304" y="1425142"/>
            <a:ext cx="6529676" cy="51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framing, link access:</a:t>
            </a: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encapsulate datagram into frame, adding header, trailer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channel access if shared medium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“MAC” addresses in frame headers identify source, destination (different from IP address!)</a:t>
            </a:r>
            <a:endParaRPr/>
          </a:p>
          <a:p>
            <a:pPr indent="-284163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delivery between adjacent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already know how to do this!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seldom used on low bit-error links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links: high error rates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both link-level and end-end reliability?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3" name="Google Shape;653;p17"/>
          <p:cNvGrpSpPr/>
          <p:nvPr/>
        </p:nvGrpSpPr>
        <p:grpSpPr>
          <a:xfrm>
            <a:off x="7840518" y="1242873"/>
            <a:ext cx="4208607" cy="5126264"/>
            <a:chOff x="7840518" y="1242873"/>
            <a:chExt cx="4208607" cy="5126264"/>
          </a:xfrm>
        </p:grpSpPr>
        <p:grpSp>
          <p:nvGrpSpPr>
            <p:cNvPr id="654" name="Google Shape;654;p17"/>
            <p:cNvGrpSpPr/>
            <p:nvPr/>
          </p:nvGrpSpPr>
          <p:grpSpPr>
            <a:xfrm>
              <a:off x="9022376" y="3275911"/>
              <a:ext cx="532171" cy="1016171"/>
              <a:chOff x="9022376" y="3275911"/>
              <a:chExt cx="615031" cy="1296090"/>
            </a:xfrm>
          </p:grpSpPr>
          <p:sp>
            <p:nvSpPr>
              <p:cNvPr id="655" name="Google Shape;655;p17"/>
              <p:cNvSpPr/>
              <p:nvPr/>
            </p:nvSpPr>
            <p:spPr>
              <a:xfrm>
                <a:off x="9285510" y="3593195"/>
                <a:ext cx="69106" cy="79124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6" name="Google Shape;656;p17"/>
              <p:cNvGrpSpPr/>
              <p:nvPr/>
            </p:nvGrpSpPr>
            <p:grpSpPr>
              <a:xfrm>
                <a:off x="9022376" y="3275911"/>
                <a:ext cx="615031" cy="694531"/>
                <a:chOff x="2920" y="1424"/>
                <a:chExt cx="326" cy="320"/>
              </a:xfrm>
            </p:grpSpPr>
            <p:sp>
              <p:nvSpPr>
                <p:cNvPr id="657" name="Google Shape;657;p17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8" name="Google Shape;658;p17"/>
                <p:cNvGrpSpPr/>
                <p:nvPr/>
              </p:nvGrpSpPr>
              <p:grpSpPr>
                <a:xfrm>
                  <a:off x="2949" y="1424"/>
                  <a:ext cx="265" cy="280"/>
                  <a:chOff x="2949" y="1424"/>
                  <a:chExt cx="265" cy="280"/>
                </a:xfrm>
              </p:grpSpPr>
              <p:sp>
                <p:nvSpPr>
                  <p:cNvPr id="659" name="Google Shape;659;p1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0" name="Google Shape;660;p1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1" name="Google Shape;661;p1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662;p1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17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64" name="Google Shape;664;p17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5" name="Google Shape;665;p17"/>
              <p:cNvGrpSpPr/>
              <p:nvPr/>
            </p:nvGrpSpPr>
            <p:grpSpPr>
              <a:xfrm>
                <a:off x="9122147" y="3619387"/>
                <a:ext cx="432400" cy="952614"/>
                <a:chOff x="3130" y="3288"/>
                <a:chExt cx="410" cy="742"/>
              </a:xfrm>
            </p:grpSpPr>
            <p:cxnSp>
              <p:nvCxnSpPr>
                <p:cNvPr id="666" name="Google Shape;666;p1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7" name="Google Shape;667;p1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8" name="Google Shape;668;p1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9" name="Google Shape;669;p1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0" name="Google Shape;670;p1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1" name="Google Shape;671;p1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2" name="Google Shape;672;p1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3" name="Google Shape;673;p1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4" name="Google Shape;674;p1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5" name="Google Shape;675;p1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6" name="Google Shape;676;p1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7" name="Google Shape;677;p1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8" name="Google Shape;678;p1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9" name="Google Shape;679;p1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0" name="Google Shape;680;p1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81" name="Google Shape;681;p17"/>
            <p:cNvGrpSpPr/>
            <p:nvPr/>
          </p:nvGrpSpPr>
          <p:grpSpPr>
            <a:xfrm>
              <a:off x="8405402" y="3099042"/>
              <a:ext cx="527285" cy="593983"/>
              <a:chOff x="8328836" y="2202873"/>
              <a:chExt cx="527285" cy="593983"/>
            </a:xfrm>
          </p:grpSpPr>
          <p:pic>
            <p:nvPicPr>
              <p:cNvPr descr="iphone_stylized_small" id="682" name="Google Shape;682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566432" y="2271663"/>
                <a:ext cx="180509" cy="5251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83" name="Google Shape;683;p17"/>
              <p:cNvGrpSpPr/>
              <p:nvPr/>
            </p:nvGrpSpPr>
            <p:grpSpPr>
              <a:xfrm>
                <a:off x="8328836" y="2202873"/>
                <a:ext cx="527285" cy="118466"/>
                <a:chOff x="2199" y="955"/>
                <a:chExt cx="2547" cy="506"/>
              </a:xfrm>
            </p:grpSpPr>
            <p:sp>
              <p:nvSpPr>
                <p:cNvPr id="684" name="Google Shape;684;p17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17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90" name="Google Shape;690;p17"/>
            <p:cNvGrpSpPr/>
            <p:nvPr/>
          </p:nvGrpSpPr>
          <p:grpSpPr>
            <a:xfrm>
              <a:off x="7856376" y="3838205"/>
              <a:ext cx="1062340" cy="341909"/>
              <a:chOff x="9561515" y="2748013"/>
              <a:chExt cx="1120341" cy="347863"/>
            </a:xfrm>
          </p:grpSpPr>
          <p:pic>
            <p:nvPicPr>
              <p:cNvPr descr="car_icon_small" id="691" name="Google Shape;691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561515" y="2826814"/>
                <a:ext cx="1120341" cy="26906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92" name="Google Shape;692;p17"/>
              <p:cNvGrpSpPr/>
              <p:nvPr/>
            </p:nvGrpSpPr>
            <p:grpSpPr>
              <a:xfrm>
                <a:off x="9788587" y="2748013"/>
                <a:ext cx="527285" cy="118466"/>
                <a:chOff x="2199" y="955"/>
                <a:chExt cx="2547" cy="506"/>
              </a:xfrm>
            </p:grpSpPr>
            <p:sp>
              <p:nvSpPr>
                <p:cNvPr id="693" name="Google Shape;693;p17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7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5" name="Google Shape;695;p17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6" name="Google Shape;696;p17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17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17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699" name="Google Shape;699;p17"/>
              <p:cNvCxnSpPr/>
              <p:nvPr/>
            </p:nvCxnSpPr>
            <p:spPr>
              <a:xfrm>
                <a:off x="10032156" y="2798664"/>
                <a:ext cx="31623" cy="13689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00" name="Google Shape;700;p17"/>
            <p:cNvGrpSpPr/>
            <p:nvPr/>
          </p:nvGrpSpPr>
          <p:grpSpPr>
            <a:xfrm>
              <a:off x="9729378" y="3463179"/>
              <a:ext cx="504756" cy="520384"/>
              <a:chOff x="7339071" y="2307905"/>
              <a:chExt cx="511700" cy="446467"/>
            </a:xfrm>
          </p:grpSpPr>
          <p:grpSp>
            <p:nvGrpSpPr>
              <p:cNvPr id="701" name="Google Shape;701;p17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702" name="Google Shape;702;p17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03" name="Google Shape;703;p17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704" name="Google Shape;704;p17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05" name="Google Shape;705;p17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6" name="Google Shape;706;p17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" name="Google Shape;707;p17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8" name="Google Shape;708;p17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11" name="Google Shape;711;p17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12" name="Google Shape;712;p17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3" name="Google Shape;713;p17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4" name="Google Shape;714;p17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5" name="Google Shape;715;p17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6" name="Google Shape;716;p17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7" name="Google Shape;717;p17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18" name="Google Shape;718;p17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9" name="Google Shape;719;p17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0" name="Google Shape;720;p17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" name="Google Shape;721;p17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" name="Google Shape;722;p17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3" name="Google Shape;723;p17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24" name="Google Shape;724;p17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25" name="Google Shape;725;p17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6" name="Google Shape;726;p17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7" name="Google Shape;727;p17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8" name="Google Shape;728;p17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9" name="Google Shape;729;p17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17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31" name="Google Shape;731;p17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32" name="Google Shape;732;p17"/>
            <p:cNvGrpSpPr/>
            <p:nvPr/>
          </p:nvGrpSpPr>
          <p:grpSpPr>
            <a:xfrm>
              <a:off x="10268203" y="3452676"/>
              <a:ext cx="1415984" cy="1643535"/>
              <a:chOff x="10249542" y="3676610"/>
              <a:chExt cx="1415984" cy="1643535"/>
            </a:xfrm>
          </p:grpSpPr>
          <p:cxnSp>
            <p:nvCxnSpPr>
              <p:cNvPr id="733" name="Google Shape;733;p17"/>
              <p:cNvCxnSpPr/>
              <p:nvPr/>
            </p:nvCxnSpPr>
            <p:spPr>
              <a:xfrm flipH="1">
                <a:off x="11319747" y="4049486"/>
                <a:ext cx="7615" cy="35608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" name="Google Shape;734;p17"/>
              <p:cNvCxnSpPr/>
              <p:nvPr/>
            </p:nvCxnSpPr>
            <p:spPr>
              <a:xfrm flipH="1" rot="10800000">
                <a:off x="10658519" y="4487840"/>
                <a:ext cx="518620" cy="17311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" name="Google Shape;735;p17"/>
              <p:cNvCxnSpPr/>
              <p:nvPr/>
            </p:nvCxnSpPr>
            <p:spPr>
              <a:xfrm flipH="1">
                <a:off x="11201006" y="4473187"/>
                <a:ext cx="127931" cy="52423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36" name="Google Shape;736;p17"/>
              <p:cNvGrpSpPr/>
              <p:nvPr/>
            </p:nvGrpSpPr>
            <p:grpSpPr>
              <a:xfrm>
                <a:off x="11084522" y="4291738"/>
                <a:ext cx="581004" cy="299152"/>
                <a:chOff x="3668110" y="2448910"/>
                <a:chExt cx="3794234" cy="2165130"/>
              </a:xfrm>
            </p:grpSpPr>
            <p:sp>
              <p:nvSpPr>
                <p:cNvPr id="737" name="Google Shape;737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E4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8" name="Google Shape;738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39" name="Google Shape;739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40" name="Google Shape;740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C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1" name="Google Shape;741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C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2" name="Google Shape;742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C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EC86A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44" name="Google Shape;744;p17"/>
              <p:cNvGrpSpPr/>
              <p:nvPr/>
            </p:nvGrpSpPr>
            <p:grpSpPr>
              <a:xfrm flipH="1">
                <a:off x="10917985" y="3676610"/>
                <a:ext cx="649485" cy="571200"/>
                <a:chOff x="2839" y="3501"/>
                <a:chExt cx="755" cy="803"/>
              </a:xfrm>
            </p:grpSpPr>
            <p:pic>
              <p:nvPicPr>
                <p:cNvPr descr="desktop_computer_stylized_medium" id="745" name="Google Shape;745;p17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6" name="Google Shape;746;p17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47" name="Google Shape;747;p17"/>
              <p:cNvGrpSpPr/>
              <p:nvPr/>
            </p:nvGrpSpPr>
            <p:grpSpPr>
              <a:xfrm flipH="1">
                <a:off x="10249542" y="4410101"/>
                <a:ext cx="649485" cy="571200"/>
                <a:chOff x="2839" y="3501"/>
                <a:chExt cx="755" cy="803"/>
              </a:xfrm>
            </p:grpSpPr>
            <p:pic>
              <p:nvPicPr>
                <p:cNvPr descr="desktop_computer_stylized_medium" id="748" name="Google Shape;748;p17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9" name="Google Shape;749;p17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50" name="Google Shape;750;p17"/>
              <p:cNvGrpSpPr/>
              <p:nvPr/>
            </p:nvGrpSpPr>
            <p:grpSpPr>
              <a:xfrm flipH="1">
                <a:off x="10797829" y="4748945"/>
                <a:ext cx="649485" cy="571200"/>
                <a:chOff x="2839" y="3501"/>
                <a:chExt cx="755" cy="803"/>
              </a:xfrm>
            </p:grpSpPr>
            <p:pic>
              <p:nvPicPr>
                <p:cNvPr descr="desktop_computer_stylized_medium" id="751" name="Google Shape;751;p17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52" name="Google Shape;752;p17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53" name="Google Shape;753;p17"/>
            <p:cNvGrpSpPr/>
            <p:nvPr/>
          </p:nvGrpSpPr>
          <p:grpSpPr>
            <a:xfrm>
              <a:off x="8226409" y="5199782"/>
              <a:ext cx="1926482" cy="1169355"/>
              <a:chOff x="9872135" y="4049856"/>
              <a:chExt cx="1167447" cy="689801"/>
            </a:xfrm>
          </p:grpSpPr>
          <p:pic>
            <p:nvPicPr>
              <p:cNvPr descr="antenna_radiation_stylized" id="754" name="Google Shape;754;p1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253455" y="4053920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ccess_point_stylized_small" id="755" name="Google Shape;755;p1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301992" y="4097214"/>
                <a:ext cx="380935" cy="31746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6" name="Google Shape;756;p17"/>
              <p:cNvGrpSpPr/>
              <p:nvPr/>
            </p:nvGrpSpPr>
            <p:grpSpPr>
              <a:xfrm>
                <a:off x="10257306" y="4049856"/>
                <a:ext cx="450526" cy="96315"/>
                <a:chOff x="2199" y="955"/>
                <a:chExt cx="2547" cy="506"/>
              </a:xfrm>
            </p:grpSpPr>
            <p:sp>
              <p:nvSpPr>
                <p:cNvPr id="757" name="Google Shape;757;p17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8" name="Google Shape;758;p17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9" name="Google Shape;759;p17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0" name="Google Shape;760;p17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17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17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3" name="Google Shape;763;p17"/>
              <p:cNvGrpSpPr/>
              <p:nvPr/>
            </p:nvGrpSpPr>
            <p:grpSpPr>
              <a:xfrm>
                <a:off x="9872135" y="4284324"/>
                <a:ext cx="408871" cy="378277"/>
                <a:chOff x="7339071" y="2307905"/>
                <a:chExt cx="511700" cy="446467"/>
              </a:xfrm>
            </p:grpSpPr>
            <p:grpSp>
              <p:nvGrpSpPr>
                <p:cNvPr id="764" name="Google Shape;764;p17"/>
                <p:cNvGrpSpPr/>
                <p:nvPr/>
              </p:nvGrpSpPr>
              <p:grpSpPr>
                <a:xfrm>
                  <a:off x="7339071" y="2426725"/>
                  <a:ext cx="511700" cy="327647"/>
                  <a:chOff x="7455987" y="2414528"/>
                  <a:chExt cx="511700" cy="327647"/>
                </a:xfrm>
              </p:grpSpPr>
              <p:pic>
                <p:nvPicPr>
                  <p:cNvPr descr="laptop_keyboard" id="765" name="Google Shape;765;p1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7458407" y="2575770"/>
                    <a:ext cx="437221" cy="1595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766" name="Google Shape;766;p17"/>
                  <p:cNvSpPr/>
                  <p:nvPr/>
                </p:nvSpPr>
                <p:spPr>
                  <a:xfrm>
                    <a:off x="7603304" y="2420984"/>
                    <a:ext cx="351919" cy="208167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767" name="Google Shape;767;p1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7620637" y="2426338"/>
                    <a:ext cx="319785" cy="18942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768" name="Google Shape;768;p17"/>
                  <p:cNvSpPr/>
                  <p:nvPr/>
                </p:nvSpPr>
                <p:spPr>
                  <a:xfrm>
                    <a:off x="7667378" y="2414843"/>
                    <a:ext cx="298167" cy="3873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9" name="Google Shape;769;p17"/>
                  <p:cNvSpPr/>
                  <p:nvPr/>
                </p:nvSpPr>
                <p:spPr>
                  <a:xfrm>
                    <a:off x="7600188" y="2414528"/>
                    <a:ext cx="82770" cy="161243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0" name="Google Shape;770;p17"/>
                  <p:cNvSpPr/>
                  <p:nvPr/>
                </p:nvSpPr>
                <p:spPr>
                  <a:xfrm>
                    <a:off x="7874205" y="2443344"/>
                    <a:ext cx="89197" cy="18612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1" name="Google Shape;771;p17"/>
                  <p:cNvSpPr/>
                  <p:nvPr/>
                </p:nvSpPr>
                <p:spPr>
                  <a:xfrm>
                    <a:off x="7599214" y="2567582"/>
                    <a:ext cx="327185" cy="62828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2" name="Google Shape;772;p17"/>
                  <p:cNvSpPr/>
                  <p:nvPr/>
                </p:nvSpPr>
                <p:spPr>
                  <a:xfrm>
                    <a:off x="7884138" y="2444918"/>
                    <a:ext cx="83549" cy="186909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3" name="Google Shape;773;p17"/>
                  <p:cNvSpPr/>
                  <p:nvPr/>
                </p:nvSpPr>
                <p:spPr>
                  <a:xfrm>
                    <a:off x="7599603" y="2575928"/>
                    <a:ext cx="290961" cy="62041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774" name="Google Shape;774;p17"/>
                  <p:cNvGrpSpPr/>
                  <p:nvPr/>
                </p:nvGrpSpPr>
                <p:grpSpPr>
                  <a:xfrm>
                    <a:off x="7594735" y="2642220"/>
                    <a:ext cx="98740" cy="36846"/>
                    <a:chOff x="1740" y="2642"/>
                    <a:chExt cx="752" cy="327"/>
                  </a:xfrm>
                </p:grpSpPr>
                <p:sp>
                  <p:nvSpPr>
                    <p:cNvPr id="775" name="Google Shape;775;p17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6" name="Google Shape;776;p17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7" name="Google Shape;777;p17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8" name="Google Shape;778;p17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9" name="Google Shape;779;p17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0" name="Google Shape;780;p17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81" name="Google Shape;781;p17"/>
                  <p:cNvSpPr/>
                  <p:nvPr/>
                </p:nvSpPr>
                <p:spPr>
                  <a:xfrm>
                    <a:off x="7763780" y="2647731"/>
                    <a:ext cx="119578" cy="80936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2" name="Google Shape;782;p17"/>
                  <p:cNvSpPr/>
                  <p:nvPr/>
                </p:nvSpPr>
                <p:spPr>
                  <a:xfrm>
                    <a:off x="7458602" y="2654187"/>
                    <a:ext cx="305957" cy="73850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" name="Google Shape;783;p17"/>
                  <p:cNvSpPr/>
                  <p:nvPr/>
                </p:nvSpPr>
                <p:spPr>
                  <a:xfrm>
                    <a:off x="7458797" y="2640645"/>
                    <a:ext cx="3311" cy="14959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4" name="Google Shape;784;p17"/>
                  <p:cNvSpPr/>
                  <p:nvPr/>
                </p:nvSpPr>
                <p:spPr>
                  <a:xfrm>
                    <a:off x="7458992" y="2579707"/>
                    <a:ext cx="142170" cy="6188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5" name="Google Shape;785;p17"/>
                  <p:cNvSpPr/>
                  <p:nvPr/>
                </p:nvSpPr>
                <p:spPr>
                  <a:xfrm>
                    <a:off x="7468535" y="2643795"/>
                    <a:ext cx="290182" cy="71016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6" name="Google Shape;786;p17"/>
                  <p:cNvSpPr/>
                  <p:nvPr/>
                </p:nvSpPr>
                <p:spPr>
                  <a:xfrm flipH="1" rot="10800000">
                    <a:off x="7758327" y="2638756"/>
                    <a:ext cx="118410" cy="73535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87" name="Google Shape;787;p17"/>
                <p:cNvGrpSpPr/>
                <p:nvPr/>
              </p:nvGrpSpPr>
              <p:grpSpPr>
                <a:xfrm>
                  <a:off x="7408527" y="2307905"/>
                  <a:ext cx="399726" cy="74090"/>
                  <a:chOff x="2199" y="955"/>
                  <a:chExt cx="2547" cy="506"/>
                </a:xfrm>
              </p:grpSpPr>
              <p:sp>
                <p:nvSpPr>
                  <p:cNvPr id="788" name="Google Shape;788;p17"/>
                  <p:cNvSpPr/>
                  <p:nvPr/>
                </p:nvSpPr>
                <p:spPr>
                  <a:xfrm>
                    <a:off x="2199" y="1166"/>
                    <a:ext cx="260" cy="281"/>
                  </a:xfrm>
                  <a:custGeom>
                    <a:rect b="b" l="l" r="r" t="t"/>
                    <a:pathLst>
                      <a:path extrusionOk="0" h="281" w="260">
                        <a:moveTo>
                          <a:pt x="260" y="0"/>
                        </a:moveTo>
                        <a:cubicBezTo>
                          <a:pt x="224" y="19"/>
                          <a:pt x="79" y="77"/>
                          <a:pt x="42" y="112"/>
                        </a:cubicBezTo>
                        <a:cubicBezTo>
                          <a:pt x="5" y="143"/>
                          <a:pt x="0" y="183"/>
                          <a:pt x="35" y="211"/>
                        </a:cubicBezTo>
                        <a:cubicBezTo>
                          <a:pt x="70" y="239"/>
                          <a:pt x="208" y="266"/>
                          <a:pt x="253" y="28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789;p17"/>
                  <p:cNvSpPr/>
                  <p:nvPr/>
                </p:nvSpPr>
                <p:spPr>
                  <a:xfrm>
                    <a:off x="2482" y="1040"/>
                    <a:ext cx="900" cy="421"/>
                  </a:xfrm>
                  <a:custGeom>
                    <a:rect b="b" l="l" r="r" t="t"/>
                    <a:pathLst>
                      <a:path extrusionOk="0" h="421" w="900">
                        <a:moveTo>
                          <a:pt x="531" y="0"/>
                        </a:moveTo>
                        <a:cubicBezTo>
                          <a:pt x="489" y="13"/>
                          <a:pt x="356" y="47"/>
                          <a:pt x="279" y="77"/>
                        </a:cubicBezTo>
                        <a:cubicBezTo>
                          <a:pt x="202" y="107"/>
                          <a:pt x="109" y="141"/>
                          <a:pt x="68" y="182"/>
                        </a:cubicBezTo>
                        <a:cubicBezTo>
                          <a:pt x="31" y="213"/>
                          <a:pt x="0" y="292"/>
                          <a:pt x="33" y="323"/>
                        </a:cubicBezTo>
                        <a:cubicBezTo>
                          <a:pt x="76" y="359"/>
                          <a:pt x="198" y="384"/>
                          <a:pt x="328" y="400"/>
                        </a:cubicBezTo>
                        <a:cubicBezTo>
                          <a:pt x="458" y="416"/>
                          <a:pt x="724" y="421"/>
                          <a:pt x="812" y="421"/>
                        </a:cubicBezTo>
                        <a:cubicBezTo>
                          <a:pt x="900" y="421"/>
                          <a:pt x="846" y="404"/>
                          <a:pt x="855" y="40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" name="Google Shape;790;p17"/>
                  <p:cNvSpPr/>
                  <p:nvPr/>
                </p:nvSpPr>
                <p:spPr>
                  <a:xfrm>
                    <a:off x="2782" y="1068"/>
                    <a:ext cx="428" cy="269"/>
                  </a:xfrm>
                  <a:custGeom>
                    <a:rect b="b" l="l" r="r" t="t"/>
                    <a:pathLst>
                      <a:path extrusionOk="0" h="269" w="428">
                        <a:moveTo>
                          <a:pt x="428" y="0"/>
                        </a:moveTo>
                        <a:cubicBezTo>
                          <a:pt x="428" y="0"/>
                          <a:pt x="217" y="35"/>
                          <a:pt x="217" y="35"/>
                        </a:cubicBezTo>
                        <a:cubicBezTo>
                          <a:pt x="217" y="35"/>
                          <a:pt x="42" y="105"/>
                          <a:pt x="21" y="140"/>
                        </a:cubicBezTo>
                        <a:cubicBezTo>
                          <a:pt x="0" y="175"/>
                          <a:pt x="14" y="217"/>
                          <a:pt x="91" y="246"/>
                        </a:cubicBezTo>
                        <a:cubicBezTo>
                          <a:pt x="126" y="267"/>
                          <a:pt x="177" y="265"/>
                          <a:pt x="231" y="267"/>
                        </a:cubicBezTo>
                        <a:cubicBezTo>
                          <a:pt x="285" y="269"/>
                          <a:pt x="376" y="262"/>
                          <a:pt x="414" y="2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" name="Google Shape;791;p17"/>
                  <p:cNvSpPr/>
                  <p:nvPr/>
                </p:nvSpPr>
                <p:spPr>
                  <a:xfrm>
                    <a:off x="3554" y="1075"/>
                    <a:ext cx="377" cy="239"/>
                  </a:xfrm>
                  <a:custGeom>
                    <a:rect b="b" l="l" r="r" t="t"/>
                    <a:pathLst>
                      <a:path extrusionOk="0" h="239" w="377">
                        <a:moveTo>
                          <a:pt x="42" y="239"/>
                        </a:moveTo>
                        <a:cubicBezTo>
                          <a:pt x="89" y="224"/>
                          <a:pt x="285" y="178"/>
                          <a:pt x="335" y="146"/>
                        </a:cubicBezTo>
                        <a:cubicBezTo>
                          <a:pt x="372" y="115"/>
                          <a:pt x="377" y="75"/>
                          <a:pt x="342" y="47"/>
                        </a:cubicBezTo>
                        <a:cubicBezTo>
                          <a:pt x="286" y="23"/>
                          <a:pt x="71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" name="Google Shape;792;p17"/>
                  <p:cNvSpPr/>
                  <p:nvPr/>
                </p:nvSpPr>
                <p:spPr>
                  <a:xfrm>
                    <a:off x="3646" y="997"/>
                    <a:ext cx="660" cy="336"/>
                  </a:xfrm>
                  <a:custGeom>
                    <a:rect b="b" l="l" r="r" t="t"/>
                    <a:pathLst>
                      <a:path extrusionOk="0" h="300" w="646">
                        <a:moveTo>
                          <a:pt x="343" y="300"/>
                        </a:moveTo>
                        <a:cubicBezTo>
                          <a:pt x="367" y="292"/>
                          <a:pt x="443" y="272"/>
                          <a:pt x="487" y="254"/>
                        </a:cubicBezTo>
                        <a:cubicBezTo>
                          <a:pt x="531" y="236"/>
                          <a:pt x="584" y="216"/>
                          <a:pt x="607" y="191"/>
                        </a:cubicBezTo>
                        <a:cubicBezTo>
                          <a:pt x="628" y="173"/>
                          <a:pt x="646" y="125"/>
                          <a:pt x="627" y="107"/>
                        </a:cubicBezTo>
                        <a:cubicBezTo>
                          <a:pt x="603" y="85"/>
                          <a:pt x="563" y="79"/>
                          <a:pt x="459" y="61"/>
                        </a:cubicBezTo>
                        <a:cubicBezTo>
                          <a:pt x="355" y="43"/>
                          <a:pt x="76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3" name="Google Shape;793;p17"/>
                  <p:cNvSpPr/>
                  <p:nvPr/>
                </p:nvSpPr>
                <p:spPr>
                  <a:xfrm>
                    <a:off x="4116" y="955"/>
                    <a:ext cx="630" cy="397"/>
                  </a:xfrm>
                  <a:custGeom>
                    <a:rect b="b" l="l" r="r" t="t"/>
                    <a:pathLst>
                      <a:path extrusionOk="0" h="397" w="630">
                        <a:moveTo>
                          <a:pt x="320" y="397"/>
                        </a:moveTo>
                        <a:cubicBezTo>
                          <a:pt x="345" y="388"/>
                          <a:pt x="423" y="366"/>
                          <a:pt x="468" y="345"/>
                        </a:cubicBezTo>
                        <a:cubicBezTo>
                          <a:pt x="513" y="325"/>
                          <a:pt x="567" y="303"/>
                          <a:pt x="590" y="275"/>
                        </a:cubicBezTo>
                        <a:cubicBezTo>
                          <a:pt x="612" y="255"/>
                          <a:pt x="630" y="201"/>
                          <a:pt x="611" y="181"/>
                        </a:cubicBezTo>
                        <a:cubicBezTo>
                          <a:pt x="586" y="156"/>
                          <a:pt x="541" y="159"/>
                          <a:pt x="439" y="129"/>
                        </a:cubicBezTo>
                        <a:cubicBezTo>
                          <a:pt x="337" y="99"/>
                          <a:pt x="91" y="27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4" name="Google Shape;794;p17"/>
                <p:cNvCxnSpPr/>
                <p:nvPr/>
              </p:nvCxnSpPr>
              <p:spPr>
                <a:xfrm flipH="1">
                  <a:off x="7594314" y="2366481"/>
                  <a:ext cx="39385" cy="702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95" name="Google Shape;795;p17"/>
              <p:cNvGrpSpPr/>
              <p:nvPr/>
            </p:nvGrpSpPr>
            <p:grpSpPr>
              <a:xfrm>
                <a:off x="10630711" y="4361380"/>
                <a:ext cx="408871" cy="378277"/>
                <a:chOff x="7339071" y="2307905"/>
                <a:chExt cx="511700" cy="446467"/>
              </a:xfrm>
            </p:grpSpPr>
            <p:grpSp>
              <p:nvGrpSpPr>
                <p:cNvPr id="796" name="Google Shape;796;p17"/>
                <p:cNvGrpSpPr/>
                <p:nvPr/>
              </p:nvGrpSpPr>
              <p:grpSpPr>
                <a:xfrm>
                  <a:off x="7339071" y="2426725"/>
                  <a:ext cx="511700" cy="327647"/>
                  <a:chOff x="7455987" y="2414528"/>
                  <a:chExt cx="511700" cy="327647"/>
                </a:xfrm>
              </p:grpSpPr>
              <p:pic>
                <p:nvPicPr>
                  <p:cNvPr descr="laptop_keyboard" id="797" name="Google Shape;797;p1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7458407" y="2575770"/>
                    <a:ext cx="437221" cy="1595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798" name="Google Shape;798;p17"/>
                  <p:cNvSpPr/>
                  <p:nvPr/>
                </p:nvSpPr>
                <p:spPr>
                  <a:xfrm>
                    <a:off x="7603304" y="2420984"/>
                    <a:ext cx="351919" cy="208167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799" name="Google Shape;799;p1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7620637" y="2426338"/>
                    <a:ext cx="319785" cy="18942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00" name="Google Shape;800;p17"/>
                  <p:cNvSpPr/>
                  <p:nvPr/>
                </p:nvSpPr>
                <p:spPr>
                  <a:xfrm>
                    <a:off x="7667378" y="2414843"/>
                    <a:ext cx="298167" cy="3873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1" name="Google Shape;801;p17"/>
                  <p:cNvSpPr/>
                  <p:nvPr/>
                </p:nvSpPr>
                <p:spPr>
                  <a:xfrm>
                    <a:off x="7600188" y="2414528"/>
                    <a:ext cx="82770" cy="161243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2" name="Google Shape;802;p17"/>
                  <p:cNvSpPr/>
                  <p:nvPr/>
                </p:nvSpPr>
                <p:spPr>
                  <a:xfrm>
                    <a:off x="7874205" y="2443344"/>
                    <a:ext cx="89197" cy="18612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3" name="Google Shape;803;p17"/>
                  <p:cNvSpPr/>
                  <p:nvPr/>
                </p:nvSpPr>
                <p:spPr>
                  <a:xfrm>
                    <a:off x="7599214" y="2567582"/>
                    <a:ext cx="327185" cy="62828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4" name="Google Shape;804;p17"/>
                  <p:cNvSpPr/>
                  <p:nvPr/>
                </p:nvSpPr>
                <p:spPr>
                  <a:xfrm>
                    <a:off x="7884138" y="2444918"/>
                    <a:ext cx="83549" cy="186909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5" name="Google Shape;805;p17"/>
                  <p:cNvSpPr/>
                  <p:nvPr/>
                </p:nvSpPr>
                <p:spPr>
                  <a:xfrm>
                    <a:off x="7599603" y="2575928"/>
                    <a:ext cx="290961" cy="62041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06" name="Google Shape;806;p17"/>
                  <p:cNvGrpSpPr/>
                  <p:nvPr/>
                </p:nvGrpSpPr>
                <p:grpSpPr>
                  <a:xfrm>
                    <a:off x="7594735" y="2642220"/>
                    <a:ext cx="98740" cy="36846"/>
                    <a:chOff x="1740" y="2642"/>
                    <a:chExt cx="752" cy="327"/>
                  </a:xfrm>
                </p:grpSpPr>
                <p:sp>
                  <p:nvSpPr>
                    <p:cNvPr id="807" name="Google Shape;807;p17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8" name="Google Shape;808;p17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9" name="Google Shape;809;p17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0" name="Google Shape;810;p17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1" name="Google Shape;811;p17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2" name="Google Shape;812;p17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13" name="Google Shape;813;p17"/>
                  <p:cNvSpPr/>
                  <p:nvPr/>
                </p:nvSpPr>
                <p:spPr>
                  <a:xfrm>
                    <a:off x="7763780" y="2647731"/>
                    <a:ext cx="119578" cy="80936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" name="Google Shape;814;p17"/>
                  <p:cNvSpPr/>
                  <p:nvPr/>
                </p:nvSpPr>
                <p:spPr>
                  <a:xfrm>
                    <a:off x="7458602" y="2654187"/>
                    <a:ext cx="305957" cy="73850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5" name="Google Shape;815;p17"/>
                  <p:cNvSpPr/>
                  <p:nvPr/>
                </p:nvSpPr>
                <p:spPr>
                  <a:xfrm>
                    <a:off x="7458797" y="2640645"/>
                    <a:ext cx="3311" cy="14959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6" name="Google Shape;816;p17"/>
                  <p:cNvSpPr/>
                  <p:nvPr/>
                </p:nvSpPr>
                <p:spPr>
                  <a:xfrm>
                    <a:off x="7458992" y="2579707"/>
                    <a:ext cx="142170" cy="6188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7" name="Google Shape;817;p17"/>
                  <p:cNvSpPr/>
                  <p:nvPr/>
                </p:nvSpPr>
                <p:spPr>
                  <a:xfrm>
                    <a:off x="7468535" y="2643795"/>
                    <a:ext cx="290182" cy="71016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8" name="Google Shape;818;p17"/>
                  <p:cNvSpPr/>
                  <p:nvPr/>
                </p:nvSpPr>
                <p:spPr>
                  <a:xfrm flipH="1" rot="10800000">
                    <a:off x="7758327" y="2638756"/>
                    <a:ext cx="118410" cy="73535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19" name="Google Shape;819;p17"/>
                <p:cNvGrpSpPr/>
                <p:nvPr/>
              </p:nvGrpSpPr>
              <p:grpSpPr>
                <a:xfrm>
                  <a:off x="7408527" y="2307905"/>
                  <a:ext cx="399726" cy="74090"/>
                  <a:chOff x="2199" y="955"/>
                  <a:chExt cx="2547" cy="506"/>
                </a:xfrm>
              </p:grpSpPr>
              <p:sp>
                <p:nvSpPr>
                  <p:cNvPr id="820" name="Google Shape;820;p17"/>
                  <p:cNvSpPr/>
                  <p:nvPr/>
                </p:nvSpPr>
                <p:spPr>
                  <a:xfrm>
                    <a:off x="2199" y="1166"/>
                    <a:ext cx="260" cy="281"/>
                  </a:xfrm>
                  <a:custGeom>
                    <a:rect b="b" l="l" r="r" t="t"/>
                    <a:pathLst>
                      <a:path extrusionOk="0" h="281" w="260">
                        <a:moveTo>
                          <a:pt x="260" y="0"/>
                        </a:moveTo>
                        <a:cubicBezTo>
                          <a:pt x="224" y="19"/>
                          <a:pt x="79" y="77"/>
                          <a:pt x="42" y="112"/>
                        </a:cubicBezTo>
                        <a:cubicBezTo>
                          <a:pt x="5" y="143"/>
                          <a:pt x="0" y="183"/>
                          <a:pt x="35" y="211"/>
                        </a:cubicBezTo>
                        <a:cubicBezTo>
                          <a:pt x="70" y="239"/>
                          <a:pt x="208" y="266"/>
                          <a:pt x="253" y="28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" name="Google Shape;821;p17"/>
                  <p:cNvSpPr/>
                  <p:nvPr/>
                </p:nvSpPr>
                <p:spPr>
                  <a:xfrm>
                    <a:off x="2482" y="1040"/>
                    <a:ext cx="900" cy="421"/>
                  </a:xfrm>
                  <a:custGeom>
                    <a:rect b="b" l="l" r="r" t="t"/>
                    <a:pathLst>
                      <a:path extrusionOk="0" h="421" w="900">
                        <a:moveTo>
                          <a:pt x="531" y="0"/>
                        </a:moveTo>
                        <a:cubicBezTo>
                          <a:pt x="489" y="13"/>
                          <a:pt x="356" y="47"/>
                          <a:pt x="279" y="77"/>
                        </a:cubicBezTo>
                        <a:cubicBezTo>
                          <a:pt x="202" y="107"/>
                          <a:pt x="109" y="141"/>
                          <a:pt x="68" y="182"/>
                        </a:cubicBezTo>
                        <a:cubicBezTo>
                          <a:pt x="31" y="213"/>
                          <a:pt x="0" y="292"/>
                          <a:pt x="33" y="323"/>
                        </a:cubicBezTo>
                        <a:cubicBezTo>
                          <a:pt x="76" y="359"/>
                          <a:pt x="198" y="384"/>
                          <a:pt x="328" y="400"/>
                        </a:cubicBezTo>
                        <a:cubicBezTo>
                          <a:pt x="458" y="416"/>
                          <a:pt x="724" y="421"/>
                          <a:pt x="812" y="421"/>
                        </a:cubicBezTo>
                        <a:cubicBezTo>
                          <a:pt x="900" y="421"/>
                          <a:pt x="846" y="404"/>
                          <a:pt x="855" y="40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" name="Google Shape;822;p17"/>
                  <p:cNvSpPr/>
                  <p:nvPr/>
                </p:nvSpPr>
                <p:spPr>
                  <a:xfrm>
                    <a:off x="2782" y="1068"/>
                    <a:ext cx="428" cy="269"/>
                  </a:xfrm>
                  <a:custGeom>
                    <a:rect b="b" l="l" r="r" t="t"/>
                    <a:pathLst>
                      <a:path extrusionOk="0" h="269" w="428">
                        <a:moveTo>
                          <a:pt x="428" y="0"/>
                        </a:moveTo>
                        <a:cubicBezTo>
                          <a:pt x="428" y="0"/>
                          <a:pt x="217" y="35"/>
                          <a:pt x="217" y="35"/>
                        </a:cubicBezTo>
                        <a:cubicBezTo>
                          <a:pt x="217" y="35"/>
                          <a:pt x="42" y="105"/>
                          <a:pt x="21" y="140"/>
                        </a:cubicBezTo>
                        <a:cubicBezTo>
                          <a:pt x="0" y="175"/>
                          <a:pt x="14" y="217"/>
                          <a:pt x="91" y="246"/>
                        </a:cubicBezTo>
                        <a:cubicBezTo>
                          <a:pt x="126" y="267"/>
                          <a:pt x="177" y="265"/>
                          <a:pt x="231" y="267"/>
                        </a:cubicBezTo>
                        <a:cubicBezTo>
                          <a:pt x="285" y="269"/>
                          <a:pt x="376" y="262"/>
                          <a:pt x="414" y="2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3" name="Google Shape;823;p17"/>
                  <p:cNvSpPr/>
                  <p:nvPr/>
                </p:nvSpPr>
                <p:spPr>
                  <a:xfrm>
                    <a:off x="3554" y="1075"/>
                    <a:ext cx="377" cy="239"/>
                  </a:xfrm>
                  <a:custGeom>
                    <a:rect b="b" l="l" r="r" t="t"/>
                    <a:pathLst>
                      <a:path extrusionOk="0" h="239" w="377">
                        <a:moveTo>
                          <a:pt x="42" y="239"/>
                        </a:moveTo>
                        <a:cubicBezTo>
                          <a:pt x="89" y="224"/>
                          <a:pt x="285" y="178"/>
                          <a:pt x="335" y="146"/>
                        </a:cubicBezTo>
                        <a:cubicBezTo>
                          <a:pt x="372" y="115"/>
                          <a:pt x="377" y="75"/>
                          <a:pt x="342" y="47"/>
                        </a:cubicBezTo>
                        <a:cubicBezTo>
                          <a:pt x="286" y="23"/>
                          <a:pt x="71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4" name="Google Shape;824;p17"/>
                  <p:cNvSpPr/>
                  <p:nvPr/>
                </p:nvSpPr>
                <p:spPr>
                  <a:xfrm>
                    <a:off x="3646" y="997"/>
                    <a:ext cx="660" cy="336"/>
                  </a:xfrm>
                  <a:custGeom>
                    <a:rect b="b" l="l" r="r" t="t"/>
                    <a:pathLst>
                      <a:path extrusionOk="0" h="300" w="646">
                        <a:moveTo>
                          <a:pt x="343" y="300"/>
                        </a:moveTo>
                        <a:cubicBezTo>
                          <a:pt x="367" y="292"/>
                          <a:pt x="443" y="272"/>
                          <a:pt x="487" y="254"/>
                        </a:cubicBezTo>
                        <a:cubicBezTo>
                          <a:pt x="531" y="236"/>
                          <a:pt x="584" y="216"/>
                          <a:pt x="607" y="191"/>
                        </a:cubicBezTo>
                        <a:cubicBezTo>
                          <a:pt x="628" y="173"/>
                          <a:pt x="646" y="125"/>
                          <a:pt x="627" y="107"/>
                        </a:cubicBezTo>
                        <a:cubicBezTo>
                          <a:pt x="603" y="85"/>
                          <a:pt x="563" y="79"/>
                          <a:pt x="459" y="61"/>
                        </a:cubicBezTo>
                        <a:cubicBezTo>
                          <a:pt x="355" y="43"/>
                          <a:pt x="76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5" name="Google Shape;825;p17"/>
                  <p:cNvSpPr/>
                  <p:nvPr/>
                </p:nvSpPr>
                <p:spPr>
                  <a:xfrm>
                    <a:off x="4116" y="955"/>
                    <a:ext cx="630" cy="397"/>
                  </a:xfrm>
                  <a:custGeom>
                    <a:rect b="b" l="l" r="r" t="t"/>
                    <a:pathLst>
                      <a:path extrusionOk="0" h="397" w="630">
                        <a:moveTo>
                          <a:pt x="320" y="397"/>
                        </a:moveTo>
                        <a:cubicBezTo>
                          <a:pt x="345" y="388"/>
                          <a:pt x="423" y="366"/>
                          <a:pt x="468" y="345"/>
                        </a:cubicBezTo>
                        <a:cubicBezTo>
                          <a:pt x="513" y="325"/>
                          <a:pt x="567" y="303"/>
                          <a:pt x="590" y="275"/>
                        </a:cubicBezTo>
                        <a:cubicBezTo>
                          <a:pt x="612" y="255"/>
                          <a:pt x="630" y="201"/>
                          <a:pt x="611" y="181"/>
                        </a:cubicBezTo>
                        <a:cubicBezTo>
                          <a:pt x="586" y="156"/>
                          <a:pt x="541" y="159"/>
                          <a:pt x="439" y="129"/>
                        </a:cubicBezTo>
                        <a:cubicBezTo>
                          <a:pt x="337" y="99"/>
                          <a:pt x="91" y="27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826" name="Google Shape;826;p17"/>
                <p:cNvCxnSpPr/>
                <p:nvPr/>
              </p:nvCxnSpPr>
              <p:spPr>
                <a:xfrm flipH="1">
                  <a:off x="7594314" y="2366481"/>
                  <a:ext cx="39385" cy="702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827" name="Google Shape;827;p17"/>
            <p:cNvGrpSpPr/>
            <p:nvPr/>
          </p:nvGrpSpPr>
          <p:grpSpPr>
            <a:xfrm>
              <a:off x="7840518" y="1242873"/>
              <a:ext cx="4037013" cy="1377421"/>
              <a:chOff x="7785100" y="730250"/>
              <a:chExt cx="4037013" cy="1377421"/>
            </a:xfrm>
          </p:grpSpPr>
          <p:grpSp>
            <p:nvGrpSpPr>
              <p:cNvPr id="828" name="Google Shape;828;p17"/>
              <p:cNvGrpSpPr/>
              <p:nvPr/>
            </p:nvGrpSpPr>
            <p:grpSpPr>
              <a:xfrm>
                <a:off x="7785100" y="736600"/>
                <a:ext cx="850900" cy="527050"/>
                <a:chOff x="-490" y="1664"/>
                <a:chExt cx="1429" cy="842"/>
              </a:xfrm>
            </p:grpSpPr>
            <p:sp>
              <p:nvSpPr>
                <p:cNvPr id="829" name="Google Shape;829;p17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0" name="Google Shape;830;p17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31" name="Google Shape;831;p17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32" name="Google Shape;832;p17"/>
                  <p:cNvCxnSpPr/>
                  <p:nvPr/>
                </p:nvCxnSpPr>
                <p:spPr>
                  <a:xfrm>
                    <a:off x="-150" y="2271"/>
                    <a:ext cx="673" cy="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33" name="Google Shape;833;p17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834" name="Google Shape;834;p17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5" name="Google Shape;835;p17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6" name="Google Shape;836;p17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7" name="Google Shape;837;p17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8" name="Google Shape;838;p17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9" name="Google Shape;839;p17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40" name="Google Shape;840;p1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41" name="Google Shape;841;p17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" name="Google Shape;842;p17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843" name="Google Shape;843;p1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cxnSp>
            <p:nvCxnSpPr>
              <p:cNvPr id="844" name="Google Shape;844;p17"/>
              <p:cNvCxnSpPr/>
              <p:nvPr/>
            </p:nvCxnSpPr>
            <p:spPr>
              <a:xfrm>
                <a:off x="8423564" y="1479550"/>
                <a:ext cx="2593686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5" name="Google Shape;845;p17"/>
              <p:cNvSpPr txBox="1"/>
              <p:nvPr/>
            </p:nvSpPr>
            <p:spPr>
              <a:xfrm>
                <a:off x="9439275" y="808038"/>
                <a:ext cx="4889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rgbClr val="96969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/>
              </a:p>
            </p:txBody>
          </p:sp>
          <p:grpSp>
            <p:nvGrpSpPr>
              <p:cNvPr id="846" name="Google Shape;846;p17"/>
              <p:cNvGrpSpPr/>
              <p:nvPr/>
            </p:nvGrpSpPr>
            <p:grpSpPr>
              <a:xfrm>
                <a:off x="7872413" y="1479550"/>
                <a:ext cx="850900" cy="623888"/>
                <a:chOff x="7872413" y="1479550"/>
                <a:chExt cx="850900" cy="623888"/>
              </a:xfrm>
            </p:grpSpPr>
            <p:grpSp>
              <p:nvGrpSpPr>
                <p:cNvPr id="847" name="Google Shape;847;p17"/>
                <p:cNvGrpSpPr/>
                <p:nvPr/>
              </p:nvGrpSpPr>
              <p:grpSpPr>
                <a:xfrm>
                  <a:off x="7872413" y="1576388"/>
                  <a:ext cx="850900" cy="527050"/>
                  <a:chOff x="-490" y="1664"/>
                  <a:chExt cx="1429" cy="842"/>
                </a:xfrm>
              </p:grpSpPr>
              <p:sp>
                <p:nvSpPr>
                  <p:cNvPr id="848" name="Google Shape;848;p17"/>
                  <p:cNvSpPr/>
                  <p:nvPr/>
                </p:nvSpPr>
                <p:spPr>
                  <a:xfrm>
                    <a:off x="-490" y="1664"/>
                    <a:ext cx="1429" cy="29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9" name="Google Shape;849;p17"/>
                  <p:cNvGrpSpPr/>
                  <p:nvPr/>
                </p:nvGrpSpPr>
                <p:grpSpPr>
                  <a:xfrm>
                    <a:off x="-427" y="1737"/>
                    <a:ext cx="1217" cy="769"/>
                    <a:chOff x="-427" y="1737"/>
                    <a:chExt cx="1217" cy="769"/>
                  </a:xfrm>
                </p:grpSpPr>
                <p:sp>
                  <p:nvSpPr>
                    <p:cNvPr id="850" name="Google Shape;850;p17"/>
                    <p:cNvSpPr/>
                    <p:nvPr/>
                  </p:nvSpPr>
                  <p:spPr>
                    <a:xfrm>
                      <a:off x="-338" y="1923"/>
                      <a:ext cx="1128" cy="583"/>
                    </a:xfrm>
                    <a:prstGeom prst="rect">
                      <a:avLst/>
                    </a:prstGeom>
                    <a:solidFill>
                      <a:srgbClr val="DDDDDD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851" name="Google Shape;851;p17"/>
                    <p:cNvCxnSpPr/>
                    <p:nvPr/>
                  </p:nvCxnSpPr>
                  <p:spPr>
                    <a:xfrm>
                      <a:off x="-150" y="2271"/>
                      <a:ext cx="676" cy="4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grpSp>
                  <p:nvGrpSpPr>
                    <p:cNvPr id="852" name="Google Shape;852;p17"/>
                    <p:cNvGrpSpPr/>
                    <p:nvPr/>
                  </p:nvGrpSpPr>
                  <p:grpSpPr>
                    <a:xfrm>
                      <a:off x="67" y="2192"/>
                      <a:ext cx="387" cy="139"/>
                      <a:chOff x="320" y="890"/>
                      <a:chExt cx="871" cy="339"/>
                    </a:xfrm>
                  </p:grpSpPr>
                  <p:sp>
                    <p:nvSpPr>
                      <p:cNvPr id="853" name="Google Shape;853;p17"/>
                      <p:cNvSpPr/>
                      <p:nvPr/>
                    </p:nvSpPr>
                    <p:spPr>
                      <a:xfrm>
                        <a:off x="320" y="1000"/>
                        <a:ext cx="871" cy="229"/>
                      </a:xfrm>
                      <a:prstGeom prst="rect">
                        <a:avLst/>
                      </a:prstGeom>
                      <a:solidFill>
                        <a:srgbClr val="EC86A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54" name="Google Shape;854;p17"/>
                      <p:cNvSpPr/>
                      <p:nvPr/>
                    </p:nvSpPr>
                    <p:spPr>
                      <a:xfrm>
                        <a:off x="392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55" name="Google Shape;855;p17"/>
                      <p:cNvSpPr/>
                      <p:nvPr/>
                    </p:nvSpPr>
                    <p:spPr>
                      <a:xfrm>
                        <a:off x="464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56" name="Google Shape;856;p17"/>
                      <p:cNvSpPr/>
                      <p:nvPr/>
                    </p:nvSpPr>
                    <p:spPr>
                      <a:xfrm>
                        <a:off x="536" y="1068"/>
                        <a:ext cx="60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57" name="Google Shape;857;p17"/>
                      <p:cNvSpPr/>
                      <p:nvPr/>
                    </p:nvSpPr>
                    <p:spPr>
                      <a:xfrm>
                        <a:off x="615" y="1068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58" name="Google Shape;858;p17"/>
                      <p:cNvSpPr/>
                      <p:nvPr/>
                    </p:nvSpPr>
                    <p:spPr>
                      <a:xfrm flipH="1" rot="10800000">
                        <a:off x="322" y="890"/>
                        <a:ext cx="859" cy="110"/>
                      </a:xfrm>
                      <a:custGeom>
                        <a:rect b="b" l="l" r="r" t="t"/>
                        <a:pathLst>
                          <a:path extrusionOk="0" h="21600" w="21600">
                            <a:moveTo>
                              <a:pt x="0" y="0"/>
                            </a:moveTo>
                            <a:lnTo>
                              <a:pt x="5400" y="21600"/>
                            </a:lnTo>
                            <a:lnTo>
                              <a:pt x="16200" y="21600"/>
                            </a:lnTo>
                            <a:lnTo>
                              <a:pt x="21600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EC86A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pic>
                  <p:nvPicPr>
                    <p:cNvPr descr="desktop_computer_stylized_small" id="859" name="Google Shape;859;p17"/>
                    <p:cNvPicPr preferRelativeResize="0"/>
                    <p:nvPr/>
                  </p:nvPicPr>
                  <p:blipFill rotWithShape="1">
                    <a:blip r:embed="rId10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-427" y="2049"/>
                      <a:ext cx="447" cy="41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860" name="Google Shape;860;p17"/>
                    <p:cNvSpPr/>
                    <p:nvPr/>
                  </p:nvSpPr>
                  <p:spPr>
                    <a:xfrm>
                      <a:off x="528" y="2232"/>
                      <a:ext cx="104" cy="91"/>
                    </a:xfrm>
                    <a:prstGeom prst="rect">
                      <a:avLst/>
                    </a:prstGeom>
                    <a:solidFill>
                      <a:srgbClr val="E4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1" name="Google Shape;861;p17"/>
                    <p:cNvSpPr/>
                    <p:nvPr/>
                  </p:nvSpPr>
                  <p:spPr>
                    <a:xfrm>
                      <a:off x="282" y="1951"/>
                      <a:ext cx="302" cy="274"/>
                    </a:xfrm>
                    <a:custGeom>
                      <a:rect b="b" l="l" r="r" t="t"/>
                      <a:pathLst>
                        <a:path extrusionOk="0" h="274" w="381">
                          <a:moveTo>
                            <a:pt x="381" y="274"/>
                          </a:moveTo>
                          <a:lnTo>
                            <a:pt x="381" y="13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pic>
                  <p:nvPicPr>
                    <p:cNvPr descr="tv" id="862" name="Google Shape;862;p17"/>
                    <p:cNvPicPr preferRelativeResize="0"/>
                    <p:nvPr/>
                  </p:nvPicPr>
                  <p:blipFill rotWithShape="1">
                    <a:blip r:embed="rId1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2" y="1737"/>
                      <a:ext cx="476" cy="4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sp>
              <p:nvSpPr>
                <p:cNvPr id="863" name="Google Shape;863;p17"/>
                <p:cNvSpPr/>
                <p:nvPr/>
              </p:nvSpPr>
              <p:spPr>
                <a:xfrm>
                  <a:off x="8543925" y="1479550"/>
                  <a:ext cx="127000" cy="476250"/>
                </a:xfrm>
                <a:custGeom>
                  <a:rect b="b" l="l" r="r" t="t"/>
                  <a:pathLst>
                    <a:path extrusionOk="0" h="300" w="80">
                      <a:moveTo>
                        <a:pt x="0" y="300"/>
                      </a:moveTo>
                      <a:lnTo>
                        <a:pt x="80" y="300"/>
                      </a:lnTo>
                      <a:lnTo>
                        <a:pt x="8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4" name="Google Shape;864;p17"/>
              <p:cNvSpPr/>
              <p:nvPr/>
            </p:nvSpPr>
            <p:spPr>
              <a:xfrm>
                <a:off x="10755313" y="1054100"/>
                <a:ext cx="955675" cy="700088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dash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5" name="Google Shape;865;p17"/>
              <p:cNvSpPr/>
              <p:nvPr/>
            </p:nvSpPr>
            <p:spPr>
              <a:xfrm>
                <a:off x="11012488" y="1236663"/>
                <a:ext cx="330200" cy="454025"/>
              </a:xfrm>
              <a:custGeom>
                <a:rect b="b" l="l" r="r" t="t"/>
                <a:pathLst>
                  <a:path extrusionOk="0" h="412" w="318">
                    <a:moveTo>
                      <a:pt x="0" y="412"/>
                    </a:moveTo>
                    <a:lnTo>
                      <a:pt x="3" y="1"/>
                    </a:lnTo>
                    <a:lnTo>
                      <a:pt x="74" y="0"/>
                    </a:lnTo>
                    <a:lnTo>
                      <a:pt x="254" y="111"/>
                    </a:lnTo>
                    <a:lnTo>
                      <a:pt x="318" y="115"/>
                    </a:lnTo>
                    <a:lnTo>
                      <a:pt x="318" y="308"/>
                    </a:lnTo>
                    <a:lnTo>
                      <a:pt x="246" y="308"/>
                    </a:lnTo>
                    <a:lnTo>
                      <a:pt x="74" y="412"/>
                    </a:lnTo>
                    <a:lnTo>
                      <a:pt x="0" y="412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E40000"/>
                  </a:gs>
                  <a:gs pos="100000">
                    <a:srgbClr val="E4000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7"/>
              <p:cNvSpPr/>
              <p:nvPr/>
            </p:nvSpPr>
            <p:spPr>
              <a:xfrm>
                <a:off x="11009842" y="1167342"/>
                <a:ext cx="366713" cy="406400"/>
              </a:xfrm>
              <a:custGeom>
                <a:rect b="b" l="l" r="r" t="t"/>
                <a:pathLst>
                  <a:path extrusionOk="0" h="369" w="353">
                    <a:moveTo>
                      <a:pt x="0" y="59"/>
                    </a:moveTo>
                    <a:lnTo>
                      <a:pt x="32" y="0"/>
                    </a:lnTo>
                    <a:lnTo>
                      <a:pt x="105" y="0"/>
                    </a:lnTo>
                    <a:lnTo>
                      <a:pt x="276" y="113"/>
                    </a:lnTo>
                    <a:lnTo>
                      <a:pt x="353" y="113"/>
                    </a:lnTo>
                    <a:lnTo>
                      <a:pt x="353" y="315"/>
                    </a:lnTo>
                    <a:lnTo>
                      <a:pt x="318" y="369"/>
                    </a:lnTo>
                    <a:lnTo>
                      <a:pt x="315" y="173"/>
                    </a:lnTo>
                    <a:lnTo>
                      <a:pt x="254" y="173"/>
                    </a:lnTo>
                    <a:lnTo>
                      <a:pt x="75" y="60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C0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7" name="Google Shape;867;p17"/>
              <p:cNvCxnSpPr/>
              <p:nvPr/>
            </p:nvCxnSpPr>
            <p:spPr>
              <a:xfrm flipH="1">
                <a:off x="11339513" y="1295400"/>
                <a:ext cx="34925" cy="682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" name="Google Shape;868;p17"/>
              <p:cNvCxnSpPr/>
              <p:nvPr/>
            </p:nvCxnSpPr>
            <p:spPr>
              <a:xfrm>
                <a:off x="11041063" y="1466850"/>
                <a:ext cx="26828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69" name="Google Shape;869;p17"/>
              <p:cNvSpPr/>
              <p:nvPr/>
            </p:nvSpPr>
            <p:spPr>
              <a:xfrm>
                <a:off x="11034713" y="1290638"/>
                <a:ext cx="274637" cy="115887"/>
              </a:xfrm>
              <a:custGeom>
                <a:rect b="b" l="l" r="r" t="t"/>
                <a:pathLst>
                  <a:path extrusionOk="0" h="105" w="264">
                    <a:moveTo>
                      <a:pt x="0" y="0"/>
                    </a:moveTo>
                    <a:lnTo>
                      <a:pt x="52" y="0"/>
                    </a:lnTo>
                    <a:lnTo>
                      <a:pt x="207" y="105"/>
                    </a:lnTo>
                    <a:lnTo>
                      <a:pt x="264" y="105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17"/>
              <p:cNvSpPr/>
              <p:nvPr/>
            </p:nvSpPr>
            <p:spPr>
              <a:xfrm flipH="1" rot="10800000">
                <a:off x="11034713" y="1527175"/>
                <a:ext cx="274637" cy="114300"/>
              </a:xfrm>
              <a:custGeom>
                <a:rect b="b" l="l" r="r" t="t"/>
                <a:pathLst>
                  <a:path extrusionOk="0" h="105" w="264">
                    <a:moveTo>
                      <a:pt x="0" y="0"/>
                    </a:moveTo>
                    <a:lnTo>
                      <a:pt x="52" y="0"/>
                    </a:lnTo>
                    <a:lnTo>
                      <a:pt x="207" y="105"/>
                    </a:lnTo>
                    <a:lnTo>
                      <a:pt x="264" y="105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7"/>
              <p:cNvSpPr/>
              <p:nvPr/>
            </p:nvSpPr>
            <p:spPr>
              <a:xfrm>
                <a:off x="10615613" y="790575"/>
                <a:ext cx="1206500" cy="261938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dash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72" name="Google Shape;872;p17"/>
              <p:cNvGrpSpPr/>
              <p:nvPr/>
            </p:nvGrpSpPr>
            <p:grpSpPr>
              <a:xfrm>
                <a:off x="8699500" y="730250"/>
                <a:ext cx="850900" cy="755650"/>
                <a:chOff x="8699500" y="730250"/>
                <a:chExt cx="850900" cy="755650"/>
              </a:xfrm>
            </p:grpSpPr>
            <p:grpSp>
              <p:nvGrpSpPr>
                <p:cNvPr id="873" name="Google Shape;873;p17"/>
                <p:cNvGrpSpPr/>
                <p:nvPr/>
              </p:nvGrpSpPr>
              <p:grpSpPr>
                <a:xfrm>
                  <a:off x="8699500" y="730250"/>
                  <a:ext cx="850900" cy="527050"/>
                  <a:chOff x="-490" y="1664"/>
                  <a:chExt cx="1429" cy="842"/>
                </a:xfrm>
              </p:grpSpPr>
              <p:sp>
                <p:nvSpPr>
                  <p:cNvPr id="874" name="Google Shape;874;p17"/>
                  <p:cNvSpPr/>
                  <p:nvPr/>
                </p:nvSpPr>
                <p:spPr>
                  <a:xfrm>
                    <a:off x="-490" y="1664"/>
                    <a:ext cx="1429" cy="29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5" name="Google Shape;875;p17"/>
                  <p:cNvGrpSpPr/>
                  <p:nvPr/>
                </p:nvGrpSpPr>
                <p:grpSpPr>
                  <a:xfrm>
                    <a:off x="-427" y="1737"/>
                    <a:ext cx="1217" cy="769"/>
                    <a:chOff x="-427" y="1737"/>
                    <a:chExt cx="1217" cy="769"/>
                  </a:xfrm>
                </p:grpSpPr>
                <p:sp>
                  <p:nvSpPr>
                    <p:cNvPr id="876" name="Google Shape;876;p17"/>
                    <p:cNvSpPr/>
                    <p:nvPr/>
                  </p:nvSpPr>
                  <p:spPr>
                    <a:xfrm>
                      <a:off x="-338" y="1923"/>
                      <a:ext cx="1128" cy="583"/>
                    </a:xfrm>
                    <a:prstGeom prst="rect">
                      <a:avLst/>
                    </a:prstGeom>
                    <a:solidFill>
                      <a:srgbClr val="DDDDDD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877" name="Google Shape;877;p17"/>
                    <p:cNvCxnSpPr/>
                    <p:nvPr/>
                  </p:nvCxnSpPr>
                  <p:spPr>
                    <a:xfrm>
                      <a:off x="-150" y="2271"/>
                      <a:ext cx="673" cy="7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grpSp>
                  <p:nvGrpSpPr>
                    <p:cNvPr id="878" name="Google Shape;878;p17"/>
                    <p:cNvGrpSpPr/>
                    <p:nvPr/>
                  </p:nvGrpSpPr>
                  <p:grpSpPr>
                    <a:xfrm>
                      <a:off x="67" y="2192"/>
                      <a:ext cx="387" cy="139"/>
                      <a:chOff x="320" y="890"/>
                      <a:chExt cx="871" cy="339"/>
                    </a:xfrm>
                  </p:grpSpPr>
                  <p:sp>
                    <p:nvSpPr>
                      <p:cNvPr id="879" name="Google Shape;879;p17"/>
                      <p:cNvSpPr/>
                      <p:nvPr/>
                    </p:nvSpPr>
                    <p:spPr>
                      <a:xfrm>
                        <a:off x="320" y="1000"/>
                        <a:ext cx="871" cy="229"/>
                      </a:xfrm>
                      <a:prstGeom prst="rect">
                        <a:avLst/>
                      </a:prstGeom>
                      <a:solidFill>
                        <a:srgbClr val="EC86A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0" name="Google Shape;880;p17"/>
                      <p:cNvSpPr/>
                      <p:nvPr/>
                    </p:nvSpPr>
                    <p:spPr>
                      <a:xfrm>
                        <a:off x="392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1" name="Google Shape;881;p17"/>
                      <p:cNvSpPr/>
                      <p:nvPr/>
                    </p:nvSpPr>
                    <p:spPr>
                      <a:xfrm>
                        <a:off x="464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2" name="Google Shape;882;p17"/>
                      <p:cNvSpPr/>
                      <p:nvPr/>
                    </p:nvSpPr>
                    <p:spPr>
                      <a:xfrm>
                        <a:off x="536" y="1068"/>
                        <a:ext cx="60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3" name="Google Shape;883;p17"/>
                      <p:cNvSpPr/>
                      <p:nvPr/>
                    </p:nvSpPr>
                    <p:spPr>
                      <a:xfrm>
                        <a:off x="615" y="1068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4" name="Google Shape;884;p17"/>
                      <p:cNvSpPr/>
                      <p:nvPr/>
                    </p:nvSpPr>
                    <p:spPr>
                      <a:xfrm flipH="1" rot="10800000">
                        <a:off x="322" y="890"/>
                        <a:ext cx="859" cy="110"/>
                      </a:xfrm>
                      <a:custGeom>
                        <a:rect b="b" l="l" r="r" t="t"/>
                        <a:pathLst>
                          <a:path extrusionOk="0" h="21600" w="21600">
                            <a:moveTo>
                              <a:pt x="0" y="0"/>
                            </a:moveTo>
                            <a:lnTo>
                              <a:pt x="5400" y="21600"/>
                            </a:lnTo>
                            <a:lnTo>
                              <a:pt x="16200" y="21600"/>
                            </a:lnTo>
                            <a:lnTo>
                              <a:pt x="21600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BFBFB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pic>
                  <p:nvPicPr>
                    <p:cNvPr descr="desktop_computer_stylized_small" id="885" name="Google Shape;885;p17"/>
                    <p:cNvPicPr preferRelativeResize="0"/>
                    <p:nvPr/>
                  </p:nvPicPr>
                  <p:blipFill rotWithShape="1">
                    <a:blip r:embed="rId10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-427" y="2049"/>
                      <a:ext cx="447" cy="41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886" name="Google Shape;886;p17"/>
                    <p:cNvSpPr/>
                    <p:nvPr/>
                  </p:nvSpPr>
                  <p:spPr>
                    <a:xfrm>
                      <a:off x="528" y="2232"/>
                      <a:ext cx="104" cy="91"/>
                    </a:xfrm>
                    <a:prstGeom prst="rect">
                      <a:avLst/>
                    </a:prstGeom>
                    <a:solidFill>
                      <a:srgbClr val="E4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7" name="Google Shape;887;p17"/>
                    <p:cNvSpPr/>
                    <p:nvPr/>
                  </p:nvSpPr>
                  <p:spPr>
                    <a:xfrm>
                      <a:off x="282" y="1951"/>
                      <a:ext cx="302" cy="274"/>
                    </a:xfrm>
                    <a:custGeom>
                      <a:rect b="b" l="l" r="r" t="t"/>
                      <a:pathLst>
                        <a:path extrusionOk="0" h="274" w="381">
                          <a:moveTo>
                            <a:pt x="381" y="274"/>
                          </a:moveTo>
                          <a:lnTo>
                            <a:pt x="381" y="13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pic>
                  <p:nvPicPr>
                    <p:cNvPr descr="tv" id="888" name="Google Shape;888;p17"/>
                    <p:cNvPicPr preferRelativeResize="0"/>
                    <p:nvPr/>
                  </p:nvPicPr>
                  <p:blipFill rotWithShape="1">
                    <a:blip r:embed="rId1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2" y="1737"/>
                      <a:ext cx="476" cy="4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cxnSp>
              <p:nvCxnSpPr>
                <p:cNvPr id="889" name="Google Shape;889;p17"/>
                <p:cNvCxnSpPr/>
                <p:nvPr/>
              </p:nvCxnSpPr>
              <p:spPr>
                <a:xfrm>
                  <a:off x="9334500" y="1147233"/>
                  <a:ext cx="0" cy="33866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E4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90" name="Google Shape;890;p17"/>
              <p:cNvCxnSpPr/>
              <p:nvPr/>
            </p:nvCxnSpPr>
            <p:spPr>
              <a:xfrm>
                <a:off x="8428567" y="1151466"/>
                <a:ext cx="0" cy="3386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91" name="Google Shape;891;p17"/>
              <p:cNvGrpSpPr/>
              <p:nvPr/>
            </p:nvGrpSpPr>
            <p:grpSpPr>
              <a:xfrm>
                <a:off x="8795279" y="1483783"/>
                <a:ext cx="850900" cy="623888"/>
                <a:chOff x="7872413" y="1479550"/>
                <a:chExt cx="850900" cy="623888"/>
              </a:xfrm>
            </p:grpSpPr>
            <p:grpSp>
              <p:nvGrpSpPr>
                <p:cNvPr id="892" name="Google Shape;892;p17"/>
                <p:cNvGrpSpPr/>
                <p:nvPr/>
              </p:nvGrpSpPr>
              <p:grpSpPr>
                <a:xfrm>
                  <a:off x="7872413" y="1576388"/>
                  <a:ext cx="850900" cy="527050"/>
                  <a:chOff x="-490" y="1664"/>
                  <a:chExt cx="1429" cy="842"/>
                </a:xfrm>
              </p:grpSpPr>
              <p:sp>
                <p:nvSpPr>
                  <p:cNvPr id="893" name="Google Shape;893;p17"/>
                  <p:cNvSpPr/>
                  <p:nvPr/>
                </p:nvSpPr>
                <p:spPr>
                  <a:xfrm>
                    <a:off x="-490" y="1664"/>
                    <a:ext cx="1429" cy="29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94" name="Google Shape;894;p17"/>
                  <p:cNvGrpSpPr/>
                  <p:nvPr/>
                </p:nvGrpSpPr>
                <p:grpSpPr>
                  <a:xfrm>
                    <a:off x="-427" y="1737"/>
                    <a:ext cx="1217" cy="769"/>
                    <a:chOff x="-427" y="1737"/>
                    <a:chExt cx="1217" cy="769"/>
                  </a:xfrm>
                </p:grpSpPr>
                <p:sp>
                  <p:nvSpPr>
                    <p:cNvPr id="895" name="Google Shape;895;p17"/>
                    <p:cNvSpPr/>
                    <p:nvPr/>
                  </p:nvSpPr>
                  <p:spPr>
                    <a:xfrm>
                      <a:off x="-338" y="1923"/>
                      <a:ext cx="1128" cy="583"/>
                    </a:xfrm>
                    <a:prstGeom prst="rect">
                      <a:avLst/>
                    </a:prstGeom>
                    <a:solidFill>
                      <a:srgbClr val="DDDDDD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896" name="Google Shape;896;p17"/>
                    <p:cNvCxnSpPr/>
                    <p:nvPr/>
                  </p:nvCxnSpPr>
                  <p:spPr>
                    <a:xfrm>
                      <a:off x="-150" y="2271"/>
                      <a:ext cx="676" cy="4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grpSp>
                  <p:nvGrpSpPr>
                    <p:cNvPr id="897" name="Google Shape;897;p17"/>
                    <p:cNvGrpSpPr/>
                    <p:nvPr/>
                  </p:nvGrpSpPr>
                  <p:grpSpPr>
                    <a:xfrm>
                      <a:off x="67" y="2192"/>
                      <a:ext cx="387" cy="139"/>
                      <a:chOff x="320" y="890"/>
                      <a:chExt cx="871" cy="339"/>
                    </a:xfrm>
                  </p:grpSpPr>
                  <p:sp>
                    <p:nvSpPr>
                      <p:cNvPr id="898" name="Google Shape;898;p17"/>
                      <p:cNvSpPr/>
                      <p:nvPr/>
                    </p:nvSpPr>
                    <p:spPr>
                      <a:xfrm>
                        <a:off x="320" y="1000"/>
                        <a:ext cx="871" cy="229"/>
                      </a:xfrm>
                      <a:prstGeom prst="rect">
                        <a:avLst/>
                      </a:prstGeom>
                      <a:solidFill>
                        <a:srgbClr val="EC86A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99" name="Google Shape;899;p17"/>
                      <p:cNvSpPr/>
                      <p:nvPr/>
                    </p:nvSpPr>
                    <p:spPr>
                      <a:xfrm>
                        <a:off x="392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00" name="Google Shape;900;p17"/>
                      <p:cNvSpPr/>
                      <p:nvPr/>
                    </p:nvSpPr>
                    <p:spPr>
                      <a:xfrm>
                        <a:off x="464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01" name="Google Shape;901;p17"/>
                      <p:cNvSpPr/>
                      <p:nvPr/>
                    </p:nvSpPr>
                    <p:spPr>
                      <a:xfrm>
                        <a:off x="536" y="1068"/>
                        <a:ext cx="60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02" name="Google Shape;902;p17"/>
                      <p:cNvSpPr/>
                      <p:nvPr/>
                    </p:nvSpPr>
                    <p:spPr>
                      <a:xfrm>
                        <a:off x="615" y="1068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03" name="Google Shape;903;p17"/>
                      <p:cNvSpPr/>
                      <p:nvPr/>
                    </p:nvSpPr>
                    <p:spPr>
                      <a:xfrm flipH="1" rot="10800000">
                        <a:off x="322" y="890"/>
                        <a:ext cx="859" cy="110"/>
                      </a:xfrm>
                      <a:custGeom>
                        <a:rect b="b" l="l" r="r" t="t"/>
                        <a:pathLst>
                          <a:path extrusionOk="0" h="21600" w="21600">
                            <a:moveTo>
                              <a:pt x="0" y="0"/>
                            </a:moveTo>
                            <a:lnTo>
                              <a:pt x="5400" y="21600"/>
                            </a:lnTo>
                            <a:lnTo>
                              <a:pt x="16200" y="21600"/>
                            </a:lnTo>
                            <a:lnTo>
                              <a:pt x="21600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BFBFB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pic>
                  <p:nvPicPr>
                    <p:cNvPr descr="desktop_computer_stylized_small" id="904" name="Google Shape;904;p17"/>
                    <p:cNvPicPr preferRelativeResize="0"/>
                    <p:nvPr/>
                  </p:nvPicPr>
                  <p:blipFill rotWithShape="1">
                    <a:blip r:embed="rId10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-427" y="2049"/>
                      <a:ext cx="447" cy="41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905" name="Google Shape;905;p17"/>
                    <p:cNvSpPr/>
                    <p:nvPr/>
                  </p:nvSpPr>
                  <p:spPr>
                    <a:xfrm>
                      <a:off x="528" y="2232"/>
                      <a:ext cx="104" cy="91"/>
                    </a:xfrm>
                    <a:prstGeom prst="rect">
                      <a:avLst/>
                    </a:prstGeom>
                    <a:solidFill>
                      <a:srgbClr val="E4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06" name="Google Shape;906;p17"/>
                    <p:cNvSpPr/>
                    <p:nvPr/>
                  </p:nvSpPr>
                  <p:spPr>
                    <a:xfrm>
                      <a:off x="282" y="1951"/>
                      <a:ext cx="302" cy="274"/>
                    </a:xfrm>
                    <a:custGeom>
                      <a:rect b="b" l="l" r="r" t="t"/>
                      <a:pathLst>
                        <a:path extrusionOk="0" h="274" w="381">
                          <a:moveTo>
                            <a:pt x="381" y="274"/>
                          </a:moveTo>
                          <a:lnTo>
                            <a:pt x="381" y="13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pic>
                  <p:nvPicPr>
                    <p:cNvPr descr="tv" id="907" name="Google Shape;907;p17"/>
                    <p:cNvPicPr preferRelativeResize="0"/>
                    <p:nvPr/>
                  </p:nvPicPr>
                  <p:blipFill rotWithShape="1">
                    <a:blip r:embed="rId1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2" y="1737"/>
                      <a:ext cx="476" cy="4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sp>
              <p:nvSpPr>
                <p:cNvPr id="908" name="Google Shape;908;p17"/>
                <p:cNvSpPr/>
                <p:nvPr/>
              </p:nvSpPr>
              <p:spPr>
                <a:xfrm>
                  <a:off x="8543925" y="1479550"/>
                  <a:ext cx="127000" cy="476250"/>
                </a:xfrm>
                <a:custGeom>
                  <a:rect b="b" l="l" r="r" t="t"/>
                  <a:pathLst>
                    <a:path extrusionOk="0" h="300" w="80">
                      <a:moveTo>
                        <a:pt x="0" y="300"/>
                      </a:moveTo>
                      <a:lnTo>
                        <a:pt x="80" y="300"/>
                      </a:lnTo>
                      <a:lnTo>
                        <a:pt x="8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" name="Google Shape;909;p17"/>
              <p:cNvSpPr txBox="1"/>
              <p:nvPr/>
            </p:nvSpPr>
            <p:spPr>
              <a:xfrm>
                <a:off x="9744075" y="1341438"/>
                <a:ext cx="4889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rgbClr val="96969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/>
              </a:p>
            </p:txBody>
          </p:sp>
        </p:grpSp>
        <p:sp>
          <p:nvSpPr>
            <p:cNvPr id="910" name="Google Shape;910;p17"/>
            <p:cNvSpPr/>
            <p:nvPr/>
          </p:nvSpPr>
          <p:spPr>
            <a:xfrm>
              <a:off x="9880298" y="2315290"/>
              <a:ext cx="149592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Cable access</a:t>
              </a:r>
              <a:endParaRPr/>
            </a:p>
          </p:txBody>
        </p:sp>
        <p:sp>
          <p:nvSpPr>
            <p:cNvPr id="911" name="Google Shape;911;p17"/>
            <p:cNvSpPr/>
            <p:nvPr/>
          </p:nvSpPr>
          <p:spPr>
            <a:xfrm>
              <a:off x="8838380" y="4315152"/>
              <a:ext cx="94769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cellular</a:t>
              </a:r>
              <a:endParaRPr/>
            </a:p>
          </p:txBody>
        </p:sp>
        <p:sp>
          <p:nvSpPr>
            <p:cNvPr id="912" name="Google Shape;912;p17"/>
            <p:cNvSpPr/>
            <p:nvPr/>
          </p:nvSpPr>
          <p:spPr>
            <a:xfrm>
              <a:off x="8860151" y="5885806"/>
              <a:ext cx="6495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WiFi</a:t>
              </a:r>
              <a:endParaRPr/>
            </a:p>
          </p:txBody>
        </p:sp>
        <p:sp>
          <p:nvSpPr>
            <p:cNvPr id="913" name="Google Shape;913;p17"/>
            <p:cNvSpPr/>
            <p:nvPr/>
          </p:nvSpPr>
          <p:spPr>
            <a:xfrm>
              <a:off x="10374820" y="5030500"/>
              <a:ext cx="16743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Ethernet LANs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8"/>
          <p:cNvSpPr txBox="1"/>
          <p:nvPr>
            <p:ph type="title"/>
          </p:nvPr>
        </p:nvSpPr>
        <p:spPr>
          <a:xfrm>
            <a:off x="918288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Link layer: services (more)</a:t>
            </a:r>
            <a:endParaRPr sz="5400"/>
          </a:p>
        </p:txBody>
      </p:sp>
      <p:sp>
        <p:nvSpPr>
          <p:cNvPr id="920" name="Google Shape;920;p18"/>
          <p:cNvSpPr txBox="1"/>
          <p:nvPr/>
        </p:nvSpPr>
        <p:spPr>
          <a:xfrm>
            <a:off x="1007706" y="1476885"/>
            <a:ext cx="6591653" cy="51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pacing between adjacent sending and receiving nodes</a:t>
            </a:r>
            <a:endParaRPr/>
          </a:p>
          <a:p>
            <a:pPr indent="-276225" lvl="0" marL="344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error detection: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errors caused by signal attenuation, noise.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receiver detects errors, signals retransmission, or drops frame 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error correction: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receiver identifies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and corrects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error(s) without retransmission</a:t>
            </a:r>
            <a:endParaRPr/>
          </a:p>
          <a:p>
            <a:pPr indent="-331788" lvl="0" marL="344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half-duplex and full-duplex: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half duplex, nodes at both ends of link can transmit, but not at same time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1" name="Google Shape;921;p18"/>
          <p:cNvGrpSpPr/>
          <p:nvPr/>
        </p:nvGrpSpPr>
        <p:grpSpPr>
          <a:xfrm>
            <a:off x="7840518" y="1242873"/>
            <a:ext cx="4208607" cy="5126264"/>
            <a:chOff x="7840518" y="1242873"/>
            <a:chExt cx="4208607" cy="5126264"/>
          </a:xfrm>
        </p:grpSpPr>
        <p:grpSp>
          <p:nvGrpSpPr>
            <p:cNvPr id="922" name="Google Shape;922;p18"/>
            <p:cNvGrpSpPr/>
            <p:nvPr/>
          </p:nvGrpSpPr>
          <p:grpSpPr>
            <a:xfrm>
              <a:off x="9022376" y="3275911"/>
              <a:ext cx="532171" cy="1016171"/>
              <a:chOff x="9022376" y="3275911"/>
              <a:chExt cx="615031" cy="1296090"/>
            </a:xfrm>
          </p:grpSpPr>
          <p:sp>
            <p:nvSpPr>
              <p:cNvPr id="923" name="Google Shape;923;p18"/>
              <p:cNvSpPr/>
              <p:nvPr/>
            </p:nvSpPr>
            <p:spPr>
              <a:xfrm>
                <a:off x="9285510" y="3593195"/>
                <a:ext cx="69106" cy="79124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4" name="Google Shape;924;p18"/>
              <p:cNvGrpSpPr/>
              <p:nvPr/>
            </p:nvGrpSpPr>
            <p:grpSpPr>
              <a:xfrm>
                <a:off x="9022376" y="3275911"/>
                <a:ext cx="615031" cy="694531"/>
                <a:chOff x="2920" y="1424"/>
                <a:chExt cx="326" cy="320"/>
              </a:xfrm>
            </p:grpSpPr>
            <p:sp>
              <p:nvSpPr>
                <p:cNvPr id="925" name="Google Shape;925;p18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26" name="Google Shape;926;p18"/>
                <p:cNvGrpSpPr/>
                <p:nvPr/>
              </p:nvGrpSpPr>
              <p:grpSpPr>
                <a:xfrm>
                  <a:off x="2949" y="1424"/>
                  <a:ext cx="265" cy="280"/>
                  <a:chOff x="2949" y="1424"/>
                  <a:chExt cx="265" cy="280"/>
                </a:xfrm>
              </p:grpSpPr>
              <p:sp>
                <p:nvSpPr>
                  <p:cNvPr id="927" name="Google Shape;927;p1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8" name="Google Shape;928;p1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9" name="Google Shape;929;p1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0" name="Google Shape;930;p1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1" name="Google Shape;931;p18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32" name="Google Shape;932;p18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3" name="Google Shape;933;p18"/>
              <p:cNvGrpSpPr/>
              <p:nvPr/>
            </p:nvGrpSpPr>
            <p:grpSpPr>
              <a:xfrm>
                <a:off x="9122147" y="3619387"/>
                <a:ext cx="432400" cy="952614"/>
                <a:chOff x="3130" y="3288"/>
                <a:chExt cx="410" cy="742"/>
              </a:xfrm>
            </p:grpSpPr>
            <p:cxnSp>
              <p:nvCxnSpPr>
                <p:cNvPr id="934" name="Google Shape;934;p1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5" name="Google Shape;935;p1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6" name="Google Shape;936;p1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7" name="Google Shape;937;p1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8" name="Google Shape;938;p1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9" name="Google Shape;939;p1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0" name="Google Shape;940;p1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1" name="Google Shape;941;p1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2" name="Google Shape;942;p1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3" name="Google Shape;943;p1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4" name="Google Shape;944;p1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5" name="Google Shape;945;p1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6" name="Google Shape;946;p1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7" name="Google Shape;947;p1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8" name="Google Shape;948;p1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949" name="Google Shape;949;p18"/>
            <p:cNvGrpSpPr/>
            <p:nvPr/>
          </p:nvGrpSpPr>
          <p:grpSpPr>
            <a:xfrm>
              <a:off x="8405402" y="3099042"/>
              <a:ext cx="527285" cy="593983"/>
              <a:chOff x="8328836" y="2202873"/>
              <a:chExt cx="527285" cy="593983"/>
            </a:xfrm>
          </p:grpSpPr>
          <p:pic>
            <p:nvPicPr>
              <p:cNvPr descr="iphone_stylized_small" id="950" name="Google Shape;950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566432" y="2271663"/>
                <a:ext cx="180509" cy="5251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51" name="Google Shape;951;p18"/>
              <p:cNvGrpSpPr/>
              <p:nvPr/>
            </p:nvGrpSpPr>
            <p:grpSpPr>
              <a:xfrm>
                <a:off x="8328836" y="2202873"/>
                <a:ext cx="527285" cy="118466"/>
                <a:chOff x="2199" y="955"/>
                <a:chExt cx="2547" cy="506"/>
              </a:xfrm>
            </p:grpSpPr>
            <p:sp>
              <p:nvSpPr>
                <p:cNvPr id="952" name="Google Shape;952;p18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18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18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18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18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18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8" name="Google Shape;958;p18"/>
            <p:cNvGrpSpPr/>
            <p:nvPr/>
          </p:nvGrpSpPr>
          <p:grpSpPr>
            <a:xfrm>
              <a:off x="7856376" y="3838205"/>
              <a:ext cx="1062340" cy="341909"/>
              <a:chOff x="9561515" y="2748013"/>
              <a:chExt cx="1120341" cy="347863"/>
            </a:xfrm>
          </p:grpSpPr>
          <p:pic>
            <p:nvPicPr>
              <p:cNvPr descr="car_icon_small" id="959" name="Google Shape;959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561515" y="2826814"/>
                <a:ext cx="1120341" cy="26906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60" name="Google Shape;960;p18"/>
              <p:cNvGrpSpPr/>
              <p:nvPr/>
            </p:nvGrpSpPr>
            <p:grpSpPr>
              <a:xfrm>
                <a:off x="9788587" y="2748013"/>
                <a:ext cx="527285" cy="118466"/>
                <a:chOff x="2199" y="955"/>
                <a:chExt cx="2547" cy="506"/>
              </a:xfrm>
            </p:grpSpPr>
            <p:sp>
              <p:nvSpPr>
                <p:cNvPr id="961" name="Google Shape;961;p18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2" name="Google Shape;962;p18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18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" name="Google Shape;964;p18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18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18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967" name="Google Shape;967;p18"/>
              <p:cNvCxnSpPr/>
              <p:nvPr/>
            </p:nvCxnSpPr>
            <p:spPr>
              <a:xfrm>
                <a:off x="10032156" y="2798664"/>
                <a:ext cx="31623" cy="13689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68" name="Google Shape;968;p18"/>
            <p:cNvGrpSpPr/>
            <p:nvPr/>
          </p:nvGrpSpPr>
          <p:grpSpPr>
            <a:xfrm>
              <a:off x="9729378" y="3463179"/>
              <a:ext cx="504756" cy="520384"/>
              <a:chOff x="7339071" y="2307905"/>
              <a:chExt cx="511700" cy="446467"/>
            </a:xfrm>
          </p:grpSpPr>
          <p:grpSp>
            <p:nvGrpSpPr>
              <p:cNvPr id="969" name="Google Shape;969;p18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970" name="Google Shape;970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71" name="Google Shape;971;p18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972" name="Google Shape;972;p18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73" name="Google Shape;973;p18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18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5" name="Google Shape;975;p18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18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18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18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79" name="Google Shape;979;p18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980" name="Google Shape;980;p1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1" name="Google Shape;981;p1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2" name="Google Shape;982;p1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3" name="Google Shape;983;p1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4" name="Google Shape;984;p1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5" name="Google Shape;985;p1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86" name="Google Shape;986;p18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18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18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18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18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18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92" name="Google Shape;992;p18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993" name="Google Shape;993;p18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18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18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6" name="Google Shape;996;p18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18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18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999" name="Google Shape;999;p18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00" name="Google Shape;1000;p18"/>
            <p:cNvGrpSpPr/>
            <p:nvPr/>
          </p:nvGrpSpPr>
          <p:grpSpPr>
            <a:xfrm>
              <a:off x="10268203" y="3452676"/>
              <a:ext cx="1415984" cy="1643535"/>
              <a:chOff x="10249542" y="3676610"/>
              <a:chExt cx="1415984" cy="1643535"/>
            </a:xfrm>
          </p:grpSpPr>
          <p:cxnSp>
            <p:nvCxnSpPr>
              <p:cNvPr id="1001" name="Google Shape;1001;p18"/>
              <p:cNvCxnSpPr/>
              <p:nvPr/>
            </p:nvCxnSpPr>
            <p:spPr>
              <a:xfrm flipH="1">
                <a:off x="11319747" y="4049486"/>
                <a:ext cx="7615" cy="35608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2" name="Google Shape;1002;p18"/>
              <p:cNvCxnSpPr/>
              <p:nvPr/>
            </p:nvCxnSpPr>
            <p:spPr>
              <a:xfrm flipH="1" rot="10800000">
                <a:off x="10658519" y="4487840"/>
                <a:ext cx="518620" cy="17311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3" name="Google Shape;1003;p18"/>
              <p:cNvCxnSpPr/>
              <p:nvPr/>
            </p:nvCxnSpPr>
            <p:spPr>
              <a:xfrm flipH="1">
                <a:off x="11201006" y="4473187"/>
                <a:ext cx="127931" cy="52423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004" name="Google Shape;1004;p18"/>
              <p:cNvGrpSpPr/>
              <p:nvPr/>
            </p:nvGrpSpPr>
            <p:grpSpPr>
              <a:xfrm>
                <a:off x="11084522" y="4291738"/>
                <a:ext cx="581004" cy="299152"/>
                <a:chOff x="3668110" y="2448910"/>
                <a:chExt cx="3794234" cy="2165130"/>
              </a:xfrm>
            </p:grpSpPr>
            <p:sp>
              <p:nvSpPr>
                <p:cNvPr id="1005" name="Google Shape;1005;p18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E4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18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7" name="Google Shape;1007;p18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08" name="Google Shape;1008;p18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C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9" name="Google Shape;1009;p18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C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0" name="Google Shape;1010;p18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C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1" name="Google Shape;1011;p18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EC86A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12" name="Google Shape;1012;p18"/>
              <p:cNvGrpSpPr/>
              <p:nvPr/>
            </p:nvGrpSpPr>
            <p:grpSpPr>
              <a:xfrm flipH="1">
                <a:off x="10917985" y="3676610"/>
                <a:ext cx="649485" cy="571200"/>
                <a:chOff x="2839" y="3501"/>
                <a:chExt cx="755" cy="803"/>
              </a:xfrm>
            </p:grpSpPr>
            <p:pic>
              <p:nvPicPr>
                <p:cNvPr descr="desktop_computer_stylized_medium" id="1013" name="Google Shape;1013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14" name="Google Shape;1014;p1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5" name="Google Shape;1015;p18"/>
              <p:cNvGrpSpPr/>
              <p:nvPr/>
            </p:nvGrpSpPr>
            <p:grpSpPr>
              <a:xfrm flipH="1">
                <a:off x="10249542" y="4410101"/>
                <a:ext cx="649485" cy="571200"/>
                <a:chOff x="2839" y="3501"/>
                <a:chExt cx="755" cy="803"/>
              </a:xfrm>
            </p:grpSpPr>
            <p:pic>
              <p:nvPicPr>
                <p:cNvPr descr="desktop_computer_stylized_medium" id="1016" name="Google Shape;1016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17" name="Google Shape;1017;p1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8" name="Google Shape;1018;p18"/>
              <p:cNvGrpSpPr/>
              <p:nvPr/>
            </p:nvGrpSpPr>
            <p:grpSpPr>
              <a:xfrm flipH="1">
                <a:off x="10797829" y="4748945"/>
                <a:ext cx="649485" cy="571200"/>
                <a:chOff x="2839" y="3501"/>
                <a:chExt cx="755" cy="803"/>
              </a:xfrm>
            </p:grpSpPr>
            <p:pic>
              <p:nvPicPr>
                <p:cNvPr descr="desktop_computer_stylized_medium" id="1019" name="Google Shape;1019;p1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20" name="Google Shape;1020;p1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21" name="Google Shape;1021;p18"/>
            <p:cNvGrpSpPr/>
            <p:nvPr/>
          </p:nvGrpSpPr>
          <p:grpSpPr>
            <a:xfrm>
              <a:off x="8226409" y="5199782"/>
              <a:ext cx="1926482" cy="1169355"/>
              <a:chOff x="9872135" y="4049856"/>
              <a:chExt cx="1167447" cy="689801"/>
            </a:xfrm>
          </p:grpSpPr>
          <p:pic>
            <p:nvPicPr>
              <p:cNvPr descr="antenna_radiation_stylized" id="1022" name="Google Shape;1022;p1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253455" y="4053920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ccess_point_stylized_small" id="1023" name="Google Shape;1023;p1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301992" y="4097214"/>
                <a:ext cx="380935" cy="31746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024" name="Google Shape;1024;p18"/>
              <p:cNvGrpSpPr/>
              <p:nvPr/>
            </p:nvGrpSpPr>
            <p:grpSpPr>
              <a:xfrm>
                <a:off x="10257306" y="4049856"/>
                <a:ext cx="450526" cy="96315"/>
                <a:chOff x="2199" y="955"/>
                <a:chExt cx="2547" cy="506"/>
              </a:xfrm>
            </p:grpSpPr>
            <p:sp>
              <p:nvSpPr>
                <p:cNvPr id="1025" name="Google Shape;1025;p18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18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18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18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18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8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1270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31" name="Google Shape;1031;p18"/>
              <p:cNvGrpSpPr/>
              <p:nvPr/>
            </p:nvGrpSpPr>
            <p:grpSpPr>
              <a:xfrm>
                <a:off x="9872135" y="4284324"/>
                <a:ext cx="408871" cy="378277"/>
                <a:chOff x="7339071" y="2307905"/>
                <a:chExt cx="511700" cy="446467"/>
              </a:xfrm>
            </p:grpSpPr>
            <p:grpSp>
              <p:nvGrpSpPr>
                <p:cNvPr id="1032" name="Google Shape;1032;p18"/>
                <p:cNvGrpSpPr/>
                <p:nvPr/>
              </p:nvGrpSpPr>
              <p:grpSpPr>
                <a:xfrm>
                  <a:off x="7339071" y="2426725"/>
                  <a:ext cx="511700" cy="327647"/>
                  <a:chOff x="7455987" y="2414528"/>
                  <a:chExt cx="511700" cy="327647"/>
                </a:xfrm>
              </p:grpSpPr>
              <p:pic>
                <p:nvPicPr>
                  <p:cNvPr descr="laptop_keyboard" id="1033" name="Google Shape;1033;p18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7458407" y="2575770"/>
                    <a:ext cx="437221" cy="1595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034" name="Google Shape;1034;p18"/>
                  <p:cNvSpPr/>
                  <p:nvPr/>
                </p:nvSpPr>
                <p:spPr>
                  <a:xfrm>
                    <a:off x="7603304" y="2420984"/>
                    <a:ext cx="351919" cy="208167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1035" name="Google Shape;1035;p18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7620637" y="2426338"/>
                    <a:ext cx="319785" cy="18942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036" name="Google Shape;1036;p18"/>
                  <p:cNvSpPr/>
                  <p:nvPr/>
                </p:nvSpPr>
                <p:spPr>
                  <a:xfrm>
                    <a:off x="7667378" y="2414843"/>
                    <a:ext cx="298167" cy="3873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7" name="Google Shape;1037;p18"/>
                  <p:cNvSpPr/>
                  <p:nvPr/>
                </p:nvSpPr>
                <p:spPr>
                  <a:xfrm>
                    <a:off x="7600188" y="2414528"/>
                    <a:ext cx="82770" cy="161243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8" name="Google Shape;1038;p18"/>
                  <p:cNvSpPr/>
                  <p:nvPr/>
                </p:nvSpPr>
                <p:spPr>
                  <a:xfrm>
                    <a:off x="7874205" y="2443344"/>
                    <a:ext cx="89197" cy="18612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9" name="Google Shape;1039;p18"/>
                  <p:cNvSpPr/>
                  <p:nvPr/>
                </p:nvSpPr>
                <p:spPr>
                  <a:xfrm>
                    <a:off x="7599214" y="2567582"/>
                    <a:ext cx="327185" cy="62828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0" name="Google Shape;1040;p18"/>
                  <p:cNvSpPr/>
                  <p:nvPr/>
                </p:nvSpPr>
                <p:spPr>
                  <a:xfrm>
                    <a:off x="7884138" y="2444918"/>
                    <a:ext cx="83549" cy="186909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1" name="Google Shape;1041;p18"/>
                  <p:cNvSpPr/>
                  <p:nvPr/>
                </p:nvSpPr>
                <p:spPr>
                  <a:xfrm>
                    <a:off x="7599603" y="2575928"/>
                    <a:ext cx="290961" cy="62041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042" name="Google Shape;1042;p18"/>
                  <p:cNvGrpSpPr/>
                  <p:nvPr/>
                </p:nvGrpSpPr>
                <p:grpSpPr>
                  <a:xfrm>
                    <a:off x="7594735" y="2642220"/>
                    <a:ext cx="98740" cy="36846"/>
                    <a:chOff x="1740" y="2642"/>
                    <a:chExt cx="752" cy="327"/>
                  </a:xfrm>
                </p:grpSpPr>
                <p:sp>
                  <p:nvSpPr>
                    <p:cNvPr id="1043" name="Google Shape;1043;p1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4" name="Google Shape;1044;p1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5" name="Google Shape;1045;p1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6" name="Google Shape;1046;p1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7" name="Google Shape;1047;p1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8" name="Google Shape;1048;p1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049" name="Google Shape;1049;p18"/>
                  <p:cNvSpPr/>
                  <p:nvPr/>
                </p:nvSpPr>
                <p:spPr>
                  <a:xfrm>
                    <a:off x="7763780" y="2647731"/>
                    <a:ext cx="119578" cy="80936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0" name="Google Shape;1050;p18"/>
                  <p:cNvSpPr/>
                  <p:nvPr/>
                </p:nvSpPr>
                <p:spPr>
                  <a:xfrm>
                    <a:off x="7458602" y="2654187"/>
                    <a:ext cx="305957" cy="73850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1" name="Google Shape;1051;p18"/>
                  <p:cNvSpPr/>
                  <p:nvPr/>
                </p:nvSpPr>
                <p:spPr>
                  <a:xfrm>
                    <a:off x="7458797" y="2640645"/>
                    <a:ext cx="3311" cy="14959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2" name="Google Shape;1052;p18"/>
                  <p:cNvSpPr/>
                  <p:nvPr/>
                </p:nvSpPr>
                <p:spPr>
                  <a:xfrm>
                    <a:off x="7458992" y="2579707"/>
                    <a:ext cx="142170" cy="6188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3" name="Google Shape;1053;p18"/>
                  <p:cNvSpPr/>
                  <p:nvPr/>
                </p:nvSpPr>
                <p:spPr>
                  <a:xfrm>
                    <a:off x="7468535" y="2643795"/>
                    <a:ext cx="290182" cy="71016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4" name="Google Shape;1054;p18"/>
                  <p:cNvSpPr/>
                  <p:nvPr/>
                </p:nvSpPr>
                <p:spPr>
                  <a:xfrm flipH="1" rot="10800000">
                    <a:off x="7758327" y="2638756"/>
                    <a:ext cx="118410" cy="73535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55" name="Google Shape;1055;p18"/>
                <p:cNvGrpSpPr/>
                <p:nvPr/>
              </p:nvGrpSpPr>
              <p:grpSpPr>
                <a:xfrm>
                  <a:off x="7408527" y="2307905"/>
                  <a:ext cx="399726" cy="74090"/>
                  <a:chOff x="2199" y="955"/>
                  <a:chExt cx="2547" cy="506"/>
                </a:xfrm>
              </p:grpSpPr>
              <p:sp>
                <p:nvSpPr>
                  <p:cNvPr id="1056" name="Google Shape;1056;p18"/>
                  <p:cNvSpPr/>
                  <p:nvPr/>
                </p:nvSpPr>
                <p:spPr>
                  <a:xfrm>
                    <a:off x="2199" y="1166"/>
                    <a:ext cx="260" cy="281"/>
                  </a:xfrm>
                  <a:custGeom>
                    <a:rect b="b" l="l" r="r" t="t"/>
                    <a:pathLst>
                      <a:path extrusionOk="0" h="281" w="260">
                        <a:moveTo>
                          <a:pt x="260" y="0"/>
                        </a:moveTo>
                        <a:cubicBezTo>
                          <a:pt x="224" y="19"/>
                          <a:pt x="79" y="77"/>
                          <a:pt x="42" y="112"/>
                        </a:cubicBezTo>
                        <a:cubicBezTo>
                          <a:pt x="5" y="143"/>
                          <a:pt x="0" y="183"/>
                          <a:pt x="35" y="211"/>
                        </a:cubicBezTo>
                        <a:cubicBezTo>
                          <a:pt x="70" y="239"/>
                          <a:pt x="208" y="266"/>
                          <a:pt x="253" y="28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7" name="Google Shape;1057;p18"/>
                  <p:cNvSpPr/>
                  <p:nvPr/>
                </p:nvSpPr>
                <p:spPr>
                  <a:xfrm>
                    <a:off x="2482" y="1040"/>
                    <a:ext cx="900" cy="421"/>
                  </a:xfrm>
                  <a:custGeom>
                    <a:rect b="b" l="l" r="r" t="t"/>
                    <a:pathLst>
                      <a:path extrusionOk="0" h="421" w="900">
                        <a:moveTo>
                          <a:pt x="531" y="0"/>
                        </a:moveTo>
                        <a:cubicBezTo>
                          <a:pt x="489" y="13"/>
                          <a:pt x="356" y="47"/>
                          <a:pt x="279" y="77"/>
                        </a:cubicBezTo>
                        <a:cubicBezTo>
                          <a:pt x="202" y="107"/>
                          <a:pt x="109" y="141"/>
                          <a:pt x="68" y="182"/>
                        </a:cubicBezTo>
                        <a:cubicBezTo>
                          <a:pt x="31" y="213"/>
                          <a:pt x="0" y="292"/>
                          <a:pt x="33" y="323"/>
                        </a:cubicBezTo>
                        <a:cubicBezTo>
                          <a:pt x="76" y="359"/>
                          <a:pt x="198" y="384"/>
                          <a:pt x="328" y="400"/>
                        </a:cubicBezTo>
                        <a:cubicBezTo>
                          <a:pt x="458" y="416"/>
                          <a:pt x="724" y="421"/>
                          <a:pt x="812" y="421"/>
                        </a:cubicBezTo>
                        <a:cubicBezTo>
                          <a:pt x="900" y="421"/>
                          <a:pt x="846" y="404"/>
                          <a:pt x="855" y="40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8" name="Google Shape;1058;p18"/>
                  <p:cNvSpPr/>
                  <p:nvPr/>
                </p:nvSpPr>
                <p:spPr>
                  <a:xfrm>
                    <a:off x="2782" y="1068"/>
                    <a:ext cx="428" cy="269"/>
                  </a:xfrm>
                  <a:custGeom>
                    <a:rect b="b" l="l" r="r" t="t"/>
                    <a:pathLst>
                      <a:path extrusionOk="0" h="269" w="428">
                        <a:moveTo>
                          <a:pt x="428" y="0"/>
                        </a:moveTo>
                        <a:cubicBezTo>
                          <a:pt x="428" y="0"/>
                          <a:pt x="217" y="35"/>
                          <a:pt x="217" y="35"/>
                        </a:cubicBezTo>
                        <a:cubicBezTo>
                          <a:pt x="217" y="35"/>
                          <a:pt x="42" y="105"/>
                          <a:pt x="21" y="140"/>
                        </a:cubicBezTo>
                        <a:cubicBezTo>
                          <a:pt x="0" y="175"/>
                          <a:pt x="14" y="217"/>
                          <a:pt x="91" y="246"/>
                        </a:cubicBezTo>
                        <a:cubicBezTo>
                          <a:pt x="126" y="267"/>
                          <a:pt x="177" y="265"/>
                          <a:pt x="231" y="267"/>
                        </a:cubicBezTo>
                        <a:cubicBezTo>
                          <a:pt x="285" y="269"/>
                          <a:pt x="376" y="262"/>
                          <a:pt x="414" y="2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9" name="Google Shape;1059;p18"/>
                  <p:cNvSpPr/>
                  <p:nvPr/>
                </p:nvSpPr>
                <p:spPr>
                  <a:xfrm>
                    <a:off x="3554" y="1075"/>
                    <a:ext cx="377" cy="239"/>
                  </a:xfrm>
                  <a:custGeom>
                    <a:rect b="b" l="l" r="r" t="t"/>
                    <a:pathLst>
                      <a:path extrusionOk="0" h="239" w="377">
                        <a:moveTo>
                          <a:pt x="42" y="239"/>
                        </a:moveTo>
                        <a:cubicBezTo>
                          <a:pt x="89" y="224"/>
                          <a:pt x="285" y="178"/>
                          <a:pt x="335" y="146"/>
                        </a:cubicBezTo>
                        <a:cubicBezTo>
                          <a:pt x="372" y="115"/>
                          <a:pt x="377" y="75"/>
                          <a:pt x="342" y="47"/>
                        </a:cubicBezTo>
                        <a:cubicBezTo>
                          <a:pt x="286" y="23"/>
                          <a:pt x="71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0" name="Google Shape;1060;p18"/>
                  <p:cNvSpPr/>
                  <p:nvPr/>
                </p:nvSpPr>
                <p:spPr>
                  <a:xfrm>
                    <a:off x="3646" y="997"/>
                    <a:ext cx="660" cy="336"/>
                  </a:xfrm>
                  <a:custGeom>
                    <a:rect b="b" l="l" r="r" t="t"/>
                    <a:pathLst>
                      <a:path extrusionOk="0" h="300" w="646">
                        <a:moveTo>
                          <a:pt x="343" y="300"/>
                        </a:moveTo>
                        <a:cubicBezTo>
                          <a:pt x="367" y="292"/>
                          <a:pt x="443" y="272"/>
                          <a:pt x="487" y="254"/>
                        </a:cubicBezTo>
                        <a:cubicBezTo>
                          <a:pt x="531" y="236"/>
                          <a:pt x="584" y="216"/>
                          <a:pt x="607" y="191"/>
                        </a:cubicBezTo>
                        <a:cubicBezTo>
                          <a:pt x="628" y="173"/>
                          <a:pt x="646" y="125"/>
                          <a:pt x="627" y="107"/>
                        </a:cubicBezTo>
                        <a:cubicBezTo>
                          <a:pt x="603" y="85"/>
                          <a:pt x="563" y="79"/>
                          <a:pt x="459" y="61"/>
                        </a:cubicBezTo>
                        <a:cubicBezTo>
                          <a:pt x="355" y="43"/>
                          <a:pt x="76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1" name="Google Shape;1061;p18"/>
                  <p:cNvSpPr/>
                  <p:nvPr/>
                </p:nvSpPr>
                <p:spPr>
                  <a:xfrm>
                    <a:off x="4116" y="955"/>
                    <a:ext cx="630" cy="397"/>
                  </a:xfrm>
                  <a:custGeom>
                    <a:rect b="b" l="l" r="r" t="t"/>
                    <a:pathLst>
                      <a:path extrusionOk="0" h="397" w="630">
                        <a:moveTo>
                          <a:pt x="320" y="397"/>
                        </a:moveTo>
                        <a:cubicBezTo>
                          <a:pt x="345" y="388"/>
                          <a:pt x="423" y="366"/>
                          <a:pt x="468" y="345"/>
                        </a:cubicBezTo>
                        <a:cubicBezTo>
                          <a:pt x="513" y="325"/>
                          <a:pt x="567" y="303"/>
                          <a:pt x="590" y="275"/>
                        </a:cubicBezTo>
                        <a:cubicBezTo>
                          <a:pt x="612" y="255"/>
                          <a:pt x="630" y="201"/>
                          <a:pt x="611" y="181"/>
                        </a:cubicBezTo>
                        <a:cubicBezTo>
                          <a:pt x="586" y="156"/>
                          <a:pt x="541" y="159"/>
                          <a:pt x="439" y="129"/>
                        </a:cubicBezTo>
                        <a:cubicBezTo>
                          <a:pt x="337" y="99"/>
                          <a:pt x="91" y="27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062" name="Google Shape;1062;p18"/>
                <p:cNvCxnSpPr/>
                <p:nvPr/>
              </p:nvCxnSpPr>
              <p:spPr>
                <a:xfrm flipH="1">
                  <a:off x="7594314" y="2366481"/>
                  <a:ext cx="39385" cy="702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063" name="Google Shape;1063;p18"/>
              <p:cNvGrpSpPr/>
              <p:nvPr/>
            </p:nvGrpSpPr>
            <p:grpSpPr>
              <a:xfrm>
                <a:off x="10630711" y="4361380"/>
                <a:ext cx="408871" cy="378277"/>
                <a:chOff x="7339071" y="2307905"/>
                <a:chExt cx="511700" cy="446467"/>
              </a:xfrm>
            </p:grpSpPr>
            <p:grpSp>
              <p:nvGrpSpPr>
                <p:cNvPr id="1064" name="Google Shape;1064;p18"/>
                <p:cNvGrpSpPr/>
                <p:nvPr/>
              </p:nvGrpSpPr>
              <p:grpSpPr>
                <a:xfrm>
                  <a:off x="7339071" y="2426725"/>
                  <a:ext cx="511700" cy="327647"/>
                  <a:chOff x="7455987" y="2414528"/>
                  <a:chExt cx="511700" cy="327647"/>
                </a:xfrm>
              </p:grpSpPr>
              <p:pic>
                <p:nvPicPr>
                  <p:cNvPr descr="laptop_keyboard" id="1065" name="Google Shape;1065;p18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7458407" y="2575770"/>
                    <a:ext cx="437221" cy="1595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066" name="Google Shape;1066;p18"/>
                  <p:cNvSpPr/>
                  <p:nvPr/>
                </p:nvSpPr>
                <p:spPr>
                  <a:xfrm>
                    <a:off x="7603304" y="2420984"/>
                    <a:ext cx="351919" cy="208167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1067" name="Google Shape;1067;p18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7620637" y="2426338"/>
                    <a:ext cx="319785" cy="18942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068" name="Google Shape;1068;p18"/>
                  <p:cNvSpPr/>
                  <p:nvPr/>
                </p:nvSpPr>
                <p:spPr>
                  <a:xfrm>
                    <a:off x="7667378" y="2414843"/>
                    <a:ext cx="298167" cy="3873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9" name="Google Shape;1069;p18"/>
                  <p:cNvSpPr/>
                  <p:nvPr/>
                </p:nvSpPr>
                <p:spPr>
                  <a:xfrm>
                    <a:off x="7600188" y="2414528"/>
                    <a:ext cx="82770" cy="161243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0" name="Google Shape;1070;p18"/>
                  <p:cNvSpPr/>
                  <p:nvPr/>
                </p:nvSpPr>
                <p:spPr>
                  <a:xfrm>
                    <a:off x="7874205" y="2443344"/>
                    <a:ext cx="89197" cy="18612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1" name="Google Shape;1071;p18"/>
                  <p:cNvSpPr/>
                  <p:nvPr/>
                </p:nvSpPr>
                <p:spPr>
                  <a:xfrm>
                    <a:off x="7599214" y="2567582"/>
                    <a:ext cx="327185" cy="62828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2" name="Google Shape;1072;p18"/>
                  <p:cNvSpPr/>
                  <p:nvPr/>
                </p:nvSpPr>
                <p:spPr>
                  <a:xfrm>
                    <a:off x="7884138" y="2444918"/>
                    <a:ext cx="83549" cy="186909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3" name="Google Shape;1073;p18"/>
                  <p:cNvSpPr/>
                  <p:nvPr/>
                </p:nvSpPr>
                <p:spPr>
                  <a:xfrm>
                    <a:off x="7599603" y="2575928"/>
                    <a:ext cx="290961" cy="62041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074" name="Google Shape;1074;p18"/>
                  <p:cNvGrpSpPr/>
                  <p:nvPr/>
                </p:nvGrpSpPr>
                <p:grpSpPr>
                  <a:xfrm>
                    <a:off x="7594735" y="2642220"/>
                    <a:ext cx="98740" cy="36846"/>
                    <a:chOff x="1740" y="2642"/>
                    <a:chExt cx="752" cy="327"/>
                  </a:xfrm>
                </p:grpSpPr>
                <p:sp>
                  <p:nvSpPr>
                    <p:cNvPr id="1075" name="Google Shape;1075;p1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6" name="Google Shape;1076;p1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7" name="Google Shape;1077;p1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8" name="Google Shape;1078;p1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9" name="Google Shape;1079;p1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80" name="Google Shape;1080;p1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081" name="Google Shape;1081;p18"/>
                  <p:cNvSpPr/>
                  <p:nvPr/>
                </p:nvSpPr>
                <p:spPr>
                  <a:xfrm>
                    <a:off x="7763780" y="2647731"/>
                    <a:ext cx="119578" cy="80936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18"/>
                  <p:cNvSpPr/>
                  <p:nvPr/>
                </p:nvSpPr>
                <p:spPr>
                  <a:xfrm>
                    <a:off x="7458602" y="2654187"/>
                    <a:ext cx="305957" cy="73850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18"/>
                  <p:cNvSpPr/>
                  <p:nvPr/>
                </p:nvSpPr>
                <p:spPr>
                  <a:xfrm>
                    <a:off x="7458797" y="2640645"/>
                    <a:ext cx="3311" cy="14959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4" name="Google Shape;1084;p18"/>
                  <p:cNvSpPr/>
                  <p:nvPr/>
                </p:nvSpPr>
                <p:spPr>
                  <a:xfrm>
                    <a:off x="7458992" y="2579707"/>
                    <a:ext cx="142170" cy="6188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" name="Google Shape;1085;p18"/>
                  <p:cNvSpPr/>
                  <p:nvPr/>
                </p:nvSpPr>
                <p:spPr>
                  <a:xfrm>
                    <a:off x="7468535" y="2643795"/>
                    <a:ext cx="290182" cy="71016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6" name="Google Shape;1086;p18"/>
                  <p:cNvSpPr/>
                  <p:nvPr/>
                </p:nvSpPr>
                <p:spPr>
                  <a:xfrm flipH="1" rot="10800000">
                    <a:off x="7758327" y="2638756"/>
                    <a:ext cx="118410" cy="73535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7" name="Google Shape;1087;p18"/>
                <p:cNvGrpSpPr/>
                <p:nvPr/>
              </p:nvGrpSpPr>
              <p:grpSpPr>
                <a:xfrm>
                  <a:off x="7408527" y="2307905"/>
                  <a:ext cx="399726" cy="74090"/>
                  <a:chOff x="2199" y="955"/>
                  <a:chExt cx="2547" cy="506"/>
                </a:xfrm>
              </p:grpSpPr>
              <p:sp>
                <p:nvSpPr>
                  <p:cNvPr id="1088" name="Google Shape;1088;p18"/>
                  <p:cNvSpPr/>
                  <p:nvPr/>
                </p:nvSpPr>
                <p:spPr>
                  <a:xfrm>
                    <a:off x="2199" y="1166"/>
                    <a:ext cx="260" cy="281"/>
                  </a:xfrm>
                  <a:custGeom>
                    <a:rect b="b" l="l" r="r" t="t"/>
                    <a:pathLst>
                      <a:path extrusionOk="0" h="281" w="260">
                        <a:moveTo>
                          <a:pt x="260" y="0"/>
                        </a:moveTo>
                        <a:cubicBezTo>
                          <a:pt x="224" y="19"/>
                          <a:pt x="79" y="77"/>
                          <a:pt x="42" y="112"/>
                        </a:cubicBezTo>
                        <a:cubicBezTo>
                          <a:pt x="5" y="143"/>
                          <a:pt x="0" y="183"/>
                          <a:pt x="35" y="211"/>
                        </a:cubicBezTo>
                        <a:cubicBezTo>
                          <a:pt x="70" y="239"/>
                          <a:pt x="208" y="266"/>
                          <a:pt x="253" y="28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18"/>
                  <p:cNvSpPr/>
                  <p:nvPr/>
                </p:nvSpPr>
                <p:spPr>
                  <a:xfrm>
                    <a:off x="2482" y="1040"/>
                    <a:ext cx="900" cy="421"/>
                  </a:xfrm>
                  <a:custGeom>
                    <a:rect b="b" l="l" r="r" t="t"/>
                    <a:pathLst>
                      <a:path extrusionOk="0" h="421" w="900">
                        <a:moveTo>
                          <a:pt x="531" y="0"/>
                        </a:moveTo>
                        <a:cubicBezTo>
                          <a:pt x="489" y="13"/>
                          <a:pt x="356" y="47"/>
                          <a:pt x="279" y="77"/>
                        </a:cubicBezTo>
                        <a:cubicBezTo>
                          <a:pt x="202" y="107"/>
                          <a:pt x="109" y="141"/>
                          <a:pt x="68" y="182"/>
                        </a:cubicBezTo>
                        <a:cubicBezTo>
                          <a:pt x="31" y="213"/>
                          <a:pt x="0" y="292"/>
                          <a:pt x="33" y="323"/>
                        </a:cubicBezTo>
                        <a:cubicBezTo>
                          <a:pt x="76" y="359"/>
                          <a:pt x="198" y="384"/>
                          <a:pt x="328" y="400"/>
                        </a:cubicBezTo>
                        <a:cubicBezTo>
                          <a:pt x="458" y="416"/>
                          <a:pt x="724" y="421"/>
                          <a:pt x="812" y="421"/>
                        </a:cubicBezTo>
                        <a:cubicBezTo>
                          <a:pt x="900" y="421"/>
                          <a:pt x="846" y="404"/>
                          <a:pt x="855" y="40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0" name="Google Shape;1090;p18"/>
                  <p:cNvSpPr/>
                  <p:nvPr/>
                </p:nvSpPr>
                <p:spPr>
                  <a:xfrm>
                    <a:off x="2782" y="1068"/>
                    <a:ext cx="428" cy="269"/>
                  </a:xfrm>
                  <a:custGeom>
                    <a:rect b="b" l="l" r="r" t="t"/>
                    <a:pathLst>
                      <a:path extrusionOk="0" h="269" w="428">
                        <a:moveTo>
                          <a:pt x="428" y="0"/>
                        </a:moveTo>
                        <a:cubicBezTo>
                          <a:pt x="428" y="0"/>
                          <a:pt x="217" y="35"/>
                          <a:pt x="217" y="35"/>
                        </a:cubicBezTo>
                        <a:cubicBezTo>
                          <a:pt x="217" y="35"/>
                          <a:pt x="42" y="105"/>
                          <a:pt x="21" y="140"/>
                        </a:cubicBezTo>
                        <a:cubicBezTo>
                          <a:pt x="0" y="175"/>
                          <a:pt x="14" y="217"/>
                          <a:pt x="91" y="246"/>
                        </a:cubicBezTo>
                        <a:cubicBezTo>
                          <a:pt x="126" y="267"/>
                          <a:pt x="177" y="265"/>
                          <a:pt x="231" y="267"/>
                        </a:cubicBezTo>
                        <a:cubicBezTo>
                          <a:pt x="285" y="269"/>
                          <a:pt x="376" y="262"/>
                          <a:pt x="414" y="2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1" name="Google Shape;1091;p18"/>
                  <p:cNvSpPr/>
                  <p:nvPr/>
                </p:nvSpPr>
                <p:spPr>
                  <a:xfrm>
                    <a:off x="3554" y="1075"/>
                    <a:ext cx="377" cy="239"/>
                  </a:xfrm>
                  <a:custGeom>
                    <a:rect b="b" l="l" r="r" t="t"/>
                    <a:pathLst>
                      <a:path extrusionOk="0" h="239" w="377">
                        <a:moveTo>
                          <a:pt x="42" y="239"/>
                        </a:moveTo>
                        <a:cubicBezTo>
                          <a:pt x="89" y="224"/>
                          <a:pt x="285" y="178"/>
                          <a:pt x="335" y="146"/>
                        </a:cubicBezTo>
                        <a:cubicBezTo>
                          <a:pt x="372" y="115"/>
                          <a:pt x="377" y="75"/>
                          <a:pt x="342" y="47"/>
                        </a:cubicBezTo>
                        <a:cubicBezTo>
                          <a:pt x="286" y="23"/>
                          <a:pt x="71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18"/>
                  <p:cNvSpPr/>
                  <p:nvPr/>
                </p:nvSpPr>
                <p:spPr>
                  <a:xfrm>
                    <a:off x="3646" y="997"/>
                    <a:ext cx="660" cy="336"/>
                  </a:xfrm>
                  <a:custGeom>
                    <a:rect b="b" l="l" r="r" t="t"/>
                    <a:pathLst>
                      <a:path extrusionOk="0" h="300" w="646">
                        <a:moveTo>
                          <a:pt x="343" y="300"/>
                        </a:moveTo>
                        <a:cubicBezTo>
                          <a:pt x="367" y="292"/>
                          <a:pt x="443" y="272"/>
                          <a:pt x="487" y="254"/>
                        </a:cubicBezTo>
                        <a:cubicBezTo>
                          <a:pt x="531" y="236"/>
                          <a:pt x="584" y="216"/>
                          <a:pt x="607" y="191"/>
                        </a:cubicBezTo>
                        <a:cubicBezTo>
                          <a:pt x="628" y="173"/>
                          <a:pt x="646" y="125"/>
                          <a:pt x="627" y="107"/>
                        </a:cubicBezTo>
                        <a:cubicBezTo>
                          <a:pt x="603" y="85"/>
                          <a:pt x="563" y="79"/>
                          <a:pt x="459" y="61"/>
                        </a:cubicBezTo>
                        <a:cubicBezTo>
                          <a:pt x="355" y="43"/>
                          <a:pt x="76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3" name="Google Shape;1093;p18"/>
                  <p:cNvSpPr/>
                  <p:nvPr/>
                </p:nvSpPr>
                <p:spPr>
                  <a:xfrm>
                    <a:off x="4116" y="955"/>
                    <a:ext cx="630" cy="397"/>
                  </a:xfrm>
                  <a:custGeom>
                    <a:rect b="b" l="l" r="r" t="t"/>
                    <a:pathLst>
                      <a:path extrusionOk="0" h="397" w="630">
                        <a:moveTo>
                          <a:pt x="320" y="397"/>
                        </a:moveTo>
                        <a:cubicBezTo>
                          <a:pt x="345" y="388"/>
                          <a:pt x="423" y="366"/>
                          <a:pt x="468" y="345"/>
                        </a:cubicBezTo>
                        <a:cubicBezTo>
                          <a:pt x="513" y="325"/>
                          <a:pt x="567" y="303"/>
                          <a:pt x="590" y="275"/>
                        </a:cubicBezTo>
                        <a:cubicBezTo>
                          <a:pt x="612" y="255"/>
                          <a:pt x="630" y="201"/>
                          <a:pt x="611" y="181"/>
                        </a:cubicBezTo>
                        <a:cubicBezTo>
                          <a:pt x="586" y="156"/>
                          <a:pt x="541" y="159"/>
                          <a:pt x="439" y="129"/>
                        </a:cubicBezTo>
                        <a:cubicBezTo>
                          <a:pt x="337" y="99"/>
                          <a:pt x="91" y="27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094" name="Google Shape;1094;p18"/>
                <p:cNvCxnSpPr/>
                <p:nvPr/>
              </p:nvCxnSpPr>
              <p:spPr>
                <a:xfrm flipH="1">
                  <a:off x="7594314" y="2366481"/>
                  <a:ext cx="39385" cy="702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095" name="Google Shape;1095;p18"/>
            <p:cNvGrpSpPr/>
            <p:nvPr/>
          </p:nvGrpSpPr>
          <p:grpSpPr>
            <a:xfrm>
              <a:off x="7840518" y="1242873"/>
              <a:ext cx="4037013" cy="1377421"/>
              <a:chOff x="7785100" y="730250"/>
              <a:chExt cx="4037013" cy="1377421"/>
            </a:xfrm>
          </p:grpSpPr>
          <p:grpSp>
            <p:nvGrpSpPr>
              <p:cNvPr id="1096" name="Google Shape;1096;p18"/>
              <p:cNvGrpSpPr/>
              <p:nvPr/>
            </p:nvGrpSpPr>
            <p:grpSpPr>
              <a:xfrm>
                <a:off x="7785100" y="736600"/>
                <a:ext cx="850900" cy="527050"/>
                <a:chOff x="-490" y="1664"/>
                <a:chExt cx="1429" cy="842"/>
              </a:xfrm>
            </p:grpSpPr>
            <p:sp>
              <p:nvSpPr>
                <p:cNvPr id="1097" name="Google Shape;1097;p18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8" name="Google Shape;1098;p18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099" name="Google Shape;1099;p18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00" name="Google Shape;1100;p18"/>
                  <p:cNvCxnSpPr/>
                  <p:nvPr/>
                </p:nvCxnSpPr>
                <p:spPr>
                  <a:xfrm>
                    <a:off x="-150" y="2271"/>
                    <a:ext cx="673" cy="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01" name="Google Shape;1101;p18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102" name="Google Shape;1102;p18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03" name="Google Shape;1103;p18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04" name="Google Shape;1104;p18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05" name="Google Shape;1105;p18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06" name="Google Shape;1106;p18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07" name="Google Shape;1107;p18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108" name="Google Shape;1108;p18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09" name="Google Shape;1109;p18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0" name="Google Shape;1110;p18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111" name="Google Shape;1111;p18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cxnSp>
            <p:nvCxnSpPr>
              <p:cNvPr id="1112" name="Google Shape;1112;p18"/>
              <p:cNvCxnSpPr/>
              <p:nvPr/>
            </p:nvCxnSpPr>
            <p:spPr>
              <a:xfrm>
                <a:off x="8423564" y="1479550"/>
                <a:ext cx="2593686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3" name="Google Shape;1113;p18"/>
              <p:cNvSpPr txBox="1"/>
              <p:nvPr/>
            </p:nvSpPr>
            <p:spPr>
              <a:xfrm>
                <a:off x="9439275" y="808038"/>
                <a:ext cx="4889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rgbClr val="96969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/>
              </a:p>
            </p:txBody>
          </p:sp>
          <p:grpSp>
            <p:nvGrpSpPr>
              <p:cNvPr id="1114" name="Google Shape;1114;p18"/>
              <p:cNvGrpSpPr/>
              <p:nvPr/>
            </p:nvGrpSpPr>
            <p:grpSpPr>
              <a:xfrm>
                <a:off x="7872413" y="1479550"/>
                <a:ext cx="850900" cy="623888"/>
                <a:chOff x="7872413" y="1479550"/>
                <a:chExt cx="850900" cy="623888"/>
              </a:xfrm>
            </p:grpSpPr>
            <p:grpSp>
              <p:nvGrpSpPr>
                <p:cNvPr id="1115" name="Google Shape;1115;p18"/>
                <p:cNvGrpSpPr/>
                <p:nvPr/>
              </p:nvGrpSpPr>
              <p:grpSpPr>
                <a:xfrm>
                  <a:off x="7872413" y="1576388"/>
                  <a:ext cx="850900" cy="527050"/>
                  <a:chOff x="-490" y="1664"/>
                  <a:chExt cx="1429" cy="842"/>
                </a:xfrm>
              </p:grpSpPr>
              <p:sp>
                <p:nvSpPr>
                  <p:cNvPr id="1116" name="Google Shape;1116;p18"/>
                  <p:cNvSpPr/>
                  <p:nvPr/>
                </p:nvSpPr>
                <p:spPr>
                  <a:xfrm>
                    <a:off x="-490" y="1664"/>
                    <a:ext cx="1429" cy="29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17" name="Google Shape;1117;p18"/>
                  <p:cNvGrpSpPr/>
                  <p:nvPr/>
                </p:nvGrpSpPr>
                <p:grpSpPr>
                  <a:xfrm>
                    <a:off x="-427" y="1737"/>
                    <a:ext cx="1217" cy="769"/>
                    <a:chOff x="-427" y="1737"/>
                    <a:chExt cx="1217" cy="769"/>
                  </a:xfrm>
                </p:grpSpPr>
                <p:sp>
                  <p:nvSpPr>
                    <p:cNvPr id="1118" name="Google Shape;1118;p18"/>
                    <p:cNvSpPr/>
                    <p:nvPr/>
                  </p:nvSpPr>
                  <p:spPr>
                    <a:xfrm>
                      <a:off x="-338" y="1923"/>
                      <a:ext cx="1128" cy="583"/>
                    </a:xfrm>
                    <a:prstGeom prst="rect">
                      <a:avLst/>
                    </a:prstGeom>
                    <a:solidFill>
                      <a:srgbClr val="DDDDDD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19" name="Google Shape;1119;p18"/>
                    <p:cNvCxnSpPr/>
                    <p:nvPr/>
                  </p:nvCxnSpPr>
                  <p:spPr>
                    <a:xfrm>
                      <a:off x="-150" y="2271"/>
                      <a:ext cx="676" cy="4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grpSp>
                  <p:nvGrpSpPr>
                    <p:cNvPr id="1120" name="Google Shape;1120;p18"/>
                    <p:cNvGrpSpPr/>
                    <p:nvPr/>
                  </p:nvGrpSpPr>
                  <p:grpSpPr>
                    <a:xfrm>
                      <a:off x="67" y="2192"/>
                      <a:ext cx="387" cy="139"/>
                      <a:chOff x="320" y="890"/>
                      <a:chExt cx="871" cy="339"/>
                    </a:xfrm>
                  </p:grpSpPr>
                  <p:sp>
                    <p:nvSpPr>
                      <p:cNvPr id="1121" name="Google Shape;1121;p18"/>
                      <p:cNvSpPr/>
                      <p:nvPr/>
                    </p:nvSpPr>
                    <p:spPr>
                      <a:xfrm>
                        <a:off x="320" y="1000"/>
                        <a:ext cx="871" cy="229"/>
                      </a:xfrm>
                      <a:prstGeom prst="rect">
                        <a:avLst/>
                      </a:prstGeom>
                      <a:solidFill>
                        <a:srgbClr val="EC86A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22" name="Google Shape;1122;p18"/>
                      <p:cNvSpPr/>
                      <p:nvPr/>
                    </p:nvSpPr>
                    <p:spPr>
                      <a:xfrm>
                        <a:off x="392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23" name="Google Shape;1123;p18"/>
                      <p:cNvSpPr/>
                      <p:nvPr/>
                    </p:nvSpPr>
                    <p:spPr>
                      <a:xfrm>
                        <a:off x="464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24" name="Google Shape;1124;p18"/>
                      <p:cNvSpPr/>
                      <p:nvPr/>
                    </p:nvSpPr>
                    <p:spPr>
                      <a:xfrm>
                        <a:off x="536" y="1068"/>
                        <a:ext cx="60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25" name="Google Shape;1125;p18"/>
                      <p:cNvSpPr/>
                      <p:nvPr/>
                    </p:nvSpPr>
                    <p:spPr>
                      <a:xfrm>
                        <a:off x="615" y="1068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26" name="Google Shape;1126;p18"/>
                      <p:cNvSpPr/>
                      <p:nvPr/>
                    </p:nvSpPr>
                    <p:spPr>
                      <a:xfrm flipH="1" rot="10800000">
                        <a:off x="322" y="890"/>
                        <a:ext cx="859" cy="110"/>
                      </a:xfrm>
                      <a:custGeom>
                        <a:rect b="b" l="l" r="r" t="t"/>
                        <a:pathLst>
                          <a:path extrusionOk="0" h="21600" w="21600">
                            <a:moveTo>
                              <a:pt x="0" y="0"/>
                            </a:moveTo>
                            <a:lnTo>
                              <a:pt x="5400" y="21600"/>
                            </a:lnTo>
                            <a:lnTo>
                              <a:pt x="16200" y="21600"/>
                            </a:lnTo>
                            <a:lnTo>
                              <a:pt x="21600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EC86A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pic>
                  <p:nvPicPr>
                    <p:cNvPr descr="desktop_computer_stylized_small" id="1127" name="Google Shape;1127;p18"/>
                    <p:cNvPicPr preferRelativeResize="0"/>
                    <p:nvPr/>
                  </p:nvPicPr>
                  <p:blipFill rotWithShape="1">
                    <a:blip r:embed="rId10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-427" y="2049"/>
                      <a:ext cx="447" cy="41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1128" name="Google Shape;1128;p18"/>
                    <p:cNvSpPr/>
                    <p:nvPr/>
                  </p:nvSpPr>
                  <p:spPr>
                    <a:xfrm>
                      <a:off x="528" y="2232"/>
                      <a:ext cx="104" cy="91"/>
                    </a:xfrm>
                    <a:prstGeom prst="rect">
                      <a:avLst/>
                    </a:prstGeom>
                    <a:solidFill>
                      <a:srgbClr val="E4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9" name="Google Shape;1129;p18"/>
                    <p:cNvSpPr/>
                    <p:nvPr/>
                  </p:nvSpPr>
                  <p:spPr>
                    <a:xfrm>
                      <a:off x="282" y="1951"/>
                      <a:ext cx="302" cy="274"/>
                    </a:xfrm>
                    <a:custGeom>
                      <a:rect b="b" l="l" r="r" t="t"/>
                      <a:pathLst>
                        <a:path extrusionOk="0" h="274" w="381">
                          <a:moveTo>
                            <a:pt x="381" y="274"/>
                          </a:moveTo>
                          <a:lnTo>
                            <a:pt x="381" y="13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pic>
                  <p:nvPicPr>
                    <p:cNvPr descr="tv" id="1130" name="Google Shape;1130;p18"/>
                    <p:cNvPicPr preferRelativeResize="0"/>
                    <p:nvPr/>
                  </p:nvPicPr>
                  <p:blipFill rotWithShape="1">
                    <a:blip r:embed="rId1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2" y="1737"/>
                      <a:ext cx="476" cy="4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sp>
              <p:nvSpPr>
                <p:cNvPr id="1131" name="Google Shape;1131;p18"/>
                <p:cNvSpPr/>
                <p:nvPr/>
              </p:nvSpPr>
              <p:spPr>
                <a:xfrm>
                  <a:off x="8543925" y="1479550"/>
                  <a:ext cx="127000" cy="476250"/>
                </a:xfrm>
                <a:custGeom>
                  <a:rect b="b" l="l" r="r" t="t"/>
                  <a:pathLst>
                    <a:path extrusionOk="0" h="300" w="80">
                      <a:moveTo>
                        <a:pt x="0" y="300"/>
                      </a:moveTo>
                      <a:lnTo>
                        <a:pt x="80" y="300"/>
                      </a:lnTo>
                      <a:lnTo>
                        <a:pt x="8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32" name="Google Shape;1132;p18"/>
              <p:cNvSpPr/>
              <p:nvPr/>
            </p:nvSpPr>
            <p:spPr>
              <a:xfrm>
                <a:off x="10755313" y="1054100"/>
                <a:ext cx="955675" cy="700088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dash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3" name="Google Shape;1133;p18"/>
              <p:cNvSpPr/>
              <p:nvPr/>
            </p:nvSpPr>
            <p:spPr>
              <a:xfrm>
                <a:off x="11012488" y="1236663"/>
                <a:ext cx="330200" cy="454025"/>
              </a:xfrm>
              <a:custGeom>
                <a:rect b="b" l="l" r="r" t="t"/>
                <a:pathLst>
                  <a:path extrusionOk="0" h="412" w="318">
                    <a:moveTo>
                      <a:pt x="0" y="412"/>
                    </a:moveTo>
                    <a:lnTo>
                      <a:pt x="3" y="1"/>
                    </a:lnTo>
                    <a:lnTo>
                      <a:pt x="74" y="0"/>
                    </a:lnTo>
                    <a:lnTo>
                      <a:pt x="254" y="111"/>
                    </a:lnTo>
                    <a:lnTo>
                      <a:pt x="318" y="115"/>
                    </a:lnTo>
                    <a:lnTo>
                      <a:pt x="318" y="308"/>
                    </a:lnTo>
                    <a:lnTo>
                      <a:pt x="246" y="308"/>
                    </a:lnTo>
                    <a:lnTo>
                      <a:pt x="74" y="412"/>
                    </a:lnTo>
                    <a:lnTo>
                      <a:pt x="0" y="412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E40000"/>
                  </a:gs>
                  <a:gs pos="100000">
                    <a:srgbClr val="E4000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18"/>
              <p:cNvSpPr/>
              <p:nvPr/>
            </p:nvSpPr>
            <p:spPr>
              <a:xfrm>
                <a:off x="11009842" y="1167342"/>
                <a:ext cx="366713" cy="406400"/>
              </a:xfrm>
              <a:custGeom>
                <a:rect b="b" l="l" r="r" t="t"/>
                <a:pathLst>
                  <a:path extrusionOk="0" h="369" w="353">
                    <a:moveTo>
                      <a:pt x="0" y="59"/>
                    </a:moveTo>
                    <a:lnTo>
                      <a:pt x="32" y="0"/>
                    </a:lnTo>
                    <a:lnTo>
                      <a:pt x="105" y="0"/>
                    </a:lnTo>
                    <a:lnTo>
                      <a:pt x="276" y="113"/>
                    </a:lnTo>
                    <a:lnTo>
                      <a:pt x="353" y="113"/>
                    </a:lnTo>
                    <a:lnTo>
                      <a:pt x="353" y="315"/>
                    </a:lnTo>
                    <a:lnTo>
                      <a:pt x="318" y="369"/>
                    </a:lnTo>
                    <a:lnTo>
                      <a:pt x="315" y="173"/>
                    </a:lnTo>
                    <a:lnTo>
                      <a:pt x="254" y="173"/>
                    </a:lnTo>
                    <a:lnTo>
                      <a:pt x="75" y="60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C000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35" name="Google Shape;1135;p18"/>
              <p:cNvCxnSpPr/>
              <p:nvPr/>
            </p:nvCxnSpPr>
            <p:spPr>
              <a:xfrm flipH="1">
                <a:off x="11339513" y="1295400"/>
                <a:ext cx="34925" cy="682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" name="Google Shape;1136;p18"/>
              <p:cNvCxnSpPr/>
              <p:nvPr/>
            </p:nvCxnSpPr>
            <p:spPr>
              <a:xfrm>
                <a:off x="11041063" y="1466850"/>
                <a:ext cx="26828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37" name="Google Shape;1137;p18"/>
              <p:cNvSpPr/>
              <p:nvPr/>
            </p:nvSpPr>
            <p:spPr>
              <a:xfrm>
                <a:off x="11034713" y="1290638"/>
                <a:ext cx="274637" cy="115887"/>
              </a:xfrm>
              <a:custGeom>
                <a:rect b="b" l="l" r="r" t="t"/>
                <a:pathLst>
                  <a:path extrusionOk="0" h="105" w="264">
                    <a:moveTo>
                      <a:pt x="0" y="0"/>
                    </a:moveTo>
                    <a:lnTo>
                      <a:pt x="52" y="0"/>
                    </a:lnTo>
                    <a:lnTo>
                      <a:pt x="207" y="105"/>
                    </a:lnTo>
                    <a:lnTo>
                      <a:pt x="264" y="105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18"/>
              <p:cNvSpPr/>
              <p:nvPr/>
            </p:nvSpPr>
            <p:spPr>
              <a:xfrm flipH="1" rot="10800000">
                <a:off x="11034713" y="1527175"/>
                <a:ext cx="274637" cy="114300"/>
              </a:xfrm>
              <a:custGeom>
                <a:rect b="b" l="l" r="r" t="t"/>
                <a:pathLst>
                  <a:path extrusionOk="0" h="105" w="264">
                    <a:moveTo>
                      <a:pt x="0" y="0"/>
                    </a:moveTo>
                    <a:lnTo>
                      <a:pt x="52" y="0"/>
                    </a:lnTo>
                    <a:lnTo>
                      <a:pt x="207" y="105"/>
                    </a:lnTo>
                    <a:lnTo>
                      <a:pt x="264" y="105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8"/>
              <p:cNvSpPr/>
              <p:nvPr/>
            </p:nvSpPr>
            <p:spPr>
              <a:xfrm>
                <a:off x="10615613" y="790575"/>
                <a:ext cx="1206500" cy="261938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dash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0" name="Google Shape;1140;p18"/>
              <p:cNvGrpSpPr/>
              <p:nvPr/>
            </p:nvGrpSpPr>
            <p:grpSpPr>
              <a:xfrm>
                <a:off x="8699500" y="730250"/>
                <a:ext cx="850900" cy="755650"/>
                <a:chOff x="8699500" y="730250"/>
                <a:chExt cx="850900" cy="755650"/>
              </a:xfrm>
            </p:grpSpPr>
            <p:grpSp>
              <p:nvGrpSpPr>
                <p:cNvPr id="1141" name="Google Shape;1141;p18"/>
                <p:cNvGrpSpPr/>
                <p:nvPr/>
              </p:nvGrpSpPr>
              <p:grpSpPr>
                <a:xfrm>
                  <a:off x="8699500" y="730250"/>
                  <a:ext cx="850900" cy="527050"/>
                  <a:chOff x="-490" y="1664"/>
                  <a:chExt cx="1429" cy="842"/>
                </a:xfrm>
              </p:grpSpPr>
              <p:sp>
                <p:nvSpPr>
                  <p:cNvPr id="1142" name="Google Shape;1142;p18"/>
                  <p:cNvSpPr/>
                  <p:nvPr/>
                </p:nvSpPr>
                <p:spPr>
                  <a:xfrm>
                    <a:off x="-490" y="1664"/>
                    <a:ext cx="1429" cy="29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43" name="Google Shape;1143;p18"/>
                  <p:cNvGrpSpPr/>
                  <p:nvPr/>
                </p:nvGrpSpPr>
                <p:grpSpPr>
                  <a:xfrm>
                    <a:off x="-427" y="1737"/>
                    <a:ext cx="1217" cy="769"/>
                    <a:chOff x="-427" y="1737"/>
                    <a:chExt cx="1217" cy="769"/>
                  </a:xfrm>
                </p:grpSpPr>
                <p:sp>
                  <p:nvSpPr>
                    <p:cNvPr id="1144" name="Google Shape;1144;p18"/>
                    <p:cNvSpPr/>
                    <p:nvPr/>
                  </p:nvSpPr>
                  <p:spPr>
                    <a:xfrm>
                      <a:off x="-338" y="1923"/>
                      <a:ext cx="1128" cy="583"/>
                    </a:xfrm>
                    <a:prstGeom prst="rect">
                      <a:avLst/>
                    </a:prstGeom>
                    <a:solidFill>
                      <a:srgbClr val="DDDDDD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45" name="Google Shape;1145;p18"/>
                    <p:cNvCxnSpPr/>
                    <p:nvPr/>
                  </p:nvCxnSpPr>
                  <p:spPr>
                    <a:xfrm>
                      <a:off x="-150" y="2271"/>
                      <a:ext cx="673" cy="7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grpSp>
                  <p:nvGrpSpPr>
                    <p:cNvPr id="1146" name="Google Shape;1146;p18"/>
                    <p:cNvGrpSpPr/>
                    <p:nvPr/>
                  </p:nvGrpSpPr>
                  <p:grpSpPr>
                    <a:xfrm>
                      <a:off x="67" y="2192"/>
                      <a:ext cx="387" cy="139"/>
                      <a:chOff x="320" y="890"/>
                      <a:chExt cx="871" cy="339"/>
                    </a:xfrm>
                  </p:grpSpPr>
                  <p:sp>
                    <p:nvSpPr>
                      <p:cNvPr id="1147" name="Google Shape;1147;p18"/>
                      <p:cNvSpPr/>
                      <p:nvPr/>
                    </p:nvSpPr>
                    <p:spPr>
                      <a:xfrm>
                        <a:off x="320" y="1000"/>
                        <a:ext cx="871" cy="229"/>
                      </a:xfrm>
                      <a:prstGeom prst="rect">
                        <a:avLst/>
                      </a:prstGeom>
                      <a:solidFill>
                        <a:srgbClr val="EC86A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48" name="Google Shape;1148;p18"/>
                      <p:cNvSpPr/>
                      <p:nvPr/>
                    </p:nvSpPr>
                    <p:spPr>
                      <a:xfrm>
                        <a:off x="392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49" name="Google Shape;1149;p18"/>
                      <p:cNvSpPr/>
                      <p:nvPr/>
                    </p:nvSpPr>
                    <p:spPr>
                      <a:xfrm>
                        <a:off x="464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50" name="Google Shape;1150;p18"/>
                      <p:cNvSpPr/>
                      <p:nvPr/>
                    </p:nvSpPr>
                    <p:spPr>
                      <a:xfrm>
                        <a:off x="536" y="1068"/>
                        <a:ext cx="60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51" name="Google Shape;1151;p18"/>
                      <p:cNvSpPr/>
                      <p:nvPr/>
                    </p:nvSpPr>
                    <p:spPr>
                      <a:xfrm>
                        <a:off x="615" y="1068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52" name="Google Shape;1152;p18"/>
                      <p:cNvSpPr/>
                      <p:nvPr/>
                    </p:nvSpPr>
                    <p:spPr>
                      <a:xfrm flipH="1" rot="10800000">
                        <a:off x="322" y="890"/>
                        <a:ext cx="859" cy="110"/>
                      </a:xfrm>
                      <a:custGeom>
                        <a:rect b="b" l="l" r="r" t="t"/>
                        <a:pathLst>
                          <a:path extrusionOk="0" h="21600" w="21600">
                            <a:moveTo>
                              <a:pt x="0" y="0"/>
                            </a:moveTo>
                            <a:lnTo>
                              <a:pt x="5400" y="21600"/>
                            </a:lnTo>
                            <a:lnTo>
                              <a:pt x="16200" y="21600"/>
                            </a:lnTo>
                            <a:lnTo>
                              <a:pt x="21600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BFBFB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pic>
                  <p:nvPicPr>
                    <p:cNvPr descr="desktop_computer_stylized_small" id="1153" name="Google Shape;1153;p18"/>
                    <p:cNvPicPr preferRelativeResize="0"/>
                    <p:nvPr/>
                  </p:nvPicPr>
                  <p:blipFill rotWithShape="1">
                    <a:blip r:embed="rId10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-427" y="2049"/>
                      <a:ext cx="447" cy="41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1154" name="Google Shape;1154;p18"/>
                    <p:cNvSpPr/>
                    <p:nvPr/>
                  </p:nvSpPr>
                  <p:spPr>
                    <a:xfrm>
                      <a:off x="528" y="2232"/>
                      <a:ext cx="104" cy="91"/>
                    </a:xfrm>
                    <a:prstGeom prst="rect">
                      <a:avLst/>
                    </a:prstGeom>
                    <a:solidFill>
                      <a:srgbClr val="E4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55" name="Google Shape;1155;p18"/>
                    <p:cNvSpPr/>
                    <p:nvPr/>
                  </p:nvSpPr>
                  <p:spPr>
                    <a:xfrm>
                      <a:off x="282" y="1951"/>
                      <a:ext cx="302" cy="274"/>
                    </a:xfrm>
                    <a:custGeom>
                      <a:rect b="b" l="l" r="r" t="t"/>
                      <a:pathLst>
                        <a:path extrusionOk="0" h="274" w="381">
                          <a:moveTo>
                            <a:pt x="381" y="274"/>
                          </a:moveTo>
                          <a:lnTo>
                            <a:pt x="381" y="13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pic>
                  <p:nvPicPr>
                    <p:cNvPr descr="tv" id="1156" name="Google Shape;1156;p18"/>
                    <p:cNvPicPr preferRelativeResize="0"/>
                    <p:nvPr/>
                  </p:nvPicPr>
                  <p:blipFill rotWithShape="1">
                    <a:blip r:embed="rId1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2" y="1737"/>
                      <a:ext cx="476" cy="4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cxnSp>
              <p:nvCxnSpPr>
                <p:cNvPr id="1157" name="Google Shape;1157;p18"/>
                <p:cNvCxnSpPr/>
                <p:nvPr/>
              </p:nvCxnSpPr>
              <p:spPr>
                <a:xfrm>
                  <a:off x="9334500" y="1147233"/>
                  <a:ext cx="0" cy="33866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E4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58" name="Google Shape;1158;p18"/>
              <p:cNvCxnSpPr/>
              <p:nvPr/>
            </p:nvCxnSpPr>
            <p:spPr>
              <a:xfrm>
                <a:off x="8428567" y="1151466"/>
                <a:ext cx="0" cy="3386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159" name="Google Shape;1159;p18"/>
              <p:cNvGrpSpPr/>
              <p:nvPr/>
            </p:nvGrpSpPr>
            <p:grpSpPr>
              <a:xfrm>
                <a:off x="8795279" y="1483783"/>
                <a:ext cx="850900" cy="623888"/>
                <a:chOff x="7872413" y="1479550"/>
                <a:chExt cx="850900" cy="623888"/>
              </a:xfrm>
            </p:grpSpPr>
            <p:grpSp>
              <p:nvGrpSpPr>
                <p:cNvPr id="1160" name="Google Shape;1160;p18"/>
                <p:cNvGrpSpPr/>
                <p:nvPr/>
              </p:nvGrpSpPr>
              <p:grpSpPr>
                <a:xfrm>
                  <a:off x="7872413" y="1576388"/>
                  <a:ext cx="850900" cy="527050"/>
                  <a:chOff x="-490" y="1664"/>
                  <a:chExt cx="1429" cy="842"/>
                </a:xfrm>
              </p:grpSpPr>
              <p:sp>
                <p:nvSpPr>
                  <p:cNvPr id="1161" name="Google Shape;1161;p18"/>
                  <p:cNvSpPr/>
                  <p:nvPr/>
                </p:nvSpPr>
                <p:spPr>
                  <a:xfrm>
                    <a:off x="-490" y="1664"/>
                    <a:ext cx="1429" cy="29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62" name="Google Shape;1162;p18"/>
                  <p:cNvGrpSpPr/>
                  <p:nvPr/>
                </p:nvGrpSpPr>
                <p:grpSpPr>
                  <a:xfrm>
                    <a:off x="-427" y="1737"/>
                    <a:ext cx="1217" cy="769"/>
                    <a:chOff x="-427" y="1737"/>
                    <a:chExt cx="1217" cy="769"/>
                  </a:xfrm>
                </p:grpSpPr>
                <p:sp>
                  <p:nvSpPr>
                    <p:cNvPr id="1163" name="Google Shape;1163;p18"/>
                    <p:cNvSpPr/>
                    <p:nvPr/>
                  </p:nvSpPr>
                  <p:spPr>
                    <a:xfrm>
                      <a:off x="-338" y="1923"/>
                      <a:ext cx="1128" cy="583"/>
                    </a:xfrm>
                    <a:prstGeom prst="rect">
                      <a:avLst/>
                    </a:prstGeom>
                    <a:solidFill>
                      <a:srgbClr val="DDDDDD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64" name="Google Shape;1164;p18"/>
                    <p:cNvCxnSpPr/>
                    <p:nvPr/>
                  </p:nvCxnSpPr>
                  <p:spPr>
                    <a:xfrm>
                      <a:off x="-150" y="2271"/>
                      <a:ext cx="676" cy="4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grpSp>
                  <p:nvGrpSpPr>
                    <p:cNvPr id="1165" name="Google Shape;1165;p18"/>
                    <p:cNvGrpSpPr/>
                    <p:nvPr/>
                  </p:nvGrpSpPr>
                  <p:grpSpPr>
                    <a:xfrm>
                      <a:off x="67" y="2192"/>
                      <a:ext cx="387" cy="139"/>
                      <a:chOff x="320" y="890"/>
                      <a:chExt cx="871" cy="339"/>
                    </a:xfrm>
                  </p:grpSpPr>
                  <p:sp>
                    <p:nvSpPr>
                      <p:cNvPr id="1166" name="Google Shape;1166;p18"/>
                      <p:cNvSpPr/>
                      <p:nvPr/>
                    </p:nvSpPr>
                    <p:spPr>
                      <a:xfrm>
                        <a:off x="320" y="1000"/>
                        <a:ext cx="871" cy="229"/>
                      </a:xfrm>
                      <a:prstGeom prst="rect">
                        <a:avLst/>
                      </a:prstGeom>
                      <a:solidFill>
                        <a:srgbClr val="EC86A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67" name="Google Shape;1167;p18"/>
                      <p:cNvSpPr/>
                      <p:nvPr/>
                    </p:nvSpPr>
                    <p:spPr>
                      <a:xfrm>
                        <a:off x="392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68" name="Google Shape;1168;p18"/>
                      <p:cNvSpPr/>
                      <p:nvPr/>
                    </p:nvSpPr>
                    <p:spPr>
                      <a:xfrm>
                        <a:off x="464" y="1074"/>
                        <a:ext cx="54" cy="56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69" name="Google Shape;1169;p18"/>
                      <p:cNvSpPr/>
                      <p:nvPr/>
                    </p:nvSpPr>
                    <p:spPr>
                      <a:xfrm>
                        <a:off x="536" y="1068"/>
                        <a:ext cx="60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70" name="Google Shape;1170;p18"/>
                      <p:cNvSpPr/>
                      <p:nvPr/>
                    </p:nvSpPr>
                    <p:spPr>
                      <a:xfrm>
                        <a:off x="615" y="1068"/>
                        <a:ext cx="54" cy="5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2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71" name="Google Shape;1171;p18"/>
                      <p:cNvSpPr/>
                      <p:nvPr/>
                    </p:nvSpPr>
                    <p:spPr>
                      <a:xfrm flipH="1" rot="10800000">
                        <a:off x="322" y="890"/>
                        <a:ext cx="859" cy="110"/>
                      </a:xfrm>
                      <a:custGeom>
                        <a:rect b="b" l="l" r="r" t="t"/>
                        <a:pathLst>
                          <a:path extrusionOk="0" h="21600" w="21600">
                            <a:moveTo>
                              <a:pt x="0" y="0"/>
                            </a:moveTo>
                            <a:lnTo>
                              <a:pt x="5400" y="21600"/>
                            </a:lnTo>
                            <a:lnTo>
                              <a:pt x="16200" y="21600"/>
                            </a:lnTo>
                            <a:lnTo>
                              <a:pt x="21600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BFBFB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pic>
                  <p:nvPicPr>
                    <p:cNvPr descr="desktop_computer_stylized_small" id="1172" name="Google Shape;1172;p18"/>
                    <p:cNvPicPr preferRelativeResize="0"/>
                    <p:nvPr/>
                  </p:nvPicPr>
                  <p:blipFill rotWithShape="1">
                    <a:blip r:embed="rId10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-427" y="2049"/>
                      <a:ext cx="447" cy="41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1173" name="Google Shape;1173;p18"/>
                    <p:cNvSpPr/>
                    <p:nvPr/>
                  </p:nvSpPr>
                  <p:spPr>
                    <a:xfrm>
                      <a:off x="528" y="2232"/>
                      <a:ext cx="104" cy="91"/>
                    </a:xfrm>
                    <a:prstGeom prst="rect">
                      <a:avLst/>
                    </a:prstGeom>
                    <a:solidFill>
                      <a:srgbClr val="E4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4" name="Google Shape;1174;p18"/>
                    <p:cNvSpPr/>
                    <p:nvPr/>
                  </p:nvSpPr>
                  <p:spPr>
                    <a:xfrm>
                      <a:off x="282" y="1951"/>
                      <a:ext cx="302" cy="274"/>
                    </a:xfrm>
                    <a:custGeom>
                      <a:rect b="b" l="l" r="r" t="t"/>
                      <a:pathLst>
                        <a:path extrusionOk="0" h="274" w="381">
                          <a:moveTo>
                            <a:pt x="381" y="274"/>
                          </a:moveTo>
                          <a:lnTo>
                            <a:pt x="381" y="13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cap="flat" cmpd="sng" w="9525">
                      <a:solidFill>
                        <a:srgbClr val="E4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pic>
                  <p:nvPicPr>
                    <p:cNvPr descr="tv" id="1175" name="Google Shape;1175;p18"/>
                    <p:cNvPicPr preferRelativeResize="0"/>
                    <p:nvPr/>
                  </p:nvPicPr>
                  <p:blipFill rotWithShape="1">
                    <a:blip r:embed="rId1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2" y="1737"/>
                      <a:ext cx="476" cy="4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sp>
              <p:nvSpPr>
                <p:cNvPr id="1176" name="Google Shape;1176;p18"/>
                <p:cNvSpPr/>
                <p:nvPr/>
              </p:nvSpPr>
              <p:spPr>
                <a:xfrm>
                  <a:off x="8543925" y="1479550"/>
                  <a:ext cx="127000" cy="476250"/>
                </a:xfrm>
                <a:custGeom>
                  <a:rect b="b" l="l" r="r" t="t"/>
                  <a:pathLst>
                    <a:path extrusionOk="0" h="300" w="80">
                      <a:moveTo>
                        <a:pt x="0" y="300"/>
                      </a:moveTo>
                      <a:lnTo>
                        <a:pt x="80" y="300"/>
                      </a:lnTo>
                      <a:lnTo>
                        <a:pt x="8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77" name="Google Shape;1177;p18"/>
              <p:cNvSpPr txBox="1"/>
              <p:nvPr/>
            </p:nvSpPr>
            <p:spPr>
              <a:xfrm>
                <a:off x="9744075" y="1341438"/>
                <a:ext cx="4889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2400"/>
                  <a:buFont typeface="Times New Roman"/>
                  <a:buNone/>
                </a:pPr>
                <a:r>
                  <a:rPr b="0" i="0" lang="en-US" sz="2400" u="none" cap="none" strike="noStrike">
                    <a:solidFill>
                      <a:srgbClr val="96969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/>
              </a:p>
            </p:txBody>
          </p:sp>
        </p:grpSp>
        <p:sp>
          <p:nvSpPr>
            <p:cNvPr id="1178" name="Google Shape;1178;p18"/>
            <p:cNvSpPr/>
            <p:nvPr/>
          </p:nvSpPr>
          <p:spPr>
            <a:xfrm>
              <a:off x="9880298" y="2315290"/>
              <a:ext cx="149592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Cable access</a:t>
              </a:r>
              <a:endParaRPr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8838380" y="4315152"/>
              <a:ext cx="94769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cellular</a:t>
              </a:r>
              <a:endParaRPr/>
            </a:p>
          </p:txBody>
        </p:sp>
        <p:sp>
          <p:nvSpPr>
            <p:cNvPr id="1180" name="Google Shape;1180;p18"/>
            <p:cNvSpPr/>
            <p:nvPr/>
          </p:nvSpPr>
          <p:spPr>
            <a:xfrm>
              <a:off x="8860151" y="5885806"/>
              <a:ext cx="6495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WiFi</a:t>
              </a: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10374820" y="5030500"/>
              <a:ext cx="16743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Ethernet LANs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9"/>
          <p:cNvSpPr txBox="1"/>
          <p:nvPr>
            <p:ph type="title"/>
          </p:nvPr>
        </p:nvSpPr>
        <p:spPr>
          <a:xfrm>
            <a:off x="910936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Host link-layer implementation</a:t>
            </a:r>
            <a:endParaRPr sz="4800"/>
          </a:p>
        </p:txBody>
      </p:sp>
      <p:sp>
        <p:nvSpPr>
          <p:cNvPr id="1188" name="Google Shape;1188;p19"/>
          <p:cNvSpPr txBox="1"/>
          <p:nvPr/>
        </p:nvSpPr>
        <p:spPr>
          <a:xfrm>
            <a:off x="943030" y="1692296"/>
            <a:ext cx="6185557" cy="465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16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each-and-every host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layer implemented on-chip 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interface card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(NIC) 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implements link, physical layer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attaches into host’s system buses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combination of hardware, software, firmware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9" name="Google Shape;1189;p19"/>
          <p:cNvSpPr/>
          <p:nvPr/>
        </p:nvSpPr>
        <p:spPr>
          <a:xfrm>
            <a:off x="8482590" y="5121168"/>
            <a:ext cx="2308225" cy="797490"/>
          </a:xfrm>
          <a:custGeom>
            <a:rect b="b" l="l" r="r" t="t"/>
            <a:pathLst>
              <a:path extrusionOk="0" h="12103" w="10000">
                <a:moveTo>
                  <a:pt x="0" y="5664"/>
                </a:moveTo>
                <a:cubicBezTo>
                  <a:pt x="103" y="4603"/>
                  <a:pt x="28" y="4917"/>
                  <a:pt x="138" y="4530"/>
                </a:cubicBezTo>
                <a:lnTo>
                  <a:pt x="1933" y="194"/>
                </a:lnTo>
                <a:lnTo>
                  <a:pt x="6408" y="933"/>
                </a:lnTo>
                <a:lnTo>
                  <a:pt x="10000" y="0"/>
                </a:lnTo>
                <a:lnTo>
                  <a:pt x="1286" y="12103"/>
                </a:lnTo>
                <a:lnTo>
                  <a:pt x="0" y="5664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19"/>
          <p:cNvSpPr/>
          <p:nvPr/>
        </p:nvSpPr>
        <p:spPr>
          <a:xfrm>
            <a:off x="8955665" y="2749550"/>
            <a:ext cx="1836737" cy="240188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9"/>
          <p:cNvSpPr/>
          <p:nvPr/>
        </p:nvSpPr>
        <p:spPr>
          <a:xfrm>
            <a:off x="9404927" y="4687887"/>
            <a:ext cx="666750" cy="2825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9"/>
          <p:cNvSpPr/>
          <p:nvPr/>
        </p:nvSpPr>
        <p:spPr>
          <a:xfrm>
            <a:off x="9404927" y="4100512"/>
            <a:ext cx="657225" cy="519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1193" name="Google Shape;1193;p19"/>
          <p:cNvSpPr txBox="1"/>
          <p:nvPr/>
        </p:nvSpPr>
        <p:spPr>
          <a:xfrm>
            <a:off x="9360720" y="4697412"/>
            <a:ext cx="7377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19"/>
          <p:cNvSpPr/>
          <p:nvPr/>
        </p:nvSpPr>
        <p:spPr>
          <a:xfrm>
            <a:off x="9457315" y="3619500"/>
            <a:ext cx="200025" cy="460375"/>
          </a:xfrm>
          <a:custGeom>
            <a:rect b="b" l="l" r="r" t="t"/>
            <a:pathLst>
              <a:path extrusionOk="0" h="478" w="361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5" name="Google Shape;1195;p19"/>
          <p:cNvCxnSpPr/>
          <p:nvPr/>
        </p:nvCxnSpPr>
        <p:spPr>
          <a:xfrm>
            <a:off x="9322377" y="3792537"/>
            <a:ext cx="1358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19"/>
          <p:cNvCxnSpPr/>
          <p:nvPr/>
        </p:nvCxnSpPr>
        <p:spPr>
          <a:xfrm rot="10800000">
            <a:off x="9717665" y="3800475"/>
            <a:ext cx="0" cy="3000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19"/>
          <p:cNvSpPr/>
          <p:nvPr/>
        </p:nvSpPr>
        <p:spPr>
          <a:xfrm>
            <a:off x="9211252" y="3101975"/>
            <a:ext cx="657225" cy="5191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/>
          </a:p>
        </p:txBody>
      </p:sp>
      <p:sp>
        <p:nvSpPr>
          <p:cNvPr id="1198" name="Google Shape;1198;p19"/>
          <p:cNvSpPr/>
          <p:nvPr/>
        </p:nvSpPr>
        <p:spPr>
          <a:xfrm>
            <a:off x="10030402" y="3103562"/>
            <a:ext cx="657225" cy="519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cxnSp>
        <p:nvCxnSpPr>
          <p:cNvPr id="1199" name="Google Shape;1199;p19"/>
          <p:cNvCxnSpPr/>
          <p:nvPr/>
        </p:nvCxnSpPr>
        <p:spPr>
          <a:xfrm rot="10800000">
            <a:off x="9514465" y="3622675"/>
            <a:ext cx="1587" cy="169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19"/>
          <p:cNvCxnSpPr/>
          <p:nvPr/>
        </p:nvCxnSpPr>
        <p:spPr>
          <a:xfrm rot="10800000">
            <a:off x="10387590" y="3624262"/>
            <a:ext cx="1587" cy="1714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19"/>
          <p:cNvSpPr txBox="1"/>
          <p:nvPr/>
        </p:nvSpPr>
        <p:spPr>
          <a:xfrm>
            <a:off x="10835265" y="3921125"/>
            <a:ext cx="10383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bus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(e.g., PCI)</a:t>
            </a:r>
            <a:endParaRPr/>
          </a:p>
        </p:txBody>
      </p:sp>
      <p:cxnSp>
        <p:nvCxnSpPr>
          <p:cNvPr id="1202" name="Google Shape;1202;p19"/>
          <p:cNvCxnSpPr/>
          <p:nvPr/>
        </p:nvCxnSpPr>
        <p:spPr>
          <a:xfrm>
            <a:off x="9730365" y="4408487"/>
            <a:ext cx="3944" cy="340991"/>
          </a:xfrm>
          <a:prstGeom prst="straightConnector1">
            <a:avLst/>
          </a:pr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3" name="Google Shape;1203;p19"/>
          <p:cNvCxnSpPr/>
          <p:nvPr/>
        </p:nvCxnSpPr>
        <p:spPr>
          <a:xfrm>
            <a:off x="9719463" y="4992686"/>
            <a:ext cx="0" cy="366713"/>
          </a:xfrm>
          <a:prstGeom prst="straightConnector1">
            <a:avLst/>
          </a:pr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4" name="Google Shape;1204;p19"/>
          <p:cNvCxnSpPr/>
          <p:nvPr/>
        </p:nvCxnSpPr>
        <p:spPr>
          <a:xfrm rot="10800000">
            <a:off x="10513002" y="3797300"/>
            <a:ext cx="382588" cy="2682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5" name="Google Shape;1205;p19"/>
          <p:cNvSpPr txBox="1"/>
          <p:nvPr/>
        </p:nvSpPr>
        <p:spPr>
          <a:xfrm>
            <a:off x="10122477" y="5491162"/>
            <a:ext cx="13532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interface</a:t>
            </a:r>
            <a:endParaRPr/>
          </a:p>
        </p:txBody>
      </p:sp>
      <p:cxnSp>
        <p:nvCxnSpPr>
          <p:cNvPr id="1206" name="Google Shape;1206;p19"/>
          <p:cNvCxnSpPr/>
          <p:nvPr/>
        </p:nvCxnSpPr>
        <p:spPr>
          <a:xfrm rot="10800000">
            <a:off x="10330440" y="4814887"/>
            <a:ext cx="271462" cy="750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7" name="Google Shape;1207;p19"/>
          <p:cNvSpPr/>
          <p:nvPr/>
        </p:nvSpPr>
        <p:spPr>
          <a:xfrm>
            <a:off x="9158625" y="4012536"/>
            <a:ext cx="1122362" cy="10826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8" name="Google Shape;1208;p19"/>
          <p:cNvGrpSpPr/>
          <p:nvPr/>
        </p:nvGrpSpPr>
        <p:grpSpPr>
          <a:xfrm>
            <a:off x="7926967" y="2941636"/>
            <a:ext cx="1470026" cy="2035175"/>
            <a:chOff x="2695" y="1742"/>
            <a:chExt cx="926" cy="1282"/>
          </a:xfrm>
        </p:grpSpPr>
        <p:sp>
          <p:nvSpPr>
            <p:cNvPr id="1209" name="Google Shape;1209;p19"/>
            <p:cNvSpPr/>
            <p:nvPr/>
          </p:nvSpPr>
          <p:spPr>
            <a:xfrm>
              <a:off x="3228" y="2488"/>
              <a:ext cx="393" cy="536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9"/>
            <p:cNvSpPr/>
            <p:nvPr/>
          </p:nvSpPr>
          <p:spPr>
            <a:xfrm>
              <a:off x="3222" y="1767"/>
              <a:ext cx="275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9"/>
            <p:cNvSpPr/>
            <p:nvPr/>
          </p:nvSpPr>
          <p:spPr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9"/>
            <p:cNvSpPr txBox="1"/>
            <p:nvPr/>
          </p:nvSpPr>
          <p:spPr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214" name="Google Shape;1214;p19"/>
            <p:cNvCxnSpPr/>
            <p:nvPr/>
          </p:nvCxnSpPr>
          <p:spPr>
            <a:xfrm>
              <a:off x="2737" y="18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5" name="Google Shape;1215;p19"/>
            <p:cNvCxnSpPr/>
            <p:nvPr/>
          </p:nvCxnSpPr>
          <p:spPr>
            <a:xfrm>
              <a:off x="2737" y="200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6" name="Google Shape;1216;p19"/>
            <p:cNvCxnSpPr/>
            <p:nvPr/>
          </p:nvCxnSpPr>
          <p:spPr>
            <a:xfrm>
              <a:off x="2735" y="2110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7" name="Google Shape;1217;p19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8" name="Google Shape;1218;p19"/>
            <p:cNvCxnSpPr/>
            <p:nvPr/>
          </p:nvCxnSpPr>
          <p:spPr>
            <a:xfrm>
              <a:off x="2734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19" name="Google Shape;1219;p19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20" name="Google Shape;1220;p19"/>
            <p:cNvSpPr txBox="1"/>
            <p:nvPr/>
          </p:nvSpPr>
          <p:spPr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221" name="Google Shape;1221;p19"/>
            <p:cNvCxnSpPr/>
            <p:nvPr/>
          </p:nvCxnSpPr>
          <p:spPr>
            <a:xfrm>
              <a:off x="2736" y="2803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2" name="Google Shape;1222;p19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23" name="Google Shape;1223;p19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1224" name="Google Shape;1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4086" y="1396579"/>
            <a:ext cx="1143000" cy="117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5" name="Google Shape;1225;p19"/>
          <p:cNvGrpSpPr/>
          <p:nvPr/>
        </p:nvGrpSpPr>
        <p:grpSpPr>
          <a:xfrm>
            <a:off x="7888865" y="5386387"/>
            <a:ext cx="1109662" cy="820449"/>
            <a:chOff x="-44" y="1473"/>
            <a:chExt cx="981" cy="1105"/>
          </a:xfrm>
        </p:grpSpPr>
        <p:pic>
          <p:nvPicPr>
            <p:cNvPr descr="desktop_computer_stylized_medium" id="1226" name="Google Shape;122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Broadcom chip image" id="1228" name="Google Shape;122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0404" y="1556656"/>
            <a:ext cx="921139" cy="921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4" name="Google Shape;1234;p20"/>
          <p:cNvGrpSpPr/>
          <p:nvPr/>
        </p:nvGrpSpPr>
        <p:grpSpPr>
          <a:xfrm>
            <a:off x="6859466" y="1579642"/>
            <a:ext cx="1654101" cy="2401887"/>
            <a:chOff x="3457903" y="1592254"/>
            <a:chExt cx="1654101" cy="2401887"/>
          </a:xfrm>
        </p:grpSpPr>
        <p:sp>
          <p:nvSpPr>
            <p:cNvPr id="1235" name="Google Shape;1235;p20"/>
            <p:cNvSpPr/>
            <p:nvPr/>
          </p:nvSpPr>
          <p:spPr>
            <a:xfrm>
              <a:off x="3457903" y="1592254"/>
              <a:ext cx="1654101" cy="24018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0"/>
            <p:cNvSpPr/>
            <p:nvPr/>
          </p:nvSpPr>
          <p:spPr>
            <a:xfrm>
              <a:off x="3992843" y="3517620"/>
              <a:ext cx="666750" cy="2825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0"/>
            <p:cNvSpPr/>
            <p:nvPr/>
          </p:nvSpPr>
          <p:spPr>
            <a:xfrm>
              <a:off x="3996418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controller</a:t>
              </a:r>
              <a:endParaRPr/>
            </a:p>
          </p:txBody>
        </p:sp>
        <p:sp>
          <p:nvSpPr>
            <p:cNvPr id="1238" name="Google Shape;1238;p20"/>
            <p:cNvSpPr txBox="1"/>
            <p:nvPr/>
          </p:nvSpPr>
          <p:spPr>
            <a:xfrm>
              <a:off x="3963393" y="3514379"/>
              <a:ext cx="737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0"/>
            <p:cNvSpPr/>
            <p:nvPr/>
          </p:nvSpPr>
          <p:spPr>
            <a:xfrm flipH="1">
              <a:off x="4297726" y="2473508"/>
              <a:ext cx="291334" cy="460375"/>
            </a:xfrm>
            <a:custGeom>
              <a:rect b="b" l="l" r="r" t="t"/>
              <a:pathLst>
                <a:path extrusionOk="0" h="478" w="361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0" name="Google Shape;1240;p20"/>
            <p:cNvCxnSpPr/>
            <p:nvPr/>
          </p:nvCxnSpPr>
          <p:spPr>
            <a:xfrm>
              <a:off x="3643959" y="2628755"/>
              <a:ext cx="1358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20"/>
            <p:cNvCxnSpPr/>
            <p:nvPr/>
          </p:nvCxnSpPr>
          <p:spPr>
            <a:xfrm rot="10800000">
              <a:off x="4182165" y="2631881"/>
              <a:ext cx="0" cy="3000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2" name="Google Shape;1242;p20"/>
            <p:cNvSpPr/>
            <p:nvPr/>
          </p:nvSpPr>
          <p:spPr>
            <a:xfrm>
              <a:off x="3536392" y="1927519"/>
              <a:ext cx="657225" cy="519112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/>
            </a:p>
          </p:txBody>
        </p:sp>
        <p:sp>
          <p:nvSpPr>
            <p:cNvPr id="1243" name="Google Shape;1243;p20"/>
            <p:cNvSpPr/>
            <p:nvPr/>
          </p:nvSpPr>
          <p:spPr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CPU</a:t>
              </a:r>
              <a:endParaRPr/>
            </a:p>
          </p:txBody>
        </p:sp>
        <p:cxnSp>
          <p:nvCxnSpPr>
            <p:cNvPr id="1244" name="Google Shape;1244;p20"/>
            <p:cNvCxnSpPr/>
            <p:nvPr/>
          </p:nvCxnSpPr>
          <p:spPr>
            <a:xfrm rot="10800000">
              <a:off x="3836047" y="2458893"/>
              <a:ext cx="1587" cy="169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20"/>
            <p:cNvCxnSpPr/>
            <p:nvPr/>
          </p:nvCxnSpPr>
          <p:spPr>
            <a:xfrm rot="10800000">
              <a:off x="4709172" y="2460480"/>
              <a:ext cx="1587" cy="171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20"/>
            <p:cNvCxnSpPr/>
            <p:nvPr/>
          </p:nvCxnSpPr>
          <p:spPr>
            <a:xfrm flipH="1">
              <a:off x="4308787" y="3249620"/>
              <a:ext cx="4474" cy="356262"/>
            </a:xfrm>
            <a:prstGeom prst="straightConnector1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47" name="Google Shape;1247;p20"/>
            <p:cNvSpPr/>
            <p:nvPr/>
          </p:nvSpPr>
          <p:spPr>
            <a:xfrm>
              <a:off x="3718524" y="2820792"/>
              <a:ext cx="1122362" cy="1082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8" name="Google Shape;1248;p20"/>
          <p:cNvSpPr txBox="1"/>
          <p:nvPr>
            <p:ph type="title"/>
          </p:nvPr>
        </p:nvSpPr>
        <p:spPr>
          <a:xfrm>
            <a:off x="938646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Interfaces communicating</a:t>
            </a:r>
            <a:endParaRPr sz="5400"/>
          </a:p>
        </p:txBody>
      </p:sp>
      <p:grpSp>
        <p:nvGrpSpPr>
          <p:cNvPr id="1249" name="Google Shape;1249;p20"/>
          <p:cNvGrpSpPr/>
          <p:nvPr/>
        </p:nvGrpSpPr>
        <p:grpSpPr>
          <a:xfrm>
            <a:off x="3386648" y="1585768"/>
            <a:ext cx="1709144" cy="2401887"/>
            <a:chOff x="3386648" y="1585768"/>
            <a:chExt cx="1709144" cy="2401887"/>
          </a:xfrm>
        </p:grpSpPr>
        <p:sp>
          <p:nvSpPr>
            <p:cNvPr id="1250" name="Google Shape;1250;p20"/>
            <p:cNvSpPr/>
            <p:nvPr/>
          </p:nvSpPr>
          <p:spPr>
            <a:xfrm>
              <a:off x="3386648" y="1585768"/>
              <a:ext cx="1709144" cy="24018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0"/>
            <p:cNvSpPr/>
            <p:nvPr/>
          </p:nvSpPr>
          <p:spPr>
            <a:xfrm>
              <a:off x="3837201" y="3524105"/>
              <a:ext cx="666750" cy="2825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0"/>
            <p:cNvSpPr/>
            <p:nvPr/>
          </p:nvSpPr>
          <p:spPr>
            <a:xfrm>
              <a:off x="3856453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controller</a:t>
              </a:r>
              <a:endParaRPr/>
            </a:p>
          </p:txBody>
        </p:sp>
        <p:sp>
          <p:nvSpPr>
            <p:cNvPr id="1253" name="Google Shape;1253;p20"/>
            <p:cNvSpPr txBox="1"/>
            <p:nvPr/>
          </p:nvSpPr>
          <p:spPr>
            <a:xfrm>
              <a:off x="3792993" y="3514379"/>
              <a:ext cx="737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20"/>
            <p:cNvSpPr/>
            <p:nvPr/>
          </p:nvSpPr>
          <p:spPr>
            <a:xfrm>
              <a:off x="3778897" y="2455718"/>
              <a:ext cx="326278" cy="460375"/>
            </a:xfrm>
            <a:custGeom>
              <a:rect b="b" l="l" r="r" t="t"/>
              <a:pathLst>
                <a:path extrusionOk="0" h="478" w="361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5" name="Google Shape;1255;p20"/>
            <p:cNvCxnSpPr/>
            <p:nvPr/>
          </p:nvCxnSpPr>
          <p:spPr>
            <a:xfrm>
              <a:off x="3643959" y="2628755"/>
              <a:ext cx="1358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6" name="Google Shape;1256;p20"/>
            <p:cNvCxnSpPr/>
            <p:nvPr/>
          </p:nvCxnSpPr>
          <p:spPr>
            <a:xfrm rot="10800000">
              <a:off x="4164375" y="2631881"/>
              <a:ext cx="0" cy="3000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7" name="Google Shape;1257;p20"/>
            <p:cNvSpPr/>
            <p:nvPr/>
          </p:nvSpPr>
          <p:spPr>
            <a:xfrm>
              <a:off x="3532834" y="1938193"/>
              <a:ext cx="657225" cy="5191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cpu</a:t>
              </a:r>
              <a:endParaRPr/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/>
            </a:p>
          </p:txBody>
        </p:sp>
        <p:cxnSp>
          <p:nvCxnSpPr>
            <p:cNvPr id="1259" name="Google Shape;1259;p20"/>
            <p:cNvCxnSpPr/>
            <p:nvPr/>
          </p:nvCxnSpPr>
          <p:spPr>
            <a:xfrm rot="10800000">
              <a:off x="3836047" y="2458893"/>
              <a:ext cx="1587" cy="169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20"/>
            <p:cNvCxnSpPr/>
            <p:nvPr/>
          </p:nvCxnSpPr>
          <p:spPr>
            <a:xfrm rot="10800000">
              <a:off x="4709172" y="2460480"/>
              <a:ext cx="1587" cy="171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1" name="Google Shape;1261;p20"/>
            <p:cNvCxnSpPr/>
            <p:nvPr/>
          </p:nvCxnSpPr>
          <p:spPr>
            <a:xfrm flipH="1">
              <a:off x="4172601" y="3239892"/>
              <a:ext cx="4474" cy="356262"/>
            </a:xfrm>
            <a:prstGeom prst="straightConnector1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62" name="Google Shape;1262;p20"/>
            <p:cNvSpPr/>
            <p:nvPr/>
          </p:nvSpPr>
          <p:spPr>
            <a:xfrm>
              <a:off x="3643876" y="2820792"/>
              <a:ext cx="1122362" cy="1082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3" name="Google Shape;1263;p20"/>
          <p:cNvGrpSpPr/>
          <p:nvPr/>
        </p:nvGrpSpPr>
        <p:grpSpPr>
          <a:xfrm>
            <a:off x="2300585" y="1777854"/>
            <a:ext cx="1508125" cy="2035175"/>
            <a:chOff x="2695" y="1742"/>
            <a:chExt cx="950" cy="1282"/>
          </a:xfrm>
        </p:grpSpPr>
        <p:sp>
          <p:nvSpPr>
            <p:cNvPr id="1264" name="Google Shape;1264;p20"/>
            <p:cNvSpPr/>
            <p:nvPr/>
          </p:nvSpPr>
          <p:spPr>
            <a:xfrm>
              <a:off x="3228" y="2488"/>
              <a:ext cx="417" cy="536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3725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3222" y="1767"/>
              <a:ext cx="244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99000">
                  <a:srgbClr val="FFFFFF">
                    <a:alpha val="65882"/>
                  </a:srgbClr>
                </a:gs>
                <a:gs pos="100000">
                  <a:srgbClr val="FFFFFF">
                    <a:alpha val="6588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0"/>
            <p:cNvSpPr txBox="1"/>
            <p:nvPr/>
          </p:nvSpPr>
          <p:spPr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269" name="Google Shape;1269;p20"/>
            <p:cNvCxnSpPr/>
            <p:nvPr/>
          </p:nvCxnSpPr>
          <p:spPr>
            <a:xfrm>
              <a:off x="2737" y="18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20"/>
            <p:cNvCxnSpPr/>
            <p:nvPr/>
          </p:nvCxnSpPr>
          <p:spPr>
            <a:xfrm>
              <a:off x="2737" y="200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1" name="Google Shape;1271;p20"/>
            <p:cNvCxnSpPr/>
            <p:nvPr/>
          </p:nvCxnSpPr>
          <p:spPr>
            <a:xfrm>
              <a:off x="2735" y="2110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2" name="Google Shape;1272;p20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3" name="Google Shape;1273;p20"/>
            <p:cNvCxnSpPr/>
            <p:nvPr/>
          </p:nvCxnSpPr>
          <p:spPr>
            <a:xfrm>
              <a:off x="2734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74" name="Google Shape;1274;p20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75" name="Google Shape;1275;p20"/>
            <p:cNvSpPr txBox="1"/>
            <p:nvPr/>
          </p:nvSpPr>
          <p:spPr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276" name="Google Shape;1276;p20"/>
            <p:cNvCxnSpPr/>
            <p:nvPr/>
          </p:nvCxnSpPr>
          <p:spPr>
            <a:xfrm>
              <a:off x="2736" y="2803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7" name="Google Shape;1277;p20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78" name="Google Shape;1278;p20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9" name="Google Shape;1279;p20"/>
          <p:cNvGrpSpPr/>
          <p:nvPr/>
        </p:nvGrpSpPr>
        <p:grpSpPr>
          <a:xfrm>
            <a:off x="8154574" y="1741034"/>
            <a:ext cx="1453373" cy="2053837"/>
            <a:chOff x="9730606" y="1055376"/>
            <a:chExt cx="1453373" cy="2053837"/>
          </a:xfrm>
        </p:grpSpPr>
        <p:sp>
          <p:nvSpPr>
            <p:cNvPr id="1280" name="Google Shape;1280;p20"/>
            <p:cNvSpPr/>
            <p:nvPr/>
          </p:nvSpPr>
          <p:spPr>
            <a:xfrm flipH="1">
              <a:off x="9730606" y="2258313"/>
              <a:ext cx="623888" cy="850900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10360066" y="2541276"/>
              <a:ext cx="776288" cy="41592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20"/>
            <p:cNvSpPr/>
            <p:nvPr/>
          </p:nvSpPr>
          <p:spPr>
            <a:xfrm flipH="1">
              <a:off x="9935685" y="1076403"/>
              <a:ext cx="436563" cy="70326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00">
                  <a:srgbClr val="FFFFFF">
                    <a:alpha val="8078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0"/>
            <p:cNvSpPr/>
            <p:nvPr/>
          </p:nvSpPr>
          <p:spPr>
            <a:xfrm>
              <a:off x="10355304" y="1090301"/>
              <a:ext cx="777876" cy="73501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20"/>
            <p:cNvSpPr txBox="1"/>
            <p:nvPr/>
          </p:nvSpPr>
          <p:spPr>
            <a:xfrm>
              <a:off x="10306091" y="1055376"/>
              <a:ext cx="877888" cy="830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285" name="Google Shape;1285;p20"/>
            <p:cNvCxnSpPr/>
            <p:nvPr/>
          </p:nvCxnSpPr>
          <p:spPr>
            <a:xfrm>
              <a:off x="10360066" y="1303026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20"/>
            <p:cNvCxnSpPr/>
            <p:nvPr/>
          </p:nvCxnSpPr>
          <p:spPr>
            <a:xfrm>
              <a:off x="10360066" y="1466539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20"/>
            <p:cNvCxnSpPr/>
            <p:nvPr/>
          </p:nvCxnSpPr>
          <p:spPr>
            <a:xfrm>
              <a:off x="10356891" y="1639576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8" name="Google Shape;1288;p20"/>
            <p:cNvSpPr/>
            <p:nvPr/>
          </p:nvSpPr>
          <p:spPr>
            <a:xfrm>
              <a:off x="10293391" y="1801501"/>
              <a:ext cx="876301" cy="1825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9" name="Google Shape;1289;p20"/>
            <p:cNvCxnSpPr/>
            <p:nvPr/>
          </p:nvCxnSpPr>
          <p:spPr>
            <a:xfrm>
              <a:off x="10355304" y="1820551"/>
              <a:ext cx="0" cy="103188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90" name="Google Shape;1290;p20"/>
            <p:cNvCxnSpPr/>
            <p:nvPr/>
          </p:nvCxnSpPr>
          <p:spPr>
            <a:xfrm>
              <a:off x="11134767" y="1811026"/>
              <a:ext cx="0" cy="10160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91" name="Google Shape;1291;p20"/>
            <p:cNvSpPr txBox="1"/>
            <p:nvPr/>
          </p:nvSpPr>
          <p:spPr>
            <a:xfrm>
              <a:off x="10388641" y="2501589"/>
              <a:ext cx="684213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292" name="Google Shape;1292;p20"/>
            <p:cNvCxnSpPr/>
            <p:nvPr/>
          </p:nvCxnSpPr>
          <p:spPr>
            <a:xfrm>
              <a:off x="10358479" y="2739714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3" name="Google Shape;1293;p20"/>
            <p:cNvCxnSpPr/>
            <p:nvPr/>
          </p:nvCxnSpPr>
          <p:spPr>
            <a:xfrm>
              <a:off x="10360066" y="2439676"/>
              <a:ext cx="0" cy="103188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94" name="Google Shape;1294;p20"/>
            <p:cNvCxnSpPr/>
            <p:nvPr/>
          </p:nvCxnSpPr>
          <p:spPr>
            <a:xfrm>
              <a:off x="11136354" y="2439676"/>
              <a:ext cx="0" cy="10160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295" name="Google Shape;1295;p20"/>
          <p:cNvSpPr/>
          <p:nvPr/>
        </p:nvSpPr>
        <p:spPr>
          <a:xfrm>
            <a:off x="4153301" y="3785951"/>
            <a:ext cx="3591390" cy="522811"/>
          </a:xfrm>
          <a:custGeom>
            <a:rect b="b" l="l" r="r" t="t"/>
            <a:pathLst>
              <a:path extrusionOk="0" h="282601" w="5874327">
                <a:moveTo>
                  <a:pt x="0" y="5510"/>
                </a:moveTo>
                <a:lnTo>
                  <a:pt x="0" y="282601"/>
                </a:lnTo>
                <a:lnTo>
                  <a:pt x="5874327" y="282601"/>
                </a:lnTo>
                <a:cubicBezTo>
                  <a:pt x="5874327" y="204092"/>
                  <a:pt x="5863162" y="41065"/>
                  <a:pt x="5864278" y="0"/>
                </a:cubicBezTo>
              </a:path>
            </a:pathLst>
          </a:custGeom>
          <a:noFill/>
          <a:ln cap="flat" cmpd="sng" w="349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20"/>
          <p:cNvSpPr txBox="1"/>
          <p:nvPr/>
        </p:nvSpPr>
        <p:spPr>
          <a:xfrm>
            <a:off x="1181424" y="4590175"/>
            <a:ext cx="5247083" cy="193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side: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encapsulates datagram in frame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adds error checking bits, reliable data transfer, flow control, etc.</a:t>
            </a:r>
            <a:endParaRPr/>
          </a:p>
        </p:txBody>
      </p:sp>
      <p:sp>
        <p:nvSpPr>
          <p:cNvPr id="1297" name="Google Shape;1297;p20"/>
          <p:cNvSpPr txBox="1"/>
          <p:nvPr/>
        </p:nvSpPr>
        <p:spPr>
          <a:xfrm>
            <a:off x="6683664" y="4606063"/>
            <a:ext cx="4829464" cy="185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side: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looks for errors, reliable data transfer, flow control, etc.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extracts datagram, passes to upper layer at receiving side</a:t>
            </a:r>
            <a:endParaRPr/>
          </a:p>
        </p:txBody>
      </p:sp>
      <p:grpSp>
        <p:nvGrpSpPr>
          <p:cNvPr id="1298" name="Google Shape;1298;p20"/>
          <p:cNvGrpSpPr/>
          <p:nvPr/>
        </p:nvGrpSpPr>
        <p:grpSpPr>
          <a:xfrm>
            <a:off x="957300" y="3054812"/>
            <a:ext cx="1569900" cy="338554"/>
            <a:chOff x="946500" y="2082812"/>
            <a:chExt cx="1569900" cy="338554"/>
          </a:xfrm>
        </p:grpSpPr>
        <p:sp>
          <p:nvSpPr>
            <p:cNvPr id="1299" name="Google Shape;1299;p20"/>
            <p:cNvSpPr/>
            <p:nvPr/>
          </p:nvSpPr>
          <p:spPr>
            <a:xfrm>
              <a:off x="977194" y="2096985"/>
              <a:ext cx="1539206" cy="31141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0"/>
            <p:cNvSpPr txBox="1"/>
            <p:nvPr/>
          </p:nvSpPr>
          <p:spPr>
            <a:xfrm>
              <a:off x="946500" y="2082812"/>
              <a:ext cx="615900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1" name="Google Shape;1301;p20"/>
          <p:cNvGrpSpPr/>
          <p:nvPr/>
        </p:nvGrpSpPr>
        <p:grpSpPr>
          <a:xfrm>
            <a:off x="955870" y="3055124"/>
            <a:ext cx="1642179" cy="339427"/>
            <a:chOff x="8795014" y="27710"/>
            <a:chExt cx="1642179" cy="339427"/>
          </a:xfrm>
        </p:grpSpPr>
        <p:grpSp>
          <p:nvGrpSpPr>
            <p:cNvPr id="1302" name="Google Shape;1302;p20"/>
            <p:cNvGrpSpPr/>
            <p:nvPr/>
          </p:nvGrpSpPr>
          <p:grpSpPr>
            <a:xfrm>
              <a:off x="8795014" y="28583"/>
              <a:ext cx="1569900" cy="338554"/>
              <a:chOff x="946500" y="2082812"/>
              <a:chExt cx="1569900" cy="338554"/>
            </a:xfrm>
          </p:grpSpPr>
          <p:sp>
            <p:nvSpPr>
              <p:cNvPr id="1303" name="Google Shape;1303;p20"/>
              <p:cNvSpPr/>
              <p:nvPr/>
            </p:nvSpPr>
            <p:spPr>
              <a:xfrm>
                <a:off x="977194" y="2096985"/>
                <a:ext cx="1539206" cy="31141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20"/>
              <p:cNvSpPr txBox="1"/>
              <p:nvPr/>
            </p:nvSpPr>
            <p:spPr>
              <a:xfrm>
                <a:off x="946500" y="2082812"/>
                <a:ext cx="615900" cy="3385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baseline="-2500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5" name="Google Shape;1305;p20"/>
            <p:cNvGrpSpPr/>
            <p:nvPr/>
          </p:nvGrpSpPr>
          <p:grpSpPr>
            <a:xfrm>
              <a:off x="9386857" y="27710"/>
              <a:ext cx="1050336" cy="338554"/>
              <a:chOff x="1551732" y="2084406"/>
              <a:chExt cx="1050336" cy="338554"/>
            </a:xfrm>
          </p:grpSpPr>
          <p:sp>
            <p:nvSpPr>
              <p:cNvPr id="1306" name="Google Shape;1306;p20"/>
              <p:cNvSpPr/>
              <p:nvPr/>
            </p:nvSpPr>
            <p:spPr>
              <a:xfrm>
                <a:off x="1568121" y="2133017"/>
                <a:ext cx="925841" cy="246705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20"/>
              <p:cNvSpPr txBox="1"/>
              <p:nvPr/>
            </p:nvSpPr>
            <p:spPr>
              <a:xfrm>
                <a:off x="1551732" y="2084406"/>
                <a:ext cx="10503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datagram</a:t>
                </a:r>
                <a:endParaRPr/>
              </a:p>
            </p:txBody>
          </p:sp>
        </p:grpSp>
      </p:grpSp>
      <p:grpSp>
        <p:nvGrpSpPr>
          <p:cNvPr id="1308" name="Google Shape;1308;p20"/>
          <p:cNvGrpSpPr/>
          <p:nvPr/>
        </p:nvGrpSpPr>
        <p:grpSpPr>
          <a:xfrm>
            <a:off x="1551732" y="2080806"/>
            <a:ext cx="1050336" cy="338554"/>
            <a:chOff x="1551732" y="2084406"/>
            <a:chExt cx="1050336" cy="338554"/>
          </a:xfrm>
        </p:grpSpPr>
        <p:sp>
          <p:nvSpPr>
            <p:cNvPr id="1309" name="Google Shape;1309;p20"/>
            <p:cNvSpPr/>
            <p:nvPr/>
          </p:nvSpPr>
          <p:spPr>
            <a:xfrm>
              <a:off x="1568121" y="2133017"/>
              <a:ext cx="925841" cy="2467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20"/>
            <p:cNvSpPr txBox="1"/>
            <p:nvPr/>
          </p:nvSpPr>
          <p:spPr>
            <a:xfrm>
              <a:off x="1551732" y="2084406"/>
              <a:ext cx="105033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grpSp>
        <p:nvGrpSpPr>
          <p:cNvPr id="1311" name="Google Shape;1311;p20"/>
          <p:cNvGrpSpPr/>
          <p:nvPr/>
        </p:nvGrpSpPr>
        <p:grpSpPr>
          <a:xfrm>
            <a:off x="9888337" y="3037360"/>
            <a:ext cx="1050336" cy="338554"/>
            <a:chOff x="309834" y="1124253"/>
            <a:chExt cx="1050336" cy="338554"/>
          </a:xfrm>
        </p:grpSpPr>
        <p:sp>
          <p:nvSpPr>
            <p:cNvPr id="1312" name="Google Shape;1312;p20"/>
            <p:cNvSpPr/>
            <p:nvPr/>
          </p:nvSpPr>
          <p:spPr>
            <a:xfrm>
              <a:off x="326223" y="1172864"/>
              <a:ext cx="925841" cy="2467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20"/>
            <p:cNvSpPr txBox="1"/>
            <p:nvPr/>
          </p:nvSpPr>
          <p:spPr>
            <a:xfrm>
              <a:off x="309834" y="1124253"/>
              <a:ext cx="105033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21"/>
          <p:cNvSpPr txBox="1"/>
          <p:nvPr>
            <p:ph type="title"/>
          </p:nvPr>
        </p:nvSpPr>
        <p:spPr>
          <a:xfrm>
            <a:off x="580529" y="463807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Link Layer</a:t>
            </a:r>
            <a:endParaRPr sz="6000"/>
          </a:p>
        </p:txBody>
      </p:sp>
      <p:grpSp>
        <p:nvGrpSpPr>
          <p:cNvPr id="1320" name="Google Shape;1320;p2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321" name="Google Shape;1321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2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323" name="Google Shape;1323;p2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324" name="Google Shape;1324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5" name="Google Shape;1325;p2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26" name="Google Shape;1326;p21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1327" name="Google Shape;1327;p21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1328" name="Google Shape;1328;p21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1329" name="Google Shape;1329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0" name="Google Shape;1330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331" name="Google Shape;1331;p21"/>
          <p:cNvSpPr txBox="1"/>
          <p:nvPr/>
        </p:nvSpPr>
        <p:spPr>
          <a:xfrm>
            <a:off x="518511" y="1895594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the Link Layer 	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Error-Detection and -Correction Techniques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Links and Protocols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Switched Local Area Networks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a Network as a Link Layer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Retrospective: A Day in the Life of a Web Page Request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